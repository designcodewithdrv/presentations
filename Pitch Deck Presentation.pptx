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80" r:id="rId2"/>
    <p:sldId id="261" r:id="rId3"/>
    <p:sldId id="273" r:id="rId4"/>
    <p:sldId id="263" r:id="rId5"/>
    <p:sldId id="259" r:id="rId6"/>
    <p:sldId id="264" r:id="rId7"/>
    <p:sldId id="260" r:id="rId8"/>
    <p:sldId id="262" r:id="rId9"/>
    <p:sldId id="269" r:id="rId10"/>
    <p:sldId id="270" r:id="rId11"/>
    <p:sldId id="272" r:id="rId12"/>
    <p:sldId id="271" r:id="rId13"/>
    <p:sldId id="274" r:id="rId14"/>
    <p:sldId id="275" r:id="rId15"/>
    <p:sldId id="276" r:id="rId16"/>
    <p:sldId id="277" r:id="rId17"/>
    <p:sldId id="283" r:id="rId18"/>
    <p:sldId id="278" r:id="rId19"/>
    <p:sldId id="279" r:id="rId20"/>
    <p:sldId id="281" r:id="rId21"/>
  </p:sldIdLst>
  <p:sldSz cx="12192000" cy="6858000"/>
  <p:notesSz cx="6858000" cy="9144000"/>
  <p:embeddedFontLst>
    <p:embeddedFont>
      <p:font typeface="Manrope" panose="020B0604020202020204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D"/>
    <a:srgbClr val="9B7F65"/>
    <a:srgbClr val="13131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4" autoAdjust="0"/>
  </p:normalViewPr>
  <p:slideViewPr>
    <p:cSldViewPr snapToGrid="0" showGuides="1">
      <p:cViewPr varScale="1">
        <p:scale>
          <a:sx n="38" d="100"/>
          <a:sy n="38" d="100"/>
        </p:scale>
        <p:origin x="14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gradFill>
              <a:gsLst>
                <a:gs pos="46900">
                  <a:srgbClr val="D39AC4"/>
                </a:gs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</c:spPr>
          <c:dPt>
            <c:idx val="0"/>
            <c:bubble3D val="0"/>
            <c:explosion val="12"/>
            <c:spPr>
              <a:solidFill>
                <a:schemeClr val="accent1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FD-4AA5-947F-61618D3573EA}"/>
              </c:ext>
            </c:extLst>
          </c:dPt>
          <c:dPt>
            <c:idx val="1"/>
            <c:bubble3D val="0"/>
            <c:spPr>
              <a:solidFill>
                <a:schemeClr val="tx1">
                  <a:lumMod val="75000"/>
                  <a:lumOff val="25000"/>
                  <a:alpha val="25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FD-4AA5-947F-61618D3573EA}"/>
              </c:ext>
            </c:extLst>
          </c:dPt>
          <c:dPt>
            <c:idx val="2"/>
            <c:bubble3D val="0"/>
            <c:spPr>
              <a:solidFill>
                <a:schemeClr val="tx1">
                  <a:lumMod val="75000"/>
                  <a:lumOff val="25000"/>
                  <a:alpha val="50000"/>
                </a:schemeClr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6FD-4AA5-947F-61618D3573EA}"/>
              </c:ext>
            </c:extLst>
          </c:dPt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Marketing</c:v>
                </c:pt>
                <c:pt idx="2">
                  <c:v>Operations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FD-4AA5-947F-61618D3573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1D1B0-1DDC-4BC7-A5C6-205225E84435}" type="datetimeFigureOut">
              <a:rPr lang="en-ID" smtClean="0"/>
              <a:t>25/11/2024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557FE-047A-4985-B7D4-076A435AA76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118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63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9D249E-5375-4B86-B91D-3909858306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9425" y="847640"/>
            <a:ext cx="4303590" cy="2192655"/>
          </a:xfrm>
          <a:custGeom>
            <a:avLst/>
            <a:gdLst>
              <a:gd name="connsiteX0" fmla="*/ 154429 w 4303590"/>
              <a:gd name="connsiteY0" fmla="*/ 0 h 2192655"/>
              <a:gd name="connsiteX1" fmla="*/ 4149161 w 4303590"/>
              <a:gd name="connsiteY1" fmla="*/ 0 h 2192655"/>
              <a:gd name="connsiteX2" fmla="*/ 4303590 w 4303590"/>
              <a:gd name="connsiteY2" fmla="*/ 154429 h 2192655"/>
              <a:gd name="connsiteX3" fmla="*/ 4303590 w 4303590"/>
              <a:gd name="connsiteY3" fmla="*/ 2038226 h 2192655"/>
              <a:gd name="connsiteX4" fmla="*/ 4149161 w 4303590"/>
              <a:gd name="connsiteY4" fmla="*/ 2192655 h 2192655"/>
              <a:gd name="connsiteX5" fmla="*/ 154429 w 4303590"/>
              <a:gd name="connsiteY5" fmla="*/ 2192655 h 2192655"/>
              <a:gd name="connsiteX6" fmla="*/ 0 w 4303590"/>
              <a:gd name="connsiteY6" fmla="*/ 2038226 h 2192655"/>
              <a:gd name="connsiteX7" fmla="*/ 0 w 4303590"/>
              <a:gd name="connsiteY7" fmla="*/ 154429 h 2192655"/>
              <a:gd name="connsiteX8" fmla="*/ 154429 w 4303590"/>
              <a:gd name="connsiteY8" fmla="*/ 0 h 219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3590" h="2192655">
                <a:moveTo>
                  <a:pt x="154429" y="0"/>
                </a:moveTo>
                <a:lnTo>
                  <a:pt x="4149161" y="0"/>
                </a:lnTo>
                <a:cubicBezTo>
                  <a:pt x="4234450" y="0"/>
                  <a:pt x="4303590" y="69140"/>
                  <a:pt x="4303590" y="154429"/>
                </a:cubicBezTo>
                <a:lnTo>
                  <a:pt x="4303590" y="2038226"/>
                </a:lnTo>
                <a:cubicBezTo>
                  <a:pt x="4303590" y="2123515"/>
                  <a:pt x="4234450" y="2192655"/>
                  <a:pt x="4149161" y="2192655"/>
                </a:cubicBezTo>
                <a:lnTo>
                  <a:pt x="154429" y="2192655"/>
                </a:lnTo>
                <a:cubicBezTo>
                  <a:pt x="69140" y="2192655"/>
                  <a:pt x="0" y="2123515"/>
                  <a:pt x="0" y="2038226"/>
                </a:cubicBezTo>
                <a:lnTo>
                  <a:pt x="0" y="154429"/>
                </a:lnTo>
                <a:cubicBezTo>
                  <a:pt x="0" y="69140"/>
                  <a:pt x="69140" y="0"/>
                  <a:pt x="1544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6967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E30299D-ADD7-4D61-BB15-C11790DB4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9337" y="2550211"/>
            <a:ext cx="2859225" cy="2176028"/>
          </a:xfrm>
          <a:custGeom>
            <a:avLst/>
            <a:gdLst>
              <a:gd name="connsiteX0" fmla="*/ 0 w 2859225"/>
              <a:gd name="connsiteY0" fmla="*/ 0 h 2176028"/>
              <a:gd name="connsiteX1" fmla="*/ 2859225 w 2859225"/>
              <a:gd name="connsiteY1" fmla="*/ 0 h 2176028"/>
              <a:gd name="connsiteX2" fmla="*/ 2859225 w 2859225"/>
              <a:gd name="connsiteY2" fmla="*/ 2176028 h 2176028"/>
              <a:gd name="connsiteX3" fmla="*/ 0 w 2859225"/>
              <a:gd name="connsiteY3" fmla="*/ 2176028 h 217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9225" h="2176028">
                <a:moveTo>
                  <a:pt x="0" y="0"/>
                </a:moveTo>
                <a:lnTo>
                  <a:pt x="2859225" y="0"/>
                </a:lnTo>
                <a:lnTo>
                  <a:pt x="2859225" y="2176028"/>
                </a:lnTo>
                <a:lnTo>
                  <a:pt x="0" y="21760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656F73-59B2-43F0-96C8-0E697DC67F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89872" y="2550211"/>
            <a:ext cx="2859225" cy="2176028"/>
          </a:xfrm>
          <a:custGeom>
            <a:avLst/>
            <a:gdLst>
              <a:gd name="connsiteX0" fmla="*/ 0 w 2859225"/>
              <a:gd name="connsiteY0" fmla="*/ 0 h 2176028"/>
              <a:gd name="connsiteX1" fmla="*/ 2859225 w 2859225"/>
              <a:gd name="connsiteY1" fmla="*/ 0 h 2176028"/>
              <a:gd name="connsiteX2" fmla="*/ 2859225 w 2859225"/>
              <a:gd name="connsiteY2" fmla="*/ 2176028 h 2176028"/>
              <a:gd name="connsiteX3" fmla="*/ 0 w 2859225"/>
              <a:gd name="connsiteY3" fmla="*/ 2176028 h 217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9225" h="2176028">
                <a:moveTo>
                  <a:pt x="0" y="0"/>
                </a:moveTo>
                <a:lnTo>
                  <a:pt x="2859225" y="0"/>
                </a:lnTo>
                <a:lnTo>
                  <a:pt x="2859225" y="2176028"/>
                </a:lnTo>
                <a:lnTo>
                  <a:pt x="0" y="21760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F1F175-D527-40F5-89E7-84D9BD92DA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33030" y="2550211"/>
            <a:ext cx="2859225" cy="2176028"/>
          </a:xfrm>
          <a:custGeom>
            <a:avLst/>
            <a:gdLst>
              <a:gd name="connsiteX0" fmla="*/ 0 w 2859225"/>
              <a:gd name="connsiteY0" fmla="*/ 0 h 2176028"/>
              <a:gd name="connsiteX1" fmla="*/ 2859225 w 2859225"/>
              <a:gd name="connsiteY1" fmla="*/ 0 h 2176028"/>
              <a:gd name="connsiteX2" fmla="*/ 2859225 w 2859225"/>
              <a:gd name="connsiteY2" fmla="*/ 2176028 h 2176028"/>
              <a:gd name="connsiteX3" fmla="*/ 0 w 2859225"/>
              <a:gd name="connsiteY3" fmla="*/ 2176028 h 217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9225" h="2176028">
                <a:moveTo>
                  <a:pt x="0" y="0"/>
                </a:moveTo>
                <a:lnTo>
                  <a:pt x="2859225" y="0"/>
                </a:lnTo>
                <a:lnTo>
                  <a:pt x="2859225" y="2176028"/>
                </a:lnTo>
                <a:lnTo>
                  <a:pt x="0" y="21760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8471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EB98BD7-FEDC-496C-B06D-0392984760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3396" y="2241160"/>
            <a:ext cx="3005798" cy="2846668"/>
          </a:xfrm>
          <a:custGeom>
            <a:avLst/>
            <a:gdLst>
              <a:gd name="connsiteX0" fmla="*/ 0 w 3005798"/>
              <a:gd name="connsiteY0" fmla="*/ 0 h 2846668"/>
              <a:gd name="connsiteX1" fmla="*/ 3005798 w 3005798"/>
              <a:gd name="connsiteY1" fmla="*/ 0 h 2846668"/>
              <a:gd name="connsiteX2" fmla="*/ 3005798 w 3005798"/>
              <a:gd name="connsiteY2" fmla="*/ 2846668 h 2846668"/>
              <a:gd name="connsiteX3" fmla="*/ 0 w 3005798"/>
              <a:gd name="connsiteY3" fmla="*/ 2846668 h 284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5798" h="2846668">
                <a:moveTo>
                  <a:pt x="0" y="0"/>
                </a:moveTo>
                <a:lnTo>
                  <a:pt x="3005798" y="0"/>
                </a:lnTo>
                <a:lnTo>
                  <a:pt x="3005798" y="2846668"/>
                </a:lnTo>
                <a:lnTo>
                  <a:pt x="0" y="28466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3F41F61-1BBF-4E09-9C8C-3A6FEAB083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84418" y="2822446"/>
            <a:ext cx="3005798" cy="2846668"/>
          </a:xfrm>
          <a:custGeom>
            <a:avLst/>
            <a:gdLst>
              <a:gd name="connsiteX0" fmla="*/ 0 w 3005798"/>
              <a:gd name="connsiteY0" fmla="*/ 0 h 2846668"/>
              <a:gd name="connsiteX1" fmla="*/ 3005798 w 3005798"/>
              <a:gd name="connsiteY1" fmla="*/ 0 h 2846668"/>
              <a:gd name="connsiteX2" fmla="*/ 3005798 w 3005798"/>
              <a:gd name="connsiteY2" fmla="*/ 2846668 h 2846668"/>
              <a:gd name="connsiteX3" fmla="*/ 0 w 3005798"/>
              <a:gd name="connsiteY3" fmla="*/ 2846668 h 284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5798" h="2846668">
                <a:moveTo>
                  <a:pt x="0" y="0"/>
                </a:moveTo>
                <a:lnTo>
                  <a:pt x="3005798" y="0"/>
                </a:lnTo>
                <a:lnTo>
                  <a:pt x="3005798" y="2846668"/>
                </a:lnTo>
                <a:lnTo>
                  <a:pt x="0" y="28466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1F5865-9705-4E08-94D7-749FB82BCC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5440" y="2822446"/>
            <a:ext cx="3005798" cy="2846668"/>
          </a:xfrm>
          <a:custGeom>
            <a:avLst/>
            <a:gdLst>
              <a:gd name="connsiteX0" fmla="*/ 0 w 3005798"/>
              <a:gd name="connsiteY0" fmla="*/ 0 h 2846668"/>
              <a:gd name="connsiteX1" fmla="*/ 3005798 w 3005798"/>
              <a:gd name="connsiteY1" fmla="*/ 0 h 2846668"/>
              <a:gd name="connsiteX2" fmla="*/ 3005798 w 3005798"/>
              <a:gd name="connsiteY2" fmla="*/ 2846668 h 2846668"/>
              <a:gd name="connsiteX3" fmla="*/ 0 w 3005798"/>
              <a:gd name="connsiteY3" fmla="*/ 2846668 h 284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5798" h="2846668">
                <a:moveTo>
                  <a:pt x="0" y="0"/>
                </a:moveTo>
                <a:lnTo>
                  <a:pt x="3005798" y="0"/>
                </a:lnTo>
                <a:lnTo>
                  <a:pt x="3005798" y="2846668"/>
                </a:lnTo>
                <a:lnTo>
                  <a:pt x="0" y="28466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5643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1E5AB7-C2E8-4E72-94A6-8DEC4A92E05E}"/>
              </a:ext>
            </a:extLst>
          </p:cNvPr>
          <p:cNvCxnSpPr>
            <a:cxnSpLocks/>
          </p:cNvCxnSpPr>
          <p:nvPr userDrawn="1"/>
        </p:nvCxnSpPr>
        <p:spPr>
          <a:xfrm>
            <a:off x="0" y="6382766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E19447-569A-42BB-B20C-80F2F36AB821}"/>
              </a:ext>
            </a:extLst>
          </p:cNvPr>
          <p:cNvSpPr txBox="1"/>
          <p:nvPr userDrawn="1"/>
        </p:nvSpPr>
        <p:spPr>
          <a:xfrm>
            <a:off x="484550" y="6515916"/>
            <a:ext cx="182183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ID" sz="800" dirty="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rPr>
              <a:t>2024 |  Elev</a:t>
            </a:r>
            <a:r>
              <a:rPr lang="en-ID" sz="8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285F15-E8B5-4A1C-8558-984573861C72}"/>
              </a:ext>
            </a:extLst>
          </p:cNvPr>
          <p:cNvSpPr txBox="1"/>
          <p:nvPr userDrawn="1"/>
        </p:nvSpPr>
        <p:spPr>
          <a:xfrm>
            <a:off x="10634938" y="6515916"/>
            <a:ext cx="931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Slide </a:t>
            </a:r>
            <a:fld id="{8739E9FD-72D3-4EBD-A2C0-4FFD4126FF91}" type="slidenum">
              <a:rPr lang="en-GB" smtClean="0"/>
              <a:pPr algn="r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070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00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DDD4BF0-75C8-4777-A141-F5509205C26D}"/>
              </a:ext>
            </a:extLst>
          </p:cNvPr>
          <p:cNvCxnSpPr>
            <a:cxnSpLocks/>
          </p:cNvCxnSpPr>
          <p:nvPr/>
        </p:nvCxnSpPr>
        <p:spPr>
          <a:xfrm>
            <a:off x="886665" y="5875577"/>
            <a:ext cx="10418671" cy="0"/>
          </a:xfrm>
          <a:prstGeom prst="line">
            <a:avLst/>
          </a:prstGeom>
          <a:ln w="635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7E0F94-DA09-4D9C-A729-7219F699A00A}"/>
              </a:ext>
            </a:extLst>
          </p:cNvPr>
          <p:cNvSpPr txBox="1"/>
          <p:nvPr/>
        </p:nvSpPr>
        <p:spPr>
          <a:xfrm>
            <a:off x="8788400" y="874455"/>
            <a:ext cx="2512555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lang="en-ID" sz="1100" dirty="0">
                <a:solidFill>
                  <a:schemeClr val="bg1"/>
                </a:solidFill>
              </a:rPr>
              <a:t>Pitch Deck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F439A-5F91-43FC-86E1-0971C2355392}"/>
              </a:ext>
            </a:extLst>
          </p:cNvPr>
          <p:cNvSpPr txBox="1"/>
          <p:nvPr/>
        </p:nvSpPr>
        <p:spPr>
          <a:xfrm>
            <a:off x="891046" y="874455"/>
            <a:ext cx="989710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ID" sz="1100" dirty="0">
                <a:solidFill>
                  <a:schemeClr val="bg1"/>
                </a:solidFill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F44D8-DFC6-4978-8BF6-A15F15F656C3}"/>
              </a:ext>
            </a:extLst>
          </p:cNvPr>
          <p:cNvSpPr txBox="1"/>
          <p:nvPr/>
        </p:nvSpPr>
        <p:spPr>
          <a:xfrm>
            <a:off x="758966" y="3429000"/>
            <a:ext cx="9279114" cy="2554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6600" dirty="0">
                <a:solidFill>
                  <a:schemeClr val="bg1"/>
                </a:solidFill>
                <a:latin typeface="+mj-lt"/>
              </a:rPr>
              <a:t>E</a:t>
            </a:r>
            <a:r>
              <a:rPr lang="en-ID" sz="16600" dirty="0">
                <a:solidFill>
                  <a:schemeClr val="bg1"/>
                </a:solidFill>
                <a:latin typeface="+mj-lt"/>
              </a:rPr>
              <a:t>LEVATE.</a:t>
            </a:r>
          </a:p>
        </p:txBody>
      </p:sp>
    </p:spTree>
    <p:extLst>
      <p:ext uri="{BB962C8B-B14F-4D97-AF65-F5344CB8AC3E}">
        <p14:creationId xmlns:p14="http://schemas.microsoft.com/office/powerpoint/2010/main" val="194336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B1831-7B5B-4901-86DD-888E3D649C17}"/>
              </a:ext>
            </a:extLst>
          </p:cNvPr>
          <p:cNvSpPr txBox="1"/>
          <p:nvPr/>
        </p:nvSpPr>
        <p:spPr>
          <a:xfrm>
            <a:off x="393540" y="4240599"/>
            <a:ext cx="101509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1200"/>
              </a:spcAft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At </a:t>
            </a:r>
            <a:r>
              <a:rPr lang="en-US" b="1" dirty="0">
                <a:solidFill>
                  <a:schemeClr val="accent1"/>
                </a:solidFill>
              </a:rPr>
              <a:t>Elevate</a:t>
            </a:r>
            <a:r>
              <a:rPr lang="en-US" dirty="0">
                <a:solidFill>
                  <a:schemeClr val="tx1"/>
                </a:solidFill>
              </a:rPr>
              <a:t>, we provide dynamic cloud-based solutions designed to optimize project management, CRM, and ERP. Our focus is on empowering businesses to achieve greater efficiency, enhance productivity, and unlock growth potential.</a:t>
            </a:r>
            <a:endParaRPr lang="en-ID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4AF7CC-9894-4841-8187-2F8B5E0795C0}"/>
              </a:ext>
            </a:extLst>
          </p:cNvPr>
          <p:cNvCxnSpPr>
            <a:cxnSpLocks/>
          </p:cNvCxnSpPr>
          <p:nvPr/>
        </p:nvCxnSpPr>
        <p:spPr>
          <a:xfrm>
            <a:off x="449345" y="3726265"/>
            <a:ext cx="11293311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3CA0CB-D74C-1091-21FF-7C8C8BC94B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5229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2894F3-DDA4-4069-86B3-46D481A71447}"/>
              </a:ext>
            </a:extLst>
          </p:cNvPr>
          <p:cNvSpPr txBox="1"/>
          <p:nvPr/>
        </p:nvSpPr>
        <p:spPr>
          <a:xfrm>
            <a:off x="1928255" y="4994936"/>
            <a:ext cx="2587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Arial" panose="020B0604020202020204" pitchFamily="34" charset="0"/>
              </a:rPr>
              <a:t>Your Name Here</a:t>
            </a:r>
            <a:endParaRPr lang="en-ID" sz="14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DE05A-3B6F-43DE-A2AC-28769D854BAA}"/>
              </a:ext>
            </a:extLst>
          </p:cNvPr>
          <p:cNvSpPr txBox="1"/>
          <p:nvPr/>
        </p:nvSpPr>
        <p:spPr>
          <a:xfrm>
            <a:off x="5185096" y="4994936"/>
            <a:ext cx="2587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Arial" panose="020B0604020202020204" pitchFamily="34" charset="0"/>
              </a:rPr>
              <a:t>Your Name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D58BE-D39D-40D2-A025-B046068E9441}"/>
              </a:ext>
            </a:extLst>
          </p:cNvPr>
          <p:cNvSpPr txBox="1"/>
          <p:nvPr/>
        </p:nvSpPr>
        <p:spPr>
          <a:xfrm>
            <a:off x="8434559" y="4994936"/>
            <a:ext cx="2587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Arial" panose="020B0604020202020204" pitchFamily="34" charset="0"/>
              </a:rPr>
              <a:t>Your Name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BCCDF-F9BB-4AB3-A276-58E39F16CCEE}"/>
              </a:ext>
            </a:extLst>
          </p:cNvPr>
          <p:cNvSpPr txBox="1"/>
          <p:nvPr/>
        </p:nvSpPr>
        <p:spPr>
          <a:xfrm>
            <a:off x="1928255" y="5302713"/>
            <a:ext cx="2587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9BC04-0133-446D-9CF6-8E1B301625A9}"/>
              </a:ext>
            </a:extLst>
          </p:cNvPr>
          <p:cNvSpPr txBox="1"/>
          <p:nvPr/>
        </p:nvSpPr>
        <p:spPr>
          <a:xfrm>
            <a:off x="5185096" y="5302713"/>
            <a:ext cx="2587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61B80-4748-4B07-9D7F-9F98C13DE4AB}"/>
              </a:ext>
            </a:extLst>
          </p:cNvPr>
          <p:cNvSpPr txBox="1"/>
          <p:nvPr/>
        </p:nvSpPr>
        <p:spPr>
          <a:xfrm>
            <a:off x="8434562" y="5302713"/>
            <a:ext cx="2587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Lorem ipsum dolor sit amet, consectetur adipiscing elit. Phasellus tincidunt.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F95E16-32A3-49DC-AE50-1904CAD5EA72}"/>
              </a:ext>
            </a:extLst>
          </p:cNvPr>
          <p:cNvSpPr txBox="1"/>
          <p:nvPr/>
        </p:nvSpPr>
        <p:spPr>
          <a:xfrm>
            <a:off x="486114" y="739247"/>
            <a:ext cx="780444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Showcasing the Expertise of Our SaaS-Focused Leadership Team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896EC-01FA-4DE4-AEA1-33DACDC815D5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40F692F-CC24-91C0-D94E-1FE1FCC148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2A1D421-06C2-823D-996E-828F32D29F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F5AEC89-1C9A-5877-5C68-A1351FFC1C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99501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F592FC-726E-4E35-AA12-830EFF786DB5}"/>
              </a:ext>
            </a:extLst>
          </p:cNvPr>
          <p:cNvCxnSpPr>
            <a:cxnSpLocks/>
          </p:cNvCxnSpPr>
          <p:nvPr/>
        </p:nvCxnSpPr>
        <p:spPr>
          <a:xfrm>
            <a:off x="0" y="6382766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0F5B35C-7F5F-4BB2-B247-3C0845C2C524}"/>
              </a:ext>
            </a:extLst>
          </p:cNvPr>
          <p:cNvSpPr txBox="1"/>
          <p:nvPr/>
        </p:nvSpPr>
        <p:spPr>
          <a:xfrm>
            <a:off x="484550" y="6515916"/>
            <a:ext cx="182183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ID" sz="800" dirty="0">
                <a:solidFill>
                  <a:schemeClr val="bg1"/>
                </a:solidFill>
                <a:effectLst/>
                <a:cs typeface="Arial" panose="020B0604020202020204" pitchFamily="34" charset="0"/>
              </a:rPr>
              <a:t>2024 |  Elev</a:t>
            </a:r>
            <a:r>
              <a:rPr lang="en-ID" sz="800" dirty="0">
                <a:solidFill>
                  <a:schemeClr val="bg1"/>
                </a:solidFill>
                <a:cs typeface="Arial" panose="020B0604020202020204" pitchFamily="34" charset="0"/>
              </a:rPr>
              <a:t>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77679-33FF-4EEB-A43A-3EF4D1416F28}"/>
              </a:ext>
            </a:extLst>
          </p:cNvPr>
          <p:cNvSpPr txBox="1"/>
          <p:nvPr/>
        </p:nvSpPr>
        <p:spPr>
          <a:xfrm>
            <a:off x="10634938" y="6515916"/>
            <a:ext cx="931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>
                <a:solidFill>
                  <a:schemeClr val="bg1"/>
                </a:solidFill>
              </a:rPr>
              <a:t>Slide </a:t>
            </a:r>
            <a:fld id="{8739E9FD-72D3-4EBD-A2C0-4FFD4126FF91}" type="slidenum">
              <a:rPr lang="en-GB" smtClean="0">
                <a:solidFill>
                  <a:schemeClr val="bg1"/>
                </a:solidFill>
              </a:rPr>
              <a:pPr algn="r"/>
              <a:t>4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5AB68-F55F-43C2-A2A2-55AFB5F7BA1E}"/>
              </a:ext>
            </a:extLst>
          </p:cNvPr>
          <p:cNvSpPr/>
          <p:nvPr/>
        </p:nvSpPr>
        <p:spPr>
          <a:xfrm>
            <a:off x="1244600" y="2378392"/>
            <a:ext cx="9702800" cy="210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7200" spc="-15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Do You Any Questions or Thoughts?</a:t>
            </a:r>
          </a:p>
        </p:txBody>
      </p:sp>
    </p:spTree>
    <p:extLst>
      <p:ext uri="{BB962C8B-B14F-4D97-AF65-F5344CB8AC3E}">
        <p14:creationId xmlns:p14="http://schemas.microsoft.com/office/powerpoint/2010/main" val="236328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D66D53-A1D8-44E5-BA4E-CE57ADE33C70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Unleashing Business Growth Through Scalable and Agile SaaS Solutions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A0BFE-8F48-462B-81DF-28E779DCD561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7DB59B-A07D-4708-A1E8-88BABDBC2A2C}"/>
              </a:ext>
            </a:extLst>
          </p:cNvPr>
          <p:cNvSpPr txBox="1"/>
          <p:nvPr/>
        </p:nvSpPr>
        <p:spPr>
          <a:xfrm>
            <a:off x="1109345" y="3388563"/>
            <a:ext cx="27578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Lorem ipsum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dolor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sit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consectetur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adipiscing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elit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Mauris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finibus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506E88-4A40-4643-830A-F3E9E29872DE}"/>
              </a:ext>
            </a:extLst>
          </p:cNvPr>
          <p:cNvSpPr txBox="1"/>
          <p:nvPr/>
        </p:nvSpPr>
        <p:spPr>
          <a:xfrm>
            <a:off x="1085850" y="3102332"/>
            <a:ext cx="276860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</a:t>
            </a:r>
            <a:r>
              <a:rPr lang="en-ID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our Special Text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CABB1-1379-4B58-B066-AB2975F02204}"/>
              </a:ext>
            </a:extLst>
          </p:cNvPr>
          <p:cNvCxnSpPr>
            <a:cxnSpLocks/>
          </p:cNvCxnSpPr>
          <p:nvPr/>
        </p:nvCxnSpPr>
        <p:spPr>
          <a:xfrm>
            <a:off x="917216" y="3047736"/>
            <a:ext cx="0" cy="77141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0DAF315-ABD5-4F56-86BB-27B77708E4E5}"/>
              </a:ext>
            </a:extLst>
          </p:cNvPr>
          <p:cNvSpPr txBox="1"/>
          <p:nvPr/>
        </p:nvSpPr>
        <p:spPr>
          <a:xfrm>
            <a:off x="4427590" y="4350297"/>
            <a:ext cx="26098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>
                <a:solidFill>
                  <a:schemeClr val="bg1">
                    <a:lumMod val="50000"/>
                  </a:schemeClr>
                </a:solidFill>
              </a:rPr>
              <a:t>Lorem ipsum dolor sit amet, consectetur adipiscing elit. Mauris finibus.</a:t>
            </a:r>
            <a:endParaRPr lang="en-ID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524552-F225-41B9-A321-65441ACBF0A0}"/>
              </a:ext>
            </a:extLst>
          </p:cNvPr>
          <p:cNvSpPr txBox="1"/>
          <p:nvPr/>
        </p:nvSpPr>
        <p:spPr>
          <a:xfrm>
            <a:off x="4405287" y="4039581"/>
            <a:ext cx="333322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D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Your Special Text Here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920490-18A2-44F9-95D6-578C167DD33E}"/>
              </a:ext>
            </a:extLst>
          </p:cNvPr>
          <p:cNvCxnSpPr>
            <a:cxnSpLocks/>
          </p:cNvCxnSpPr>
          <p:nvPr/>
        </p:nvCxnSpPr>
        <p:spPr>
          <a:xfrm>
            <a:off x="4258187" y="3978990"/>
            <a:ext cx="0" cy="77141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9B9C6F-79EF-4B92-80F7-1811B4B7F2C5}"/>
              </a:ext>
            </a:extLst>
          </p:cNvPr>
          <p:cNvSpPr txBox="1"/>
          <p:nvPr/>
        </p:nvSpPr>
        <p:spPr>
          <a:xfrm>
            <a:off x="8293101" y="5251256"/>
            <a:ext cx="3001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>
                <a:solidFill>
                  <a:schemeClr val="bg1">
                    <a:lumMod val="50000"/>
                  </a:schemeClr>
                </a:solidFill>
              </a:rPr>
              <a:t>Lorem ipsum dolor sit amet, consectetur adipiscing elit. Mauris finibus.</a:t>
            </a:r>
            <a:endParaRPr lang="en-ID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8907B-B057-47D2-80A3-4AAB5EE864A9}"/>
              </a:ext>
            </a:extLst>
          </p:cNvPr>
          <p:cNvSpPr txBox="1"/>
          <p:nvPr/>
        </p:nvSpPr>
        <p:spPr>
          <a:xfrm>
            <a:off x="8289925" y="4940539"/>
            <a:ext cx="3004875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ID"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Your Special Text Here</a:t>
            </a:r>
            <a:endParaRPr lang="en-ID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BF70A79-C624-4D42-AD52-3B4FD542C95A}"/>
              </a:ext>
            </a:extLst>
          </p:cNvPr>
          <p:cNvCxnSpPr>
            <a:cxnSpLocks/>
          </p:cNvCxnSpPr>
          <p:nvPr/>
        </p:nvCxnSpPr>
        <p:spPr>
          <a:xfrm>
            <a:off x="8129546" y="4910244"/>
            <a:ext cx="0" cy="77141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9D9DC0-E196-44DE-A80C-EA766DA66DCF}"/>
              </a:ext>
            </a:extLst>
          </p:cNvPr>
          <p:cNvSpPr txBox="1"/>
          <p:nvPr/>
        </p:nvSpPr>
        <p:spPr>
          <a:xfrm>
            <a:off x="1109345" y="2814729"/>
            <a:ext cx="14192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ID" dirty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E3693C-C00D-4A83-82BB-F30FA8CF3FEC}"/>
              </a:ext>
            </a:extLst>
          </p:cNvPr>
          <p:cNvSpPr txBox="1"/>
          <p:nvPr/>
        </p:nvSpPr>
        <p:spPr>
          <a:xfrm>
            <a:off x="4424352" y="3750397"/>
            <a:ext cx="14192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ID" dirty="0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B3392-41CB-4BAB-8696-459718D8282F}"/>
              </a:ext>
            </a:extLst>
          </p:cNvPr>
          <p:cNvSpPr txBox="1"/>
          <p:nvPr/>
        </p:nvSpPr>
        <p:spPr>
          <a:xfrm>
            <a:off x="8315976" y="4673659"/>
            <a:ext cx="14192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ID" dirty="0">
                <a:solidFill>
                  <a:schemeClr val="accent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5468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7DFD616-D717-46F1-A0D5-8EDDA189A860}"/>
              </a:ext>
            </a:extLst>
          </p:cNvPr>
          <p:cNvCxnSpPr>
            <a:cxnSpLocks/>
          </p:cNvCxnSpPr>
          <p:nvPr/>
        </p:nvCxnSpPr>
        <p:spPr>
          <a:xfrm flipV="1">
            <a:off x="9509352" y="1175657"/>
            <a:ext cx="0" cy="5061631"/>
          </a:xfrm>
          <a:prstGeom prst="line">
            <a:avLst/>
          </a:prstGeom>
          <a:ln w="12700" cmpd="sng">
            <a:solidFill>
              <a:schemeClr val="bg1">
                <a:lumMod val="9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7A8FCC-EC0B-4C8D-AB5C-09F39265E43A}"/>
              </a:ext>
            </a:extLst>
          </p:cNvPr>
          <p:cNvCxnSpPr>
            <a:cxnSpLocks/>
          </p:cNvCxnSpPr>
          <p:nvPr/>
        </p:nvCxnSpPr>
        <p:spPr>
          <a:xfrm flipV="1">
            <a:off x="7450591" y="1175657"/>
            <a:ext cx="0" cy="5061631"/>
          </a:xfrm>
          <a:prstGeom prst="line">
            <a:avLst/>
          </a:prstGeom>
          <a:ln w="12700" cmpd="sng">
            <a:solidFill>
              <a:schemeClr val="bg1">
                <a:lumMod val="9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2A702D7-7307-4F57-BA2E-BC1994B8ADCC}"/>
              </a:ext>
            </a:extLst>
          </p:cNvPr>
          <p:cNvSpPr/>
          <p:nvPr/>
        </p:nvSpPr>
        <p:spPr>
          <a:xfrm>
            <a:off x="5391830" y="4313524"/>
            <a:ext cx="2058761" cy="1923765"/>
          </a:xfrm>
          <a:prstGeom prst="round2SameRect">
            <a:avLst>
              <a:gd name="adj1" fmla="val 3798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F3D7F8D-DD33-43FE-81D7-95DEC4816ED1}"/>
              </a:ext>
            </a:extLst>
          </p:cNvPr>
          <p:cNvSpPr/>
          <p:nvPr/>
        </p:nvSpPr>
        <p:spPr>
          <a:xfrm>
            <a:off x="9509352" y="2133600"/>
            <a:ext cx="2058761" cy="4103689"/>
          </a:xfrm>
          <a:prstGeom prst="round2SameRect">
            <a:avLst>
              <a:gd name="adj1" fmla="val 4612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625F72A-C55A-4AE4-83C0-7F0B33DE1793}"/>
              </a:ext>
            </a:extLst>
          </p:cNvPr>
          <p:cNvSpPr/>
          <p:nvPr/>
        </p:nvSpPr>
        <p:spPr>
          <a:xfrm>
            <a:off x="7450591" y="3178629"/>
            <a:ext cx="2058761" cy="3058660"/>
          </a:xfrm>
          <a:prstGeom prst="round2SameRect">
            <a:avLst>
              <a:gd name="adj1" fmla="val 329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63CCBE-92AA-48E5-B207-84E361C39CE3}"/>
              </a:ext>
            </a:extLst>
          </p:cNvPr>
          <p:cNvSpPr/>
          <p:nvPr/>
        </p:nvSpPr>
        <p:spPr>
          <a:xfrm>
            <a:off x="9654131" y="2219959"/>
            <a:ext cx="1747146" cy="693051"/>
          </a:xfrm>
          <a:prstGeom prst="rect">
            <a:avLst/>
          </a:prstGeom>
          <a:noFill/>
        </p:spPr>
        <p:txBody>
          <a:bodyPr wrap="square" lIns="72000" tIns="0" rIns="0" bIns="0" anchor="ctr">
            <a:noAutofit/>
          </a:bodyPr>
          <a:lstStyle/>
          <a:p>
            <a:r>
              <a:rPr lang="en-US" sz="3600" spc="-15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81.5%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D9DD2F-A1D5-4521-ABA2-30B06C175D3C}"/>
              </a:ext>
            </a:extLst>
          </p:cNvPr>
          <p:cNvSpPr/>
          <p:nvPr/>
        </p:nvSpPr>
        <p:spPr>
          <a:xfrm>
            <a:off x="7595370" y="3264989"/>
            <a:ext cx="1747146" cy="693051"/>
          </a:xfrm>
          <a:prstGeom prst="rect">
            <a:avLst/>
          </a:prstGeom>
          <a:noFill/>
        </p:spPr>
        <p:txBody>
          <a:bodyPr wrap="square" lIns="72000" tIns="0" rIns="0" bIns="0" anchor="ctr">
            <a:noAutofit/>
          </a:bodyPr>
          <a:lstStyle/>
          <a:p>
            <a:r>
              <a:rPr lang="en-US" sz="3600" spc="-150" dirty="0">
                <a:solidFill>
                  <a:schemeClr val="bg1">
                    <a:lumMod val="85000"/>
                  </a:schemeClr>
                </a:solidFill>
                <a:latin typeface="+mj-lt"/>
                <a:cs typeface="Segoe UI" panose="020B0502040204020203" pitchFamily="34" charset="0"/>
              </a:rPr>
              <a:t>70.0%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3F0BD8-72F9-475F-B59F-84D6652A845D}"/>
              </a:ext>
            </a:extLst>
          </p:cNvPr>
          <p:cNvSpPr/>
          <p:nvPr/>
        </p:nvSpPr>
        <p:spPr>
          <a:xfrm>
            <a:off x="5532176" y="4399884"/>
            <a:ext cx="1747146" cy="693051"/>
          </a:xfrm>
          <a:prstGeom prst="rect">
            <a:avLst/>
          </a:prstGeom>
          <a:noFill/>
        </p:spPr>
        <p:txBody>
          <a:bodyPr wrap="square" lIns="72000" tIns="0" rIns="0" bIns="0" anchor="ctr">
            <a:noAutofit/>
          </a:bodyPr>
          <a:lstStyle/>
          <a:p>
            <a:r>
              <a:rPr lang="en-US" sz="3600" spc="-150" dirty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rPr>
              <a:t>55.0%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CB272-7CD9-4CB4-9E8A-404D727F2D99}"/>
              </a:ext>
            </a:extLst>
          </p:cNvPr>
          <p:cNvSpPr txBox="1"/>
          <p:nvPr/>
        </p:nvSpPr>
        <p:spPr>
          <a:xfrm>
            <a:off x="486115" y="739247"/>
            <a:ext cx="655476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Why SaaS Is Essential for Modern Businesses to Stay Competitive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05AA4-5476-43E3-99C3-0918A2AA9E3A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EF84E-1525-4D77-8C25-936B0583C442}"/>
              </a:ext>
            </a:extLst>
          </p:cNvPr>
          <p:cNvSpPr txBox="1"/>
          <p:nvPr/>
        </p:nvSpPr>
        <p:spPr>
          <a:xfrm>
            <a:off x="395373" y="4538937"/>
            <a:ext cx="28050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consectetur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adipiscing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Mauris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finibus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C8F86F-22A0-4F9E-86E7-1BC327525BBB}"/>
              </a:ext>
            </a:extLst>
          </p:cNvPr>
          <p:cNvSpPr txBox="1"/>
          <p:nvPr/>
        </p:nvSpPr>
        <p:spPr>
          <a:xfrm>
            <a:off x="395373" y="4252705"/>
            <a:ext cx="280502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406196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20A7AFC-9990-49E3-872E-783F53019DC0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Transformative Role of Elevate </a:t>
            </a:r>
          </a:p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 Reshaping Modern Business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A55B1-B917-42B4-B29F-88E84B2F8E96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C4BC7E-4147-438C-8BA3-B6FD5CF06B6A}"/>
              </a:ext>
            </a:extLst>
          </p:cNvPr>
          <p:cNvSpPr/>
          <p:nvPr/>
        </p:nvSpPr>
        <p:spPr>
          <a:xfrm>
            <a:off x="7302520" y="2535664"/>
            <a:ext cx="3081051" cy="3106575"/>
          </a:xfrm>
          <a:prstGeom prst="roundRect">
            <a:avLst>
              <a:gd name="adj" fmla="val 4796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19047-C1F7-4E33-964A-B4A84EE2AF44}"/>
              </a:ext>
            </a:extLst>
          </p:cNvPr>
          <p:cNvSpPr txBox="1"/>
          <p:nvPr/>
        </p:nvSpPr>
        <p:spPr>
          <a:xfrm>
            <a:off x="7535124" y="4219714"/>
            <a:ext cx="25723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Mauris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finibus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nibh</a:t>
            </a:r>
            <a:r>
              <a:rPr lang="en-US" dirty="0">
                <a:solidFill>
                  <a:schemeClr val="bg1"/>
                </a:solidFill>
              </a:rPr>
              <a:t> et </a:t>
            </a:r>
            <a:r>
              <a:rPr lang="en-US" dirty="0" err="1">
                <a:solidFill>
                  <a:schemeClr val="bg1"/>
                </a:solidFill>
              </a:rPr>
              <a:t>nunc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posuere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eget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E3CB1-BA4E-4ADD-AB2B-1841DDB928AE}"/>
              </a:ext>
            </a:extLst>
          </p:cNvPr>
          <p:cNvSpPr txBox="1"/>
          <p:nvPr/>
        </p:nvSpPr>
        <p:spPr>
          <a:xfrm>
            <a:off x="7535124" y="4994722"/>
            <a:ext cx="247518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Your Text Here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A837D4-7F1C-4909-A582-C8559D9AB0B4}"/>
              </a:ext>
            </a:extLst>
          </p:cNvPr>
          <p:cNvCxnSpPr>
            <a:cxnSpLocks/>
          </p:cNvCxnSpPr>
          <p:nvPr/>
        </p:nvCxnSpPr>
        <p:spPr>
          <a:xfrm>
            <a:off x="7637620" y="4884217"/>
            <a:ext cx="2410850" cy="0"/>
          </a:xfrm>
          <a:prstGeom prst="line">
            <a:avLst/>
          </a:prstGeom>
          <a:ln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CC383B2-72F4-44BE-A417-889E51A329AA}"/>
              </a:ext>
            </a:extLst>
          </p:cNvPr>
          <p:cNvSpPr/>
          <p:nvPr/>
        </p:nvSpPr>
        <p:spPr>
          <a:xfrm>
            <a:off x="3894317" y="2562539"/>
            <a:ext cx="3081051" cy="3106575"/>
          </a:xfrm>
          <a:prstGeom prst="roundRect">
            <a:avLst>
              <a:gd name="adj" fmla="val 4796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3CBAE-A89D-41B9-AE23-E56BEFF1FCE5}"/>
              </a:ext>
            </a:extLst>
          </p:cNvPr>
          <p:cNvSpPr txBox="1"/>
          <p:nvPr/>
        </p:nvSpPr>
        <p:spPr>
          <a:xfrm>
            <a:off x="4126921" y="4246589"/>
            <a:ext cx="25723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consectetur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adipiscing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Mauris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finibus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nibh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nunc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posuere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eget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9E6C9E-269B-41BD-84FF-86C955483005}"/>
              </a:ext>
            </a:extLst>
          </p:cNvPr>
          <p:cNvSpPr txBox="1"/>
          <p:nvPr/>
        </p:nvSpPr>
        <p:spPr>
          <a:xfrm>
            <a:off x="4126921" y="5021597"/>
            <a:ext cx="247518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 Text Here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B15C6D-5CDF-4F95-9F14-FEED492C49A3}"/>
              </a:ext>
            </a:extLst>
          </p:cNvPr>
          <p:cNvCxnSpPr>
            <a:cxnSpLocks/>
          </p:cNvCxnSpPr>
          <p:nvPr/>
        </p:nvCxnSpPr>
        <p:spPr>
          <a:xfrm>
            <a:off x="4229417" y="4911092"/>
            <a:ext cx="2410850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1C132E5-EEBA-4315-9B8B-565531E5E156}"/>
              </a:ext>
            </a:extLst>
          </p:cNvPr>
          <p:cNvSpPr/>
          <p:nvPr/>
        </p:nvSpPr>
        <p:spPr>
          <a:xfrm>
            <a:off x="486113" y="2562539"/>
            <a:ext cx="3081051" cy="3106575"/>
          </a:xfrm>
          <a:prstGeom prst="roundRect">
            <a:avLst>
              <a:gd name="adj" fmla="val 4796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109002-2055-4F21-973D-B368E0949432}"/>
              </a:ext>
            </a:extLst>
          </p:cNvPr>
          <p:cNvSpPr txBox="1"/>
          <p:nvPr/>
        </p:nvSpPr>
        <p:spPr>
          <a:xfrm>
            <a:off x="718717" y="4246589"/>
            <a:ext cx="25723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consectetur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adipiscing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elit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Mauris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finibus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nibh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et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nunc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posuere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eget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E66704-8C3F-45C6-994F-B87D431B1506}"/>
              </a:ext>
            </a:extLst>
          </p:cNvPr>
          <p:cNvSpPr txBox="1"/>
          <p:nvPr/>
        </p:nvSpPr>
        <p:spPr>
          <a:xfrm>
            <a:off x="718717" y="5021597"/>
            <a:ext cx="247518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Your Text Here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C30304-FE25-4266-937C-1B7BB449CDB2}"/>
              </a:ext>
            </a:extLst>
          </p:cNvPr>
          <p:cNvCxnSpPr>
            <a:cxnSpLocks/>
          </p:cNvCxnSpPr>
          <p:nvPr/>
        </p:nvCxnSpPr>
        <p:spPr>
          <a:xfrm>
            <a:off x="821213" y="4911092"/>
            <a:ext cx="2410850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1054">
            <a:extLst>
              <a:ext uri="{FF2B5EF4-FFF2-40B4-BE49-F238E27FC236}">
                <a16:creationId xmlns:a16="http://schemas.microsoft.com/office/drawing/2014/main" id="{F2522096-C8AB-4FF1-97D2-9F1E466C1C3A}"/>
              </a:ext>
            </a:extLst>
          </p:cNvPr>
          <p:cNvGrpSpPr/>
          <p:nvPr/>
        </p:nvGrpSpPr>
        <p:grpSpPr>
          <a:xfrm>
            <a:off x="4229417" y="3060452"/>
            <a:ext cx="373124" cy="367663"/>
            <a:chOff x="5149851" y="3430588"/>
            <a:chExt cx="325438" cy="320675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3" name="Freeform 113">
              <a:extLst>
                <a:ext uri="{FF2B5EF4-FFF2-40B4-BE49-F238E27FC236}">
                  <a16:creationId xmlns:a16="http://schemas.microsoft.com/office/drawing/2014/main" id="{212129AA-6244-4FCA-AC16-3AC4AC3F5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4801" y="3659188"/>
              <a:ext cx="90488" cy="92075"/>
            </a:xfrm>
            <a:custGeom>
              <a:avLst/>
              <a:gdLst>
                <a:gd name="T0" fmla="*/ 48 w 63"/>
                <a:gd name="T1" fmla="*/ 62 h 63"/>
                <a:gd name="T2" fmla="*/ 43 w 63"/>
                <a:gd name="T3" fmla="*/ 60 h 63"/>
                <a:gd name="T4" fmla="*/ 31 w 63"/>
                <a:gd name="T5" fmla="*/ 48 h 63"/>
                <a:gd name="T6" fmla="*/ 20 w 63"/>
                <a:gd name="T7" fmla="*/ 60 h 63"/>
                <a:gd name="T8" fmla="*/ 9 w 63"/>
                <a:gd name="T9" fmla="*/ 60 h 63"/>
                <a:gd name="T10" fmla="*/ 3 w 63"/>
                <a:gd name="T11" fmla="*/ 54 h 63"/>
                <a:gd name="T12" fmla="*/ 3 w 63"/>
                <a:gd name="T13" fmla="*/ 43 h 63"/>
                <a:gd name="T14" fmla="*/ 14 w 63"/>
                <a:gd name="T15" fmla="*/ 31 h 63"/>
                <a:gd name="T16" fmla="*/ 3 w 63"/>
                <a:gd name="T17" fmla="*/ 20 h 63"/>
                <a:gd name="T18" fmla="*/ 3 w 63"/>
                <a:gd name="T19" fmla="*/ 9 h 63"/>
                <a:gd name="T20" fmla="*/ 9 w 63"/>
                <a:gd name="T21" fmla="*/ 3 h 63"/>
                <a:gd name="T22" fmla="*/ 20 w 63"/>
                <a:gd name="T23" fmla="*/ 3 h 63"/>
                <a:gd name="T24" fmla="*/ 31 w 63"/>
                <a:gd name="T25" fmla="*/ 14 h 63"/>
                <a:gd name="T26" fmla="*/ 43 w 63"/>
                <a:gd name="T27" fmla="*/ 3 h 63"/>
                <a:gd name="T28" fmla="*/ 54 w 63"/>
                <a:gd name="T29" fmla="*/ 3 h 63"/>
                <a:gd name="T30" fmla="*/ 60 w 63"/>
                <a:gd name="T31" fmla="*/ 9 h 63"/>
                <a:gd name="T32" fmla="*/ 60 w 63"/>
                <a:gd name="T33" fmla="*/ 20 h 63"/>
                <a:gd name="T34" fmla="*/ 48 w 63"/>
                <a:gd name="T35" fmla="*/ 31 h 63"/>
                <a:gd name="T36" fmla="*/ 60 w 63"/>
                <a:gd name="T37" fmla="*/ 43 h 63"/>
                <a:gd name="T38" fmla="*/ 60 w 63"/>
                <a:gd name="T39" fmla="*/ 54 h 63"/>
                <a:gd name="T40" fmla="*/ 54 w 63"/>
                <a:gd name="T41" fmla="*/ 60 h 63"/>
                <a:gd name="T42" fmla="*/ 48 w 63"/>
                <a:gd name="T43" fmla="*/ 62 h 63"/>
                <a:gd name="T44" fmla="*/ 14 w 63"/>
                <a:gd name="T45" fmla="*/ 9 h 63"/>
                <a:gd name="T46" fmla="*/ 9 w 63"/>
                <a:gd name="T47" fmla="*/ 14 h 63"/>
                <a:gd name="T48" fmla="*/ 20 w 63"/>
                <a:gd name="T49" fmla="*/ 26 h 63"/>
                <a:gd name="T50" fmla="*/ 22 w 63"/>
                <a:gd name="T51" fmla="*/ 31 h 63"/>
                <a:gd name="T52" fmla="*/ 20 w 63"/>
                <a:gd name="T53" fmla="*/ 37 h 63"/>
                <a:gd name="T54" fmla="*/ 9 w 63"/>
                <a:gd name="T55" fmla="*/ 48 h 63"/>
                <a:gd name="T56" fmla="*/ 14 w 63"/>
                <a:gd name="T57" fmla="*/ 54 h 63"/>
                <a:gd name="T58" fmla="*/ 26 w 63"/>
                <a:gd name="T59" fmla="*/ 43 h 63"/>
                <a:gd name="T60" fmla="*/ 37 w 63"/>
                <a:gd name="T61" fmla="*/ 43 h 63"/>
                <a:gd name="T62" fmla="*/ 48 w 63"/>
                <a:gd name="T63" fmla="*/ 54 h 63"/>
                <a:gd name="T64" fmla="*/ 54 w 63"/>
                <a:gd name="T65" fmla="*/ 48 h 63"/>
                <a:gd name="T66" fmla="*/ 43 w 63"/>
                <a:gd name="T67" fmla="*/ 37 h 63"/>
                <a:gd name="T68" fmla="*/ 43 w 63"/>
                <a:gd name="T69" fmla="*/ 26 h 63"/>
                <a:gd name="T70" fmla="*/ 54 w 63"/>
                <a:gd name="T71" fmla="*/ 14 h 63"/>
                <a:gd name="T72" fmla="*/ 48 w 63"/>
                <a:gd name="T73" fmla="*/ 9 h 63"/>
                <a:gd name="T74" fmla="*/ 37 w 63"/>
                <a:gd name="T75" fmla="*/ 20 h 63"/>
                <a:gd name="T76" fmla="*/ 26 w 63"/>
                <a:gd name="T77" fmla="*/ 20 h 63"/>
                <a:gd name="T78" fmla="*/ 14 w 63"/>
                <a:gd name="T79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" h="63">
                  <a:moveTo>
                    <a:pt x="48" y="62"/>
                  </a:moveTo>
                  <a:cubicBezTo>
                    <a:pt x="46" y="62"/>
                    <a:pt x="44" y="61"/>
                    <a:pt x="43" y="60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7" y="63"/>
                    <a:pt x="12" y="63"/>
                    <a:pt x="9" y="60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0" y="51"/>
                    <a:pt x="0" y="46"/>
                    <a:pt x="3" y="43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0" y="17"/>
                    <a:pt x="0" y="12"/>
                    <a:pt x="3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2" y="0"/>
                    <a:pt x="17" y="0"/>
                    <a:pt x="20" y="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6" y="0"/>
                    <a:pt x="51" y="0"/>
                    <a:pt x="54" y="3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3" y="12"/>
                    <a:pt x="63" y="17"/>
                    <a:pt x="60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3" y="46"/>
                    <a:pt x="63" y="51"/>
                    <a:pt x="60" y="54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2" y="61"/>
                    <a:pt x="50" y="62"/>
                    <a:pt x="48" y="62"/>
                  </a:cubicBezTo>
                  <a:close/>
                  <a:moveTo>
                    <a:pt x="14" y="9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7"/>
                    <a:pt x="22" y="29"/>
                    <a:pt x="22" y="31"/>
                  </a:cubicBezTo>
                  <a:cubicBezTo>
                    <a:pt x="22" y="33"/>
                    <a:pt x="22" y="35"/>
                    <a:pt x="20" y="3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9" y="40"/>
                    <a:pt x="34" y="40"/>
                    <a:pt x="37" y="43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0" y="34"/>
                    <a:pt x="40" y="29"/>
                    <a:pt x="43" y="26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4" y="23"/>
                    <a:pt x="29" y="23"/>
                    <a:pt x="26" y="20"/>
                  </a:cubicBezTo>
                  <a:lnTo>
                    <a:pt x="1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4">
              <a:extLst>
                <a:ext uri="{FF2B5EF4-FFF2-40B4-BE49-F238E27FC236}">
                  <a16:creationId xmlns:a16="http://schemas.microsoft.com/office/drawing/2014/main" id="{F73EA70D-5FC0-439A-B568-BCEAD68E1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6701" y="3559175"/>
              <a:ext cx="41275" cy="11113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15">
              <a:extLst>
                <a:ext uri="{FF2B5EF4-FFF2-40B4-BE49-F238E27FC236}">
                  <a16:creationId xmlns:a16="http://schemas.microsoft.com/office/drawing/2014/main" id="{652BFC53-7A41-4905-B35C-F0D5C8A9F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6" y="3529013"/>
              <a:ext cx="41275" cy="12700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6">
              <a:extLst>
                <a:ext uri="{FF2B5EF4-FFF2-40B4-BE49-F238E27FC236}">
                  <a16:creationId xmlns:a16="http://schemas.microsoft.com/office/drawing/2014/main" id="{842BB5C0-299D-4B51-875D-FF6635E32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6701" y="3587750"/>
              <a:ext cx="41275" cy="11113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7">
              <a:extLst>
                <a:ext uri="{FF2B5EF4-FFF2-40B4-BE49-F238E27FC236}">
                  <a16:creationId xmlns:a16="http://schemas.microsoft.com/office/drawing/2014/main" id="{74AC8FE6-242F-4B45-AC36-B7DF4FA79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6701" y="3616325"/>
              <a:ext cx="41275" cy="11113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8">
              <a:extLst>
                <a:ext uri="{FF2B5EF4-FFF2-40B4-BE49-F238E27FC236}">
                  <a16:creationId xmlns:a16="http://schemas.microsoft.com/office/drawing/2014/main" id="{F1E32259-3882-4E6F-B264-865A858BB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6701" y="3644900"/>
              <a:ext cx="41275" cy="12700"/>
            </a:xfrm>
            <a:custGeom>
              <a:avLst/>
              <a:gdLst>
                <a:gd name="T0" fmla="*/ 24 w 28"/>
                <a:gd name="T1" fmla="*/ 8 h 8"/>
                <a:gd name="T2" fmla="*/ 4 w 28"/>
                <a:gd name="T3" fmla="*/ 8 h 8"/>
                <a:gd name="T4" fmla="*/ 0 w 28"/>
                <a:gd name="T5" fmla="*/ 4 h 8"/>
                <a:gd name="T6" fmla="*/ 4 w 28"/>
                <a:gd name="T7" fmla="*/ 0 h 8"/>
                <a:gd name="T8" fmla="*/ 24 w 28"/>
                <a:gd name="T9" fmla="*/ 0 h 8"/>
                <a:gd name="T10" fmla="*/ 28 w 28"/>
                <a:gd name="T11" fmla="*/ 4 h 8"/>
                <a:gd name="T12" fmla="*/ 24 w 2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8">
                  <a:moveTo>
                    <a:pt x="2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6" y="0"/>
                    <a:pt x="28" y="2"/>
                    <a:pt x="28" y="4"/>
                  </a:cubicBezTo>
                  <a:cubicBezTo>
                    <a:pt x="28" y="6"/>
                    <a:pt x="26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19">
              <a:extLst>
                <a:ext uri="{FF2B5EF4-FFF2-40B4-BE49-F238E27FC236}">
                  <a16:creationId xmlns:a16="http://schemas.microsoft.com/office/drawing/2014/main" id="{01451FC7-76D5-4669-BEE0-B0261BD4E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6" y="3559175"/>
              <a:ext cx="80963" cy="11113"/>
            </a:xfrm>
            <a:custGeom>
              <a:avLst/>
              <a:gdLst>
                <a:gd name="T0" fmla="*/ 52 w 56"/>
                <a:gd name="T1" fmla="*/ 8 h 8"/>
                <a:gd name="T2" fmla="*/ 4 w 56"/>
                <a:gd name="T3" fmla="*/ 8 h 8"/>
                <a:gd name="T4" fmla="*/ 0 w 56"/>
                <a:gd name="T5" fmla="*/ 4 h 8"/>
                <a:gd name="T6" fmla="*/ 4 w 56"/>
                <a:gd name="T7" fmla="*/ 0 h 8"/>
                <a:gd name="T8" fmla="*/ 52 w 56"/>
                <a:gd name="T9" fmla="*/ 0 h 8"/>
                <a:gd name="T10" fmla="*/ 56 w 56"/>
                <a:gd name="T11" fmla="*/ 4 h 8"/>
                <a:gd name="T12" fmla="*/ 52 w 5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8">
                  <a:moveTo>
                    <a:pt x="5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6"/>
                    <a:pt x="54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20">
              <a:extLst>
                <a:ext uri="{FF2B5EF4-FFF2-40B4-BE49-F238E27FC236}">
                  <a16:creationId xmlns:a16="http://schemas.microsoft.com/office/drawing/2014/main" id="{B43C566D-C486-4FD3-8CB6-E203BB8B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6" y="3587750"/>
              <a:ext cx="80963" cy="11113"/>
            </a:xfrm>
            <a:custGeom>
              <a:avLst/>
              <a:gdLst>
                <a:gd name="T0" fmla="*/ 52 w 56"/>
                <a:gd name="T1" fmla="*/ 8 h 8"/>
                <a:gd name="T2" fmla="*/ 4 w 56"/>
                <a:gd name="T3" fmla="*/ 8 h 8"/>
                <a:gd name="T4" fmla="*/ 0 w 56"/>
                <a:gd name="T5" fmla="*/ 4 h 8"/>
                <a:gd name="T6" fmla="*/ 4 w 56"/>
                <a:gd name="T7" fmla="*/ 0 h 8"/>
                <a:gd name="T8" fmla="*/ 52 w 56"/>
                <a:gd name="T9" fmla="*/ 0 h 8"/>
                <a:gd name="T10" fmla="*/ 56 w 56"/>
                <a:gd name="T11" fmla="*/ 4 h 8"/>
                <a:gd name="T12" fmla="*/ 52 w 5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8">
                  <a:moveTo>
                    <a:pt x="5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6"/>
                    <a:pt x="54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21">
              <a:extLst>
                <a:ext uri="{FF2B5EF4-FFF2-40B4-BE49-F238E27FC236}">
                  <a16:creationId xmlns:a16="http://schemas.microsoft.com/office/drawing/2014/main" id="{36C01E48-1A7E-462E-9F3F-85E3CEC18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6" y="3616325"/>
              <a:ext cx="80963" cy="11113"/>
            </a:xfrm>
            <a:custGeom>
              <a:avLst/>
              <a:gdLst>
                <a:gd name="T0" fmla="*/ 52 w 56"/>
                <a:gd name="T1" fmla="*/ 8 h 8"/>
                <a:gd name="T2" fmla="*/ 4 w 56"/>
                <a:gd name="T3" fmla="*/ 8 h 8"/>
                <a:gd name="T4" fmla="*/ 0 w 56"/>
                <a:gd name="T5" fmla="*/ 4 h 8"/>
                <a:gd name="T6" fmla="*/ 4 w 56"/>
                <a:gd name="T7" fmla="*/ 0 h 8"/>
                <a:gd name="T8" fmla="*/ 52 w 56"/>
                <a:gd name="T9" fmla="*/ 0 h 8"/>
                <a:gd name="T10" fmla="*/ 56 w 56"/>
                <a:gd name="T11" fmla="*/ 4 h 8"/>
                <a:gd name="T12" fmla="*/ 52 w 5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8">
                  <a:moveTo>
                    <a:pt x="5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6"/>
                    <a:pt x="54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22">
              <a:extLst>
                <a:ext uri="{FF2B5EF4-FFF2-40B4-BE49-F238E27FC236}">
                  <a16:creationId xmlns:a16="http://schemas.microsoft.com/office/drawing/2014/main" id="{E3165256-7C74-4552-9638-FC3F3B15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6" y="3644900"/>
              <a:ext cx="80963" cy="12700"/>
            </a:xfrm>
            <a:custGeom>
              <a:avLst/>
              <a:gdLst>
                <a:gd name="T0" fmla="*/ 52 w 56"/>
                <a:gd name="T1" fmla="*/ 8 h 8"/>
                <a:gd name="T2" fmla="*/ 4 w 56"/>
                <a:gd name="T3" fmla="*/ 8 h 8"/>
                <a:gd name="T4" fmla="*/ 0 w 56"/>
                <a:gd name="T5" fmla="*/ 4 h 8"/>
                <a:gd name="T6" fmla="*/ 4 w 56"/>
                <a:gd name="T7" fmla="*/ 0 h 8"/>
                <a:gd name="T8" fmla="*/ 52 w 56"/>
                <a:gd name="T9" fmla="*/ 0 h 8"/>
                <a:gd name="T10" fmla="*/ 56 w 56"/>
                <a:gd name="T11" fmla="*/ 4 h 8"/>
                <a:gd name="T12" fmla="*/ 52 w 5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8">
                  <a:moveTo>
                    <a:pt x="52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2"/>
                    <a:pt x="56" y="4"/>
                  </a:cubicBezTo>
                  <a:cubicBezTo>
                    <a:pt x="56" y="6"/>
                    <a:pt x="54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23">
              <a:extLst>
                <a:ext uri="{FF2B5EF4-FFF2-40B4-BE49-F238E27FC236}">
                  <a16:creationId xmlns:a16="http://schemas.microsoft.com/office/drawing/2014/main" id="{1F3B9B0B-C6C9-4070-9916-8F9C8D4ED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9851" y="3430588"/>
              <a:ext cx="323850" cy="290513"/>
            </a:xfrm>
            <a:custGeom>
              <a:avLst/>
              <a:gdLst>
                <a:gd name="T0" fmla="*/ 148 w 224"/>
                <a:gd name="T1" fmla="*/ 200 h 200"/>
                <a:gd name="T2" fmla="*/ 9 w 224"/>
                <a:gd name="T3" fmla="*/ 200 h 200"/>
                <a:gd name="T4" fmla="*/ 0 w 224"/>
                <a:gd name="T5" fmla="*/ 191 h 200"/>
                <a:gd name="T6" fmla="*/ 0 w 224"/>
                <a:gd name="T7" fmla="*/ 9 h 200"/>
                <a:gd name="T8" fmla="*/ 9 w 224"/>
                <a:gd name="T9" fmla="*/ 0 h 200"/>
                <a:gd name="T10" fmla="*/ 95 w 224"/>
                <a:gd name="T11" fmla="*/ 0 h 200"/>
                <a:gd name="T12" fmla="*/ 104 w 224"/>
                <a:gd name="T13" fmla="*/ 9 h 200"/>
                <a:gd name="T14" fmla="*/ 104 w 224"/>
                <a:gd name="T15" fmla="*/ 31 h 200"/>
                <a:gd name="T16" fmla="*/ 105 w 224"/>
                <a:gd name="T17" fmla="*/ 32 h 200"/>
                <a:gd name="T18" fmla="*/ 215 w 224"/>
                <a:gd name="T19" fmla="*/ 32 h 200"/>
                <a:gd name="T20" fmla="*/ 224 w 224"/>
                <a:gd name="T21" fmla="*/ 41 h 200"/>
                <a:gd name="T22" fmla="*/ 224 w 224"/>
                <a:gd name="T23" fmla="*/ 144 h 200"/>
                <a:gd name="T24" fmla="*/ 216 w 224"/>
                <a:gd name="T25" fmla="*/ 144 h 200"/>
                <a:gd name="T26" fmla="*/ 216 w 224"/>
                <a:gd name="T27" fmla="*/ 41 h 200"/>
                <a:gd name="T28" fmla="*/ 215 w 224"/>
                <a:gd name="T29" fmla="*/ 40 h 200"/>
                <a:gd name="T30" fmla="*/ 105 w 224"/>
                <a:gd name="T31" fmla="*/ 40 h 200"/>
                <a:gd name="T32" fmla="*/ 96 w 224"/>
                <a:gd name="T33" fmla="*/ 31 h 200"/>
                <a:gd name="T34" fmla="*/ 96 w 224"/>
                <a:gd name="T35" fmla="*/ 9 h 200"/>
                <a:gd name="T36" fmla="*/ 95 w 224"/>
                <a:gd name="T37" fmla="*/ 8 h 200"/>
                <a:gd name="T38" fmla="*/ 9 w 224"/>
                <a:gd name="T39" fmla="*/ 8 h 200"/>
                <a:gd name="T40" fmla="*/ 8 w 224"/>
                <a:gd name="T41" fmla="*/ 9 h 200"/>
                <a:gd name="T42" fmla="*/ 8 w 224"/>
                <a:gd name="T43" fmla="*/ 191 h 200"/>
                <a:gd name="T44" fmla="*/ 9 w 224"/>
                <a:gd name="T45" fmla="*/ 192 h 200"/>
                <a:gd name="T46" fmla="*/ 148 w 224"/>
                <a:gd name="T47" fmla="*/ 192 h 200"/>
                <a:gd name="T48" fmla="*/ 148 w 224"/>
                <a:gd name="T49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4" h="200">
                  <a:moveTo>
                    <a:pt x="148" y="200"/>
                  </a:moveTo>
                  <a:cubicBezTo>
                    <a:pt x="9" y="200"/>
                    <a:pt x="9" y="200"/>
                    <a:pt x="9" y="200"/>
                  </a:cubicBezTo>
                  <a:cubicBezTo>
                    <a:pt x="4" y="200"/>
                    <a:pt x="0" y="196"/>
                    <a:pt x="0" y="19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00" y="0"/>
                    <a:pt x="104" y="4"/>
                    <a:pt x="104" y="9"/>
                  </a:cubicBezTo>
                  <a:cubicBezTo>
                    <a:pt x="104" y="31"/>
                    <a:pt x="104" y="31"/>
                    <a:pt x="104" y="31"/>
                  </a:cubicBezTo>
                  <a:cubicBezTo>
                    <a:pt x="104" y="31"/>
                    <a:pt x="105" y="32"/>
                    <a:pt x="10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20" y="32"/>
                    <a:pt x="224" y="36"/>
                    <a:pt x="224" y="41"/>
                  </a:cubicBezTo>
                  <a:cubicBezTo>
                    <a:pt x="224" y="144"/>
                    <a:pt x="224" y="144"/>
                    <a:pt x="224" y="144"/>
                  </a:cubicBezTo>
                  <a:cubicBezTo>
                    <a:pt x="216" y="144"/>
                    <a:pt x="216" y="144"/>
                    <a:pt x="216" y="144"/>
                  </a:cubicBezTo>
                  <a:cubicBezTo>
                    <a:pt x="216" y="41"/>
                    <a:pt x="216" y="41"/>
                    <a:pt x="216" y="41"/>
                  </a:cubicBezTo>
                  <a:cubicBezTo>
                    <a:pt x="216" y="41"/>
                    <a:pt x="215" y="40"/>
                    <a:pt x="215" y="40"/>
                  </a:cubicBezTo>
                  <a:cubicBezTo>
                    <a:pt x="105" y="40"/>
                    <a:pt x="105" y="40"/>
                    <a:pt x="105" y="40"/>
                  </a:cubicBezTo>
                  <a:cubicBezTo>
                    <a:pt x="100" y="40"/>
                    <a:pt x="96" y="36"/>
                    <a:pt x="96" y="31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5" y="8"/>
                    <a:pt x="95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8" y="9"/>
                    <a:pt x="8" y="9"/>
                  </a:cubicBezTo>
                  <a:cubicBezTo>
                    <a:pt x="8" y="191"/>
                    <a:pt x="8" y="191"/>
                    <a:pt x="8" y="191"/>
                  </a:cubicBezTo>
                  <a:cubicBezTo>
                    <a:pt x="8" y="191"/>
                    <a:pt x="9" y="192"/>
                    <a:pt x="9" y="192"/>
                  </a:cubicBezTo>
                  <a:cubicBezTo>
                    <a:pt x="148" y="192"/>
                    <a:pt x="148" y="192"/>
                    <a:pt x="148" y="192"/>
                  </a:cubicBezTo>
                  <a:lnTo>
                    <a:pt x="148" y="2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124">
              <a:extLst>
                <a:ext uri="{FF2B5EF4-FFF2-40B4-BE49-F238E27FC236}">
                  <a16:creationId xmlns:a16="http://schemas.microsoft.com/office/drawing/2014/main" id="{FC0AD713-696B-4DDA-914D-945083D3B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9551" y="3448050"/>
              <a:ext cx="184150" cy="41275"/>
            </a:xfrm>
            <a:custGeom>
              <a:avLst/>
              <a:gdLst>
                <a:gd name="T0" fmla="*/ 128 w 128"/>
                <a:gd name="T1" fmla="*/ 28 h 28"/>
                <a:gd name="T2" fmla="*/ 9 w 128"/>
                <a:gd name="T3" fmla="*/ 28 h 28"/>
                <a:gd name="T4" fmla="*/ 0 w 128"/>
                <a:gd name="T5" fmla="*/ 19 h 28"/>
                <a:gd name="T6" fmla="*/ 0 w 128"/>
                <a:gd name="T7" fmla="*/ 0 h 28"/>
                <a:gd name="T8" fmla="*/ 119 w 128"/>
                <a:gd name="T9" fmla="*/ 0 h 28"/>
                <a:gd name="T10" fmla="*/ 128 w 128"/>
                <a:gd name="T11" fmla="*/ 9 h 28"/>
                <a:gd name="T12" fmla="*/ 128 w 128"/>
                <a:gd name="T13" fmla="*/ 28 h 28"/>
                <a:gd name="T14" fmla="*/ 8 w 128"/>
                <a:gd name="T15" fmla="*/ 8 h 28"/>
                <a:gd name="T16" fmla="*/ 8 w 128"/>
                <a:gd name="T17" fmla="*/ 19 h 28"/>
                <a:gd name="T18" fmla="*/ 9 w 128"/>
                <a:gd name="T19" fmla="*/ 20 h 28"/>
                <a:gd name="T20" fmla="*/ 120 w 128"/>
                <a:gd name="T21" fmla="*/ 20 h 28"/>
                <a:gd name="T22" fmla="*/ 120 w 128"/>
                <a:gd name="T23" fmla="*/ 9 h 28"/>
                <a:gd name="T24" fmla="*/ 119 w 128"/>
                <a:gd name="T25" fmla="*/ 8 h 28"/>
                <a:gd name="T26" fmla="*/ 8 w 128"/>
                <a:gd name="T27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28">
                  <a:moveTo>
                    <a:pt x="128" y="28"/>
                  </a:moveTo>
                  <a:cubicBezTo>
                    <a:pt x="9" y="28"/>
                    <a:pt x="9" y="28"/>
                    <a:pt x="9" y="28"/>
                  </a:cubicBezTo>
                  <a:cubicBezTo>
                    <a:pt x="4" y="28"/>
                    <a:pt x="0" y="24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4" y="0"/>
                    <a:pt x="128" y="4"/>
                    <a:pt x="128" y="9"/>
                  </a:cubicBezTo>
                  <a:lnTo>
                    <a:pt x="128" y="28"/>
                  </a:lnTo>
                  <a:close/>
                  <a:moveTo>
                    <a:pt x="8" y="8"/>
                  </a:move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9" y="20"/>
                    <a:pt x="9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9"/>
                    <a:pt x="120" y="9"/>
                    <a:pt x="120" y="9"/>
                  </a:cubicBezTo>
                  <a:cubicBezTo>
                    <a:pt x="120" y="9"/>
                    <a:pt x="119" y="8"/>
                    <a:pt x="119" y="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uppieren 1066">
            <a:extLst>
              <a:ext uri="{FF2B5EF4-FFF2-40B4-BE49-F238E27FC236}">
                <a16:creationId xmlns:a16="http://schemas.microsoft.com/office/drawing/2014/main" id="{39803501-5E22-4F28-BCA6-D8C6532011EA}"/>
              </a:ext>
            </a:extLst>
          </p:cNvPr>
          <p:cNvGrpSpPr/>
          <p:nvPr/>
        </p:nvGrpSpPr>
        <p:grpSpPr>
          <a:xfrm>
            <a:off x="821213" y="3053464"/>
            <a:ext cx="311101" cy="381639"/>
            <a:chOff x="6759575" y="3917951"/>
            <a:chExt cx="273051" cy="334962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7" name="Freeform 351">
              <a:extLst>
                <a:ext uri="{FF2B5EF4-FFF2-40B4-BE49-F238E27FC236}">
                  <a16:creationId xmlns:a16="http://schemas.microsoft.com/office/drawing/2014/main" id="{84B75F22-A901-4D68-98C0-126FA147E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850" y="4202113"/>
              <a:ext cx="104775" cy="11113"/>
            </a:xfrm>
            <a:custGeom>
              <a:avLst/>
              <a:gdLst>
                <a:gd name="T0" fmla="*/ 68 w 72"/>
                <a:gd name="T1" fmla="*/ 8 h 8"/>
                <a:gd name="T2" fmla="*/ 4 w 72"/>
                <a:gd name="T3" fmla="*/ 8 h 8"/>
                <a:gd name="T4" fmla="*/ 0 w 72"/>
                <a:gd name="T5" fmla="*/ 4 h 8"/>
                <a:gd name="T6" fmla="*/ 4 w 72"/>
                <a:gd name="T7" fmla="*/ 0 h 8"/>
                <a:gd name="T8" fmla="*/ 68 w 72"/>
                <a:gd name="T9" fmla="*/ 0 h 8"/>
                <a:gd name="T10" fmla="*/ 72 w 72"/>
                <a:gd name="T11" fmla="*/ 4 h 8"/>
                <a:gd name="T12" fmla="*/ 68 w 7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8">
                  <a:moveTo>
                    <a:pt x="6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0" y="0"/>
                    <a:pt x="72" y="2"/>
                    <a:pt x="72" y="4"/>
                  </a:cubicBezTo>
                  <a:cubicBezTo>
                    <a:pt x="72" y="6"/>
                    <a:pt x="70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52">
              <a:extLst>
                <a:ext uri="{FF2B5EF4-FFF2-40B4-BE49-F238E27FC236}">
                  <a16:creationId xmlns:a16="http://schemas.microsoft.com/office/drawing/2014/main" id="{ABBA56AD-5629-4CEB-8D47-3A42C69F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0238" y="4160838"/>
              <a:ext cx="52388" cy="52388"/>
            </a:xfrm>
            <a:custGeom>
              <a:avLst/>
              <a:gdLst>
                <a:gd name="T0" fmla="*/ 32 w 36"/>
                <a:gd name="T1" fmla="*/ 36 h 36"/>
                <a:gd name="T2" fmla="*/ 29 w 36"/>
                <a:gd name="T3" fmla="*/ 35 h 36"/>
                <a:gd name="T4" fmla="*/ 1 w 36"/>
                <a:gd name="T5" fmla="*/ 7 h 36"/>
                <a:gd name="T6" fmla="*/ 1 w 36"/>
                <a:gd name="T7" fmla="*/ 1 h 36"/>
                <a:gd name="T8" fmla="*/ 7 w 36"/>
                <a:gd name="T9" fmla="*/ 1 h 36"/>
                <a:gd name="T10" fmla="*/ 35 w 36"/>
                <a:gd name="T11" fmla="*/ 29 h 36"/>
                <a:gd name="T12" fmla="*/ 35 w 36"/>
                <a:gd name="T13" fmla="*/ 35 h 36"/>
                <a:gd name="T14" fmla="*/ 32 w 36"/>
                <a:gd name="T1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36">
                  <a:moveTo>
                    <a:pt x="32" y="36"/>
                  </a:moveTo>
                  <a:cubicBezTo>
                    <a:pt x="31" y="36"/>
                    <a:pt x="30" y="36"/>
                    <a:pt x="29" y="3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1" y="1"/>
                  </a:cubicBezTo>
                  <a:cubicBezTo>
                    <a:pt x="3" y="0"/>
                    <a:pt x="5" y="0"/>
                    <a:pt x="7" y="1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6" y="31"/>
                    <a:pt x="36" y="33"/>
                    <a:pt x="35" y="35"/>
                  </a:cubicBezTo>
                  <a:cubicBezTo>
                    <a:pt x="34" y="36"/>
                    <a:pt x="33" y="36"/>
                    <a:pt x="3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53">
              <a:extLst>
                <a:ext uri="{FF2B5EF4-FFF2-40B4-BE49-F238E27FC236}">
                  <a16:creationId xmlns:a16="http://schemas.microsoft.com/office/drawing/2014/main" id="{DFB87C77-B5E0-478F-8716-C81CFF327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0238" y="4202113"/>
              <a:ext cx="52388" cy="50800"/>
            </a:xfrm>
            <a:custGeom>
              <a:avLst/>
              <a:gdLst>
                <a:gd name="T0" fmla="*/ 4 w 36"/>
                <a:gd name="T1" fmla="*/ 36 h 36"/>
                <a:gd name="T2" fmla="*/ 1 w 36"/>
                <a:gd name="T3" fmla="*/ 35 h 36"/>
                <a:gd name="T4" fmla="*/ 1 w 36"/>
                <a:gd name="T5" fmla="*/ 29 h 36"/>
                <a:gd name="T6" fmla="*/ 29 w 36"/>
                <a:gd name="T7" fmla="*/ 1 h 36"/>
                <a:gd name="T8" fmla="*/ 35 w 36"/>
                <a:gd name="T9" fmla="*/ 1 h 36"/>
                <a:gd name="T10" fmla="*/ 35 w 36"/>
                <a:gd name="T11" fmla="*/ 7 h 36"/>
                <a:gd name="T12" fmla="*/ 7 w 36"/>
                <a:gd name="T13" fmla="*/ 35 h 36"/>
                <a:gd name="T14" fmla="*/ 4 w 36"/>
                <a:gd name="T1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" y="36"/>
                    <a:pt x="2" y="36"/>
                    <a:pt x="1" y="35"/>
                  </a:cubicBezTo>
                  <a:cubicBezTo>
                    <a:pt x="0" y="33"/>
                    <a:pt x="0" y="31"/>
                    <a:pt x="1" y="29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1" y="0"/>
                    <a:pt x="33" y="0"/>
                    <a:pt x="35" y="1"/>
                  </a:cubicBezTo>
                  <a:cubicBezTo>
                    <a:pt x="36" y="3"/>
                    <a:pt x="36" y="5"/>
                    <a:pt x="35" y="7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6"/>
                    <a:pt x="5" y="36"/>
                    <a:pt x="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54">
              <a:extLst>
                <a:ext uri="{FF2B5EF4-FFF2-40B4-BE49-F238E27FC236}">
                  <a16:creationId xmlns:a16="http://schemas.microsoft.com/office/drawing/2014/main" id="{7D53A003-44BD-4443-A07B-12A9835B0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388" y="3963988"/>
              <a:ext cx="127000" cy="249238"/>
            </a:xfrm>
            <a:custGeom>
              <a:avLst/>
              <a:gdLst>
                <a:gd name="T0" fmla="*/ 88 w 88"/>
                <a:gd name="T1" fmla="*/ 172 h 172"/>
                <a:gd name="T2" fmla="*/ 10 w 88"/>
                <a:gd name="T3" fmla="*/ 172 h 172"/>
                <a:gd name="T4" fmla="*/ 0 w 88"/>
                <a:gd name="T5" fmla="*/ 162 h 172"/>
                <a:gd name="T6" fmla="*/ 0 w 88"/>
                <a:gd name="T7" fmla="*/ 10 h 172"/>
                <a:gd name="T8" fmla="*/ 10 w 88"/>
                <a:gd name="T9" fmla="*/ 0 h 172"/>
                <a:gd name="T10" fmla="*/ 20 w 88"/>
                <a:gd name="T11" fmla="*/ 0 h 172"/>
                <a:gd name="T12" fmla="*/ 20 w 88"/>
                <a:gd name="T13" fmla="*/ 8 h 172"/>
                <a:gd name="T14" fmla="*/ 10 w 88"/>
                <a:gd name="T15" fmla="*/ 8 h 172"/>
                <a:gd name="T16" fmla="*/ 8 w 88"/>
                <a:gd name="T17" fmla="*/ 10 h 172"/>
                <a:gd name="T18" fmla="*/ 8 w 88"/>
                <a:gd name="T19" fmla="*/ 162 h 172"/>
                <a:gd name="T20" fmla="*/ 10 w 88"/>
                <a:gd name="T21" fmla="*/ 164 h 172"/>
                <a:gd name="T22" fmla="*/ 88 w 88"/>
                <a:gd name="T23" fmla="*/ 164 h 172"/>
                <a:gd name="T24" fmla="*/ 88 w 88"/>
                <a:gd name="T25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172">
                  <a:moveTo>
                    <a:pt x="88" y="172"/>
                  </a:moveTo>
                  <a:cubicBezTo>
                    <a:pt x="10" y="172"/>
                    <a:pt x="10" y="172"/>
                    <a:pt x="10" y="172"/>
                  </a:cubicBezTo>
                  <a:cubicBezTo>
                    <a:pt x="5" y="172"/>
                    <a:pt x="0" y="167"/>
                    <a:pt x="0" y="16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8" y="10"/>
                  </a:cubicBezTo>
                  <a:cubicBezTo>
                    <a:pt x="8" y="162"/>
                    <a:pt x="8" y="162"/>
                    <a:pt x="8" y="162"/>
                  </a:cubicBezTo>
                  <a:cubicBezTo>
                    <a:pt x="8" y="163"/>
                    <a:pt x="9" y="164"/>
                    <a:pt x="10" y="164"/>
                  </a:cubicBezTo>
                  <a:cubicBezTo>
                    <a:pt x="88" y="164"/>
                    <a:pt x="88" y="164"/>
                    <a:pt x="88" y="164"/>
                  </a:cubicBezTo>
                  <a:lnTo>
                    <a:pt x="88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55">
              <a:extLst>
                <a:ext uri="{FF2B5EF4-FFF2-40B4-BE49-F238E27FC236}">
                  <a16:creationId xmlns:a16="http://schemas.microsoft.com/office/drawing/2014/main" id="{269ACC52-0C2D-4BEB-AB7D-1421D9D2D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3963988"/>
              <a:ext cx="23813" cy="179388"/>
            </a:xfrm>
            <a:custGeom>
              <a:avLst/>
              <a:gdLst>
                <a:gd name="T0" fmla="*/ 16 w 16"/>
                <a:gd name="T1" fmla="*/ 124 h 124"/>
                <a:gd name="T2" fmla="*/ 8 w 16"/>
                <a:gd name="T3" fmla="*/ 124 h 124"/>
                <a:gd name="T4" fmla="*/ 8 w 16"/>
                <a:gd name="T5" fmla="*/ 10 h 124"/>
                <a:gd name="T6" fmla="*/ 6 w 16"/>
                <a:gd name="T7" fmla="*/ 8 h 124"/>
                <a:gd name="T8" fmla="*/ 0 w 16"/>
                <a:gd name="T9" fmla="*/ 8 h 124"/>
                <a:gd name="T10" fmla="*/ 0 w 16"/>
                <a:gd name="T11" fmla="*/ 0 h 124"/>
                <a:gd name="T12" fmla="*/ 6 w 16"/>
                <a:gd name="T13" fmla="*/ 0 h 124"/>
                <a:gd name="T14" fmla="*/ 16 w 16"/>
                <a:gd name="T15" fmla="*/ 10 h 124"/>
                <a:gd name="T16" fmla="*/ 16 w 16"/>
                <a:gd name="T17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24">
                  <a:moveTo>
                    <a:pt x="16" y="124"/>
                  </a:moveTo>
                  <a:cubicBezTo>
                    <a:pt x="8" y="124"/>
                    <a:pt x="8" y="124"/>
                    <a:pt x="8" y="12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7" y="8"/>
                    <a:pt x="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0"/>
                    <a:pt x="16" y="5"/>
                    <a:pt x="16" y="10"/>
                  </a:cubicBezTo>
                  <a:lnTo>
                    <a:pt x="16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56">
              <a:extLst>
                <a:ext uri="{FF2B5EF4-FFF2-40B4-BE49-F238E27FC236}">
                  <a16:creationId xmlns:a16="http://schemas.microsoft.com/office/drawing/2014/main" id="{48438875-E15C-4A85-9591-ADF80FF5F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005263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57">
              <a:extLst>
                <a:ext uri="{FF2B5EF4-FFF2-40B4-BE49-F238E27FC236}">
                  <a16:creationId xmlns:a16="http://schemas.microsoft.com/office/drawing/2014/main" id="{91ADB3E4-C3B3-4471-8367-9C7EED68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033838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58">
              <a:extLst>
                <a:ext uri="{FF2B5EF4-FFF2-40B4-BE49-F238E27FC236}">
                  <a16:creationId xmlns:a16="http://schemas.microsoft.com/office/drawing/2014/main" id="{890284F1-AFC0-46F2-90C8-270074E5A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062413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359">
              <a:extLst>
                <a:ext uri="{FF2B5EF4-FFF2-40B4-BE49-F238E27FC236}">
                  <a16:creationId xmlns:a16="http://schemas.microsoft.com/office/drawing/2014/main" id="{636C9D37-FB11-4A92-BE1D-776E1F69C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090988"/>
              <a:ext cx="46038" cy="12700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360">
              <a:extLst>
                <a:ext uri="{FF2B5EF4-FFF2-40B4-BE49-F238E27FC236}">
                  <a16:creationId xmlns:a16="http://schemas.microsoft.com/office/drawing/2014/main" id="{C251E503-9549-4515-B2BD-456AF5AE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121151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61">
              <a:extLst>
                <a:ext uri="{FF2B5EF4-FFF2-40B4-BE49-F238E27FC236}">
                  <a16:creationId xmlns:a16="http://schemas.microsoft.com/office/drawing/2014/main" id="{F41BC900-DB18-4C4B-84D4-A98B66A9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005263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62">
              <a:extLst>
                <a:ext uri="{FF2B5EF4-FFF2-40B4-BE49-F238E27FC236}">
                  <a16:creationId xmlns:a16="http://schemas.microsoft.com/office/drawing/2014/main" id="{59B297DB-F692-4A5B-8981-2ADB489E4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033838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63">
              <a:extLst>
                <a:ext uri="{FF2B5EF4-FFF2-40B4-BE49-F238E27FC236}">
                  <a16:creationId xmlns:a16="http://schemas.microsoft.com/office/drawing/2014/main" id="{FA1AABCF-1EE3-4324-968D-90DA51207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062413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64">
              <a:extLst>
                <a:ext uri="{FF2B5EF4-FFF2-40B4-BE49-F238E27FC236}">
                  <a16:creationId xmlns:a16="http://schemas.microsoft.com/office/drawing/2014/main" id="{A53C9F7D-B353-4995-A395-C7234FE5C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090988"/>
              <a:ext cx="76200" cy="12700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65">
              <a:extLst>
                <a:ext uri="{FF2B5EF4-FFF2-40B4-BE49-F238E27FC236}">
                  <a16:creationId xmlns:a16="http://schemas.microsoft.com/office/drawing/2014/main" id="{E5730323-9701-4817-BEC7-0C8C1B389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121151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366">
              <a:extLst>
                <a:ext uri="{FF2B5EF4-FFF2-40B4-BE49-F238E27FC236}">
                  <a16:creationId xmlns:a16="http://schemas.microsoft.com/office/drawing/2014/main" id="{82929859-2701-4F6D-9E46-E2DE55A44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4149726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67">
              <a:extLst>
                <a:ext uri="{FF2B5EF4-FFF2-40B4-BE49-F238E27FC236}">
                  <a16:creationId xmlns:a16="http://schemas.microsoft.com/office/drawing/2014/main" id="{754468FB-ED4A-4FC0-9353-2A79CA64C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4149726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368">
              <a:extLst>
                <a:ext uri="{FF2B5EF4-FFF2-40B4-BE49-F238E27FC236}">
                  <a16:creationId xmlns:a16="http://schemas.microsoft.com/office/drawing/2014/main" id="{78F4AD48-8E48-4736-8910-B25F80839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23075" y="3917951"/>
              <a:ext cx="111125" cy="57150"/>
            </a:xfrm>
            <a:custGeom>
              <a:avLst/>
              <a:gdLst>
                <a:gd name="T0" fmla="*/ 72 w 76"/>
                <a:gd name="T1" fmla="*/ 40 h 40"/>
                <a:gd name="T2" fmla="*/ 4 w 76"/>
                <a:gd name="T3" fmla="*/ 40 h 40"/>
                <a:gd name="T4" fmla="*/ 0 w 76"/>
                <a:gd name="T5" fmla="*/ 36 h 40"/>
                <a:gd name="T6" fmla="*/ 0 w 76"/>
                <a:gd name="T7" fmla="*/ 20 h 40"/>
                <a:gd name="T8" fmla="*/ 4 w 76"/>
                <a:gd name="T9" fmla="*/ 16 h 40"/>
                <a:gd name="T10" fmla="*/ 8 w 76"/>
                <a:gd name="T11" fmla="*/ 16 h 40"/>
                <a:gd name="T12" fmla="*/ 28 w 76"/>
                <a:gd name="T13" fmla="*/ 0 h 40"/>
                <a:gd name="T14" fmla="*/ 48 w 76"/>
                <a:gd name="T15" fmla="*/ 0 h 40"/>
                <a:gd name="T16" fmla="*/ 68 w 76"/>
                <a:gd name="T17" fmla="*/ 16 h 40"/>
                <a:gd name="T18" fmla="*/ 72 w 76"/>
                <a:gd name="T19" fmla="*/ 16 h 40"/>
                <a:gd name="T20" fmla="*/ 76 w 76"/>
                <a:gd name="T21" fmla="*/ 20 h 40"/>
                <a:gd name="T22" fmla="*/ 76 w 76"/>
                <a:gd name="T23" fmla="*/ 36 h 40"/>
                <a:gd name="T24" fmla="*/ 72 w 76"/>
                <a:gd name="T25" fmla="*/ 40 h 40"/>
                <a:gd name="T26" fmla="*/ 8 w 76"/>
                <a:gd name="T27" fmla="*/ 32 h 40"/>
                <a:gd name="T28" fmla="*/ 68 w 76"/>
                <a:gd name="T29" fmla="*/ 32 h 40"/>
                <a:gd name="T30" fmla="*/ 68 w 76"/>
                <a:gd name="T31" fmla="*/ 24 h 40"/>
                <a:gd name="T32" fmla="*/ 64 w 76"/>
                <a:gd name="T33" fmla="*/ 24 h 40"/>
                <a:gd name="T34" fmla="*/ 60 w 76"/>
                <a:gd name="T35" fmla="*/ 20 h 40"/>
                <a:gd name="T36" fmla="*/ 48 w 76"/>
                <a:gd name="T37" fmla="*/ 8 h 40"/>
                <a:gd name="T38" fmla="*/ 28 w 76"/>
                <a:gd name="T39" fmla="*/ 8 h 40"/>
                <a:gd name="T40" fmla="*/ 16 w 76"/>
                <a:gd name="T41" fmla="*/ 20 h 40"/>
                <a:gd name="T42" fmla="*/ 12 w 76"/>
                <a:gd name="T43" fmla="*/ 24 h 40"/>
                <a:gd name="T44" fmla="*/ 8 w 76"/>
                <a:gd name="T45" fmla="*/ 24 h 40"/>
                <a:gd name="T46" fmla="*/ 8 w 76"/>
                <a:gd name="T47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6" h="40">
                  <a:moveTo>
                    <a:pt x="72" y="40"/>
                  </a:moveTo>
                  <a:cubicBezTo>
                    <a:pt x="4" y="40"/>
                    <a:pt x="4" y="40"/>
                    <a:pt x="4" y="40"/>
                  </a:cubicBezTo>
                  <a:cubicBezTo>
                    <a:pt x="2" y="40"/>
                    <a:pt x="0" y="38"/>
                    <a:pt x="0" y="3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2" y="16"/>
                    <a:pt x="4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7"/>
                    <a:pt x="18" y="0"/>
                    <a:pt x="2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8" y="0"/>
                    <a:pt x="66" y="7"/>
                    <a:pt x="68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4" y="16"/>
                    <a:pt x="76" y="18"/>
                    <a:pt x="76" y="20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8"/>
                    <a:pt x="74" y="40"/>
                    <a:pt x="72" y="40"/>
                  </a:cubicBezTo>
                  <a:close/>
                  <a:moveTo>
                    <a:pt x="8" y="32"/>
                  </a:moveTo>
                  <a:cubicBezTo>
                    <a:pt x="68" y="32"/>
                    <a:pt x="68" y="32"/>
                    <a:pt x="68" y="32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2" y="24"/>
                    <a:pt x="60" y="22"/>
                    <a:pt x="60" y="20"/>
                  </a:cubicBezTo>
                  <a:cubicBezTo>
                    <a:pt x="60" y="13"/>
                    <a:pt x="55" y="8"/>
                    <a:pt x="4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1" y="8"/>
                    <a:pt x="16" y="13"/>
                    <a:pt x="16" y="20"/>
                  </a:cubicBezTo>
                  <a:cubicBezTo>
                    <a:pt x="16" y="22"/>
                    <a:pt x="14" y="24"/>
                    <a:pt x="12" y="24"/>
                  </a:cubicBezTo>
                  <a:cubicBezTo>
                    <a:pt x="8" y="24"/>
                    <a:pt x="8" y="24"/>
                    <a:pt x="8" y="24"/>
                  </a:cubicBezTo>
                  <a:lnTo>
                    <a:pt x="8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69">
              <a:extLst>
                <a:ext uri="{FF2B5EF4-FFF2-40B4-BE49-F238E27FC236}">
                  <a16:creationId xmlns:a16="http://schemas.microsoft.com/office/drawing/2014/main" id="{D97641B2-6355-4F9B-BD31-A05882301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3940176"/>
              <a:ext cx="46038" cy="203200"/>
            </a:xfrm>
            <a:custGeom>
              <a:avLst/>
              <a:gdLst>
                <a:gd name="T0" fmla="*/ 32 w 32"/>
                <a:gd name="T1" fmla="*/ 140 h 140"/>
                <a:gd name="T2" fmla="*/ 24 w 32"/>
                <a:gd name="T3" fmla="*/ 140 h 140"/>
                <a:gd name="T4" fmla="*/ 24 w 32"/>
                <a:gd name="T5" fmla="*/ 11 h 140"/>
                <a:gd name="T6" fmla="*/ 21 w 32"/>
                <a:gd name="T7" fmla="*/ 8 h 140"/>
                <a:gd name="T8" fmla="*/ 0 w 32"/>
                <a:gd name="T9" fmla="*/ 8 h 140"/>
                <a:gd name="T10" fmla="*/ 0 w 32"/>
                <a:gd name="T11" fmla="*/ 0 h 140"/>
                <a:gd name="T12" fmla="*/ 21 w 32"/>
                <a:gd name="T13" fmla="*/ 0 h 140"/>
                <a:gd name="T14" fmla="*/ 32 w 32"/>
                <a:gd name="T15" fmla="*/ 11 h 140"/>
                <a:gd name="T16" fmla="*/ 32 w 32"/>
                <a:gd name="T1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40">
                  <a:moveTo>
                    <a:pt x="32" y="140"/>
                  </a:moveTo>
                  <a:cubicBezTo>
                    <a:pt x="24" y="140"/>
                    <a:pt x="24" y="140"/>
                    <a:pt x="24" y="14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9"/>
                    <a:pt x="23" y="8"/>
                    <a:pt x="2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7" y="0"/>
                    <a:pt x="32" y="5"/>
                    <a:pt x="32" y="11"/>
                  </a:cubicBezTo>
                  <a:lnTo>
                    <a:pt x="32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70">
              <a:extLst>
                <a:ext uri="{FF2B5EF4-FFF2-40B4-BE49-F238E27FC236}">
                  <a16:creationId xmlns:a16="http://schemas.microsoft.com/office/drawing/2014/main" id="{CEE3E33D-EC58-40F3-935C-150D64BDE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575" y="3940176"/>
              <a:ext cx="150813" cy="295275"/>
            </a:xfrm>
            <a:custGeom>
              <a:avLst/>
              <a:gdLst>
                <a:gd name="T0" fmla="*/ 104 w 104"/>
                <a:gd name="T1" fmla="*/ 204 h 204"/>
                <a:gd name="T2" fmla="*/ 11 w 104"/>
                <a:gd name="T3" fmla="*/ 204 h 204"/>
                <a:gd name="T4" fmla="*/ 0 w 104"/>
                <a:gd name="T5" fmla="*/ 193 h 204"/>
                <a:gd name="T6" fmla="*/ 0 w 104"/>
                <a:gd name="T7" fmla="*/ 11 h 204"/>
                <a:gd name="T8" fmla="*/ 11 w 104"/>
                <a:gd name="T9" fmla="*/ 0 h 204"/>
                <a:gd name="T10" fmla="*/ 36 w 104"/>
                <a:gd name="T11" fmla="*/ 0 h 204"/>
                <a:gd name="T12" fmla="*/ 36 w 104"/>
                <a:gd name="T13" fmla="*/ 8 h 204"/>
                <a:gd name="T14" fmla="*/ 11 w 104"/>
                <a:gd name="T15" fmla="*/ 8 h 204"/>
                <a:gd name="T16" fmla="*/ 8 w 104"/>
                <a:gd name="T17" fmla="*/ 11 h 204"/>
                <a:gd name="T18" fmla="*/ 8 w 104"/>
                <a:gd name="T19" fmla="*/ 193 h 204"/>
                <a:gd name="T20" fmla="*/ 11 w 104"/>
                <a:gd name="T21" fmla="*/ 196 h 204"/>
                <a:gd name="T22" fmla="*/ 104 w 104"/>
                <a:gd name="T23" fmla="*/ 196 h 204"/>
                <a:gd name="T24" fmla="*/ 104 w 104"/>
                <a:gd name="T2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4" h="204">
                  <a:moveTo>
                    <a:pt x="104" y="204"/>
                  </a:moveTo>
                  <a:cubicBezTo>
                    <a:pt x="11" y="204"/>
                    <a:pt x="11" y="204"/>
                    <a:pt x="11" y="204"/>
                  </a:cubicBezTo>
                  <a:cubicBezTo>
                    <a:pt x="5" y="204"/>
                    <a:pt x="0" y="199"/>
                    <a:pt x="0" y="19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9" y="8"/>
                    <a:pt x="8" y="9"/>
                    <a:pt x="8" y="11"/>
                  </a:cubicBezTo>
                  <a:cubicBezTo>
                    <a:pt x="8" y="193"/>
                    <a:pt x="8" y="193"/>
                    <a:pt x="8" y="193"/>
                  </a:cubicBezTo>
                  <a:cubicBezTo>
                    <a:pt x="8" y="195"/>
                    <a:pt x="9" y="196"/>
                    <a:pt x="11" y="196"/>
                  </a:cubicBezTo>
                  <a:cubicBezTo>
                    <a:pt x="104" y="196"/>
                    <a:pt x="104" y="196"/>
                    <a:pt x="104" y="196"/>
                  </a:cubicBezTo>
                  <a:lnTo>
                    <a:pt x="104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7" name="Gruppieren 1093">
            <a:extLst>
              <a:ext uri="{FF2B5EF4-FFF2-40B4-BE49-F238E27FC236}">
                <a16:creationId xmlns:a16="http://schemas.microsoft.com/office/drawing/2014/main" id="{9788506A-914E-40CE-B777-4BD154957E5F}"/>
              </a:ext>
            </a:extLst>
          </p:cNvPr>
          <p:cNvGrpSpPr/>
          <p:nvPr/>
        </p:nvGrpSpPr>
        <p:grpSpPr>
          <a:xfrm>
            <a:off x="7637620" y="3029241"/>
            <a:ext cx="347345" cy="376575"/>
            <a:chOff x="5156200" y="4959351"/>
            <a:chExt cx="320676" cy="347662"/>
          </a:xfrm>
          <a:solidFill>
            <a:schemeClr val="bg1"/>
          </a:solidFill>
        </p:grpSpPr>
        <p:sp>
          <p:nvSpPr>
            <p:cNvPr id="68" name="Freeform 611">
              <a:extLst>
                <a:ext uri="{FF2B5EF4-FFF2-40B4-BE49-F238E27FC236}">
                  <a16:creationId xmlns:a16="http://schemas.microsoft.com/office/drawing/2014/main" id="{31F094CF-536F-4569-98CD-5651EB0B3A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86388" y="4975226"/>
              <a:ext cx="90488" cy="92075"/>
            </a:xfrm>
            <a:custGeom>
              <a:avLst/>
              <a:gdLst>
                <a:gd name="T0" fmla="*/ 49 w 63"/>
                <a:gd name="T1" fmla="*/ 62 h 63"/>
                <a:gd name="T2" fmla="*/ 43 w 63"/>
                <a:gd name="T3" fmla="*/ 60 h 63"/>
                <a:gd name="T4" fmla="*/ 32 w 63"/>
                <a:gd name="T5" fmla="*/ 49 h 63"/>
                <a:gd name="T6" fmla="*/ 20 w 63"/>
                <a:gd name="T7" fmla="*/ 60 h 63"/>
                <a:gd name="T8" fmla="*/ 9 w 63"/>
                <a:gd name="T9" fmla="*/ 60 h 63"/>
                <a:gd name="T10" fmla="*/ 3 w 63"/>
                <a:gd name="T11" fmla="*/ 54 h 63"/>
                <a:gd name="T12" fmla="*/ 3 w 63"/>
                <a:gd name="T13" fmla="*/ 43 h 63"/>
                <a:gd name="T14" fmla="*/ 15 w 63"/>
                <a:gd name="T15" fmla="*/ 32 h 63"/>
                <a:gd name="T16" fmla="*/ 3 w 63"/>
                <a:gd name="T17" fmla="*/ 20 h 63"/>
                <a:gd name="T18" fmla="*/ 3 w 63"/>
                <a:gd name="T19" fmla="*/ 9 h 63"/>
                <a:gd name="T20" fmla="*/ 9 w 63"/>
                <a:gd name="T21" fmla="*/ 3 h 63"/>
                <a:gd name="T22" fmla="*/ 20 w 63"/>
                <a:gd name="T23" fmla="*/ 3 h 63"/>
                <a:gd name="T24" fmla="*/ 32 w 63"/>
                <a:gd name="T25" fmla="*/ 15 h 63"/>
                <a:gd name="T26" fmla="*/ 43 w 63"/>
                <a:gd name="T27" fmla="*/ 3 h 63"/>
                <a:gd name="T28" fmla="*/ 54 w 63"/>
                <a:gd name="T29" fmla="*/ 3 h 63"/>
                <a:gd name="T30" fmla="*/ 60 w 63"/>
                <a:gd name="T31" fmla="*/ 9 h 63"/>
                <a:gd name="T32" fmla="*/ 60 w 63"/>
                <a:gd name="T33" fmla="*/ 20 h 63"/>
                <a:gd name="T34" fmla="*/ 49 w 63"/>
                <a:gd name="T35" fmla="*/ 32 h 63"/>
                <a:gd name="T36" fmla="*/ 60 w 63"/>
                <a:gd name="T37" fmla="*/ 43 h 63"/>
                <a:gd name="T38" fmla="*/ 60 w 63"/>
                <a:gd name="T39" fmla="*/ 54 h 63"/>
                <a:gd name="T40" fmla="*/ 54 w 63"/>
                <a:gd name="T41" fmla="*/ 60 h 63"/>
                <a:gd name="T42" fmla="*/ 49 w 63"/>
                <a:gd name="T43" fmla="*/ 62 h 63"/>
                <a:gd name="T44" fmla="*/ 15 w 63"/>
                <a:gd name="T45" fmla="*/ 9 h 63"/>
                <a:gd name="T46" fmla="*/ 9 w 63"/>
                <a:gd name="T47" fmla="*/ 15 h 63"/>
                <a:gd name="T48" fmla="*/ 20 w 63"/>
                <a:gd name="T49" fmla="*/ 26 h 63"/>
                <a:gd name="T50" fmla="*/ 20 w 63"/>
                <a:gd name="T51" fmla="*/ 37 h 63"/>
                <a:gd name="T52" fmla="*/ 9 w 63"/>
                <a:gd name="T53" fmla="*/ 49 h 63"/>
                <a:gd name="T54" fmla="*/ 15 w 63"/>
                <a:gd name="T55" fmla="*/ 54 h 63"/>
                <a:gd name="T56" fmla="*/ 26 w 63"/>
                <a:gd name="T57" fmla="*/ 43 h 63"/>
                <a:gd name="T58" fmla="*/ 37 w 63"/>
                <a:gd name="T59" fmla="*/ 43 h 63"/>
                <a:gd name="T60" fmla="*/ 49 w 63"/>
                <a:gd name="T61" fmla="*/ 54 h 63"/>
                <a:gd name="T62" fmla="*/ 54 w 63"/>
                <a:gd name="T63" fmla="*/ 49 h 63"/>
                <a:gd name="T64" fmla="*/ 43 w 63"/>
                <a:gd name="T65" fmla="*/ 37 h 63"/>
                <a:gd name="T66" fmla="*/ 41 w 63"/>
                <a:gd name="T67" fmla="*/ 32 h 63"/>
                <a:gd name="T68" fmla="*/ 43 w 63"/>
                <a:gd name="T69" fmla="*/ 26 h 63"/>
                <a:gd name="T70" fmla="*/ 54 w 63"/>
                <a:gd name="T71" fmla="*/ 15 h 63"/>
                <a:gd name="T72" fmla="*/ 49 w 63"/>
                <a:gd name="T73" fmla="*/ 9 h 63"/>
                <a:gd name="T74" fmla="*/ 37 w 63"/>
                <a:gd name="T75" fmla="*/ 20 h 63"/>
                <a:gd name="T76" fmla="*/ 26 w 63"/>
                <a:gd name="T77" fmla="*/ 20 h 63"/>
                <a:gd name="T78" fmla="*/ 15 w 63"/>
                <a:gd name="T79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" h="63">
                  <a:moveTo>
                    <a:pt x="49" y="62"/>
                  </a:moveTo>
                  <a:cubicBezTo>
                    <a:pt x="47" y="62"/>
                    <a:pt x="45" y="62"/>
                    <a:pt x="43" y="60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7" y="63"/>
                    <a:pt x="12" y="63"/>
                    <a:pt x="9" y="60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0" y="51"/>
                    <a:pt x="0" y="46"/>
                    <a:pt x="3" y="4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0" y="17"/>
                    <a:pt x="0" y="12"/>
                    <a:pt x="3" y="9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2" y="0"/>
                    <a:pt x="17" y="0"/>
                    <a:pt x="20" y="3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6" y="0"/>
                    <a:pt x="51" y="0"/>
                    <a:pt x="54" y="3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3" y="12"/>
                    <a:pt x="63" y="17"/>
                    <a:pt x="60" y="20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3" y="46"/>
                    <a:pt x="63" y="51"/>
                    <a:pt x="60" y="54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3" y="62"/>
                    <a:pt x="51" y="62"/>
                    <a:pt x="49" y="62"/>
                  </a:cubicBezTo>
                  <a:close/>
                  <a:moveTo>
                    <a:pt x="15" y="9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3" y="29"/>
                    <a:pt x="23" y="34"/>
                    <a:pt x="20" y="37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9" y="40"/>
                    <a:pt x="34" y="40"/>
                    <a:pt x="37" y="43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1" y="36"/>
                    <a:pt x="41" y="34"/>
                    <a:pt x="41" y="32"/>
                  </a:cubicBezTo>
                  <a:cubicBezTo>
                    <a:pt x="41" y="30"/>
                    <a:pt x="41" y="28"/>
                    <a:pt x="43" y="2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4" y="23"/>
                    <a:pt x="29" y="23"/>
                    <a:pt x="26" y="20"/>
                  </a:cubicBezTo>
                  <a:lnTo>
                    <a:pt x="15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12">
              <a:extLst>
                <a:ext uri="{FF2B5EF4-FFF2-40B4-BE49-F238E27FC236}">
                  <a16:creationId xmlns:a16="http://schemas.microsoft.com/office/drawing/2014/main" id="{3BF4D7FD-AAF4-4F69-AC83-6AF0C9A18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4994276"/>
              <a:ext cx="312738" cy="196850"/>
            </a:xfrm>
            <a:custGeom>
              <a:avLst/>
              <a:gdLst>
                <a:gd name="T0" fmla="*/ 206 w 216"/>
                <a:gd name="T1" fmla="*/ 136 h 136"/>
                <a:gd name="T2" fmla="*/ 10 w 216"/>
                <a:gd name="T3" fmla="*/ 136 h 136"/>
                <a:gd name="T4" fmla="*/ 0 w 216"/>
                <a:gd name="T5" fmla="*/ 126 h 136"/>
                <a:gd name="T6" fmla="*/ 0 w 216"/>
                <a:gd name="T7" fmla="*/ 10 h 136"/>
                <a:gd name="T8" fmla="*/ 10 w 216"/>
                <a:gd name="T9" fmla="*/ 0 h 136"/>
                <a:gd name="T10" fmla="*/ 148 w 216"/>
                <a:gd name="T11" fmla="*/ 0 h 136"/>
                <a:gd name="T12" fmla="*/ 148 w 216"/>
                <a:gd name="T13" fmla="*/ 8 h 136"/>
                <a:gd name="T14" fmla="*/ 10 w 216"/>
                <a:gd name="T15" fmla="*/ 8 h 136"/>
                <a:gd name="T16" fmla="*/ 8 w 216"/>
                <a:gd name="T17" fmla="*/ 10 h 136"/>
                <a:gd name="T18" fmla="*/ 8 w 216"/>
                <a:gd name="T19" fmla="*/ 126 h 136"/>
                <a:gd name="T20" fmla="*/ 10 w 216"/>
                <a:gd name="T21" fmla="*/ 128 h 136"/>
                <a:gd name="T22" fmla="*/ 206 w 216"/>
                <a:gd name="T23" fmla="*/ 128 h 136"/>
                <a:gd name="T24" fmla="*/ 208 w 216"/>
                <a:gd name="T25" fmla="*/ 126 h 136"/>
                <a:gd name="T26" fmla="*/ 208 w 216"/>
                <a:gd name="T27" fmla="*/ 60 h 136"/>
                <a:gd name="T28" fmla="*/ 216 w 216"/>
                <a:gd name="T29" fmla="*/ 60 h 136"/>
                <a:gd name="T30" fmla="*/ 216 w 216"/>
                <a:gd name="T31" fmla="*/ 126 h 136"/>
                <a:gd name="T32" fmla="*/ 206 w 216"/>
                <a:gd name="T33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136">
                  <a:moveTo>
                    <a:pt x="206" y="136"/>
                  </a:moveTo>
                  <a:cubicBezTo>
                    <a:pt x="10" y="136"/>
                    <a:pt x="10" y="136"/>
                    <a:pt x="10" y="136"/>
                  </a:cubicBezTo>
                  <a:cubicBezTo>
                    <a:pt x="4" y="136"/>
                    <a:pt x="0" y="132"/>
                    <a:pt x="0" y="12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48" y="8"/>
                    <a:pt x="148" y="8"/>
                    <a:pt x="148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8" y="9"/>
                    <a:pt x="8" y="10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7"/>
                    <a:pt x="9" y="128"/>
                    <a:pt x="10" y="128"/>
                  </a:cubicBezTo>
                  <a:cubicBezTo>
                    <a:pt x="206" y="128"/>
                    <a:pt x="206" y="128"/>
                    <a:pt x="206" y="128"/>
                  </a:cubicBezTo>
                  <a:cubicBezTo>
                    <a:pt x="207" y="128"/>
                    <a:pt x="208" y="127"/>
                    <a:pt x="208" y="126"/>
                  </a:cubicBezTo>
                  <a:cubicBezTo>
                    <a:pt x="208" y="60"/>
                    <a:pt x="208" y="60"/>
                    <a:pt x="208" y="60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32"/>
                    <a:pt x="212" y="136"/>
                    <a:pt x="206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13">
              <a:extLst>
                <a:ext uri="{FF2B5EF4-FFF2-40B4-BE49-F238E27FC236}">
                  <a16:creationId xmlns:a16="http://schemas.microsoft.com/office/drawing/2014/main" id="{E767D83D-8FE7-46E6-979A-424F4A3E6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1775" y="4959351"/>
              <a:ext cx="11113" cy="47625"/>
            </a:xfrm>
            <a:custGeom>
              <a:avLst/>
              <a:gdLst>
                <a:gd name="T0" fmla="*/ 4 w 8"/>
                <a:gd name="T1" fmla="*/ 32 h 32"/>
                <a:gd name="T2" fmla="*/ 0 w 8"/>
                <a:gd name="T3" fmla="*/ 28 h 32"/>
                <a:gd name="T4" fmla="*/ 0 w 8"/>
                <a:gd name="T5" fmla="*/ 4 h 32"/>
                <a:gd name="T6" fmla="*/ 4 w 8"/>
                <a:gd name="T7" fmla="*/ 0 h 32"/>
                <a:gd name="T8" fmla="*/ 8 w 8"/>
                <a:gd name="T9" fmla="*/ 4 h 32"/>
                <a:gd name="T10" fmla="*/ 8 w 8"/>
                <a:gd name="T11" fmla="*/ 28 h 32"/>
                <a:gd name="T12" fmla="*/ 4 w 8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32"/>
                  </a:moveTo>
                  <a:cubicBezTo>
                    <a:pt x="2" y="32"/>
                    <a:pt x="0" y="30"/>
                    <a:pt x="0" y="2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30"/>
                    <a:pt x="6" y="32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14">
              <a:extLst>
                <a:ext uri="{FF2B5EF4-FFF2-40B4-BE49-F238E27FC236}">
                  <a16:creationId xmlns:a16="http://schemas.microsoft.com/office/drawing/2014/main" id="{9ABC55B0-E4C8-45B6-B580-0A8B98E5D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1775" y="5180013"/>
              <a:ext cx="11113" cy="127000"/>
            </a:xfrm>
            <a:custGeom>
              <a:avLst/>
              <a:gdLst>
                <a:gd name="T0" fmla="*/ 4 w 8"/>
                <a:gd name="T1" fmla="*/ 88 h 88"/>
                <a:gd name="T2" fmla="*/ 0 w 8"/>
                <a:gd name="T3" fmla="*/ 84 h 88"/>
                <a:gd name="T4" fmla="*/ 0 w 8"/>
                <a:gd name="T5" fmla="*/ 4 h 88"/>
                <a:gd name="T6" fmla="*/ 4 w 8"/>
                <a:gd name="T7" fmla="*/ 0 h 88"/>
                <a:gd name="T8" fmla="*/ 8 w 8"/>
                <a:gd name="T9" fmla="*/ 4 h 88"/>
                <a:gd name="T10" fmla="*/ 8 w 8"/>
                <a:gd name="T11" fmla="*/ 84 h 88"/>
                <a:gd name="T12" fmla="*/ 4 w 8"/>
                <a:gd name="T1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8">
                  <a:moveTo>
                    <a:pt x="4" y="88"/>
                  </a:moveTo>
                  <a:cubicBezTo>
                    <a:pt x="2" y="88"/>
                    <a:pt x="0" y="86"/>
                    <a:pt x="0" y="8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6"/>
                    <a:pt x="6" y="88"/>
                    <a:pt x="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15">
              <a:extLst>
                <a:ext uri="{FF2B5EF4-FFF2-40B4-BE49-F238E27FC236}">
                  <a16:creationId xmlns:a16="http://schemas.microsoft.com/office/drawing/2014/main" id="{C0A4CEA7-C849-459D-B27E-EA970F4F6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4463" y="5180013"/>
              <a:ext cx="98425" cy="98425"/>
            </a:xfrm>
            <a:custGeom>
              <a:avLst/>
              <a:gdLst>
                <a:gd name="T0" fmla="*/ 4 w 68"/>
                <a:gd name="T1" fmla="*/ 68 h 68"/>
                <a:gd name="T2" fmla="*/ 1 w 68"/>
                <a:gd name="T3" fmla="*/ 67 h 68"/>
                <a:gd name="T4" fmla="*/ 1 w 68"/>
                <a:gd name="T5" fmla="*/ 61 h 68"/>
                <a:gd name="T6" fmla="*/ 61 w 68"/>
                <a:gd name="T7" fmla="*/ 1 h 68"/>
                <a:gd name="T8" fmla="*/ 67 w 68"/>
                <a:gd name="T9" fmla="*/ 1 h 68"/>
                <a:gd name="T10" fmla="*/ 67 w 68"/>
                <a:gd name="T11" fmla="*/ 7 h 68"/>
                <a:gd name="T12" fmla="*/ 7 w 68"/>
                <a:gd name="T13" fmla="*/ 67 h 68"/>
                <a:gd name="T14" fmla="*/ 4 w 68"/>
                <a:gd name="T1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68">
                  <a:moveTo>
                    <a:pt x="4" y="68"/>
                  </a:moveTo>
                  <a:cubicBezTo>
                    <a:pt x="3" y="68"/>
                    <a:pt x="2" y="68"/>
                    <a:pt x="1" y="67"/>
                  </a:cubicBezTo>
                  <a:cubicBezTo>
                    <a:pt x="0" y="65"/>
                    <a:pt x="0" y="63"/>
                    <a:pt x="1" y="61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3" y="0"/>
                    <a:pt x="65" y="0"/>
                    <a:pt x="67" y="1"/>
                  </a:cubicBezTo>
                  <a:cubicBezTo>
                    <a:pt x="68" y="3"/>
                    <a:pt x="68" y="5"/>
                    <a:pt x="67" y="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6" y="68"/>
                    <a:pt x="5" y="68"/>
                    <a:pt x="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16">
              <a:extLst>
                <a:ext uri="{FF2B5EF4-FFF2-40B4-BE49-F238E27FC236}">
                  <a16:creationId xmlns:a16="http://schemas.microsoft.com/office/drawing/2014/main" id="{0A82F6FC-746C-4443-A0DE-0C5DED9AE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1775" y="5180013"/>
              <a:ext cx="98425" cy="98425"/>
            </a:xfrm>
            <a:custGeom>
              <a:avLst/>
              <a:gdLst>
                <a:gd name="T0" fmla="*/ 64 w 68"/>
                <a:gd name="T1" fmla="*/ 68 h 68"/>
                <a:gd name="T2" fmla="*/ 61 w 68"/>
                <a:gd name="T3" fmla="*/ 67 h 68"/>
                <a:gd name="T4" fmla="*/ 1 w 68"/>
                <a:gd name="T5" fmla="*/ 7 h 68"/>
                <a:gd name="T6" fmla="*/ 1 w 68"/>
                <a:gd name="T7" fmla="*/ 1 h 68"/>
                <a:gd name="T8" fmla="*/ 7 w 68"/>
                <a:gd name="T9" fmla="*/ 1 h 68"/>
                <a:gd name="T10" fmla="*/ 67 w 68"/>
                <a:gd name="T11" fmla="*/ 61 h 68"/>
                <a:gd name="T12" fmla="*/ 67 w 68"/>
                <a:gd name="T13" fmla="*/ 67 h 68"/>
                <a:gd name="T14" fmla="*/ 64 w 68"/>
                <a:gd name="T1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68">
                  <a:moveTo>
                    <a:pt x="64" y="68"/>
                  </a:moveTo>
                  <a:cubicBezTo>
                    <a:pt x="63" y="68"/>
                    <a:pt x="62" y="68"/>
                    <a:pt x="61" y="6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1" y="1"/>
                  </a:cubicBezTo>
                  <a:cubicBezTo>
                    <a:pt x="3" y="0"/>
                    <a:pt x="5" y="0"/>
                    <a:pt x="7" y="1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8" y="63"/>
                    <a:pt x="68" y="65"/>
                    <a:pt x="67" y="67"/>
                  </a:cubicBezTo>
                  <a:cubicBezTo>
                    <a:pt x="66" y="68"/>
                    <a:pt x="65" y="68"/>
                    <a:pt x="6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17">
              <a:extLst>
                <a:ext uri="{FF2B5EF4-FFF2-40B4-BE49-F238E27FC236}">
                  <a16:creationId xmlns:a16="http://schemas.microsoft.com/office/drawing/2014/main" id="{E9F365DA-6692-4DE1-836E-120655CA8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000" y="5024438"/>
              <a:ext cx="57150" cy="128588"/>
            </a:xfrm>
            <a:custGeom>
              <a:avLst/>
              <a:gdLst>
                <a:gd name="T0" fmla="*/ 16 w 40"/>
                <a:gd name="T1" fmla="*/ 88 h 88"/>
                <a:gd name="T2" fmla="*/ 16 w 40"/>
                <a:gd name="T3" fmla="*/ 77 h 88"/>
                <a:gd name="T4" fmla="*/ 0 w 40"/>
                <a:gd name="T5" fmla="*/ 73 h 88"/>
                <a:gd name="T6" fmla="*/ 3 w 40"/>
                <a:gd name="T7" fmla="*/ 66 h 88"/>
                <a:gd name="T8" fmla="*/ 18 w 40"/>
                <a:gd name="T9" fmla="*/ 70 h 88"/>
                <a:gd name="T10" fmla="*/ 31 w 40"/>
                <a:gd name="T11" fmla="*/ 60 h 88"/>
                <a:gd name="T12" fmla="*/ 19 w 40"/>
                <a:gd name="T13" fmla="*/ 47 h 88"/>
                <a:gd name="T14" fmla="*/ 1 w 40"/>
                <a:gd name="T15" fmla="*/ 28 h 88"/>
                <a:gd name="T16" fmla="*/ 17 w 40"/>
                <a:gd name="T17" fmla="*/ 11 h 88"/>
                <a:gd name="T18" fmla="*/ 17 w 40"/>
                <a:gd name="T19" fmla="*/ 0 h 88"/>
                <a:gd name="T20" fmla="*/ 24 w 40"/>
                <a:gd name="T21" fmla="*/ 0 h 88"/>
                <a:gd name="T22" fmla="*/ 24 w 40"/>
                <a:gd name="T23" fmla="*/ 11 h 88"/>
                <a:gd name="T24" fmla="*/ 38 w 40"/>
                <a:gd name="T25" fmla="*/ 15 h 88"/>
                <a:gd name="T26" fmla="*/ 35 w 40"/>
                <a:gd name="T27" fmla="*/ 22 h 88"/>
                <a:gd name="T28" fmla="*/ 21 w 40"/>
                <a:gd name="T29" fmla="*/ 18 h 88"/>
                <a:gd name="T30" fmla="*/ 10 w 40"/>
                <a:gd name="T31" fmla="*/ 27 h 88"/>
                <a:gd name="T32" fmla="*/ 23 w 40"/>
                <a:gd name="T33" fmla="*/ 39 h 88"/>
                <a:gd name="T34" fmla="*/ 40 w 40"/>
                <a:gd name="T35" fmla="*/ 59 h 88"/>
                <a:gd name="T36" fmla="*/ 23 w 40"/>
                <a:gd name="T37" fmla="*/ 77 h 88"/>
                <a:gd name="T38" fmla="*/ 23 w 40"/>
                <a:gd name="T39" fmla="*/ 88 h 88"/>
                <a:gd name="T40" fmla="*/ 16 w 40"/>
                <a:gd name="T41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88">
                  <a:moveTo>
                    <a:pt x="16" y="88"/>
                  </a:moveTo>
                  <a:cubicBezTo>
                    <a:pt x="16" y="77"/>
                    <a:pt x="16" y="77"/>
                    <a:pt x="16" y="77"/>
                  </a:cubicBezTo>
                  <a:cubicBezTo>
                    <a:pt x="10" y="77"/>
                    <a:pt x="4" y="75"/>
                    <a:pt x="0" y="73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6" y="68"/>
                    <a:pt x="12" y="70"/>
                    <a:pt x="18" y="70"/>
                  </a:cubicBezTo>
                  <a:cubicBezTo>
                    <a:pt x="25" y="70"/>
                    <a:pt x="31" y="66"/>
                    <a:pt x="31" y="60"/>
                  </a:cubicBezTo>
                  <a:cubicBezTo>
                    <a:pt x="31" y="54"/>
                    <a:pt x="26" y="50"/>
                    <a:pt x="19" y="47"/>
                  </a:cubicBezTo>
                  <a:cubicBezTo>
                    <a:pt x="8" y="43"/>
                    <a:pt x="1" y="38"/>
                    <a:pt x="1" y="28"/>
                  </a:cubicBezTo>
                  <a:cubicBezTo>
                    <a:pt x="1" y="20"/>
                    <a:pt x="7" y="13"/>
                    <a:pt x="17" y="1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30" y="11"/>
                    <a:pt x="34" y="13"/>
                    <a:pt x="38" y="1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0"/>
                    <a:pt x="28" y="18"/>
                    <a:pt x="21" y="18"/>
                  </a:cubicBezTo>
                  <a:cubicBezTo>
                    <a:pt x="13" y="18"/>
                    <a:pt x="10" y="23"/>
                    <a:pt x="10" y="27"/>
                  </a:cubicBezTo>
                  <a:cubicBezTo>
                    <a:pt x="10" y="33"/>
                    <a:pt x="14" y="36"/>
                    <a:pt x="23" y="39"/>
                  </a:cubicBezTo>
                  <a:cubicBezTo>
                    <a:pt x="34" y="44"/>
                    <a:pt x="40" y="49"/>
                    <a:pt x="40" y="59"/>
                  </a:cubicBezTo>
                  <a:cubicBezTo>
                    <a:pt x="40" y="67"/>
                    <a:pt x="34" y="75"/>
                    <a:pt x="23" y="77"/>
                  </a:cubicBezTo>
                  <a:cubicBezTo>
                    <a:pt x="23" y="88"/>
                    <a:pt x="23" y="88"/>
                    <a:pt x="23" y="88"/>
                  </a:cubicBezTo>
                  <a:lnTo>
                    <a:pt x="16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18">
              <a:extLst>
                <a:ext uri="{FF2B5EF4-FFF2-40B4-BE49-F238E27FC236}">
                  <a16:creationId xmlns:a16="http://schemas.microsoft.com/office/drawing/2014/main" id="{7D6CB369-2B2B-4C30-A6EC-068CB73F6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313" y="5029201"/>
              <a:ext cx="76200" cy="12700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619">
              <a:extLst>
                <a:ext uri="{FF2B5EF4-FFF2-40B4-BE49-F238E27FC236}">
                  <a16:creationId xmlns:a16="http://schemas.microsoft.com/office/drawing/2014/main" id="{1C0FD07F-2846-46D9-99AB-D7B4BAC09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313" y="5057776"/>
              <a:ext cx="76200" cy="12700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620">
              <a:extLst>
                <a:ext uri="{FF2B5EF4-FFF2-40B4-BE49-F238E27FC236}">
                  <a16:creationId xmlns:a16="http://schemas.microsoft.com/office/drawing/2014/main" id="{4C481F98-4556-41CE-A2F2-25D7C1A79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7975" y="5087938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621">
              <a:extLst>
                <a:ext uri="{FF2B5EF4-FFF2-40B4-BE49-F238E27FC236}">
                  <a16:creationId xmlns:a16="http://schemas.microsoft.com/office/drawing/2014/main" id="{610397AF-5052-4B6A-9AB5-4D113E7C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313" y="5087938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622">
              <a:extLst>
                <a:ext uri="{FF2B5EF4-FFF2-40B4-BE49-F238E27FC236}">
                  <a16:creationId xmlns:a16="http://schemas.microsoft.com/office/drawing/2014/main" id="{56C21904-56A5-4A8C-85F1-97B58E6B5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7975" y="5116513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623">
              <a:extLst>
                <a:ext uri="{FF2B5EF4-FFF2-40B4-BE49-F238E27FC236}">
                  <a16:creationId xmlns:a16="http://schemas.microsoft.com/office/drawing/2014/main" id="{8ACCBD37-7FE3-4D02-8C37-48A42969C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313" y="5116513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624">
              <a:extLst>
                <a:ext uri="{FF2B5EF4-FFF2-40B4-BE49-F238E27FC236}">
                  <a16:creationId xmlns:a16="http://schemas.microsoft.com/office/drawing/2014/main" id="{E82B7C97-B77A-4CAC-B3C7-720FCBE2E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7975" y="5145088"/>
              <a:ext cx="46038" cy="11113"/>
            </a:xfrm>
            <a:custGeom>
              <a:avLst/>
              <a:gdLst>
                <a:gd name="T0" fmla="*/ 28 w 32"/>
                <a:gd name="T1" fmla="*/ 8 h 8"/>
                <a:gd name="T2" fmla="*/ 4 w 32"/>
                <a:gd name="T3" fmla="*/ 8 h 8"/>
                <a:gd name="T4" fmla="*/ 0 w 32"/>
                <a:gd name="T5" fmla="*/ 4 h 8"/>
                <a:gd name="T6" fmla="*/ 4 w 32"/>
                <a:gd name="T7" fmla="*/ 0 h 8"/>
                <a:gd name="T8" fmla="*/ 28 w 32"/>
                <a:gd name="T9" fmla="*/ 0 h 8"/>
                <a:gd name="T10" fmla="*/ 32 w 32"/>
                <a:gd name="T11" fmla="*/ 4 h 8"/>
                <a:gd name="T12" fmla="*/ 28 w 3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25">
              <a:extLst>
                <a:ext uri="{FF2B5EF4-FFF2-40B4-BE49-F238E27FC236}">
                  <a16:creationId xmlns:a16="http://schemas.microsoft.com/office/drawing/2014/main" id="{A497C296-65CA-437E-A18D-EC7F89899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313" y="5145088"/>
              <a:ext cx="76200" cy="11113"/>
            </a:xfrm>
            <a:custGeom>
              <a:avLst/>
              <a:gdLst>
                <a:gd name="T0" fmla="*/ 48 w 52"/>
                <a:gd name="T1" fmla="*/ 8 h 8"/>
                <a:gd name="T2" fmla="*/ 4 w 52"/>
                <a:gd name="T3" fmla="*/ 8 h 8"/>
                <a:gd name="T4" fmla="*/ 0 w 52"/>
                <a:gd name="T5" fmla="*/ 4 h 8"/>
                <a:gd name="T6" fmla="*/ 4 w 52"/>
                <a:gd name="T7" fmla="*/ 0 h 8"/>
                <a:gd name="T8" fmla="*/ 48 w 52"/>
                <a:gd name="T9" fmla="*/ 0 h 8"/>
                <a:gd name="T10" fmla="*/ 52 w 52"/>
                <a:gd name="T11" fmla="*/ 4 h 8"/>
                <a:gd name="T12" fmla="*/ 48 w 52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8">
                  <a:moveTo>
                    <a:pt x="48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0" y="0"/>
                    <a:pt x="52" y="2"/>
                    <a:pt x="52" y="4"/>
                  </a:cubicBezTo>
                  <a:cubicBezTo>
                    <a:pt x="52" y="6"/>
                    <a:pt x="5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652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0DDB3A-D414-4EE9-9209-DA780E671E14}"/>
              </a:ext>
            </a:extLst>
          </p:cNvPr>
          <p:cNvSpPr txBox="1"/>
          <p:nvPr/>
        </p:nvSpPr>
        <p:spPr>
          <a:xfrm>
            <a:off x="9109075" y="5122985"/>
            <a:ext cx="2473325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ID" dirty="0">
                <a:solidFill>
                  <a:schemeClr val="bg1"/>
                </a:solidFill>
              </a:rPr>
              <a:t>Companies are shifting to cloud solutions increased investment in customer experience tools.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843A4-F097-41BE-903E-A8403451DC98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Growing Business Value of SaaS Across Diverse Market Sectors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E2ACC-A627-4C47-97FC-695C31E79529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8A32B-1C01-49AC-B4C0-74F18B282905}"/>
              </a:ext>
            </a:extLst>
          </p:cNvPr>
          <p:cNvSpPr txBox="1"/>
          <p:nvPr/>
        </p:nvSpPr>
        <p:spPr>
          <a:xfrm>
            <a:off x="308927" y="4182072"/>
            <a:ext cx="4391025" cy="20036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D" sz="13800" dirty="0">
                <a:solidFill>
                  <a:schemeClr val="accent1"/>
                </a:solidFill>
              </a:rPr>
              <a:t>45%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1C1E6-6AAB-4202-93AB-95522BFB9352}"/>
              </a:ext>
            </a:extLst>
          </p:cNvPr>
          <p:cNvSpPr txBox="1"/>
          <p:nvPr/>
        </p:nvSpPr>
        <p:spPr>
          <a:xfrm>
            <a:off x="4404361" y="4804424"/>
            <a:ext cx="64125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ID" sz="1400" dirty="0"/>
              <a:t>Lorem ipsum </a:t>
            </a:r>
            <a:r>
              <a:rPr lang="en-ID" sz="1400" dirty="0" err="1"/>
              <a:t>dolor</a:t>
            </a:r>
            <a:r>
              <a:rPr lang="en-ID" sz="1400" dirty="0"/>
              <a:t> sit </a:t>
            </a:r>
            <a:r>
              <a:rPr lang="en-ID" sz="1400" dirty="0" err="1"/>
              <a:t>amet</a:t>
            </a:r>
            <a:r>
              <a:rPr lang="en-ID" sz="1400" dirty="0"/>
              <a:t>, </a:t>
            </a:r>
            <a:r>
              <a:rPr lang="en-ID" sz="1400" dirty="0" err="1"/>
              <a:t>consectetur</a:t>
            </a:r>
            <a:r>
              <a:rPr lang="en-ID" sz="1400" dirty="0"/>
              <a:t> </a:t>
            </a:r>
            <a:r>
              <a:rPr lang="en-ID" sz="1400" dirty="0" err="1"/>
              <a:t>adipiscing</a:t>
            </a:r>
            <a:r>
              <a:rPr lang="en-ID" sz="1400" dirty="0"/>
              <a:t> </a:t>
            </a:r>
            <a:r>
              <a:rPr lang="en-ID" sz="1400" dirty="0" err="1"/>
              <a:t>elit</a:t>
            </a:r>
            <a:r>
              <a:rPr lang="en-ID" sz="1400" dirty="0"/>
              <a:t>. </a:t>
            </a:r>
            <a:r>
              <a:rPr lang="en-ID" sz="1400" dirty="0" err="1"/>
              <a:t>Phasellus</a:t>
            </a:r>
            <a:r>
              <a:rPr lang="en-ID" sz="1400" dirty="0"/>
              <a:t> </a:t>
            </a:r>
            <a:r>
              <a:rPr lang="en-ID" sz="1400" dirty="0" err="1"/>
              <a:t>tincidunt</a:t>
            </a:r>
            <a:r>
              <a:rPr lang="en-ID" sz="1400" dirty="0"/>
              <a:t> </a:t>
            </a:r>
            <a:r>
              <a:rPr lang="en-ID" sz="1400" dirty="0" err="1"/>
              <a:t>dolor</a:t>
            </a:r>
            <a:r>
              <a:rPr lang="en-ID" sz="1400" dirty="0"/>
              <a:t> non </a:t>
            </a:r>
            <a:r>
              <a:rPr lang="en-ID" sz="1400" dirty="0" err="1"/>
              <a:t>risus</a:t>
            </a:r>
            <a:r>
              <a:rPr lang="en-ID" sz="1400" dirty="0"/>
              <a:t> </a:t>
            </a:r>
            <a:r>
              <a:rPr lang="en-ID" sz="1400" dirty="0" err="1"/>
              <a:t>congue</a:t>
            </a:r>
            <a:r>
              <a:rPr lang="en-ID" sz="1400" dirty="0"/>
              <a:t> </a:t>
            </a:r>
            <a:r>
              <a:rPr lang="en-ID" sz="1400" dirty="0" err="1"/>
              <a:t>congue</a:t>
            </a:r>
            <a:r>
              <a:rPr lang="en-ID" sz="1400" dirty="0"/>
              <a:t>. </a:t>
            </a:r>
            <a:r>
              <a:rPr lang="en-ID" sz="1400" dirty="0" err="1"/>
              <a:t>Nullam</a:t>
            </a:r>
            <a:r>
              <a:rPr lang="en-ID" sz="1400" dirty="0"/>
              <a:t> </a:t>
            </a:r>
            <a:r>
              <a:rPr lang="en-ID" sz="1400" dirty="0" err="1"/>
              <a:t>venenatis</a:t>
            </a:r>
            <a:r>
              <a:rPr lang="en-ID" sz="1400" dirty="0"/>
              <a:t>, </a:t>
            </a:r>
            <a:r>
              <a:rPr lang="en-ID" sz="1400" dirty="0" err="1"/>
              <a:t>quam</a:t>
            </a:r>
            <a:r>
              <a:rPr lang="en-ID" sz="1400" dirty="0"/>
              <a:t> id </a:t>
            </a:r>
            <a:r>
              <a:rPr lang="en-ID" sz="1400" dirty="0" err="1"/>
              <a:t>sollicitudin</a:t>
            </a:r>
            <a:r>
              <a:rPr lang="en-ID" sz="1400" dirty="0"/>
              <a:t> </a:t>
            </a:r>
            <a:r>
              <a:rPr lang="en-ID" sz="1400" dirty="0" err="1"/>
              <a:t>sollicitudin</a:t>
            </a:r>
            <a:r>
              <a:rPr lang="en-ID" sz="1400" dirty="0"/>
              <a:t>, </a:t>
            </a:r>
            <a:r>
              <a:rPr lang="en-ID" sz="1400" dirty="0" err="1"/>
              <a:t>nibh</a:t>
            </a:r>
            <a:r>
              <a:rPr lang="en-ID" sz="1400" dirty="0"/>
              <a:t> ligula semper </a:t>
            </a:r>
            <a:r>
              <a:rPr lang="en-ID" sz="1400" dirty="0" err="1"/>
              <a:t>quam</a:t>
            </a:r>
            <a:r>
              <a:rPr lang="en-ID" sz="1400" dirty="0"/>
              <a:t>, </a:t>
            </a:r>
            <a:r>
              <a:rPr lang="en-ID" sz="1400" dirty="0" err="1"/>
              <a:t>eu</a:t>
            </a:r>
            <a:r>
              <a:rPr lang="en-ID" sz="1400" dirty="0"/>
              <a:t> </a:t>
            </a:r>
            <a:r>
              <a:rPr lang="en-ID" sz="1400" dirty="0" err="1"/>
              <a:t>rhoncus</a:t>
            </a:r>
            <a:r>
              <a:rPr lang="en-ID" sz="1400" dirty="0"/>
              <a:t> </a:t>
            </a:r>
            <a:r>
              <a:rPr lang="en-ID" sz="1400" dirty="0" err="1"/>
              <a:t>dolor</a:t>
            </a:r>
            <a:r>
              <a:rPr lang="en-ID" sz="1400" dirty="0"/>
              <a:t> </a:t>
            </a:r>
            <a:r>
              <a:rPr lang="en-ID" sz="1400" dirty="0" err="1"/>
              <a:t>turpis</a:t>
            </a:r>
            <a:r>
              <a:rPr lang="en-ID" sz="1400" dirty="0"/>
              <a:t> vitae ipsum. Duis vitae </a:t>
            </a:r>
            <a:r>
              <a:rPr lang="en-ID" sz="1400" dirty="0" err="1"/>
              <a:t>justo</a:t>
            </a:r>
            <a:r>
              <a:rPr lang="en-ID" sz="1400" dirty="0"/>
              <a:t> tempus, convallis ex </a:t>
            </a:r>
            <a:r>
              <a:rPr lang="en-ID" sz="1400" dirty="0" err="1"/>
              <a:t>eu</a:t>
            </a:r>
            <a:r>
              <a:rPr lang="en-ID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61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BC10F0-68E2-4E43-A317-517C192EEA6E}"/>
              </a:ext>
            </a:extLst>
          </p:cNvPr>
          <p:cNvSpPr/>
          <p:nvPr/>
        </p:nvSpPr>
        <p:spPr>
          <a:xfrm>
            <a:off x="8374035" y="4119257"/>
            <a:ext cx="2970039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8800" spc="-15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425%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197C-6252-4469-92E2-47D44E2DCB43}"/>
              </a:ext>
            </a:extLst>
          </p:cNvPr>
          <p:cNvSpPr txBox="1"/>
          <p:nvPr/>
        </p:nvSpPr>
        <p:spPr>
          <a:xfrm>
            <a:off x="8374036" y="3921826"/>
            <a:ext cx="2850649" cy="286232"/>
          </a:xfrm>
          <a:prstGeom prst="roundRect">
            <a:avLst>
              <a:gd name="adj" fmla="val 0"/>
            </a:avLst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Product 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429CEA-B470-499E-BA4A-A4D8D6842FC2}"/>
              </a:ext>
            </a:extLst>
          </p:cNvPr>
          <p:cNvSpPr/>
          <p:nvPr/>
        </p:nvSpPr>
        <p:spPr>
          <a:xfrm>
            <a:off x="486117" y="2713189"/>
            <a:ext cx="6853439" cy="2955925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0822B9-F6EC-4E09-AF37-A2E65046B5CA}"/>
              </a:ext>
            </a:extLst>
          </p:cNvPr>
          <p:cNvSpPr/>
          <p:nvPr/>
        </p:nvSpPr>
        <p:spPr>
          <a:xfrm>
            <a:off x="486114" y="3645708"/>
            <a:ext cx="5228727" cy="2023406"/>
          </a:xfrm>
          <a:prstGeom prst="roundRect">
            <a:avLst>
              <a:gd name="adj" fmla="val 1980"/>
            </a:avLst>
          </a:prstGeom>
          <a:solidFill>
            <a:schemeClr val="bg1">
              <a:lumMod val="95000"/>
            </a:schemeClr>
          </a:solidFill>
          <a:ln w="63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A840D7-A8D6-4468-A974-E0075779AFA2}"/>
              </a:ext>
            </a:extLst>
          </p:cNvPr>
          <p:cNvSpPr/>
          <p:nvPr/>
        </p:nvSpPr>
        <p:spPr>
          <a:xfrm>
            <a:off x="486116" y="4564548"/>
            <a:ext cx="3477480" cy="1104566"/>
          </a:xfrm>
          <a:prstGeom prst="roundRect">
            <a:avLst>
              <a:gd name="adj" fmla="val 4249"/>
            </a:avLst>
          </a:prstGeom>
          <a:solidFill>
            <a:schemeClr val="bg1">
              <a:lumMod val="95000"/>
            </a:schemeClr>
          </a:solidFill>
          <a:ln w="63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90FD1-F365-495A-83D4-F5DC5D7814D8}"/>
              </a:ext>
            </a:extLst>
          </p:cNvPr>
          <p:cNvSpPr/>
          <p:nvPr/>
        </p:nvSpPr>
        <p:spPr>
          <a:xfrm>
            <a:off x="5879498" y="2779072"/>
            <a:ext cx="12954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4000" spc="-150" dirty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rPr>
              <a:t>425%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B7684-7003-4537-B413-FFB0C8B32E17}"/>
              </a:ext>
            </a:extLst>
          </p:cNvPr>
          <p:cNvSpPr/>
          <p:nvPr/>
        </p:nvSpPr>
        <p:spPr>
          <a:xfrm>
            <a:off x="4285263" y="3696351"/>
            <a:ext cx="12954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4000" spc="-150" dirty="0">
                <a:solidFill>
                  <a:schemeClr val="bg1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350%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DC96E-0F63-4312-B3E2-763086281BE8}"/>
              </a:ext>
            </a:extLst>
          </p:cNvPr>
          <p:cNvSpPr/>
          <p:nvPr/>
        </p:nvSpPr>
        <p:spPr>
          <a:xfrm>
            <a:off x="2534018" y="4607570"/>
            <a:ext cx="12954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4000" spc="-150" dirty="0">
                <a:solidFill>
                  <a:schemeClr val="bg1">
                    <a:lumMod val="75000"/>
                  </a:schemeClr>
                </a:solidFill>
                <a:latin typeface="+mj-lt"/>
                <a:cs typeface="Segoe UI" panose="020B0502040204020203" pitchFamily="34" charset="0"/>
              </a:rPr>
              <a:t>215%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CDF79AD-7F0B-4324-8050-463291C2C915}"/>
              </a:ext>
            </a:extLst>
          </p:cNvPr>
          <p:cNvSpPr/>
          <p:nvPr/>
        </p:nvSpPr>
        <p:spPr>
          <a:xfrm>
            <a:off x="11219841" y="4336247"/>
            <a:ext cx="124233" cy="12622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5A34A-C1BA-49FC-81D5-72171770224B}"/>
              </a:ext>
            </a:extLst>
          </p:cNvPr>
          <p:cNvSpPr txBox="1"/>
          <p:nvPr/>
        </p:nvSpPr>
        <p:spPr>
          <a:xfrm>
            <a:off x="652321" y="2837782"/>
            <a:ext cx="282862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 spc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ID" sz="1100" b="0" dirty="0"/>
              <a:t>Q1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8955F6-2EE7-49E0-A7AF-B97A289D4420}"/>
              </a:ext>
            </a:extLst>
          </p:cNvPr>
          <p:cNvSpPr txBox="1"/>
          <p:nvPr/>
        </p:nvSpPr>
        <p:spPr>
          <a:xfrm>
            <a:off x="652321" y="3770301"/>
            <a:ext cx="282862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 spc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ID" sz="1100" b="0" dirty="0">
                <a:solidFill>
                  <a:schemeClr val="bg1">
                    <a:lumMod val="65000"/>
                  </a:schemeClr>
                </a:solidFill>
              </a:rPr>
              <a:t>Q2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239932-EF5F-4499-9B8B-5EA8B37DCA15}"/>
              </a:ext>
            </a:extLst>
          </p:cNvPr>
          <p:cNvSpPr txBox="1"/>
          <p:nvPr/>
        </p:nvSpPr>
        <p:spPr>
          <a:xfrm>
            <a:off x="652321" y="4687895"/>
            <a:ext cx="2828621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600" b="1" spc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ID" sz="1100" b="0" dirty="0">
                <a:solidFill>
                  <a:schemeClr val="bg1">
                    <a:lumMod val="65000"/>
                  </a:schemeClr>
                </a:solidFill>
              </a:rPr>
              <a:t>Q3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71B9B-5F34-4C59-BB47-F61A52CCFA89}"/>
              </a:ext>
            </a:extLst>
          </p:cNvPr>
          <p:cNvSpPr txBox="1"/>
          <p:nvPr/>
        </p:nvSpPr>
        <p:spPr>
          <a:xfrm>
            <a:off x="8374034" y="5323423"/>
            <a:ext cx="2676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Lorem ipsum dolor sit amet, consectetur adipiscing elit. Mauris finibus.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9EA9F7-0B3D-4F32-8DA1-8EE3BFE193D2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Growing Business Value of SaaS Across Diverse Market Sectors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9D7C8-DAD2-44C7-99CB-D81B459E79D5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</p:spTree>
    <p:extLst>
      <p:ext uri="{BB962C8B-B14F-4D97-AF65-F5344CB8AC3E}">
        <p14:creationId xmlns:p14="http://schemas.microsoft.com/office/powerpoint/2010/main" val="2151148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664E1E-958E-4DA4-9FAA-BEBC0A25B5D5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906958" y="4049739"/>
            <a:ext cx="10304247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A5067BA-B77F-4618-805D-B8915C8E1E49}"/>
              </a:ext>
            </a:extLst>
          </p:cNvPr>
          <p:cNvSpPr/>
          <p:nvPr/>
        </p:nvSpPr>
        <p:spPr>
          <a:xfrm>
            <a:off x="759284" y="3975902"/>
            <a:ext cx="147674" cy="14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51481-193C-454F-A9ED-D96CFA40EB4E}"/>
              </a:ext>
            </a:extLst>
          </p:cNvPr>
          <p:cNvSpPr txBox="1"/>
          <p:nvPr/>
        </p:nvSpPr>
        <p:spPr>
          <a:xfrm>
            <a:off x="906958" y="3038890"/>
            <a:ext cx="28672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Strategic Vision Blueprint, Platform Prototype Development, Foundational Partnership Agreements, Team Expansion &amp; Talent Acquisition.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7B75B8-FA4E-4E9D-AA9B-7F0841CCD414}"/>
              </a:ext>
            </a:extLst>
          </p:cNvPr>
          <p:cNvSpPr txBox="1"/>
          <p:nvPr/>
        </p:nvSpPr>
        <p:spPr>
          <a:xfrm>
            <a:off x="906959" y="2727538"/>
            <a:ext cx="2867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cs typeface="Poppins" panose="00000500000000000000" pitchFamily="2" charset="0"/>
              </a:rPr>
              <a:t>Jan - March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ED927-3508-4213-9DA1-4B046887DBF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33121" y="2537116"/>
            <a:ext cx="0" cy="1438786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E7B44A-B76E-4557-AD90-3F66B73C4942}"/>
              </a:ext>
            </a:extLst>
          </p:cNvPr>
          <p:cNvSpPr txBox="1"/>
          <p:nvPr/>
        </p:nvSpPr>
        <p:spPr>
          <a:xfrm>
            <a:off x="906959" y="2463278"/>
            <a:ext cx="2867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cs typeface="Poppins" panose="00000500000000000000" pitchFamily="2" charset="0"/>
              </a:rPr>
              <a:t>Q1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1BE5A-24AE-47E7-8EF9-C487F8633DE6}"/>
              </a:ext>
            </a:extLst>
          </p:cNvPr>
          <p:cNvSpPr/>
          <p:nvPr/>
        </p:nvSpPr>
        <p:spPr>
          <a:xfrm>
            <a:off x="11211205" y="3975902"/>
            <a:ext cx="147674" cy="14767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4D85A-4A5F-47FB-95F2-519064110FD2}"/>
              </a:ext>
            </a:extLst>
          </p:cNvPr>
          <p:cNvSpPr/>
          <p:nvPr/>
        </p:nvSpPr>
        <p:spPr>
          <a:xfrm>
            <a:off x="7727232" y="3975902"/>
            <a:ext cx="147674" cy="14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41D379-7069-4623-B1CE-E5DD8B8CE2C4}"/>
              </a:ext>
            </a:extLst>
          </p:cNvPr>
          <p:cNvSpPr/>
          <p:nvPr/>
        </p:nvSpPr>
        <p:spPr>
          <a:xfrm>
            <a:off x="4243258" y="3975902"/>
            <a:ext cx="147674" cy="14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B231F7-4A02-4271-854B-D78A874C631A}"/>
              </a:ext>
            </a:extLst>
          </p:cNvPr>
          <p:cNvSpPr txBox="1"/>
          <p:nvPr/>
        </p:nvSpPr>
        <p:spPr>
          <a:xfrm>
            <a:off x="7874906" y="3038890"/>
            <a:ext cx="28672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Platform Security Integration, Community Rewards </a:t>
            </a:r>
            <a:r>
              <a:rPr lang="en-US" sz="900" dirty="0" err="1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ProgramReferral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 &amp; Growth Incentive Program, Advanced Gamification Features.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D8B96-84B7-48CD-8D8B-389B915FB857}"/>
              </a:ext>
            </a:extLst>
          </p:cNvPr>
          <p:cNvSpPr txBox="1"/>
          <p:nvPr/>
        </p:nvSpPr>
        <p:spPr>
          <a:xfrm>
            <a:off x="7874907" y="2727538"/>
            <a:ext cx="2867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cs typeface="Poppins" panose="00000500000000000000" pitchFamily="2" charset="0"/>
              </a:rPr>
              <a:t>July - August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52E3C4-AE61-47B0-870E-A5A8BD835FA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801069" y="2537116"/>
            <a:ext cx="0" cy="1438786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64E1C7-9AAC-445D-89B5-55A663E84DF0}"/>
              </a:ext>
            </a:extLst>
          </p:cNvPr>
          <p:cNvSpPr txBox="1"/>
          <p:nvPr/>
        </p:nvSpPr>
        <p:spPr>
          <a:xfrm>
            <a:off x="7874907" y="2463278"/>
            <a:ext cx="2867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cs typeface="Poppins" panose="00000500000000000000" pitchFamily="2" charset="0"/>
              </a:rPr>
              <a:t>Q3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149FD5-285B-4EE1-BC21-240D2FAA6AD8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17095" y="4123576"/>
            <a:ext cx="0" cy="1556552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D5F948D-EA90-413C-B3A2-0BA27707CBE6}"/>
              </a:ext>
            </a:extLst>
          </p:cNvPr>
          <p:cNvSpPr txBox="1"/>
          <p:nvPr/>
        </p:nvSpPr>
        <p:spPr>
          <a:xfrm>
            <a:off x="4390932" y="5236057"/>
            <a:ext cx="28672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Market Entry Strategy for Asia, Beta Testing &amp; User Feedback Loop, Community Engagement </a:t>
            </a:r>
            <a:r>
              <a:rPr lang="en-US" sz="900" dirty="0" err="1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ProgramsInitial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 Brand Campaign Launch.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66CC22-119E-4732-8ACB-C698207F4C8F}"/>
              </a:ext>
            </a:extLst>
          </p:cNvPr>
          <p:cNvSpPr txBox="1"/>
          <p:nvPr/>
        </p:nvSpPr>
        <p:spPr>
          <a:xfrm>
            <a:off x="4390933" y="4924705"/>
            <a:ext cx="2867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cs typeface="Poppins" panose="00000500000000000000" pitchFamily="2" charset="0"/>
              </a:rPr>
              <a:t>April - June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B00D65-1115-480F-9BB2-1D7FC5435CBD}"/>
              </a:ext>
            </a:extLst>
          </p:cNvPr>
          <p:cNvSpPr txBox="1"/>
          <p:nvPr/>
        </p:nvSpPr>
        <p:spPr>
          <a:xfrm>
            <a:off x="4390933" y="4660445"/>
            <a:ext cx="2867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  <a:cs typeface="Poppins" panose="00000500000000000000" pitchFamily="2" charset="0"/>
              </a:rPr>
              <a:t>Q2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983F4D-DE58-45BD-8EEE-6D460132C9E3}"/>
              </a:ext>
            </a:extLst>
          </p:cNvPr>
          <p:cNvCxnSpPr>
            <a:cxnSpLocks/>
          </p:cNvCxnSpPr>
          <p:nvPr/>
        </p:nvCxnSpPr>
        <p:spPr>
          <a:xfrm>
            <a:off x="0" y="6382766"/>
            <a:ext cx="12192000" cy="0"/>
          </a:xfrm>
          <a:prstGeom prst="line">
            <a:avLst/>
          </a:prstGeom>
          <a:ln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D20297-B68D-43A2-9B9D-ADB53EA970F4}"/>
              </a:ext>
            </a:extLst>
          </p:cNvPr>
          <p:cNvSpPr txBox="1"/>
          <p:nvPr/>
        </p:nvSpPr>
        <p:spPr>
          <a:xfrm>
            <a:off x="484550" y="6515916"/>
            <a:ext cx="1821837" cy="21544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ID" sz="800" dirty="0">
                <a:solidFill>
                  <a:schemeClr val="bg1"/>
                </a:solidFill>
                <a:effectLst/>
                <a:cs typeface="Arial" panose="020B0604020202020204" pitchFamily="34" charset="0"/>
              </a:rPr>
              <a:t>2024 |  Elev</a:t>
            </a:r>
            <a:r>
              <a:rPr lang="en-ID" sz="800" dirty="0">
                <a:solidFill>
                  <a:schemeClr val="bg1"/>
                </a:solidFill>
                <a:cs typeface="Arial" panose="020B0604020202020204" pitchFamily="34" charset="0"/>
              </a:rPr>
              <a:t>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24C62-1E29-4D50-8E60-C096DB438EEB}"/>
              </a:ext>
            </a:extLst>
          </p:cNvPr>
          <p:cNvSpPr txBox="1"/>
          <p:nvPr/>
        </p:nvSpPr>
        <p:spPr>
          <a:xfrm>
            <a:off x="10634938" y="6515916"/>
            <a:ext cx="931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effectLst/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>
                <a:solidFill>
                  <a:schemeClr val="bg1"/>
                </a:solidFill>
              </a:rPr>
              <a:t>Slide </a:t>
            </a:r>
            <a:fld id="{8739E9FD-72D3-4EBD-A2C0-4FFD4126FF91}" type="slidenum">
              <a:rPr lang="en-GB" smtClean="0">
                <a:solidFill>
                  <a:schemeClr val="bg1"/>
                </a:solidFill>
              </a:rPr>
              <a:pPr algn="r"/>
              <a:t>10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6BA79F-5553-4669-A9BA-C4944B0FB5B6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+mj-lt"/>
              </a:rPr>
              <a:t>SaaS Evolution Timeline Transforming Business Over the Years</a:t>
            </a:r>
            <a:endParaRPr lang="en-ID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354A5-6730-4887-9F31-4CAF742C0F89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Your Special Text Here</a:t>
            </a:r>
          </a:p>
        </p:txBody>
      </p:sp>
    </p:spTree>
    <p:extLst>
      <p:ext uri="{BB962C8B-B14F-4D97-AF65-F5344CB8AC3E}">
        <p14:creationId xmlns:p14="http://schemas.microsoft.com/office/powerpoint/2010/main" val="3271582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694EA-7167-43C6-ACE7-9CA81CDAB081}"/>
              </a:ext>
            </a:extLst>
          </p:cNvPr>
          <p:cNvSpPr txBox="1"/>
          <p:nvPr/>
        </p:nvSpPr>
        <p:spPr>
          <a:xfrm>
            <a:off x="486114" y="739247"/>
            <a:ext cx="7778210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Key SaaS Advantages That Revolutionize How Businesses Operate Today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4825C-A3FC-42C4-B69C-ED1B608A5FBA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C80651-0939-44A2-B1CB-F1DB4B99337A}"/>
              </a:ext>
            </a:extLst>
          </p:cNvPr>
          <p:cNvSpPr/>
          <p:nvPr/>
        </p:nvSpPr>
        <p:spPr>
          <a:xfrm>
            <a:off x="1757680" y="3875168"/>
            <a:ext cx="9761220" cy="914472"/>
          </a:xfrm>
          <a:prstGeom prst="roundRect">
            <a:avLst>
              <a:gd name="adj" fmla="val 11723"/>
            </a:avLst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777719-5EDE-47B1-8AA3-DCCF69E7F3FA}"/>
              </a:ext>
            </a:extLst>
          </p:cNvPr>
          <p:cNvSpPr txBox="1"/>
          <p:nvPr/>
        </p:nvSpPr>
        <p:spPr>
          <a:xfrm>
            <a:off x="2585549" y="3087730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Your Special Text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9B3C0-515D-4730-A8ED-E01E585B0BD3}"/>
              </a:ext>
            </a:extLst>
          </p:cNvPr>
          <p:cNvSpPr txBox="1"/>
          <p:nvPr/>
        </p:nvSpPr>
        <p:spPr>
          <a:xfrm>
            <a:off x="5425439" y="3049034"/>
            <a:ext cx="5941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dolor non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id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92146-3CA2-485B-ABEA-46F4D58050E5}"/>
              </a:ext>
            </a:extLst>
          </p:cNvPr>
          <p:cNvSpPr txBox="1"/>
          <p:nvPr/>
        </p:nvSpPr>
        <p:spPr>
          <a:xfrm>
            <a:off x="2585549" y="5299485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Your Special Text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92839D-817A-43D2-98A1-6A861759AE2E}"/>
              </a:ext>
            </a:extLst>
          </p:cNvPr>
          <p:cNvSpPr txBox="1"/>
          <p:nvPr/>
        </p:nvSpPr>
        <p:spPr>
          <a:xfrm>
            <a:off x="5425439" y="5260789"/>
            <a:ext cx="5941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Lorem ipsum dolor sit amet, consectetur adipiscing elit. Phasellus tincidunt dolor non risus congue congue. Nullam venenatis, quam id sollicitudin sollicitudin.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471B32-49FE-468A-9C4F-D85D798BD8AD}"/>
              </a:ext>
            </a:extLst>
          </p:cNvPr>
          <p:cNvSpPr txBox="1"/>
          <p:nvPr/>
        </p:nvSpPr>
        <p:spPr>
          <a:xfrm>
            <a:off x="2585549" y="4185988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>
                <a:solidFill>
                  <a:schemeClr val="bg1"/>
                </a:solidFill>
              </a:rPr>
              <a:t>Your Special Text Here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303951-5609-4BDF-9213-CC70CBF3B5AC}"/>
              </a:ext>
            </a:extLst>
          </p:cNvPr>
          <p:cNvSpPr txBox="1"/>
          <p:nvPr/>
        </p:nvSpPr>
        <p:spPr>
          <a:xfrm>
            <a:off x="5425439" y="4132052"/>
            <a:ext cx="5941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Phasellus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tincidunt</a:t>
            </a:r>
            <a:r>
              <a:rPr lang="en-US" dirty="0">
                <a:solidFill>
                  <a:schemeClr val="bg1"/>
                </a:solidFill>
              </a:rPr>
              <a:t> dolor non </a:t>
            </a:r>
            <a:r>
              <a:rPr lang="en-US" dirty="0" err="1">
                <a:solidFill>
                  <a:schemeClr val="bg1"/>
                </a:solidFill>
              </a:rPr>
              <a:t>risus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congue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congue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Nullam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venenatis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quam</a:t>
            </a:r>
            <a:r>
              <a:rPr lang="en-US" dirty="0">
                <a:solidFill>
                  <a:schemeClr val="bg1"/>
                </a:solidFill>
              </a:rPr>
              <a:t> id </a:t>
            </a:r>
            <a:r>
              <a:rPr lang="en-US" dirty="0" err="1">
                <a:solidFill>
                  <a:schemeClr val="bg1"/>
                </a:solidFill>
              </a:rPr>
              <a:t>sollicitudin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sollicitudin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A1D43552-9265-4828-AF49-D139066B1CCE}"/>
              </a:ext>
            </a:extLst>
          </p:cNvPr>
          <p:cNvSpPr>
            <a:spLocks noEditPoints="1"/>
          </p:cNvSpPr>
          <p:nvPr/>
        </p:nvSpPr>
        <p:spPr bwMode="auto">
          <a:xfrm>
            <a:off x="2022528" y="4184276"/>
            <a:ext cx="338846" cy="296258"/>
          </a:xfrm>
          <a:custGeom>
            <a:avLst/>
            <a:gdLst>
              <a:gd name="T0" fmla="*/ 90 w 200"/>
              <a:gd name="T1" fmla="*/ 8 h 176"/>
              <a:gd name="T2" fmla="*/ 169 w 200"/>
              <a:gd name="T3" fmla="*/ 66 h 176"/>
              <a:gd name="T4" fmla="*/ 176 w 200"/>
              <a:gd name="T5" fmla="*/ 63 h 176"/>
              <a:gd name="T6" fmla="*/ 90 w 200"/>
              <a:gd name="T7" fmla="*/ 0 h 176"/>
              <a:gd name="T8" fmla="*/ 46 w 200"/>
              <a:gd name="T9" fmla="*/ 11 h 176"/>
              <a:gd name="T10" fmla="*/ 50 w 200"/>
              <a:gd name="T11" fmla="*/ 18 h 176"/>
              <a:gd name="T12" fmla="*/ 90 w 200"/>
              <a:gd name="T13" fmla="*/ 8 h 176"/>
              <a:gd name="T14" fmla="*/ 92 w 200"/>
              <a:gd name="T15" fmla="*/ 84 h 176"/>
              <a:gd name="T16" fmla="*/ 92 w 200"/>
              <a:gd name="T17" fmla="*/ 86 h 176"/>
              <a:gd name="T18" fmla="*/ 14 w 200"/>
              <a:gd name="T19" fmla="*/ 8 h 176"/>
              <a:gd name="T20" fmla="*/ 8 w 200"/>
              <a:gd name="T21" fmla="*/ 13 h 176"/>
              <a:gd name="T22" fmla="*/ 23 w 200"/>
              <a:gd name="T23" fmla="*/ 29 h 176"/>
              <a:gd name="T24" fmla="*/ 0 w 200"/>
              <a:gd name="T25" fmla="*/ 88 h 176"/>
              <a:gd name="T26" fmla="*/ 90 w 200"/>
              <a:gd name="T27" fmla="*/ 176 h 176"/>
              <a:gd name="T28" fmla="*/ 149 w 200"/>
              <a:gd name="T29" fmla="*/ 154 h 176"/>
              <a:gd name="T30" fmla="*/ 166 w 200"/>
              <a:gd name="T31" fmla="*/ 171 h 176"/>
              <a:gd name="T32" fmla="*/ 172 w 200"/>
              <a:gd name="T33" fmla="*/ 166 h 176"/>
              <a:gd name="T34" fmla="*/ 155 w 200"/>
              <a:gd name="T35" fmla="*/ 149 h 176"/>
              <a:gd name="T36" fmla="*/ 180 w 200"/>
              <a:gd name="T37" fmla="*/ 92 h 176"/>
              <a:gd name="T38" fmla="*/ 200 w 200"/>
              <a:gd name="T39" fmla="*/ 92 h 176"/>
              <a:gd name="T40" fmla="*/ 200 w 200"/>
              <a:gd name="T41" fmla="*/ 84 h 176"/>
              <a:gd name="T42" fmla="*/ 92 w 200"/>
              <a:gd name="T43" fmla="*/ 84 h 176"/>
              <a:gd name="T44" fmla="*/ 90 w 200"/>
              <a:gd name="T45" fmla="*/ 168 h 176"/>
              <a:gd name="T46" fmla="*/ 8 w 200"/>
              <a:gd name="T47" fmla="*/ 88 h 176"/>
              <a:gd name="T48" fmla="*/ 29 w 200"/>
              <a:gd name="T49" fmla="*/ 34 h 176"/>
              <a:gd name="T50" fmla="*/ 143 w 200"/>
              <a:gd name="T51" fmla="*/ 149 h 176"/>
              <a:gd name="T52" fmla="*/ 90 w 200"/>
              <a:gd name="T53" fmla="*/ 168 h 176"/>
              <a:gd name="T54" fmla="*/ 149 w 200"/>
              <a:gd name="T55" fmla="*/ 143 h 176"/>
              <a:gd name="T56" fmla="*/ 98 w 200"/>
              <a:gd name="T57" fmla="*/ 92 h 176"/>
              <a:gd name="T58" fmla="*/ 172 w 200"/>
              <a:gd name="T59" fmla="*/ 92 h 176"/>
              <a:gd name="T60" fmla="*/ 149 w 200"/>
              <a:gd name="T61" fmla="*/ 143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76">
                <a:moveTo>
                  <a:pt x="90" y="8"/>
                </a:moveTo>
                <a:cubicBezTo>
                  <a:pt x="126" y="8"/>
                  <a:pt x="159" y="32"/>
                  <a:pt x="169" y="66"/>
                </a:cubicBezTo>
                <a:cubicBezTo>
                  <a:pt x="176" y="63"/>
                  <a:pt x="176" y="63"/>
                  <a:pt x="176" y="63"/>
                </a:cubicBezTo>
                <a:cubicBezTo>
                  <a:pt x="165" y="26"/>
                  <a:pt x="130" y="0"/>
                  <a:pt x="90" y="0"/>
                </a:cubicBezTo>
                <a:cubicBezTo>
                  <a:pt x="75" y="0"/>
                  <a:pt x="59" y="4"/>
                  <a:pt x="46" y="11"/>
                </a:cubicBezTo>
                <a:cubicBezTo>
                  <a:pt x="50" y="18"/>
                  <a:pt x="50" y="18"/>
                  <a:pt x="50" y="18"/>
                </a:cubicBezTo>
                <a:cubicBezTo>
                  <a:pt x="62" y="11"/>
                  <a:pt x="76" y="8"/>
                  <a:pt x="90" y="8"/>
                </a:cubicBezTo>
                <a:close/>
                <a:moveTo>
                  <a:pt x="92" y="84"/>
                </a:moveTo>
                <a:cubicBezTo>
                  <a:pt x="92" y="86"/>
                  <a:pt x="92" y="86"/>
                  <a:pt x="92" y="86"/>
                </a:cubicBezTo>
                <a:cubicBezTo>
                  <a:pt x="14" y="8"/>
                  <a:pt x="14" y="8"/>
                  <a:pt x="14" y="8"/>
                </a:cubicBezTo>
                <a:cubicBezTo>
                  <a:pt x="8" y="13"/>
                  <a:pt x="8" y="13"/>
                  <a:pt x="8" y="13"/>
                </a:cubicBezTo>
                <a:cubicBezTo>
                  <a:pt x="23" y="29"/>
                  <a:pt x="23" y="29"/>
                  <a:pt x="23" y="29"/>
                </a:cubicBezTo>
                <a:cubicBezTo>
                  <a:pt x="8" y="45"/>
                  <a:pt x="0" y="66"/>
                  <a:pt x="0" y="88"/>
                </a:cubicBezTo>
                <a:cubicBezTo>
                  <a:pt x="0" y="136"/>
                  <a:pt x="40" y="176"/>
                  <a:pt x="90" y="176"/>
                </a:cubicBezTo>
                <a:cubicBezTo>
                  <a:pt x="112" y="176"/>
                  <a:pt x="133" y="168"/>
                  <a:pt x="149" y="154"/>
                </a:cubicBezTo>
                <a:cubicBezTo>
                  <a:pt x="166" y="171"/>
                  <a:pt x="166" y="171"/>
                  <a:pt x="166" y="171"/>
                </a:cubicBezTo>
                <a:cubicBezTo>
                  <a:pt x="172" y="166"/>
                  <a:pt x="172" y="166"/>
                  <a:pt x="172" y="166"/>
                </a:cubicBezTo>
                <a:cubicBezTo>
                  <a:pt x="155" y="149"/>
                  <a:pt x="155" y="149"/>
                  <a:pt x="155" y="149"/>
                </a:cubicBezTo>
                <a:cubicBezTo>
                  <a:pt x="169" y="134"/>
                  <a:pt x="179" y="114"/>
                  <a:pt x="180" y="92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84"/>
                  <a:pt x="200" y="84"/>
                  <a:pt x="200" y="84"/>
                </a:cubicBezTo>
                <a:lnTo>
                  <a:pt x="92" y="84"/>
                </a:lnTo>
                <a:close/>
                <a:moveTo>
                  <a:pt x="90" y="168"/>
                </a:moveTo>
                <a:cubicBezTo>
                  <a:pt x="45" y="168"/>
                  <a:pt x="8" y="132"/>
                  <a:pt x="8" y="88"/>
                </a:cubicBezTo>
                <a:cubicBezTo>
                  <a:pt x="8" y="68"/>
                  <a:pt x="15" y="49"/>
                  <a:pt x="29" y="34"/>
                </a:cubicBezTo>
                <a:cubicBezTo>
                  <a:pt x="143" y="149"/>
                  <a:pt x="143" y="149"/>
                  <a:pt x="143" y="149"/>
                </a:cubicBezTo>
                <a:cubicBezTo>
                  <a:pt x="129" y="161"/>
                  <a:pt x="110" y="168"/>
                  <a:pt x="90" y="168"/>
                </a:cubicBezTo>
                <a:close/>
                <a:moveTo>
                  <a:pt x="149" y="143"/>
                </a:moveTo>
                <a:cubicBezTo>
                  <a:pt x="98" y="92"/>
                  <a:pt x="98" y="92"/>
                  <a:pt x="98" y="92"/>
                </a:cubicBezTo>
                <a:cubicBezTo>
                  <a:pt x="172" y="92"/>
                  <a:pt x="172" y="92"/>
                  <a:pt x="172" y="92"/>
                </a:cubicBezTo>
                <a:cubicBezTo>
                  <a:pt x="171" y="112"/>
                  <a:pt x="162" y="130"/>
                  <a:pt x="149" y="14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4">
            <a:extLst>
              <a:ext uri="{FF2B5EF4-FFF2-40B4-BE49-F238E27FC236}">
                <a16:creationId xmlns:a16="http://schemas.microsoft.com/office/drawing/2014/main" id="{B49975D2-2869-4AAE-A086-A1301F3FB601}"/>
              </a:ext>
            </a:extLst>
          </p:cNvPr>
          <p:cNvSpPr>
            <a:spLocks noEditPoints="1"/>
          </p:cNvSpPr>
          <p:nvPr/>
        </p:nvSpPr>
        <p:spPr bwMode="auto">
          <a:xfrm>
            <a:off x="2048496" y="5290427"/>
            <a:ext cx="287310" cy="295710"/>
          </a:xfrm>
          <a:custGeom>
            <a:avLst/>
            <a:gdLst>
              <a:gd name="T0" fmla="*/ 94 w 188"/>
              <a:gd name="T1" fmla="*/ 96 h 192"/>
              <a:gd name="T2" fmla="*/ 188 w 188"/>
              <a:gd name="T3" fmla="*/ 48 h 192"/>
              <a:gd name="T4" fmla="*/ 94 w 188"/>
              <a:gd name="T5" fmla="*/ 0 h 192"/>
              <a:gd name="T6" fmla="*/ 0 w 188"/>
              <a:gd name="T7" fmla="*/ 48 h 192"/>
              <a:gd name="T8" fmla="*/ 94 w 188"/>
              <a:gd name="T9" fmla="*/ 96 h 192"/>
              <a:gd name="T10" fmla="*/ 94 w 188"/>
              <a:gd name="T11" fmla="*/ 8 h 192"/>
              <a:gd name="T12" fmla="*/ 180 w 188"/>
              <a:gd name="T13" fmla="*/ 48 h 192"/>
              <a:gd name="T14" fmla="*/ 94 w 188"/>
              <a:gd name="T15" fmla="*/ 88 h 192"/>
              <a:gd name="T16" fmla="*/ 8 w 188"/>
              <a:gd name="T17" fmla="*/ 48 h 192"/>
              <a:gd name="T18" fmla="*/ 94 w 188"/>
              <a:gd name="T19" fmla="*/ 8 h 192"/>
              <a:gd name="T20" fmla="*/ 94 w 188"/>
              <a:gd name="T21" fmla="*/ 120 h 192"/>
              <a:gd name="T22" fmla="*/ 8 w 188"/>
              <a:gd name="T23" fmla="*/ 80 h 192"/>
              <a:gd name="T24" fmla="*/ 0 w 188"/>
              <a:gd name="T25" fmla="*/ 80 h 192"/>
              <a:gd name="T26" fmla="*/ 94 w 188"/>
              <a:gd name="T27" fmla="*/ 128 h 192"/>
              <a:gd name="T28" fmla="*/ 188 w 188"/>
              <a:gd name="T29" fmla="*/ 80 h 192"/>
              <a:gd name="T30" fmla="*/ 180 w 188"/>
              <a:gd name="T31" fmla="*/ 80 h 192"/>
              <a:gd name="T32" fmla="*/ 94 w 188"/>
              <a:gd name="T33" fmla="*/ 120 h 192"/>
              <a:gd name="T34" fmla="*/ 94 w 188"/>
              <a:gd name="T35" fmla="*/ 152 h 192"/>
              <a:gd name="T36" fmla="*/ 8 w 188"/>
              <a:gd name="T37" fmla="*/ 112 h 192"/>
              <a:gd name="T38" fmla="*/ 0 w 188"/>
              <a:gd name="T39" fmla="*/ 112 h 192"/>
              <a:gd name="T40" fmla="*/ 94 w 188"/>
              <a:gd name="T41" fmla="*/ 160 h 192"/>
              <a:gd name="T42" fmla="*/ 188 w 188"/>
              <a:gd name="T43" fmla="*/ 112 h 192"/>
              <a:gd name="T44" fmla="*/ 180 w 188"/>
              <a:gd name="T45" fmla="*/ 112 h 192"/>
              <a:gd name="T46" fmla="*/ 94 w 188"/>
              <a:gd name="T47" fmla="*/ 152 h 192"/>
              <a:gd name="T48" fmla="*/ 94 w 188"/>
              <a:gd name="T49" fmla="*/ 184 h 192"/>
              <a:gd name="T50" fmla="*/ 8 w 188"/>
              <a:gd name="T51" fmla="*/ 144 h 192"/>
              <a:gd name="T52" fmla="*/ 0 w 188"/>
              <a:gd name="T53" fmla="*/ 144 h 192"/>
              <a:gd name="T54" fmla="*/ 94 w 188"/>
              <a:gd name="T55" fmla="*/ 192 h 192"/>
              <a:gd name="T56" fmla="*/ 188 w 188"/>
              <a:gd name="T57" fmla="*/ 144 h 192"/>
              <a:gd name="T58" fmla="*/ 180 w 188"/>
              <a:gd name="T59" fmla="*/ 144 h 192"/>
              <a:gd name="T60" fmla="*/ 94 w 188"/>
              <a:gd name="T61" fmla="*/ 18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8" h="192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53">
            <a:extLst>
              <a:ext uri="{FF2B5EF4-FFF2-40B4-BE49-F238E27FC236}">
                <a16:creationId xmlns:a16="http://schemas.microsoft.com/office/drawing/2014/main" id="{CBE81AAE-9C8D-47C2-B60E-A1CAC0CAAE4A}"/>
              </a:ext>
            </a:extLst>
          </p:cNvPr>
          <p:cNvSpPr>
            <a:spLocks noEditPoints="1"/>
          </p:cNvSpPr>
          <p:nvPr/>
        </p:nvSpPr>
        <p:spPr bwMode="auto">
          <a:xfrm>
            <a:off x="2051022" y="3079842"/>
            <a:ext cx="293370" cy="293370"/>
          </a:xfrm>
          <a:custGeom>
            <a:avLst/>
            <a:gdLst>
              <a:gd name="T0" fmla="*/ 44 w 176"/>
              <a:gd name="T1" fmla="*/ 8 h 176"/>
              <a:gd name="T2" fmla="*/ 152 w 176"/>
              <a:gd name="T3" fmla="*/ 28 h 176"/>
              <a:gd name="T4" fmla="*/ 160 w 176"/>
              <a:gd name="T5" fmla="*/ 88 h 176"/>
              <a:gd name="T6" fmla="*/ 132 w 176"/>
              <a:gd name="T7" fmla="*/ 0 h 176"/>
              <a:gd name="T8" fmla="*/ 16 w 176"/>
              <a:gd name="T9" fmla="*/ 28 h 176"/>
              <a:gd name="T10" fmla="*/ 24 w 176"/>
              <a:gd name="T11" fmla="*/ 88 h 176"/>
              <a:gd name="T12" fmla="*/ 168 w 176"/>
              <a:gd name="T13" fmla="*/ 120 h 176"/>
              <a:gd name="T14" fmla="*/ 8 w 176"/>
              <a:gd name="T15" fmla="*/ 152 h 176"/>
              <a:gd name="T16" fmla="*/ 0 w 176"/>
              <a:gd name="T17" fmla="*/ 120 h 176"/>
              <a:gd name="T18" fmla="*/ 176 w 176"/>
              <a:gd name="T19" fmla="*/ 160 h 176"/>
              <a:gd name="T20" fmla="*/ 168 w 176"/>
              <a:gd name="T21" fmla="*/ 120 h 176"/>
              <a:gd name="T22" fmla="*/ 144 w 176"/>
              <a:gd name="T23" fmla="*/ 176 h 176"/>
              <a:gd name="T24" fmla="*/ 36 w 176"/>
              <a:gd name="T25" fmla="*/ 168 h 176"/>
              <a:gd name="T26" fmla="*/ 65 w 176"/>
              <a:gd name="T27" fmla="*/ 36 h 176"/>
              <a:gd name="T28" fmla="*/ 65 w 176"/>
              <a:gd name="T29" fmla="*/ 69 h 176"/>
              <a:gd name="T30" fmla="*/ 65 w 176"/>
              <a:gd name="T31" fmla="*/ 36 h 176"/>
              <a:gd name="T32" fmla="*/ 56 w 176"/>
              <a:gd name="T33" fmla="*/ 53 h 176"/>
              <a:gd name="T34" fmla="*/ 73 w 176"/>
              <a:gd name="T35" fmla="*/ 53 h 176"/>
              <a:gd name="T36" fmla="*/ 65 w 176"/>
              <a:gd name="T37" fmla="*/ 83 h 176"/>
              <a:gd name="T38" fmla="*/ 65 w 176"/>
              <a:gd name="T39" fmla="*/ 116 h 176"/>
              <a:gd name="T40" fmla="*/ 65 w 176"/>
              <a:gd name="T41" fmla="*/ 83 h 176"/>
              <a:gd name="T42" fmla="*/ 56 w 176"/>
              <a:gd name="T43" fmla="*/ 99 h 176"/>
              <a:gd name="T44" fmla="*/ 73 w 176"/>
              <a:gd name="T45" fmla="*/ 99 h 176"/>
              <a:gd name="T46" fmla="*/ 111 w 176"/>
              <a:gd name="T47" fmla="*/ 36 h 176"/>
              <a:gd name="T48" fmla="*/ 111 w 176"/>
              <a:gd name="T49" fmla="*/ 69 h 176"/>
              <a:gd name="T50" fmla="*/ 111 w 176"/>
              <a:gd name="T51" fmla="*/ 36 h 176"/>
              <a:gd name="T52" fmla="*/ 103 w 176"/>
              <a:gd name="T53" fmla="*/ 53 h 176"/>
              <a:gd name="T54" fmla="*/ 120 w 176"/>
              <a:gd name="T55" fmla="*/ 53 h 176"/>
              <a:gd name="T56" fmla="*/ 111 w 176"/>
              <a:gd name="T57" fmla="*/ 83 h 176"/>
              <a:gd name="T58" fmla="*/ 111 w 176"/>
              <a:gd name="T59" fmla="*/ 116 h 176"/>
              <a:gd name="T60" fmla="*/ 111 w 176"/>
              <a:gd name="T61" fmla="*/ 83 h 176"/>
              <a:gd name="T62" fmla="*/ 103 w 176"/>
              <a:gd name="T63" fmla="*/ 99 h 176"/>
              <a:gd name="T64" fmla="*/ 120 w 176"/>
              <a:gd name="T65" fmla="*/ 9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24" y="28"/>
                </a:moveTo>
                <a:cubicBezTo>
                  <a:pt x="24" y="17"/>
                  <a:pt x="33" y="8"/>
                  <a:pt x="44" y="8"/>
                </a:cubicBezTo>
                <a:cubicBezTo>
                  <a:pt x="132" y="8"/>
                  <a:pt x="132" y="8"/>
                  <a:pt x="132" y="8"/>
                </a:cubicBezTo>
                <a:cubicBezTo>
                  <a:pt x="143" y="8"/>
                  <a:pt x="152" y="17"/>
                  <a:pt x="152" y="28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160" y="88"/>
                  <a:pt x="160" y="88"/>
                  <a:pt x="160" y="88"/>
                </a:cubicBezTo>
                <a:cubicBezTo>
                  <a:pt x="160" y="28"/>
                  <a:pt x="160" y="28"/>
                  <a:pt x="160" y="28"/>
                </a:cubicBezTo>
                <a:cubicBezTo>
                  <a:pt x="160" y="13"/>
                  <a:pt x="147" y="0"/>
                  <a:pt x="132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29" y="0"/>
                  <a:pt x="16" y="13"/>
                  <a:pt x="16" y="28"/>
                </a:cubicBezTo>
                <a:cubicBezTo>
                  <a:pt x="16" y="88"/>
                  <a:pt x="16" y="88"/>
                  <a:pt x="16" y="88"/>
                </a:cubicBezTo>
                <a:cubicBezTo>
                  <a:pt x="24" y="88"/>
                  <a:pt x="24" y="88"/>
                  <a:pt x="24" y="88"/>
                </a:cubicBezTo>
                <a:lnTo>
                  <a:pt x="24" y="28"/>
                </a:lnTo>
                <a:close/>
                <a:moveTo>
                  <a:pt x="168" y="120"/>
                </a:moveTo>
                <a:cubicBezTo>
                  <a:pt x="168" y="152"/>
                  <a:pt x="168" y="152"/>
                  <a:pt x="168" y="152"/>
                </a:cubicBezTo>
                <a:cubicBezTo>
                  <a:pt x="8" y="152"/>
                  <a:pt x="8" y="152"/>
                  <a:pt x="8" y="152"/>
                </a:cubicBezTo>
                <a:cubicBezTo>
                  <a:pt x="8" y="120"/>
                  <a:pt x="8" y="120"/>
                  <a:pt x="8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60"/>
                  <a:pt x="0" y="160"/>
                  <a:pt x="0" y="160"/>
                </a:cubicBezTo>
                <a:cubicBezTo>
                  <a:pt x="176" y="160"/>
                  <a:pt x="176" y="160"/>
                  <a:pt x="176" y="160"/>
                </a:cubicBezTo>
                <a:cubicBezTo>
                  <a:pt x="176" y="120"/>
                  <a:pt x="176" y="120"/>
                  <a:pt x="176" y="120"/>
                </a:cubicBezTo>
                <a:lnTo>
                  <a:pt x="168" y="120"/>
                </a:lnTo>
                <a:close/>
                <a:moveTo>
                  <a:pt x="36" y="176"/>
                </a:moveTo>
                <a:cubicBezTo>
                  <a:pt x="144" y="176"/>
                  <a:pt x="144" y="176"/>
                  <a:pt x="144" y="176"/>
                </a:cubicBezTo>
                <a:cubicBezTo>
                  <a:pt x="144" y="168"/>
                  <a:pt x="144" y="168"/>
                  <a:pt x="144" y="168"/>
                </a:cubicBezTo>
                <a:cubicBezTo>
                  <a:pt x="36" y="168"/>
                  <a:pt x="36" y="168"/>
                  <a:pt x="36" y="168"/>
                </a:cubicBezTo>
                <a:lnTo>
                  <a:pt x="36" y="176"/>
                </a:lnTo>
                <a:close/>
                <a:moveTo>
                  <a:pt x="65" y="36"/>
                </a:moveTo>
                <a:cubicBezTo>
                  <a:pt x="55" y="36"/>
                  <a:pt x="48" y="43"/>
                  <a:pt x="48" y="53"/>
                </a:cubicBezTo>
                <a:cubicBezTo>
                  <a:pt x="48" y="62"/>
                  <a:pt x="55" y="69"/>
                  <a:pt x="65" y="69"/>
                </a:cubicBezTo>
                <a:cubicBezTo>
                  <a:pt x="74" y="69"/>
                  <a:pt x="81" y="62"/>
                  <a:pt x="81" y="53"/>
                </a:cubicBezTo>
                <a:cubicBezTo>
                  <a:pt x="81" y="43"/>
                  <a:pt x="74" y="36"/>
                  <a:pt x="65" y="36"/>
                </a:cubicBezTo>
                <a:close/>
                <a:moveTo>
                  <a:pt x="65" y="61"/>
                </a:moveTo>
                <a:cubicBezTo>
                  <a:pt x="60" y="61"/>
                  <a:pt x="56" y="58"/>
                  <a:pt x="56" y="53"/>
                </a:cubicBezTo>
                <a:cubicBezTo>
                  <a:pt x="56" y="48"/>
                  <a:pt x="60" y="44"/>
                  <a:pt x="65" y="44"/>
                </a:cubicBezTo>
                <a:cubicBezTo>
                  <a:pt x="70" y="44"/>
                  <a:pt x="73" y="48"/>
                  <a:pt x="73" y="53"/>
                </a:cubicBezTo>
                <a:cubicBezTo>
                  <a:pt x="73" y="58"/>
                  <a:pt x="70" y="61"/>
                  <a:pt x="65" y="61"/>
                </a:cubicBezTo>
                <a:close/>
                <a:moveTo>
                  <a:pt x="65" y="83"/>
                </a:moveTo>
                <a:cubicBezTo>
                  <a:pt x="55" y="83"/>
                  <a:pt x="48" y="90"/>
                  <a:pt x="48" y="99"/>
                </a:cubicBezTo>
                <a:cubicBezTo>
                  <a:pt x="48" y="109"/>
                  <a:pt x="55" y="116"/>
                  <a:pt x="65" y="116"/>
                </a:cubicBezTo>
                <a:cubicBezTo>
                  <a:pt x="74" y="116"/>
                  <a:pt x="81" y="109"/>
                  <a:pt x="81" y="99"/>
                </a:cubicBezTo>
                <a:cubicBezTo>
                  <a:pt x="81" y="90"/>
                  <a:pt x="74" y="83"/>
                  <a:pt x="65" y="83"/>
                </a:cubicBezTo>
                <a:close/>
                <a:moveTo>
                  <a:pt x="65" y="108"/>
                </a:moveTo>
                <a:cubicBezTo>
                  <a:pt x="60" y="108"/>
                  <a:pt x="56" y="104"/>
                  <a:pt x="56" y="99"/>
                </a:cubicBezTo>
                <a:cubicBezTo>
                  <a:pt x="56" y="94"/>
                  <a:pt x="60" y="91"/>
                  <a:pt x="65" y="91"/>
                </a:cubicBezTo>
                <a:cubicBezTo>
                  <a:pt x="70" y="91"/>
                  <a:pt x="73" y="94"/>
                  <a:pt x="73" y="99"/>
                </a:cubicBezTo>
                <a:cubicBezTo>
                  <a:pt x="73" y="104"/>
                  <a:pt x="70" y="108"/>
                  <a:pt x="65" y="108"/>
                </a:cubicBezTo>
                <a:close/>
                <a:moveTo>
                  <a:pt x="111" y="36"/>
                </a:moveTo>
                <a:cubicBezTo>
                  <a:pt x="102" y="36"/>
                  <a:pt x="95" y="43"/>
                  <a:pt x="95" y="53"/>
                </a:cubicBezTo>
                <a:cubicBezTo>
                  <a:pt x="95" y="62"/>
                  <a:pt x="102" y="69"/>
                  <a:pt x="111" y="69"/>
                </a:cubicBezTo>
                <a:cubicBezTo>
                  <a:pt x="121" y="69"/>
                  <a:pt x="128" y="62"/>
                  <a:pt x="128" y="53"/>
                </a:cubicBezTo>
                <a:cubicBezTo>
                  <a:pt x="128" y="43"/>
                  <a:pt x="121" y="36"/>
                  <a:pt x="111" y="36"/>
                </a:cubicBezTo>
                <a:close/>
                <a:moveTo>
                  <a:pt x="111" y="61"/>
                </a:moveTo>
                <a:cubicBezTo>
                  <a:pt x="106" y="61"/>
                  <a:pt x="103" y="58"/>
                  <a:pt x="103" y="53"/>
                </a:cubicBezTo>
                <a:cubicBezTo>
                  <a:pt x="103" y="48"/>
                  <a:pt x="106" y="44"/>
                  <a:pt x="111" y="44"/>
                </a:cubicBezTo>
                <a:cubicBezTo>
                  <a:pt x="116" y="44"/>
                  <a:pt x="120" y="48"/>
                  <a:pt x="120" y="53"/>
                </a:cubicBezTo>
                <a:cubicBezTo>
                  <a:pt x="120" y="58"/>
                  <a:pt x="116" y="61"/>
                  <a:pt x="111" y="61"/>
                </a:cubicBezTo>
                <a:close/>
                <a:moveTo>
                  <a:pt x="111" y="83"/>
                </a:moveTo>
                <a:cubicBezTo>
                  <a:pt x="102" y="83"/>
                  <a:pt x="95" y="90"/>
                  <a:pt x="95" y="99"/>
                </a:cubicBezTo>
                <a:cubicBezTo>
                  <a:pt x="95" y="109"/>
                  <a:pt x="102" y="116"/>
                  <a:pt x="111" y="116"/>
                </a:cubicBezTo>
                <a:cubicBezTo>
                  <a:pt x="121" y="116"/>
                  <a:pt x="128" y="109"/>
                  <a:pt x="128" y="99"/>
                </a:cubicBezTo>
                <a:cubicBezTo>
                  <a:pt x="128" y="90"/>
                  <a:pt x="121" y="83"/>
                  <a:pt x="111" y="83"/>
                </a:cubicBezTo>
                <a:close/>
                <a:moveTo>
                  <a:pt x="111" y="108"/>
                </a:moveTo>
                <a:cubicBezTo>
                  <a:pt x="106" y="108"/>
                  <a:pt x="103" y="104"/>
                  <a:pt x="103" y="99"/>
                </a:cubicBezTo>
                <a:cubicBezTo>
                  <a:pt x="103" y="94"/>
                  <a:pt x="106" y="91"/>
                  <a:pt x="111" y="91"/>
                </a:cubicBezTo>
                <a:cubicBezTo>
                  <a:pt x="116" y="91"/>
                  <a:pt x="120" y="94"/>
                  <a:pt x="120" y="99"/>
                </a:cubicBezTo>
                <a:cubicBezTo>
                  <a:pt x="120" y="104"/>
                  <a:pt x="116" y="108"/>
                  <a:pt x="111" y="10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3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38">
            <a:extLst>
              <a:ext uri="{FF2B5EF4-FFF2-40B4-BE49-F238E27FC236}">
                <a16:creationId xmlns:a16="http://schemas.microsoft.com/office/drawing/2014/main" id="{5FAE1F24-82E6-495D-BA99-924590C4A66A}"/>
              </a:ext>
            </a:extLst>
          </p:cNvPr>
          <p:cNvSpPr>
            <a:spLocks noEditPoints="1"/>
          </p:cNvSpPr>
          <p:nvPr/>
        </p:nvSpPr>
        <p:spPr bwMode="auto">
          <a:xfrm>
            <a:off x="8197604" y="2706571"/>
            <a:ext cx="358498" cy="295710"/>
          </a:xfrm>
          <a:custGeom>
            <a:avLst/>
            <a:gdLst>
              <a:gd name="T0" fmla="*/ 189 w 194"/>
              <a:gd name="T1" fmla="*/ 46 h 160"/>
              <a:gd name="T2" fmla="*/ 176 w 194"/>
              <a:gd name="T3" fmla="*/ 40 h 160"/>
              <a:gd name="T4" fmla="*/ 46 w 194"/>
              <a:gd name="T5" fmla="*/ 40 h 160"/>
              <a:gd name="T6" fmla="*/ 22 w 194"/>
              <a:gd name="T7" fmla="*/ 59 h 160"/>
              <a:gd name="T8" fmla="*/ 8 w 194"/>
              <a:gd name="T9" fmla="*/ 111 h 160"/>
              <a:gd name="T10" fmla="*/ 8 w 194"/>
              <a:gd name="T11" fmla="*/ 40 h 160"/>
              <a:gd name="T12" fmla="*/ 21 w 194"/>
              <a:gd name="T13" fmla="*/ 28 h 160"/>
              <a:gd name="T14" fmla="*/ 48 w 194"/>
              <a:gd name="T15" fmla="*/ 28 h 160"/>
              <a:gd name="T16" fmla="*/ 48 w 194"/>
              <a:gd name="T17" fmla="*/ 8 h 160"/>
              <a:gd name="T18" fmla="*/ 104 w 194"/>
              <a:gd name="T19" fmla="*/ 8 h 160"/>
              <a:gd name="T20" fmla="*/ 104 w 194"/>
              <a:gd name="T21" fmla="*/ 28 h 160"/>
              <a:gd name="T22" fmla="*/ 152 w 194"/>
              <a:gd name="T23" fmla="*/ 28 h 160"/>
              <a:gd name="T24" fmla="*/ 152 w 194"/>
              <a:gd name="T25" fmla="*/ 20 h 160"/>
              <a:gd name="T26" fmla="*/ 112 w 194"/>
              <a:gd name="T27" fmla="*/ 20 h 160"/>
              <a:gd name="T28" fmla="*/ 112 w 194"/>
              <a:gd name="T29" fmla="*/ 0 h 160"/>
              <a:gd name="T30" fmla="*/ 40 w 194"/>
              <a:gd name="T31" fmla="*/ 0 h 160"/>
              <a:gd name="T32" fmla="*/ 40 w 194"/>
              <a:gd name="T33" fmla="*/ 20 h 160"/>
              <a:gd name="T34" fmla="*/ 21 w 194"/>
              <a:gd name="T35" fmla="*/ 20 h 160"/>
              <a:gd name="T36" fmla="*/ 0 w 194"/>
              <a:gd name="T37" fmla="*/ 40 h 160"/>
              <a:gd name="T38" fmla="*/ 0 w 194"/>
              <a:gd name="T39" fmla="*/ 141 h 160"/>
              <a:gd name="T40" fmla="*/ 0 w 194"/>
              <a:gd name="T41" fmla="*/ 148 h 160"/>
              <a:gd name="T42" fmla="*/ 0 w 194"/>
              <a:gd name="T43" fmla="*/ 148 h 160"/>
              <a:gd name="T44" fmla="*/ 0 w 194"/>
              <a:gd name="T45" fmla="*/ 148 h 160"/>
              <a:gd name="T46" fmla="*/ 3 w 194"/>
              <a:gd name="T47" fmla="*/ 154 h 160"/>
              <a:gd name="T48" fmla="*/ 16 w 194"/>
              <a:gd name="T49" fmla="*/ 160 h 160"/>
              <a:gd name="T50" fmla="*/ 147 w 194"/>
              <a:gd name="T51" fmla="*/ 160 h 160"/>
              <a:gd name="T52" fmla="*/ 171 w 194"/>
              <a:gd name="T53" fmla="*/ 142 h 160"/>
              <a:gd name="T54" fmla="*/ 192 w 194"/>
              <a:gd name="T55" fmla="*/ 61 h 160"/>
              <a:gd name="T56" fmla="*/ 189 w 194"/>
              <a:gd name="T57" fmla="*/ 46 h 160"/>
              <a:gd name="T58" fmla="*/ 184 w 194"/>
              <a:gd name="T59" fmla="*/ 59 h 160"/>
              <a:gd name="T60" fmla="*/ 163 w 194"/>
              <a:gd name="T61" fmla="*/ 140 h 160"/>
              <a:gd name="T62" fmla="*/ 147 w 194"/>
              <a:gd name="T63" fmla="*/ 152 h 160"/>
              <a:gd name="T64" fmla="*/ 16 w 194"/>
              <a:gd name="T65" fmla="*/ 152 h 160"/>
              <a:gd name="T66" fmla="*/ 9 w 194"/>
              <a:gd name="T67" fmla="*/ 149 h 160"/>
              <a:gd name="T68" fmla="*/ 8 w 194"/>
              <a:gd name="T69" fmla="*/ 147 h 160"/>
              <a:gd name="T70" fmla="*/ 8 w 194"/>
              <a:gd name="T71" fmla="*/ 142 h 160"/>
              <a:gd name="T72" fmla="*/ 8 w 194"/>
              <a:gd name="T73" fmla="*/ 142 h 160"/>
              <a:gd name="T74" fmla="*/ 30 w 194"/>
              <a:gd name="T75" fmla="*/ 61 h 160"/>
              <a:gd name="T76" fmla="*/ 46 w 194"/>
              <a:gd name="T77" fmla="*/ 48 h 160"/>
              <a:gd name="T78" fmla="*/ 176 w 194"/>
              <a:gd name="T79" fmla="*/ 48 h 160"/>
              <a:gd name="T80" fmla="*/ 183 w 194"/>
              <a:gd name="T81" fmla="*/ 51 h 160"/>
              <a:gd name="T82" fmla="*/ 184 w 194"/>
              <a:gd name="T83" fmla="*/ 59 h 160"/>
              <a:gd name="T84" fmla="*/ 100 w 194"/>
              <a:gd name="T85" fmla="*/ 80 h 160"/>
              <a:gd name="T86" fmla="*/ 160 w 194"/>
              <a:gd name="T87" fmla="*/ 80 h 160"/>
              <a:gd name="T88" fmla="*/ 160 w 194"/>
              <a:gd name="T89" fmla="*/ 72 h 160"/>
              <a:gd name="T90" fmla="*/ 100 w 194"/>
              <a:gd name="T91" fmla="*/ 72 h 160"/>
              <a:gd name="T92" fmla="*/ 100 w 194"/>
              <a:gd name="T93" fmla="*/ 80 h 160"/>
              <a:gd name="T94" fmla="*/ 80 w 194"/>
              <a:gd name="T95" fmla="*/ 96 h 160"/>
              <a:gd name="T96" fmla="*/ 140 w 194"/>
              <a:gd name="T97" fmla="*/ 96 h 160"/>
              <a:gd name="T98" fmla="*/ 140 w 194"/>
              <a:gd name="T99" fmla="*/ 88 h 160"/>
              <a:gd name="T100" fmla="*/ 80 w 194"/>
              <a:gd name="T101" fmla="*/ 88 h 160"/>
              <a:gd name="T102" fmla="*/ 80 w 194"/>
              <a:gd name="T103" fmla="*/ 9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94" h="160">
                <a:moveTo>
                  <a:pt x="189" y="46"/>
                </a:moveTo>
                <a:cubicBezTo>
                  <a:pt x="186" y="42"/>
                  <a:pt x="182" y="40"/>
                  <a:pt x="176" y="40"/>
                </a:cubicBezTo>
                <a:cubicBezTo>
                  <a:pt x="46" y="40"/>
                  <a:pt x="46" y="40"/>
                  <a:pt x="46" y="40"/>
                </a:cubicBezTo>
                <a:cubicBezTo>
                  <a:pt x="36" y="40"/>
                  <a:pt x="25" y="49"/>
                  <a:pt x="22" y="59"/>
                </a:cubicBezTo>
                <a:cubicBezTo>
                  <a:pt x="8" y="111"/>
                  <a:pt x="8" y="111"/>
                  <a:pt x="8" y="111"/>
                </a:cubicBezTo>
                <a:cubicBezTo>
                  <a:pt x="8" y="40"/>
                  <a:pt x="8" y="40"/>
                  <a:pt x="8" y="40"/>
                </a:cubicBezTo>
                <a:cubicBezTo>
                  <a:pt x="8" y="33"/>
                  <a:pt x="14" y="28"/>
                  <a:pt x="21" y="28"/>
                </a:cubicBezTo>
                <a:cubicBezTo>
                  <a:pt x="48" y="28"/>
                  <a:pt x="48" y="28"/>
                  <a:pt x="48" y="28"/>
                </a:cubicBezTo>
                <a:cubicBezTo>
                  <a:pt x="48" y="8"/>
                  <a:pt x="48" y="8"/>
                  <a:pt x="48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28"/>
                  <a:pt x="104" y="28"/>
                  <a:pt x="104" y="28"/>
                </a:cubicBezTo>
                <a:cubicBezTo>
                  <a:pt x="152" y="28"/>
                  <a:pt x="152" y="28"/>
                  <a:pt x="152" y="28"/>
                </a:cubicBezTo>
                <a:cubicBezTo>
                  <a:pt x="152" y="20"/>
                  <a:pt x="152" y="20"/>
                  <a:pt x="152" y="20"/>
                </a:cubicBezTo>
                <a:cubicBezTo>
                  <a:pt x="112" y="20"/>
                  <a:pt x="112" y="20"/>
                  <a:pt x="112" y="20"/>
                </a:cubicBezTo>
                <a:cubicBezTo>
                  <a:pt x="112" y="0"/>
                  <a:pt x="112" y="0"/>
                  <a:pt x="1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20"/>
                  <a:pt x="40" y="20"/>
                  <a:pt x="40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9" y="20"/>
                  <a:pt x="0" y="29"/>
                  <a:pt x="0" y="40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44"/>
                  <a:pt x="0" y="146"/>
                  <a:pt x="0" y="148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48"/>
                  <a:pt x="0" y="148"/>
                  <a:pt x="0" y="148"/>
                </a:cubicBezTo>
                <a:cubicBezTo>
                  <a:pt x="1" y="150"/>
                  <a:pt x="2" y="152"/>
                  <a:pt x="3" y="154"/>
                </a:cubicBezTo>
                <a:cubicBezTo>
                  <a:pt x="6" y="158"/>
                  <a:pt x="11" y="160"/>
                  <a:pt x="16" y="160"/>
                </a:cubicBezTo>
                <a:cubicBezTo>
                  <a:pt x="147" y="160"/>
                  <a:pt x="147" y="160"/>
                  <a:pt x="147" y="160"/>
                </a:cubicBezTo>
                <a:cubicBezTo>
                  <a:pt x="157" y="160"/>
                  <a:pt x="168" y="152"/>
                  <a:pt x="171" y="142"/>
                </a:cubicBezTo>
                <a:cubicBezTo>
                  <a:pt x="192" y="61"/>
                  <a:pt x="192" y="61"/>
                  <a:pt x="192" y="61"/>
                </a:cubicBezTo>
                <a:cubicBezTo>
                  <a:pt x="194" y="56"/>
                  <a:pt x="193" y="50"/>
                  <a:pt x="189" y="46"/>
                </a:cubicBezTo>
                <a:close/>
                <a:moveTo>
                  <a:pt x="184" y="59"/>
                </a:moveTo>
                <a:cubicBezTo>
                  <a:pt x="163" y="140"/>
                  <a:pt x="163" y="140"/>
                  <a:pt x="163" y="140"/>
                </a:cubicBezTo>
                <a:cubicBezTo>
                  <a:pt x="161" y="146"/>
                  <a:pt x="154" y="152"/>
                  <a:pt x="147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3" y="152"/>
                  <a:pt x="11" y="151"/>
                  <a:pt x="9" y="149"/>
                </a:cubicBezTo>
                <a:cubicBezTo>
                  <a:pt x="9" y="148"/>
                  <a:pt x="9" y="148"/>
                  <a:pt x="8" y="147"/>
                </a:cubicBezTo>
                <a:cubicBezTo>
                  <a:pt x="8" y="142"/>
                  <a:pt x="8" y="142"/>
                  <a:pt x="8" y="142"/>
                </a:cubicBezTo>
                <a:cubicBezTo>
                  <a:pt x="8" y="142"/>
                  <a:pt x="8" y="142"/>
                  <a:pt x="8" y="142"/>
                </a:cubicBezTo>
                <a:cubicBezTo>
                  <a:pt x="30" y="61"/>
                  <a:pt x="30" y="61"/>
                  <a:pt x="30" y="61"/>
                </a:cubicBezTo>
                <a:cubicBezTo>
                  <a:pt x="32" y="54"/>
                  <a:pt x="39" y="48"/>
                  <a:pt x="46" y="48"/>
                </a:cubicBezTo>
                <a:cubicBezTo>
                  <a:pt x="176" y="48"/>
                  <a:pt x="176" y="48"/>
                  <a:pt x="176" y="48"/>
                </a:cubicBezTo>
                <a:cubicBezTo>
                  <a:pt x="179" y="48"/>
                  <a:pt x="182" y="49"/>
                  <a:pt x="183" y="51"/>
                </a:cubicBezTo>
                <a:cubicBezTo>
                  <a:pt x="185" y="53"/>
                  <a:pt x="185" y="56"/>
                  <a:pt x="184" y="59"/>
                </a:cubicBezTo>
                <a:close/>
                <a:moveTo>
                  <a:pt x="100" y="80"/>
                </a:moveTo>
                <a:cubicBezTo>
                  <a:pt x="160" y="80"/>
                  <a:pt x="160" y="80"/>
                  <a:pt x="160" y="80"/>
                </a:cubicBezTo>
                <a:cubicBezTo>
                  <a:pt x="160" y="72"/>
                  <a:pt x="160" y="72"/>
                  <a:pt x="160" y="72"/>
                </a:cubicBezTo>
                <a:cubicBezTo>
                  <a:pt x="100" y="72"/>
                  <a:pt x="100" y="72"/>
                  <a:pt x="100" y="72"/>
                </a:cubicBezTo>
                <a:lnTo>
                  <a:pt x="100" y="80"/>
                </a:lnTo>
                <a:close/>
                <a:moveTo>
                  <a:pt x="80" y="96"/>
                </a:moveTo>
                <a:cubicBezTo>
                  <a:pt x="140" y="96"/>
                  <a:pt x="140" y="96"/>
                  <a:pt x="140" y="96"/>
                </a:cubicBezTo>
                <a:cubicBezTo>
                  <a:pt x="140" y="88"/>
                  <a:pt x="140" y="88"/>
                  <a:pt x="140" y="88"/>
                </a:cubicBezTo>
                <a:cubicBezTo>
                  <a:pt x="80" y="88"/>
                  <a:pt x="80" y="88"/>
                  <a:pt x="80" y="88"/>
                </a:cubicBezTo>
                <a:lnTo>
                  <a:pt x="80" y="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8">
            <a:extLst>
              <a:ext uri="{FF2B5EF4-FFF2-40B4-BE49-F238E27FC236}">
                <a16:creationId xmlns:a16="http://schemas.microsoft.com/office/drawing/2014/main" id="{39517156-EAE1-4FE3-96F7-D8D34DAC4B07}"/>
              </a:ext>
            </a:extLst>
          </p:cNvPr>
          <p:cNvSpPr>
            <a:spLocks noEditPoints="1"/>
          </p:cNvSpPr>
          <p:nvPr/>
        </p:nvSpPr>
        <p:spPr bwMode="auto">
          <a:xfrm>
            <a:off x="3660887" y="4994019"/>
            <a:ext cx="394067" cy="363246"/>
          </a:xfrm>
          <a:custGeom>
            <a:avLst/>
            <a:gdLst>
              <a:gd name="T0" fmla="*/ 58 w 179"/>
              <a:gd name="T1" fmla="*/ 73 h 165"/>
              <a:gd name="T2" fmla="*/ 18 w 179"/>
              <a:gd name="T3" fmla="*/ 73 h 165"/>
              <a:gd name="T4" fmla="*/ 18 w 179"/>
              <a:gd name="T5" fmla="*/ 154 h 165"/>
              <a:gd name="T6" fmla="*/ 58 w 179"/>
              <a:gd name="T7" fmla="*/ 154 h 165"/>
              <a:gd name="T8" fmla="*/ 58 w 179"/>
              <a:gd name="T9" fmla="*/ 73 h 165"/>
              <a:gd name="T10" fmla="*/ 51 w 179"/>
              <a:gd name="T11" fmla="*/ 146 h 165"/>
              <a:gd name="T12" fmla="*/ 25 w 179"/>
              <a:gd name="T13" fmla="*/ 146 h 165"/>
              <a:gd name="T14" fmla="*/ 25 w 179"/>
              <a:gd name="T15" fmla="*/ 81 h 165"/>
              <a:gd name="T16" fmla="*/ 51 w 179"/>
              <a:gd name="T17" fmla="*/ 81 h 165"/>
              <a:gd name="T18" fmla="*/ 51 w 179"/>
              <a:gd name="T19" fmla="*/ 146 h 165"/>
              <a:gd name="T20" fmla="*/ 113 w 179"/>
              <a:gd name="T21" fmla="*/ 41 h 165"/>
              <a:gd name="T22" fmla="*/ 73 w 179"/>
              <a:gd name="T23" fmla="*/ 41 h 165"/>
              <a:gd name="T24" fmla="*/ 73 w 179"/>
              <a:gd name="T25" fmla="*/ 154 h 165"/>
              <a:gd name="T26" fmla="*/ 113 w 179"/>
              <a:gd name="T27" fmla="*/ 154 h 165"/>
              <a:gd name="T28" fmla="*/ 113 w 179"/>
              <a:gd name="T29" fmla="*/ 41 h 165"/>
              <a:gd name="T30" fmla="*/ 106 w 179"/>
              <a:gd name="T31" fmla="*/ 146 h 165"/>
              <a:gd name="T32" fmla="*/ 80 w 179"/>
              <a:gd name="T33" fmla="*/ 146 h 165"/>
              <a:gd name="T34" fmla="*/ 80 w 179"/>
              <a:gd name="T35" fmla="*/ 48 h 165"/>
              <a:gd name="T36" fmla="*/ 106 w 179"/>
              <a:gd name="T37" fmla="*/ 48 h 165"/>
              <a:gd name="T38" fmla="*/ 106 w 179"/>
              <a:gd name="T39" fmla="*/ 146 h 165"/>
              <a:gd name="T40" fmla="*/ 168 w 179"/>
              <a:gd name="T41" fmla="*/ 0 h 165"/>
              <a:gd name="T42" fmla="*/ 128 w 179"/>
              <a:gd name="T43" fmla="*/ 0 h 165"/>
              <a:gd name="T44" fmla="*/ 128 w 179"/>
              <a:gd name="T45" fmla="*/ 154 h 165"/>
              <a:gd name="T46" fmla="*/ 168 w 179"/>
              <a:gd name="T47" fmla="*/ 154 h 165"/>
              <a:gd name="T48" fmla="*/ 168 w 179"/>
              <a:gd name="T49" fmla="*/ 0 h 165"/>
              <a:gd name="T50" fmla="*/ 160 w 179"/>
              <a:gd name="T51" fmla="*/ 146 h 165"/>
              <a:gd name="T52" fmla="*/ 135 w 179"/>
              <a:gd name="T53" fmla="*/ 146 h 165"/>
              <a:gd name="T54" fmla="*/ 135 w 179"/>
              <a:gd name="T55" fmla="*/ 8 h 165"/>
              <a:gd name="T56" fmla="*/ 160 w 179"/>
              <a:gd name="T57" fmla="*/ 8 h 165"/>
              <a:gd name="T58" fmla="*/ 160 w 179"/>
              <a:gd name="T59" fmla="*/ 146 h 165"/>
              <a:gd name="T60" fmla="*/ 0 w 179"/>
              <a:gd name="T61" fmla="*/ 157 h 165"/>
              <a:gd name="T62" fmla="*/ 0 w 179"/>
              <a:gd name="T63" fmla="*/ 165 h 165"/>
              <a:gd name="T64" fmla="*/ 179 w 179"/>
              <a:gd name="T65" fmla="*/ 165 h 165"/>
              <a:gd name="T66" fmla="*/ 179 w 179"/>
              <a:gd name="T67" fmla="*/ 157 h 165"/>
              <a:gd name="T68" fmla="*/ 0 w 179"/>
              <a:gd name="T69" fmla="*/ 157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9" h="165">
                <a:moveTo>
                  <a:pt x="58" y="73"/>
                </a:moveTo>
                <a:lnTo>
                  <a:pt x="18" y="73"/>
                </a:lnTo>
                <a:lnTo>
                  <a:pt x="18" y="154"/>
                </a:lnTo>
                <a:lnTo>
                  <a:pt x="58" y="154"/>
                </a:lnTo>
                <a:lnTo>
                  <a:pt x="58" y="73"/>
                </a:lnTo>
                <a:close/>
                <a:moveTo>
                  <a:pt x="51" y="146"/>
                </a:moveTo>
                <a:lnTo>
                  <a:pt x="25" y="146"/>
                </a:lnTo>
                <a:lnTo>
                  <a:pt x="25" y="81"/>
                </a:lnTo>
                <a:lnTo>
                  <a:pt x="51" y="81"/>
                </a:lnTo>
                <a:lnTo>
                  <a:pt x="51" y="146"/>
                </a:lnTo>
                <a:close/>
                <a:moveTo>
                  <a:pt x="113" y="41"/>
                </a:moveTo>
                <a:lnTo>
                  <a:pt x="73" y="41"/>
                </a:lnTo>
                <a:lnTo>
                  <a:pt x="73" y="154"/>
                </a:lnTo>
                <a:lnTo>
                  <a:pt x="113" y="154"/>
                </a:lnTo>
                <a:lnTo>
                  <a:pt x="113" y="41"/>
                </a:lnTo>
                <a:close/>
                <a:moveTo>
                  <a:pt x="106" y="146"/>
                </a:moveTo>
                <a:lnTo>
                  <a:pt x="80" y="146"/>
                </a:lnTo>
                <a:lnTo>
                  <a:pt x="80" y="48"/>
                </a:lnTo>
                <a:lnTo>
                  <a:pt x="106" y="48"/>
                </a:lnTo>
                <a:lnTo>
                  <a:pt x="106" y="146"/>
                </a:lnTo>
                <a:close/>
                <a:moveTo>
                  <a:pt x="168" y="0"/>
                </a:moveTo>
                <a:lnTo>
                  <a:pt x="128" y="0"/>
                </a:lnTo>
                <a:lnTo>
                  <a:pt x="128" y="154"/>
                </a:lnTo>
                <a:lnTo>
                  <a:pt x="168" y="154"/>
                </a:lnTo>
                <a:lnTo>
                  <a:pt x="168" y="0"/>
                </a:lnTo>
                <a:close/>
                <a:moveTo>
                  <a:pt x="160" y="146"/>
                </a:moveTo>
                <a:lnTo>
                  <a:pt x="135" y="146"/>
                </a:lnTo>
                <a:lnTo>
                  <a:pt x="135" y="8"/>
                </a:lnTo>
                <a:lnTo>
                  <a:pt x="160" y="8"/>
                </a:lnTo>
                <a:lnTo>
                  <a:pt x="160" y="146"/>
                </a:lnTo>
                <a:close/>
                <a:moveTo>
                  <a:pt x="0" y="157"/>
                </a:moveTo>
                <a:lnTo>
                  <a:pt x="0" y="165"/>
                </a:lnTo>
                <a:lnTo>
                  <a:pt x="179" y="165"/>
                </a:lnTo>
                <a:lnTo>
                  <a:pt x="179" y="157"/>
                </a:lnTo>
                <a:lnTo>
                  <a:pt x="0" y="1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94A20-0881-4103-9621-D3C6EBF49965}"/>
              </a:ext>
            </a:extLst>
          </p:cNvPr>
          <p:cNvGrpSpPr/>
          <p:nvPr/>
        </p:nvGrpSpPr>
        <p:grpSpPr>
          <a:xfrm>
            <a:off x="4570978" y="4682986"/>
            <a:ext cx="3050045" cy="986127"/>
            <a:chOff x="375035" y="2253439"/>
            <a:chExt cx="3248906" cy="1050422"/>
          </a:xfrm>
        </p:grpSpPr>
        <p:sp>
          <p:nvSpPr>
            <p:cNvPr id="3" name="Shape 28232">
              <a:extLst>
                <a:ext uri="{FF2B5EF4-FFF2-40B4-BE49-F238E27FC236}">
                  <a16:creationId xmlns:a16="http://schemas.microsoft.com/office/drawing/2014/main" id="{ADD53424-0FE2-454C-B8BF-1FCAE68762EE}"/>
                </a:ext>
              </a:extLst>
            </p:cNvPr>
            <p:cNvSpPr/>
            <p:nvPr/>
          </p:nvSpPr>
          <p:spPr>
            <a:xfrm>
              <a:off x="375035" y="2253439"/>
              <a:ext cx="3248905" cy="1050422"/>
            </a:xfrm>
            <a:prstGeom prst="ellipse">
              <a:avLst/>
            </a:prstGeom>
            <a:solidFill>
              <a:schemeClr val="bg1">
                <a:lumMod val="95000"/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Shape 28233">
              <a:extLst>
                <a:ext uri="{FF2B5EF4-FFF2-40B4-BE49-F238E27FC236}">
                  <a16:creationId xmlns:a16="http://schemas.microsoft.com/office/drawing/2014/main" id="{7B103E33-B643-4774-8602-A6626384EC52}"/>
                </a:ext>
              </a:extLst>
            </p:cNvPr>
            <p:cNvSpPr/>
            <p:nvPr/>
          </p:nvSpPr>
          <p:spPr>
            <a:xfrm>
              <a:off x="375036" y="2715282"/>
              <a:ext cx="3248905" cy="587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007"/>
                  </a:moveTo>
                  <a:cubicBezTo>
                    <a:pt x="5270" y="17007"/>
                    <a:pt x="711" y="9578"/>
                    <a:pt x="76" y="0"/>
                  </a:cubicBezTo>
                  <a:cubicBezTo>
                    <a:pt x="26" y="753"/>
                    <a:pt x="0" y="1519"/>
                    <a:pt x="0" y="2296"/>
                  </a:cubicBezTo>
                  <a:cubicBezTo>
                    <a:pt x="0" y="12957"/>
                    <a:pt x="4835" y="21600"/>
                    <a:pt x="10800" y="21600"/>
                  </a:cubicBezTo>
                  <a:cubicBezTo>
                    <a:pt x="16765" y="21600"/>
                    <a:pt x="21600" y="12957"/>
                    <a:pt x="21600" y="2296"/>
                  </a:cubicBezTo>
                  <a:cubicBezTo>
                    <a:pt x="21600" y="1519"/>
                    <a:pt x="21574" y="753"/>
                    <a:pt x="21524" y="0"/>
                  </a:cubicBezTo>
                  <a:cubicBezTo>
                    <a:pt x="20889" y="9578"/>
                    <a:pt x="16330" y="17007"/>
                    <a:pt x="10800" y="17007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0EBEC7-0B47-432A-8376-9310F73A030C}"/>
              </a:ext>
            </a:extLst>
          </p:cNvPr>
          <p:cNvGrpSpPr/>
          <p:nvPr/>
        </p:nvGrpSpPr>
        <p:grpSpPr>
          <a:xfrm>
            <a:off x="4570978" y="3909111"/>
            <a:ext cx="3050045" cy="986127"/>
            <a:chOff x="375035" y="2253439"/>
            <a:chExt cx="3248906" cy="1050422"/>
          </a:xfrm>
        </p:grpSpPr>
        <p:sp>
          <p:nvSpPr>
            <p:cNvPr id="6" name="Shape 28232">
              <a:extLst>
                <a:ext uri="{FF2B5EF4-FFF2-40B4-BE49-F238E27FC236}">
                  <a16:creationId xmlns:a16="http://schemas.microsoft.com/office/drawing/2014/main" id="{8C586145-2372-4C1C-8C9F-9C1FC6EC79AA}"/>
                </a:ext>
              </a:extLst>
            </p:cNvPr>
            <p:cNvSpPr/>
            <p:nvPr/>
          </p:nvSpPr>
          <p:spPr>
            <a:xfrm>
              <a:off x="375035" y="2253439"/>
              <a:ext cx="3248905" cy="105042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Shape 28233">
              <a:extLst>
                <a:ext uri="{FF2B5EF4-FFF2-40B4-BE49-F238E27FC236}">
                  <a16:creationId xmlns:a16="http://schemas.microsoft.com/office/drawing/2014/main" id="{588AFBF8-F784-495E-9592-174CB3BFCD3E}"/>
                </a:ext>
              </a:extLst>
            </p:cNvPr>
            <p:cNvSpPr/>
            <p:nvPr/>
          </p:nvSpPr>
          <p:spPr>
            <a:xfrm>
              <a:off x="375036" y="2715282"/>
              <a:ext cx="3248905" cy="587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007"/>
                  </a:moveTo>
                  <a:cubicBezTo>
                    <a:pt x="5270" y="17007"/>
                    <a:pt x="711" y="9578"/>
                    <a:pt x="76" y="0"/>
                  </a:cubicBezTo>
                  <a:cubicBezTo>
                    <a:pt x="26" y="753"/>
                    <a:pt x="0" y="1519"/>
                    <a:pt x="0" y="2296"/>
                  </a:cubicBezTo>
                  <a:cubicBezTo>
                    <a:pt x="0" y="12957"/>
                    <a:pt x="4835" y="21600"/>
                    <a:pt x="10800" y="21600"/>
                  </a:cubicBezTo>
                  <a:cubicBezTo>
                    <a:pt x="16765" y="21600"/>
                    <a:pt x="21600" y="12957"/>
                    <a:pt x="21600" y="2296"/>
                  </a:cubicBezTo>
                  <a:cubicBezTo>
                    <a:pt x="21600" y="1519"/>
                    <a:pt x="21574" y="753"/>
                    <a:pt x="21524" y="0"/>
                  </a:cubicBezTo>
                  <a:cubicBezTo>
                    <a:pt x="20889" y="9578"/>
                    <a:pt x="16330" y="17007"/>
                    <a:pt x="10800" y="17007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4E075C-5B7F-400A-B071-F351DE036023}"/>
              </a:ext>
            </a:extLst>
          </p:cNvPr>
          <p:cNvGrpSpPr/>
          <p:nvPr/>
        </p:nvGrpSpPr>
        <p:grpSpPr>
          <a:xfrm>
            <a:off x="4570978" y="3135237"/>
            <a:ext cx="3050045" cy="986127"/>
            <a:chOff x="375035" y="2253439"/>
            <a:chExt cx="3248906" cy="1050422"/>
          </a:xfrm>
        </p:grpSpPr>
        <p:sp>
          <p:nvSpPr>
            <p:cNvPr id="9" name="Shape 28232">
              <a:extLst>
                <a:ext uri="{FF2B5EF4-FFF2-40B4-BE49-F238E27FC236}">
                  <a16:creationId xmlns:a16="http://schemas.microsoft.com/office/drawing/2014/main" id="{DA3402EE-0A26-444A-999D-53EBA6C61DF0}"/>
                </a:ext>
              </a:extLst>
            </p:cNvPr>
            <p:cNvSpPr/>
            <p:nvPr/>
          </p:nvSpPr>
          <p:spPr>
            <a:xfrm>
              <a:off x="375035" y="2253439"/>
              <a:ext cx="3248905" cy="1050422"/>
            </a:xfrm>
            <a:prstGeom prst="ellipse">
              <a:avLst/>
            </a:prstGeom>
            <a:solidFill>
              <a:schemeClr val="bg1">
                <a:lumMod val="95000"/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Shape 28233">
              <a:extLst>
                <a:ext uri="{FF2B5EF4-FFF2-40B4-BE49-F238E27FC236}">
                  <a16:creationId xmlns:a16="http://schemas.microsoft.com/office/drawing/2014/main" id="{98C5A116-3C59-4C34-8B23-13EB814360AE}"/>
                </a:ext>
              </a:extLst>
            </p:cNvPr>
            <p:cNvSpPr/>
            <p:nvPr/>
          </p:nvSpPr>
          <p:spPr>
            <a:xfrm>
              <a:off x="375036" y="2715282"/>
              <a:ext cx="3248905" cy="587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007"/>
                  </a:moveTo>
                  <a:cubicBezTo>
                    <a:pt x="5270" y="17007"/>
                    <a:pt x="711" y="9578"/>
                    <a:pt x="76" y="0"/>
                  </a:cubicBezTo>
                  <a:cubicBezTo>
                    <a:pt x="26" y="753"/>
                    <a:pt x="0" y="1519"/>
                    <a:pt x="0" y="2296"/>
                  </a:cubicBezTo>
                  <a:cubicBezTo>
                    <a:pt x="0" y="12957"/>
                    <a:pt x="4835" y="21600"/>
                    <a:pt x="10800" y="21600"/>
                  </a:cubicBezTo>
                  <a:cubicBezTo>
                    <a:pt x="16765" y="21600"/>
                    <a:pt x="21600" y="12957"/>
                    <a:pt x="21600" y="2296"/>
                  </a:cubicBezTo>
                  <a:cubicBezTo>
                    <a:pt x="21600" y="1519"/>
                    <a:pt x="21574" y="753"/>
                    <a:pt x="21524" y="0"/>
                  </a:cubicBezTo>
                  <a:cubicBezTo>
                    <a:pt x="20889" y="9578"/>
                    <a:pt x="16330" y="17007"/>
                    <a:pt x="10800" y="17007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505EA5-FF3F-4A3D-8726-407A84AB7CC0}"/>
              </a:ext>
            </a:extLst>
          </p:cNvPr>
          <p:cNvGrpSpPr/>
          <p:nvPr/>
        </p:nvGrpSpPr>
        <p:grpSpPr>
          <a:xfrm>
            <a:off x="4570978" y="2361362"/>
            <a:ext cx="3050045" cy="986127"/>
            <a:chOff x="375035" y="2253439"/>
            <a:chExt cx="3248906" cy="1050422"/>
          </a:xfrm>
        </p:grpSpPr>
        <p:sp>
          <p:nvSpPr>
            <p:cNvPr id="12" name="Shape 28232">
              <a:extLst>
                <a:ext uri="{FF2B5EF4-FFF2-40B4-BE49-F238E27FC236}">
                  <a16:creationId xmlns:a16="http://schemas.microsoft.com/office/drawing/2014/main" id="{88BCB4DB-83A0-47FC-9ECD-4D2356A31200}"/>
                </a:ext>
              </a:extLst>
            </p:cNvPr>
            <p:cNvSpPr/>
            <p:nvPr/>
          </p:nvSpPr>
          <p:spPr>
            <a:xfrm>
              <a:off x="375035" y="2253439"/>
              <a:ext cx="3248905" cy="1050422"/>
            </a:xfrm>
            <a:prstGeom prst="ellipse">
              <a:avLst/>
            </a:prstGeom>
            <a:solidFill>
              <a:schemeClr val="bg1">
                <a:lumMod val="95000"/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Shape 28233">
              <a:extLst>
                <a:ext uri="{FF2B5EF4-FFF2-40B4-BE49-F238E27FC236}">
                  <a16:creationId xmlns:a16="http://schemas.microsoft.com/office/drawing/2014/main" id="{FC1C493C-8D0F-4283-8B15-D9E8EC2650F8}"/>
                </a:ext>
              </a:extLst>
            </p:cNvPr>
            <p:cNvSpPr/>
            <p:nvPr/>
          </p:nvSpPr>
          <p:spPr>
            <a:xfrm>
              <a:off x="375036" y="2715282"/>
              <a:ext cx="3248905" cy="587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7007"/>
                  </a:moveTo>
                  <a:cubicBezTo>
                    <a:pt x="5270" y="17007"/>
                    <a:pt x="711" y="9578"/>
                    <a:pt x="76" y="0"/>
                  </a:cubicBezTo>
                  <a:cubicBezTo>
                    <a:pt x="26" y="753"/>
                    <a:pt x="0" y="1519"/>
                    <a:pt x="0" y="2296"/>
                  </a:cubicBezTo>
                  <a:cubicBezTo>
                    <a:pt x="0" y="12957"/>
                    <a:pt x="4835" y="21600"/>
                    <a:pt x="10800" y="21600"/>
                  </a:cubicBezTo>
                  <a:cubicBezTo>
                    <a:pt x="16765" y="21600"/>
                    <a:pt x="21600" y="12957"/>
                    <a:pt x="21600" y="2296"/>
                  </a:cubicBezTo>
                  <a:cubicBezTo>
                    <a:pt x="21600" y="1519"/>
                    <a:pt x="21574" y="753"/>
                    <a:pt x="21524" y="0"/>
                  </a:cubicBezTo>
                  <a:cubicBezTo>
                    <a:pt x="20889" y="9578"/>
                    <a:pt x="16330" y="17007"/>
                    <a:pt x="10800" y="17007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30434" tIns="30434" rIns="30434" bIns="30434" numCol="1" anchor="ctr">
              <a:noAutofit/>
            </a:bodyPr>
            <a:lstStyle/>
            <a:p>
              <a:pPr defTabSz="36518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2396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139E1F-B6F8-4061-95E0-5147888F74D2}"/>
              </a:ext>
            </a:extLst>
          </p:cNvPr>
          <p:cNvSpPr txBox="1"/>
          <p:nvPr/>
        </p:nvSpPr>
        <p:spPr>
          <a:xfrm>
            <a:off x="486114" y="739247"/>
            <a:ext cx="7252391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Infographic Insights SaaS Impact on Business Growth and Efficiency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4D9D0-55DF-4F9B-8E0C-BBADC338F56A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38" name="Freeform 43">
            <a:extLst>
              <a:ext uri="{FF2B5EF4-FFF2-40B4-BE49-F238E27FC236}">
                <a16:creationId xmlns:a16="http://schemas.microsoft.com/office/drawing/2014/main" id="{541D46A6-E86E-4929-8514-4BD9897DFE04}"/>
              </a:ext>
            </a:extLst>
          </p:cNvPr>
          <p:cNvSpPr>
            <a:spLocks noEditPoints="1"/>
          </p:cNvSpPr>
          <p:nvPr/>
        </p:nvSpPr>
        <p:spPr bwMode="auto">
          <a:xfrm>
            <a:off x="3660887" y="3445959"/>
            <a:ext cx="423387" cy="360195"/>
          </a:xfrm>
          <a:custGeom>
            <a:avLst/>
            <a:gdLst>
              <a:gd name="T0" fmla="*/ 193 w 221"/>
              <a:gd name="T1" fmla="*/ 102 h 187"/>
              <a:gd name="T2" fmla="*/ 221 w 221"/>
              <a:gd name="T3" fmla="*/ 74 h 187"/>
              <a:gd name="T4" fmla="*/ 147 w 221"/>
              <a:gd name="T5" fmla="*/ 0 h 187"/>
              <a:gd name="T6" fmla="*/ 119 w 221"/>
              <a:gd name="T7" fmla="*/ 29 h 187"/>
              <a:gd name="T8" fmla="*/ 125 w 221"/>
              <a:gd name="T9" fmla="*/ 34 h 187"/>
              <a:gd name="T10" fmla="*/ 114 w 221"/>
              <a:gd name="T11" fmla="*/ 46 h 187"/>
              <a:gd name="T12" fmla="*/ 102 w 221"/>
              <a:gd name="T13" fmla="*/ 34 h 187"/>
              <a:gd name="T14" fmla="*/ 108 w 221"/>
              <a:gd name="T15" fmla="*/ 29 h 187"/>
              <a:gd name="T16" fmla="*/ 80 w 221"/>
              <a:gd name="T17" fmla="*/ 0 h 187"/>
              <a:gd name="T18" fmla="*/ 0 w 221"/>
              <a:gd name="T19" fmla="*/ 80 h 187"/>
              <a:gd name="T20" fmla="*/ 29 w 221"/>
              <a:gd name="T21" fmla="*/ 108 h 187"/>
              <a:gd name="T22" fmla="*/ 34 w 221"/>
              <a:gd name="T23" fmla="*/ 102 h 187"/>
              <a:gd name="T24" fmla="*/ 119 w 221"/>
              <a:gd name="T25" fmla="*/ 187 h 187"/>
              <a:gd name="T26" fmla="*/ 187 w 221"/>
              <a:gd name="T27" fmla="*/ 119 h 187"/>
              <a:gd name="T28" fmla="*/ 176 w 221"/>
              <a:gd name="T29" fmla="*/ 108 h 187"/>
              <a:gd name="T30" fmla="*/ 187 w 221"/>
              <a:gd name="T31" fmla="*/ 96 h 187"/>
              <a:gd name="T32" fmla="*/ 193 w 221"/>
              <a:gd name="T33" fmla="*/ 102 h 187"/>
              <a:gd name="T34" fmla="*/ 12 w 221"/>
              <a:gd name="T35" fmla="*/ 80 h 187"/>
              <a:gd name="T36" fmla="*/ 80 w 221"/>
              <a:gd name="T37" fmla="*/ 12 h 187"/>
              <a:gd name="T38" fmla="*/ 97 w 221"/>
              <a:gd name="T39" fmla="*/ 29 h 187"/>
              <a:gd name="T40" fmla="*/ 29 w 221"/>
              <a:gd name="T41" fmla="*/ 96 h 187"/>
              <a:gd name="T42" fmla="*/ 12 w 221"/>
              <a:gd name="T43" fmla="*/ 80 h 187"/>
              <a:gd name="T44" fmla="*/ 167 w 221"/>
              <a:gd name="T45" fmla="*/ 128 h 187"/>
              <a:gd name="T46" fmla="*/ 142 w 221"/>
              <a:gd name="T47" fmla="*/ 102 h 187"/>
              <a:gd name="T48" fmla="*/ 136 w 221"/>
              <a:gd name="T49" fmla="*/ 102 h 187"/>
              <a:gd name="T50" fmla="*/ 136 w 221"/>
              <a:gd name="T51" fmla="*/ 108 h 187"/>
              <a:gd name="T52" fmla="*/ 162 w 221"/>
              <a:gd name="T53" fmla="*/ 133 h 187"/>
              <a:gd name="T54" fmla="*/ 150 w 221"/>
              <a:gd name="T55" fmla="*/ 145 h 187"/>
              <a:gd name="T56" fmla="*/ 125 w 221"/>
              <a:gd name="T57" fmla="*/ 119 h 187"/>
              <a:gd name="T58" fmla="*/ 119 w 221"/>
              <a:gd name="T59" fmla="*/ 119 h 187"/>
              <a:gd name="T60" fmla="*/ 119 w 221"/>
              <a:gd name="T61" fmla="*/ 125 h 187"/>
              <a:gd name="T62" fmla="*/ 145 w 221"/>
              <a:gd name="T63" fmla="*/ 150 h 187"/>
              <a:gd name="T64" fmla="*/ 145 w 221"/>
              <a:gd name="T65" fmla="*/ 150 h 187"/>
              <a:gd name="T66" fmla="*/ 133 w 221"/>
              <a:gd name="T67" fmla="*/ 162 h 187"/>
              <a:gd name="T68" fmla="*/ 108 w 221"/>
              <a:gd name="T69" fmla="*/ 136 h 187"/>
              <a:gd name="T70" fmla="*/ 102 w 221"/>
              <a:gd name="T71" fmla="*/ 136 h 187"/>
              <a:gd name="T72" fmla="*/ 102 w 221"/>
              <a:gd name="T73" fmla="*/ 142 h 187"/>
              <a:gd name="T74" fmla="*/ 128 w 221"/>
              <a:gd name="T75" fmla="*/ 167 h 187"/>
              <a:gd name="T76" fmla="*/ 128 w 221"/>
              <a:gd name="T77" fmla="*/ 167 h 187"/>
              <a:gd name="T78" fmla="*/ 119 w 221"/>
              <a:gd name="T79" fmla="*/ 176 h 187"/>
              <a:gd name="T80" fmla="*/ 40 w 221"/>
              <a:gd name="T81" fmla="*/ 96 h 187"/>
              <a:gd name="T82" fmla="*/ 97 w 221"/>
              <a:gd name="T83" fmla="*/ 40 h 187"/>
              <a:gd name="T84" fmla="*/ 108 w 221"/>
              <a:gd name="T85" fmla="*/ 51 h 187"/>
              <a:gd name="T86" fmla="*/ 77 w 221"/>
              <a:gd name="T87" fmla="*/ 82 h 187"/>
              <a:gd name="T88" fmla="*/ 99 w 221"/>
              <a:gd name="T89" fmla="*/ 105 h 187"/>
              <a:gd name="T90" fmla="*/ 130 w 221"/>
              <a:gd name="T91" fmla="*/ 74 h 187"/>
              <a:gd name="T92" fmla="*/ 176 w 221"/>
              <a:gd name="T93" fmla="*/ 119 h 187"/>
              <a:gd name="T94" fmla="*/ 167 w 221"/>
              <a:gd name="T95" fmla="*/ 128 h 187"/>
              <a:gd name="T96" fmla="*/ 170 w 221"/>
              <a:gd name="T97" fmla="*/ 102 h 187"/>
              <a:gd name="T98" fmla="*/ 133 w 221"/>
              <a:gd name="T99" fmla="*/ 65 h 187"/>
              <a:gd name="T100" fmla="*/ 128 w 221"/>
              <a:gd name="T101" fmla="*/ 65 h 187"/>
              <a:gd name="T102" fmla="*/ 99 w 221"/>
              <a:gd name="T103" fmla="*/ 94 h 187"/>
              <a:gd name="T104" fmla="*/ 88 w 221"/>
              <a:gd name="T105" fmla="*/ 82 h 187"/>
              <a:gd name="T106" fmla="*/ 116 w 221"/>
              <a:gd name="T107" fmla="*/ 54 h 187"/>
              <a:gd name="T108" fmla="*/ 130 w 221"/>
              <a:gd name="T109" fmla="*/ 40 h 187"/>
              <a:gd name="T110" fmla="*/ 181 w 221"/>
              <a:gd name="T111" fmla="*/ 91 h 187"/>
              <a:gd name="T112" fmla="*/ 170 w 221"/>
              <a:gd name="T113" fmla="*/ 102 h 187"/>
              <a:gd name="T114" fmla="*/ 147 w 221"/>
              <a:gd name="T115" fmla="*/ 12 h 187"/>
              <a:gd name="T116" fmla="*/ 210 w 221"/>
              <a:gd name="T117" fmla="*/ 74 h 187"/>
              <a:gd name="T118" fmla="*/ 193 w 221"/>
              <a:gd name="T119" fmla="*/ 91 h 187"/>
              <a:gd name="T120" fmla="*/ 130 w 221"/>
              <a:gd name="T121" fmla="*/ 29 h 187"/>
              <a:gd name="T122" fmla="*/ 147 w 221"/>
              <a:gd name="T123" fmla="*/ 12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1" h="187">
                <a:moveTo>
                  <a:pt x="193" y="102"/>
                </a:moveTo>
                <a:cubicBezTo>
                  <a:pt x="221" y="74"/>
                  <a:pt x="221" y="74"/>
                  <a:pt x="221" y="74"/>
                </a:cubicBezTo>
                <a:cubicBezTo>
                  <a:pt x="147" y="0"/>
                  <a:pt x="147" y="0"/>
                  <a:pt x="147" y="0"/>
                </a:cubicBezTo>
                <a:cubicBezTo>
                  <a:pt x="119" y="29"/>
                  <a:pt x="119" y="29"/>
                  <a:pt x="119" y="29"/>
                </a:cubicBezTo>
                <a:cubicBezTo>
                  <a:pt x="125" y="34"/>
                  <a:pt x="125" y="34"/>
                  <a:pt x="125" y="34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8" y="29"/>
                  <a:pt x="108" y="29"/>
                  <a:pt x="108" y="29"/>
                </a:cubicBezTo>
                <a:cubicBezTo>
                  <a:pt x="80" y="0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29" y="108"/>
                  <a:pt x="29" y="108"/>
                  <a:pt x="29" y="108"/>
                </a:cubicBezTo>
                <a:cubicBezTo>
                  <a:pt x="34" y="102"/>
                  <a:pt x="34" y="102"/>
                  <a:pt x="34" y="102"/>
                </a:cubicBezTo>
                <a:cubicBezTo>
                  <a:pt x="119" y="187"/>
                  <a:pt x="119" y="187"/>
                  <a:pt x="119" y="187"/>
                </a:cubicBezTo>
                <a:cubicBezTo>
                  <a:pt x="187" y="119"/>
                  <a:pt x="187" y="119"/>
                  <a:pt x="187" y="119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87" y="96"/>
                  <a:pt x="187" y="96"/>
                  <a:pt x="187" y="96"/>
                </a:cubicBezTo>
                <a:lnTo>
                  <a:pt x="193" y="102"/>
                </a:lnTo>
                <a:close/>
                <a:moveTo>
                  <a:pt x="12" y="80"/>
                </a:moveTo>
                <a:cubicBezTo>
                  <a:pt x="80" y="12"/>
                  <a:pt x="80" y="12"/>
                  <a:pt x="80" y="12"/>
                </a:cubicBezTo>
                <a:cubicBezTo>
                  <a:pt x="97" y="29"/>
                  <a:pt x="97" y="29"/>
                  <a:pt x="97" y="29"/>
                </a:cubicBezTo>
                <a:cubicBezTo>
                  <a:pt x="29" y="96"/>
                  <a:pt x="29" y="96"/>
                  <a:pt x="29" y="96"/>
                </a:cubicBezTo>
                <a:lnTo>
                  <a:pt x="12" y="80"/>
                </a:lnTo>
                <a:close/>
                <a:moveTo>
                  <a:pt x="167" y="128"/>
                </a:moveTo>
                <a:cubicBezTo>
                  <a:pt x="142" y="102"/>
                  <a:pt x="142" y="102"/>
                  <a:pt x="142" y="102"/>
                </a:cubicBezTo>
                <a:cubicBezTo>
                  <a:pt x="140" y="101"/>
                  <a:pt x="138" y="101"/>
                  <a:pt x="136" y="102"/>
                </a:cubicBezTo>
                <a:cubicBezTo>
                  <a:pt x="135" y="104"/>
                  <a:pt x="135" y="106"/>
                  <a:pt x="136" y="108"/>
                </a:cubicBezTo>
                <a:cubicBezTo>
                  <a:pt x="162" y="133"/>
                  <a:pt x="162" y="133"/>
                  <a:pt x="162" y="133"/>
                </a:cubicBezTo>
                <a:cubicBezTo>
                  <a:pt x="150" y="145"/>
                  <a:pt x="150" y="145"/>
                  <a:pt x="150" y="145"/>
                </a:cubicBezTo>
                <a:cubicBezTo>
                  <a:pt x="125" y="119"/>
                  <a:pt x="125" y="119"/>
                  <a:pt x="125" y="119"/>
                </a:cubicBezTo>
                <a:cubicBezTo>
                  <a:pt x="123" y="118"/>
                  <a:pt x="121" y="118"/>
                  <a:pt x="119" y="119"/>
                </a:cubicBezTo>
                <a:cubicBezTo>
                  <a:pt x="118" y="121"/>
                  <a:pt x="118" y="123"/>
                  <a:pt x="119" y="125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45" y="150"/>
                  <a:pt x="145" y="150"/>
                  <a:pt x="145" y="150"/>
                </a:cubicBezTo>
                <a:cubicBezTo>
                  <a:pt x="133" y="162"/>
                  <a:pt x="133" y="162"/>
                  <a:pt x="133" y="162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06" y="135"/>
                  <a:pt x="104" y="135"/>
                  <a:pt x="102" y="136"/>
                </a:cubicBezTo>
                <a:cubicBezTo>
                  <a:pt x="101" y="138"/>
                  <a:pt x="101" y="140"/>
                  <a:pt x="102" y="142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28" y="167"/>
                  <a:pt x="128" y="167"/>
                  <a:pt x="128" y="167"/>
                </a:cubicBezTo>
                <a:cubicBezTo>
                  <a:pt x="119" y="176"/>
                  <a:pt x="119" y="176"/>
                  <a:pt x="119" y="176"/>
                </a:cubicBezTo>
                <a:cubicBezTo>
                  <a:pt x="40" y="96"/>
                  <a:pt x="40" y="96"/>
                  <a:pt x="40" y="96"/>
                </a:cubicBezTo>
                <a:cubicBezTo>
                  <a:pt x="97" y="40"/>
                  <a:pt x="97" y="40"/>
                  <a:pt x="97" y="40"/>
                </a:cubicBezTo>
                <a:cubicBezTo>
                  <a:pt x="108" y="51"/>
                  <a:pt x="108" y="51"/>
                  <a:pt x="108" y="51"/>
                </a:cubicBezTo>
                <a:cubicBezTo>
                  <a:pt x="77" y="82"/>
                  <a:pt x="77" y="82"/>
                  <a:pt x="77" y="82"/>
                </a:cubicBezTo>
                <a:cubicBezTo>
                  <a:pt x="99" y="105"/>
                  <a:pt x="99" y="105"/>
                  <a:pt x="99" y="105"/>
                </a:cubicBezTo>
                <a:cubicBezTo>
                  <a:pt x="130" y="74"/>
                  <a:pt x="130" y="74"/>
                  <a:pt x="130" y="74"/>
                </a:cubicBezTo>
                <a:cubicBezTo>
                  <a:pt x="176" y="119"/>
                  <a:pt x="176" y="119"/>
                  <a:pt x="176" y="119"/>
                </a:cubicBezTo>
                <a:lnTo>
                  <a:pt x="167" y="128"/>
                </a:lnTo>
                <a:close/>
                <a:moveTo>
                  <a:pt x="170" y="102"/>
                </a:moveTo>
                <a:cubicBezTo>
                  <a:pt x="133" y="65"/>
                  <a:pt x="133" y="65"/>
                  <a:pt x="133" y="65"/>
                </a:cubicBezTo>
                <a:cubicBezTo>
                  <a:pt x="132" y="64"/>
                  <a:pt x="129" y="64"/>
                  <a:pt x="128" y="65"/>
                </a:cubicBezTo>
                <a:cubicBezTo>
                  <a:pt x="99" y="94"/>
                  <a:pt x="99" y="94"/>
                  <a:pt x="99" y="94"/>
                </a:cubicBezTo>
                <a:cubicBezTo>
                  <a:pt x="88" y="82"/>
                  <a:pt x="88" y="82"/>
                  <a:pt x="88" y="82"/>
                </a:cubicBezTo>
                <a:cubicBezTo>
                  <a:pt x="116" y="54"/>
                  <a:pt x="116" y="54"/>
                  <a:pt x="116" y="54"/>
                </a:cubicBezTo>
                <a:cubicBezTo>
                  <a:pt x="130" y="40"/>
                  <a:pt x="130" y="40"/>
                  <a:pt x="130" y="40"/>
                </a:cubicBezTo>
                <a:cubicBezTo>
                  <a:pt x="181" y="91"/>
                  <a:pt x="181" y="91"/>
                  <a:pt x="181" y="91"/>
                </a:cubicBezTo>
                <a:lnTo>
                  <a:pt x="170" y="102"/>
                </a:lnTo>
                <a:close/>
                <a:moveTo>
                  <a:pt x="147" y="12"/>
                </a:moveTo>
                <a:cubicBezTo>
                  <a:pt x="210" y="74"/>
                  <a:pt x="210" y="74"/>
                  <a:pt x="210" y="74"/>
                </a:cubicBezTo>
                <a:cubicBezTo>
                  <a:pt x="193" y="91"/>
                  <a:pt x="193" y="91"/>
                  <a:pt x="193" y="91"/>
                </a:cubicBezTo>
                <a:cubicBezTo>
                  <a:pt x="130" y="29"/>
                  <a:pt x="130" y="29"/>
                  <a:pt x="130" y="29"/>
                </a:cubicBezTo>
                <a:lnTo>
                  <a:pt x="147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D0112-9A7B-43C5-8428-EFA405E0C322}"/>
              </a:ext>
            </a:extLst>
          </p:cNvPr>
          <p:cNvSpPr txBox="1"/>
          <p:nvPr/>
        </p:nvSpPr>
        <p:spPr>
          <a:xfrm>
            <a:off x="560175" y="3558389"/>
            <a:ext cx="276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amet, consectetur adipiscing elit. Phasellus tincidunt.</a:t>
            </a:r>
            <a:endParaRPr lang="en-US" sz="900" dirty="0">
              <a:solidFill>
                <a:schemeClr val="bg1">
                  <a:lumMod val="50000"/>
                </a:schemeClr>
              </a:solidFill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170190-CB60-4B2E-A6EA-809726D20AE8}"/>
              </a:ext>
            </a:extLst>
          </p:cNvPr>
          <p:cNvSpPr txBox="1"/>
          <p:nvPr/>
        </p:nvSpPr>
        <p:spPr>
          <a:xfrm>
            <a:off x="560175" y="3328880"/>
            <a:ext cx="2763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Data Monitoring &amp; Analysis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6D757B-A3CF-41C7-A551-E9301CCB7DD6}"/>
              </a:ext>
            </a:extLst>
          </p:cNvPr>
          <p:cNvSpPr txBox="1"/>
          <p:nvPr/>
        </p:nvSpPr>
        <p:spPr>
          <a:xfrm>
            <a:off x="8868490" y="2784514"/>
            <a:ext cx="276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amet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,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consectetur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adipiscing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elit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.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Phasellus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tincidunt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FA719D-441F-4DF3-9461-3A980B35B4B8}"/>
              </a:ext>
            </a:extLst>
          </p:cNvPr>
          <p:cNvSpPr txBox="1"/>
          <p:nvPr/>
        </p:nvSpPr>
        <p:spPr>
          <a:xfrm>
            <a:off x="8868490" y="2555005"/>
            <a:ext cx="2763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API &amp; Data Retrieval</a:t>
            </a:r>
          </a:p>
        </p:txBody>
      </p:sp>
      <p:sp>
        <p:nvSpPr>
          <p:cNvPr id="46" name="Freeform 60">
            <a:extLst>
              <a:ext uri="{FF2B5EF4-FFF2-40B4-BE49-F238E27FC236}">
                <a16:creationId xmlns:a16="http://schemas.microsoft.com/office/drawing/2014/main" id="{481FBFB8-A3DD-4DE8-AE72-ED4E92E7B59A}"/>
              </a:ext>
            </a:extLst>
          </p:cNvPr>
          <p:cNvSpPr>
            <a:spLocks noEditPoints="1"/>
          </p:cNvSpPr>
          <p:nvPr/>
        </p:nvSpPr>
        <p:spPr bwMode="auto">
          <a:xfrm>
            <a:off x="8197605" y="4221469"/>
            <a:ext cx="358379" cy="358379"/>
          </a:xfrm>
          <a:custGeom>
            <a:avLst/>
            <a:gdLst>
              <a:gd name="T0" fmla="*/ 129 w 200"/>
              <a:gd name="T1" fmla="*/ 103 h 200"/>
              <a:gd name="T2" fmla="*/ 106 w 200"/>
              <a:gd name="T3" fmla="*/ 92 h 200"/>
              <a:gd name="T4" fmla="*/ 106 w 200"/>
              <a:gd name="T5" fmla="*/ 55 h 200"/>
              <a:gd name="T6" fmla="*/ 117 w 200"/>
              <a:gd name="T7" fmla="*/ 59 h 200"/>
              <a:gd name="T8" fmla="*/ 127 w 200"/>
              <a:gd name="T9" fmla="*/ 68 h 200"/>
              <a:gd name="T10" fmla="*/ 133 w 200"/>
              <a:gd name="T11" fmla="*/ 65 h 200"/>
              <a:gd name="T12" fmla="*/ 122 w 200"/>
              <a:gd name="T13" fmla="*/ 53 h 200"/>
              <a:gd name="T14" fmla="*/ 106 w 200"/>
              <a:gd name="T15" fmla="*/ 48 h 200"/>
              <a:gd name="T16" fmla="*/ 106 w 200"/>
              <a:gd name="T17" fmla="*/ 38 h 200"/>
              <a:gd name="T18" fmla="*/ 100 w 200"/>
              <a:gd name="T19" fmla="*/ 38 h 200"/>
              <a:gd name="T20" fmla="*/ 100 w 200"/>
              <a:gd name="T21" fmla="*/ 48 h 200"/>
              <a:gd name="T22" fmla="*/ 79 w 200"/>
              <a:gd name="T23" fmla="*/ 56 h 200"/>
              <a:gd name="T24" fmla="*/ 72 w 200"/>
              <a:gd name="T25" fmla="*/ 73 h 200"/>
              <a:gd name="T26" fmla="*/ 78 w 200"/>
              <a:gd name="T27" fmla="*/ 89 h 200"/>
              <a:gd name="T28" fmla="*/ 100 w 200"/>
              <a:gd name="T29" fmla="*/ 99 h 200"/>
              <a:gd name="T30" fmla="*/ 100 w 200"/>
              <a:gd name="T31" fmla="*/ 140 h 200"/>
              <a:gd name="T32" fmla="*/ 86 w 200"/>
              <a:gd name="T33" fmla="*/ 135 h 200"/>
              <a:gd name="T34" fmla="*/ 76 w 200"/>
              <a:gd name="T35" fmla="*/ 123 h 200"/>
              <a:gd name="T36" fmla="*/ 70 w 200"/>
              <a:gd name="T37" fmla="*/ 128 h 200"/>
              <a:gd name="T38" fmla="*/ 83 w 200"/>
              <a:gd name="T39" fmla="*/ 142 h 200"/>
              <a:gd name="T40" fmla="*/ 100 w 200"/>
              <a:gd name="T41" fmla="*/ 147 h 200"/>
              <a:gd name="T42" fmla="*/ 100 w 200"/>
              <a:gd name="T43" fmla="*/ 159 h 200"/>
              <a:gd name="T44" fmla="*/ 106 w 200"/>
              <a:gd name="T45" fmla="*/ 159 h 200"/>
              <a:gd name="T46" fmla="*/ 106 w 200"/>
              <a:gd name="T47" fmla="*/ 147 h 200"/>
              <a:gd name="T48" fmla="*/ 129 w 200"/>
              <a:gd name="T49" fmla="*/ 138 h 200"/>
              <a:gd name="T50" fmla="*/ 137 w 200"/>
              <a:gd name="T51" fmla="*/ 119 h 200"/>
              <a:gd name="T52" fmla="*/ 129 w 200"/>
              <a:gd name="T53" fmla="*/ 103 h 200"/>
              <a:gd name="T54" fmla="*/ 100 w 200"/>
              <a:gd name="T55" fmla="*/ 90 h 200"/>
              <a:gd name="T56" fmla="*/ 84 w 200"/>
              <a:gd name="T57" fmla="*/ 83 h 200"/>
              <a:gd name="T58" fmla="*/ 79 w 200"/>
              <a:gd name="T59" fmla="*/ 72 h 200"/>
              <a:gd name="T60" fmla="*/ 85 w 200"/>
              <a:gd name="T61" fmla="*/ 60 h 200"/>
              <a:gd name="T62" fmla="*/ 100 w 200"/>
              <a:gd name="T63" fmla="*/ 55 h 200"/>
              <a:gd name="T64" fmla="*/ 100 w 200"/>
              <a:gd name="T65" fmla="*/ 90 h 200"/>
              <a:gd name="T66" fmla="*/ 123 w 200"/>
              <a:gd name="T67" fmla="*/ 134 h 200"/>
              <a:gd name="T68" fmla="*/ 106 w 200"/>
              <a:gd name="T69" fmla="*/ 140 h 200"/>
              <a:gd name="T70" fmla="*/ 106 w 200"/>
              <a:gd name="T71" fmla="*/ 101 h 200"/>
              <a:gd name="T72" fmla="*/ 124 w 200"/>
              <a:gd name="T73" fmla="*/ 109 h 200"/>
              <a:gd name="T74" fmla="*/ 129 w 200"/>
              <a:gd name="T75" fmla="*/ 121 h 200"/>
              <a:gd name="T76" fmla="*/ 123 w 200"/>
              <a:gd name="T77" fmla="*/ 134 h 200"/>
              <a:gd name="T78" fmla="*/ 100 w 200"/>
              <a:gd name="T79" fmla="*/ 0 h 200"/>
              <a:gd name="T80" fmla="*/ 0 w 200"/>
              <a:gd name="T81" fmla="*/ 100 h 200"/>
              <a:gd name="T82" fmla="*/ 100 w 200"/>
              <a:gd name="T83" fmla="*/ 200 h 200"/>
              <a:gd name="T84" fmla="*/ 200 w 200"/>
              <a:gd name="T85" fmla="*/ 100 h 200"/>
              <a:gd name="T86" fmla="*/ 100 w 200"/>
              <a:gd name="T87" fmla="*/ 0 h 200"/>
              <a:gd name="T88" fmla="*/ 100 w 200"/>
              <a:gd name="T89" fmla="*/ 192 h 200"/>
              <a:gd name="T90" fmla="*/ 8 w 200"/>
              <a:gd name="T91" fmla="*/ 100 h 200"/>
              <a:gd name="T92" fmla="*/ 100 w 200"/>
              <a:gd name="T93" fmla="*/ 8 h 200"/>
              <a:gd name="T94" fmla="*/ 192 w 200"/>
              <a:gd name="T95" fmla="*/ 100 h 200"/>
              <a:gd name="T96" fmla="*/ 100 w 200"/>
              <a:gd name="T97" fmla="*/ 19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00">
                <a:moveTo>
                  <a:pt x="129" y="103"/>
                </a:moveTo>
                <a:cubicBezTo>
                  <a:pt x="124" y="98"/>
                  <a:pt x="117" y="94"/>
                  <a:pt x="106" y="92"/>
                </a:cubicBezTo>
                <a:cubicBezTo>
                  <a:pt x="106" y="55"/>
                  <a:pt x="106" y="55"/>
                  <a:pt x="106" y="55"/>
                </a:cubicBezTo>
                <a:cubicBezTo>
                  <a:pt x="110" y="55"/>
                  <a:pt x="114" y="56"/>
                  <a:pt x="117" y="59"/>
                </a:cubicBezTo>
                <a:cubicBezTo>
                  <a:pt x="120" y="61"/>
                  <a:pt x="123" y="64"/>
                  <a:pt x="127" y="6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30" y="60"/>
                  <a:pt x="126" y="56"/>
                  <a:pt x="122" y="53"/>
                </a:cubicBezTo>
                <a:cubicBezTo>
                  <a:pt x="118" y="50"/>
                  <a:pt x="112" y="49"/>
                  <a:pt x="106" y="48"/>
                </a:cubicBezTo>
                <a:cubicBezTo>
                  <a:pt x="106" y="38"/>
                  <a:pt x="106" y="38"/>
                  <a:pt x="106" y="38"/>
                </a:cubicBezTo>
                <a:cubicBezTo>
                  <a:pt x="100" y="38"/>
                  <a:pt x="100" y="38"/>
                  <a:pt x="100" y="38"/>
                </a:cubicBezTo>
                <a:cubicBezTo>
                  <a:pt x="100" y="48"/>
                  <a:pt x="100" y="48"/>
                  <a:pt x="100" y="48"/>
                </a:cubicBezTo>
                <a:cubicBezTo>
                  <a:pt x="91" y="49"/>
                  <a:pt x="84" y="52"/>
                  <a:pt x="79" y="56"/>
                </a:cubicBezTo>
                <a:cubicBezTo>
                  <a:pt x="74" y="60"/>
                  <a:pt x="72" y="66"/>
                  <a:pt x="72" y="73"/>
                </a:cubicBezTo>
                <a:cubicBezTo>
                  <a:pt x="72" y="80"/>
                  <a:pt x="74" y="85"/>
                  <a:pt x="78" y="89"/>
                </a:cubicBezTo>
                <a:cubicBezTo>
                  <a:pt x="83" y="93"/>
                  <a:pt x="90" y="96"/>
                  <a:pt x="100" y="99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95" y="139"/>
                  <a:pt x="90" y="137"/>
                  <a:pt x="86" y="135"/>
                </a:cubicBezTo>
                <a:cubicBezTo>
                  <a:pt x="83" y="132"/>
                  <a:pt x="79" y="128"/>
                  <a:pt x="76" y="123"/>
                </a:cubicBezTo>
                <a:cubicBezTo>
                  <a:pt x="70" y="128"/>
                  <a:pt x="70" y="128"/>
                  <a:pt x="70" y="128"/>
                </a:cubicBezTo>
                <a:cubicBezTo>
                  <a:pt x="74" y="134"/>
                  <a:pt x="78" y="139"/>
                  <a:pt x="83" y="142"/>
                </a:cubicBezTo>
                <a:cubicBezTo>
                  <a:pt x="88" y="145"/>
                  <a:pt x="94" y="146"/>
                  <a:pt x="100" y="147"/>
                </a:cubicBezTo>
                <a:cubicBezTo>
                  <a:pt x="100" y="159"/>
                  <a:pt x="100" y="159"/>
                  <a:pt x="100" y="159"/>
                </a:cubicBezTo>
                <a:cubicBezTo>
                  <a:pt x="106" y="159"/>
                  <a:pt x="106" y="159"/>
                  <a:pt x="106" y="159"/>
                </a:cubicBezTo>
                <a:cubicBezTo>
                  <a:pt x="106" y="147"/>
                  <a:pt x="106" y="147"/>
                  <a:pt x="106" y="147"/>
                </a:cubicBezTo>
                <a:cubicBezTo>
                  <a:pt x="116" y="146"/>
                  <a:pt x="124" y="143"/>
                  <a:pt x="129" y="138"/>
                </a:cubicBezTo>
                <a:cubicBezTo>
                  <a:pt x="134" y="134"/>
                  <a:pt x="137" y="127"/>
                  <a:pt x="137" y="119"/>
                </a:cubicBezTo>
                <a:cubicBezTo>
                  <a:pt x="137" y="113"/>
                  <a:pt x="134" y="107"/>
                  <a:pt x="129" y="103"/>
                </a:cubicBezTo>
                <a:close/>
                <a:moveTo>
                  <a:pt x="100" y="90"/>
                </a:moveTo>
                <a:cubicBezTo>
                  <a:pt x="93" y="88"/>
                  <a:pt x="88" y="86"/>
                  <a:pt x="84" y="83"/>
                </a:cubicBezTo>
                <a:cubicBezTo>
                  <a:pt x="81" y="80"/>
                  <a:pt x="79" y="77"/>
                  <a:pt x="79" y="72"/>
                </a:cubicBezTo>
                <a:cubicBezTo>
                  <a:pt x="79" y="67"/>
                  <a:pt x="81" y="63"/>
                  <a:pt x="85" y="60"/>
                </a:cubicBezTo>
                <a:cubicBezTo>
                  <a:pt x="89" y="57"/>
                  <a:pt x="94" y="55"/>
                  <a:pt x="100" y="55"/>
                </a:cubicBezTo>
                <a:lnTo>
                  <a:pt x="100" y="90"/>
                </a:lnTo>
                <a:close/>
                <a:moveTo>
                  <a:pt x="123" y="134"/>
                </a:moveTo>
                <a:cubicBezTo>
                  <a:pt x="119" y="138"/>
                  <a:pt x="113" y="140"/>
                  <a:pt x="106" y="140"/>
                </a:cubicBezTo>
                <a:cubicBezTo>
                  <a:pt x="106" y="101"/>
                  <a:pt x="106" y="101"/>
                  <a:pt x="106" y="101"/>
                </a:cubicBezTo>
                <a:cubicBezTo>
                  <a:pt x="115" y="103"/>
                  <a:pt x="120" y="106"/>
                  <a:pt x="124" y="109"/>
                </a:cubicBezTo>
                <a:cubicBezTo>
                  <a:pt x="127" y="112"/>
                  <a:pt x="129" y="116"/>
                  <a:pt x="129" y="121"/>
                </a:cubicBezTo>
                <a:cubicBezTo>
                  <a:pt x="129" y="126"/>
                  <a:pt x="127" y="131"/>
                  <a:pt x="123" y="134"/>
                </a:cubicBezTo>
                <a:close/>
                <a:moveTo>
                  <a:pt x="100" y="0"/>
                </a:moveTo>
                <a:cubicBezTo>
                  <a:pt x="45" y="0"/>
                  <a:pt x="0" y="45"/>
                  <a:pt x="0" y="100"/>
                </a:cubicBezTo>
                <a:cubicBezTo>
                  <a:pt x="0" y="155"/>
                  <a:pt x="45" y="200"/>
                  <a:pt x="100" y="200"/>
                </a:cubicBezTo>
                <a:cubicBezTo>
                  <a:pt x="155" y="200"/>
                  <a:pt x="200" y="155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lose/>
                <a:moveTo>
                  <a:pt x="100" y="192"/>
                </a:moveTo>
                <a:cubicBezTo>
                  <a:pt x="49" y="192"/>
                  <a:pt x="8" y="151"/>
                  <a:pt x="8" y="100"/>
                </a:cubicBezTo>
                <a:cubicBezTo>
                  <a:pt x="8" y="49"/>
                  <a:pt x="49" y="8"/>
                  <a:pt x="100" y="8"/>
                </a:cubicBezTo>
                <a:cubicBezTo>
                  <a:pt x="151" y="8"/>
                  <a:pt x="192" y="49"/>
                  <a:pt x="192" y="100"/>
                </a:cubicBezTo>
                <a:cubicBezTo>
                  <a:pt x="192" y="151"/>
                  <a:pt x="151" y="192"/>
                  <a:pt x="100" y="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75BE29-79BF-445F-954B-23CA777E01ED}"/>
              </a:ext>
            </a:extLst>
          </p:cNvPr>
          <p:cNvSpPr txBox="1"/>
          <p:nvPr/>
        </p:nvSpPr>
        <p:spPr>
          <a:xfrm>
            <a:off x="8868490" y="4332263"/>
            <a:ext cx="276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amet, consectetur adipiscing elit. Phasellus tincidunt.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0A0673-228A-478B-AECF-2CCD62142EF1}"/>
              </a:ext>
            </a:extLst>
          </p:cNvPr>
          <p:cNvSpPr txBox="1"/>
          <p:nvPr/>
        </p:nvSpPr>
        <p:spPr>
          <a:xfrm>
            <a:off x="8868490" y="4102754"/>
            <a:ext cx="2763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cs typeface="Poppins" panose="00000500000000000000" pitchFamily="2" charset="0"/>
              </a:rPr>
              <a:t>API &amp; Data Retrieval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91DF9E-AE28-4288-ABCE-0596685A5916}"/>
              </a:ext>
            </a:extLst>
          </p:cNvPr>
          <p:cNvSpPr txBox="1"/>
          <p:nvPr/>
        </p:nvSpPr>
        <p:spPr>
          <a:xfrm>
            <a:off x="560175" y="5106138"/>
            <a:ext cx="2763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amet, consectetur adipiscing elit. Phasellus tincidunt.</a:t>
            </a:r>
            <a:endParaRPr lang="en-US" sz="900" dirty="0">
              <a:solidFill>
                <a:schemeClr val="bg1">
                  <a:lumMod val="50000"/>
                </a:schemeClr>
              </a:solidFill>
              <a:cs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A100CA-2883-4B23-8A5C-F8C3E8237654}"/>
              </a:ext>
            </a:extLst>
          </p:cNvPr>
          <p:cNvSpPr txBox="1"/>
          <p:nvPr/>
        </p:nvSpPr>
        <p:spPr>
          <a:xfrm>
            <a:off x="560175" y="4876629"/>
            <a:ext cx="2763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Data Monitoring &amp; Analysis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BAEF4A8-BAE0-4223-AC9D-001E017B58F4}"/>
              </a:ext>
            </a:extLst>
          </p:cNvPr>
          <p:cNvCxnSpPr>
            <a:cxnSpLocks/>
            <a:stCxn id="38" idx="58"/>
          </p:cNvCxnSpPr>
          <p:nvPr/>
        </p:nvCxnSpPr>
        <p:spPr>
          <a:xfrm>
            <a:off x="4063200" y="3588496"/>
            <a:ext cx="1945090" cy="39804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1C42F6C-A1CF-4F41-A77C-46A8E5581119}"/>
              </a:ext>
            </a:extLst>
          </p:cNvPr>
          <p:cNvCxnSpPr>
            <a:cxnSpLocks/>
          </p:cNvCxnSpPr>
          <p:nvPr/>
        </p:nvCxnSpPr>
        <p:spPr>
          <a:xfrm>
            <a:off x="4022494" y="5155314"/>
            <a:ext cx="1985796" cy="40637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BA3D247-38A0-4000-839A-735A4C4F8152}"/>
              </a:ext>
            </a:extLst>
          </p:cNvPr>
          <p:cNvCxnSpPr>
            <a:cxnSpLocks/>
          </p:cNvCxnSpPr>
          <p:nvPr/>
        </p:nvCxnSpPr>
        <p:spPr>
          <a:xfrm flipH="1">
            <a:off x="6008291" y="2874327"/>
            <a:ext cx="2129869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8CB3BD2-60CA-4D93-B751-39EABB8EEB0E}"/>
              </a:ext>
            </a:extLst>
          </p:cNvPr>
          <p:cNvCxnSpPr>
            <a:cxnSpLocks/>
          </p:cNvCxnSpPr>
          <p:nvPr/>
        </p:nvCxnSpPr>
        <p:spPr>
          <a:xfrm flipH="1">
            <a:off x="6008290" y="4422493"/>
            <a:ext cx="2189314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278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505382-17FF-4E63-B85C-8F9199220EFE}"/>
              </a:ext>
            </a:extLst>
          </p:cNvPr>
          <p:cNvSpPr txBox="1"/>
          <p:nvPr/>
        </p:nvSpPr>
        <p:spPr>
          <a:xfrm>
            <a:off x="886517" y="2029242"/>
            <a:ext cx="88503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4000" b="1" dirty="0">
                <a:solidFill>
                  <a:schemeClr val="accent1"/>
                </a:solidFill>
                <a:cs typeface="Poppins" panose="00000500000000000000" pitchFamily="2" charset="0"/>
              </a:rPr>
              <a:t>Elevate</a:t>
            </a:r>
            <a:r>
              <a:rPr lang="en-US" sz="4000" dirty="0">
                <a:cs typeface="Poppins" panose="00000500000000000000" pitchFamily="2" charset="0"/>
              </a:rPr>
              <a:t> exceeded my expectations with outstanding quality, positivity, and professionalism. I’ll definitely use their services again!</a:t>
            </a:r>
            <a:endParaRPr lang="en-US" sz="4000" i="1" dirty="0"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8FB1E-9BD9-41E9-BF73-D2F7E8CF87FB}"/>
              </a:ext>
            </a:extLst>
          </p:cNvPr>
          <p:cNvSpPr txBox="1"/>
          <p:nvPr/>
        </p:nvSpPr>
        <p:spPr>
          <a:xfrm>
            <a:off x="886518" y="5145785"/>
            <a:ext cx="1901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Your Name Here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650C4-A2A8-4E1B-9B2D-927D890C3D21}"/>
              </a:ext>
            </a:extLst>
          </p:cNvPr>
          <p:cNvSpPr txBox="1"/>
          <p:nvPr/>
        </p:nvSpPr>
        <p:spPr>
          <a:xfrm>
            <a:off x="886518" y="5407394"/>
            <a:ext cx="1399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Your Position Here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392ACB6-112F-4BDE-9604-DDBE9912591C}"/>
              </a:ext>
            </a:extLst>
          </p:cNvPr>
          <p:cNvSpPr/>
          <p:nvPr/>
        </p:nvSpPr>
        <p:spPr>
          <a:xfrm rot="10800000" flipH="1" flipV="1">
            <a:off x="994997" y="1204385"/>
            <a:ext cx="620935" cy="563247"/>
          </a:xfrm>
          <a:custGeom>
            <a:avLst/>
            <a:gdLst/>
            <a:ahLst/>
            <a:cxnLst/>
            <a:rect l="l" t="t" r="r" b="b"/>
            <a:pathLst>
              <a:path w="113630" h="110281">
                <a:moveTo>
                  <a:pt x="97556" y="0"/>
                </a:moveTo>
                <a:lnTo>
                  <a:pt x="113630" y="0"/>
                </a:lnTo>
                <a:lnTo>
                  <a:pt x="90189" y="60052"/>
                </a:lnTo>
                <a:lnTo>
                  <a:pt x="113630" y="60052"/>
                </a:lnTo>
                <a:lnTo>
                  <a:pt x="113630" y="110281"/>
                </a:lnTo>
                <a:lnTo>
                  <a:pt x="64293" y="110281"/>
                </a:lnTo>
                <a:lnTo>
                  <a:pt x="64293" y="60052"/>
                </a:lnTo>
                <a:close/>
                <a:moveTo>
                  <a:pt x="33486" y="0"/>
                </a:moveTo>
                <a:lnTo>
                  <a:pt x="52685" y="0"/>
                </a:lnTo>
                <a:lnTo>
                  <a:pt x="27012" y="60052"/>
                </a:lnTo>
                <a:lnTo>
                  <a:pt x="48443" y="60052"/>
                </a:lnTo>
                <a:lnTo>
                  <a:pt x="48443" y="110281"/>
                </a:lnTo>
                <a:lnTo>
                  <a:pt x="0" y="110281"/>
                </a:lnTo>
                <a:lnTo>
                  <a:pt x="0" y="600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901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E2D2EC3-E1CE-4CAC-BC61-B42C884CD5E2}"/>
              </a:ext>
            </a:extLst>
          </p:cNvPr>
          <p:cNvGrpSpPr/>
          <p:nvPr/>
        </p:nvGrpSpPr>
        <p:grpSpPr>
          <a:xfrm>
            <a:off x="3011521" y="2492870"/>
            <a:ext cx="8191839" cy="3297626"/>
            <a:chOff x="3011521" y="2492870"/>
            <a:chExt cx="8191839" cy="3297626"/>
          </a:xfrm>
        </p:grpSpPr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0AC5CEDF-9521-446D-A7FE-DAD026D81BF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4624875"/>
                </p:ext>
              </p:extLst>
            </p:nvPr>
          </p:nvGraphicFramePr>
          <p:xfrm>
            <a:off x="4648354" y="2492870"/>
            <a:ext cx="3402610" cy="32976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1A2184-6B26-4FB2-B545-3E120B97524F}"/>
                </a:ext>
              </a:extLst>
            </p:cNvPr>
            <p:cNvSpPr txBox="1"/>
            <p:nvPr/>
          </p:nvSpPr>
          <p:spPr>
            <a:xfrm>
              <a:off x="8507464" y="3710687"/>
              <a:ext cx="2693782" cy="1685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660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en-ID" sz="11500" dirty="0">
                  <a:solidFill>
                    <a:schemeClr val="accent1"/>
                  </a:solidFill>
                </a:rPr>
                <a:t>40</a:t>
              </a:r>
              <a:r>
                <a:rPr lang="en-ID" sz="6000" dirty="0">
                  <a:solidFill>
                    <a:schemeClr val="accent1"/>
                  </a:solidFill>
                </a:rPr>
                <a:t>%</a:t>
              </a:r>
              <a:endParaRPr lang="en-ID" sz="11500" dirty="0">
                <a:solidFill>
                  <a:schemeClr val="accent1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E82BEBD-5942-4D0D-A2ED-7A14D0391191}"/>
                </a:ext>
              </a:extLst>
            </p:cNvPr>
            <p:cNvCxnSpPr>
              <a:cxnSpLocks/>
            </p:cNvCxnSpPr>
            <p:nvPr/>
          </p:nvCxnSpPr>
          <p:spPr>
            <a:xfrm>
              <a:off x="8635846" y="5254441"/>
              <a:ext cx="233865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524C0F-0E06-43DA-B982-34EDE1E6C414}"/>
                </a:ext>
              </a:extLst>
            </p:cNvPr>
            <p:cNvSpPr txBox="1"/>
            <p:nvPr/>
          </p:nvSpPr>
          <p:spPr>
            <a:xfrm>
              <a:off x="8546950" y="5395764"/>
              <a:ext cx="26564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Arial" panose="020B0604020202020204" pitchFamily="34" charset="0"/>
                </a:rPr>
                <a:t>Your Text Here</a:t>
              </a:r>
              <a:endParaRPr lang="en-ID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C50F63-4127-4E1F-B1D9-D3FBFD20D32E}"/>
                </a:ext>
              </a:extLst>
            </p:cNvPr>
            <p:cNvSpPr txBox="1"/>
            <p:nvPr/>
          </p:nvSpPr>
          <p:spPr>
            <a:xfrm>
              <a:off x="3011521" y="3020114"/>
              <a:ext cx="15189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30%</a:t>
              </a:r>
              <a:r>
                <a:rPr lang="en-ID" sz="1000" dirty="0">
                  <a:solidFill>
                    <a:schemeClr val="bg1">
                      <a:lumMod val="50000"/>
                    </a:schemeClr>
                  </a:solidFill>
                  <a:effectLst/>
                  <a:cs typeface="Arial" panose="020B0604020202020204" pitchFamily="34" charset="0"/>
                </a:rPr>
                <a:t>  /</a:t>
              </a:r>
              <a:r>
                <a:rPr lang="en-ID" sz="1000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rPr>
                <a:t>Your Text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EC8BCE-7A56-452F-BE56-0F7255D185BF}"/>
                </a:ext>
              </a:extLst>
            </p:cNvPr>
            <p:cNvSpPr txBox="1"/>
            <p:nvPr/>
          </p:nvSpPr>
          <p:spPr>
            <a:xfrm>
              <a:off x="3011521" y="5026432"/>
              <a:ext cx="15189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dirty="0">
                  <a:solidFill>
                    <a:schemeClr val="bg1">
                      <a:lumMod val="65000"/>
                    </a:schemeClr>
                  </a:solidFill>
                  <a:effectLst/>
                  <a:cs typeface="Arial" panose="020B0604020202020204" pitchFamily="34" charset="0"/>
                </a:rPr>
                <a:t>30%</a:t>
              </a:r>
              <a:r>
                <a:rPr lang="en-ID" sz="1000" dirty="0">
                  <a:solidFill>
                    <a:schemeClr val="bg1">
                      <a:lumMod val="65000"/>
                    </a:schemeClr>
                  </a:solidFill>
                  <a:effectLst/>
                  <a:cs typeface="Arial" panose="020B0604020202020204" pitchFamily="34" charset="0"/>
                </a:rPr>
                <a:t>  /Your Text</a:t>
              </a:r>
              <a:endParaRPr lang="en-ID" sz="1000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D6C13B8-3818-4FBD-A163-A6384C758FB0}"/>
              </a:ext>
            </a:extLst>
          </p:cNvPr>
          <p:cNvSpPr txBox="1"/>
          <p:nvPr/>
        </p:nvSpPr>
        <p:spPr>
          <a:xfrm>
            <a:off x="486114" y="739247"/>
            <a:ext cx="7778210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Key SaaS Advantages That Revolutionize How Businesses Operate Today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89577-8882-4AAA-9B28-7771D4CF34D4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</p:spTree>
    <p:extLst>
      <p:ext uri="{BB962C8B-B14F-4D97-AF65-F5344CB8AC3E}">
        <p14:creationId xmlns:p14="http://schemas.microsoft.com/office/powerpoint/2010/main" val="2514489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3A1F15-9821-4FE4-8242-EC335326F189}"/>
              </a:ext>
            </a:extLst>
          </p:cNvPr>
          <p:cNvSpPr txBox="1"/>
          <p:nvPr/>
        </p:nvSpPr>
        <p:spPr>
          <a:xfrm>
            <a:off x="486114" y="739247"/>
            <a:ext cx="836832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The Business Impact of SaaS in Streamlining Resource Management Effectively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7E973-6560-4856-8900-3A2650C3DDAF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9F0BBC-8307-48EA-812B-37DFCEA20D5C}"/>
              </a:ext>
            </a:extLst>
          </p:cNvPr>
          <p:cNvSpPr/>
          <p:nvPr/>
        </p:nvSpPr>
        <p:spPr>
          <a:xfrm>
            <a:off x="4634229" y="2638454"/>
            <a:ext cx="2923543" cy="3030659"/>
          </a:xfrm>
          <a:prstGeom prst="roundRect">
            <a:avLst>
              <a:gd name="adj" fmla="val 4583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F442A-2B80-49B4-9553-4C75DBD5A9E9}"/>
              </a:ext>
            </a:extLst>
          </p:cNvPr>
          <p:cNvSpPr txBox="1"/>
          <p:nvPr/>
        </p:nvSpPr>
        <p:spPr>
          <a:xfrm>
            <a:off x="4894539" y="4001446"/>
            <a:ext cx="243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95000"/>
                  </a:schemeClr>
                </a:solidFill>
                <a:cs typeface="Poppins" panose="00000500000000000000" pitchFamily="2" charset="0"/>
              </a:rPr>
              <a:t>Lorem ipsum dolor sit amet, consectetur adipiscing elit. Phasellus tincidunt dolor non risus.</a:t>
            </a:r>
            <a:endParaRPr lang="en-US" sz="1000" dirty="0">
              <a:solidFill>
                <a:schemeClr val="bg1">
                  <a:lumMod val="95000"/>
                </a:schemeClr>
              </a:solidFill>
              <a:cs typeface="Poppins" panose="000005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2E8D05-891A-4377-A431-443281EADA8F}"/>
              </a:ext>
            </a:extLst>
          </p:cNvPr>
          <p:cNvCxnSpPr>
            <a:cxnSpLocks/>
          </p:cNvCxnSpPr>
          <p:nvPr/>
        </p:nvCxnSpPr>
        <p:spPr>
          <a:xfrm>
            <a:off x="4975580" y="4681259"/>
            <a:ext cx="2240841" cy="0"/>
          </a:xfrm>
          <a:prstGeom prst="line">
            <a:avLst/>
          </a:prstGeom>
          <a:ln w="635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DE1BBE-A2F6-4E77-8F13-A4B0719AB719}"/>
              </a:ext>
            </a:extLst>
          </p:cNvPr>
          <p:cNvSpPr txBox="1"/>
          <p:nvPr/>
        </p:nvSpPr>
        <p:spPr>
          <a:xfrm>
            <a:off x="4894539" y="3699883"/>
            <a:ext cx="229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cs typeface="Poppins" panose="00000500000000000000" pitchFamily="2" charset="0"/>
              </a:rPr>
              <a:t>Your Text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82A54F-033E-4C29-9488-D1ADCBA57251}"/>
              </a:ext>
            </a:extLst>
          </p:cNvPr>
          <p:cNvSpPr/>
          <p:nvPr/>
        </p:nvSpPr>
        <p:spPr>
          <a:xfrm>
            <a:off x="4948976" y="4878191"/>
            <a:ext cx="2103463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4090+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6C9261C-B3DC-4C62-B41F-40F380DBFD43}"/>
              </a:ext>
            </a:extLst>
          </p:cNvPr>
          <p:cNvSpPr/>
          <p:nvPr/>
        </p:nvSpPr>
        <p:spPr>
          <a:xfrm>
            <a:off x="1383533" y="2638455"/>
            <a:ext cx="2923543" cy="3030659"/>
          </a:xfrm>
          <a:prstGeom prst="roundRect">
            <a:avLst>
              <a:gd name="adj" fmla="val 4583"/>
            </a:avLst>
          </a:prstGeom>
          <a:solidFill>
            <a:srgbClr val="F4F0ED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1B8E91-AE03-4FF5-8009-F4A9400671CD}"/>
              </a:ext>
            </a:extLst>
          </p:cNvPr>
          <p:cNvSpPr txBox="1"/>
          <p:nvPr/>
        </p:nvSpPr>
        <p:spPr>
          <a:xfrm>
            <a:off x="1643843" y="4001447"/>
            <a:ext cx="243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amet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,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consectetur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adipiscing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elit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.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Phasellus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tincidunt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 dolor non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risus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.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93CC95-3BC2-4165-90B3-71B02D529974}"/>
              </a:ext>
            </a:extLst>
          </p:cNvPr>
          <p:cNvCxnSpPr>
            <a:cxnSpLocks/>
          </p:cNvCxnSpPr>
          <p:nvPr/>
        </p:nvCxnSpPr>
        <p:spPr>
          <a:xfrm>
            <a:off x="1724884" y="4681260"/>
            <a:ext cx="2240841" cy="0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B2131BE-DE57-4AB4-8238-7FEF4B04B4EF}"/>
              </a:ext>
            </a:extLst>
          </p:cNvPr>
          <p:cNvSpPr txBox="1"/>
          <p:nvPr/>
        </p:nvSpPr>
        <p:spPr>
          <a:xfrm>
            <a:off x="1643843" y="3699884"/>
            <a:ext cx="229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Your Text Here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412B585-2A4F-48BA-9F84-1913A002623C}"/>
              </a:ext>
            </a:extLst>
          </p:cNvPr>
          <p:cNvSpPr/>
          <p:nvPr/>
        </p:nvSpPr>
        <p:spPr>
          <a:xfrm>
            <a:off x="1698280" y="4878192"/>
            <a:ext cx="2103463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Segoe UI" panose="020B0502040204020203" pitchFamily="34" charset="0"/>
              </a:rPr>
              <a:t>1080+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C214BCE-5DA7-4952-9ECF-C1D8672854C8}"/>
              </a:ext>
            </a:extLst>
          </p:cNvPr>
          <p:cNvSpPr/>
          <p:nvPr/>
        </p:nvSpPr>
        <p:spPr>
          <a:xfrm>
            <a:off x="7884925" y="2638455"/>
            <a:ext cx="2923543" cy="3030659"/>
          </a:xfrm>
          <a:prstGeom prst="roundRect">
            <a:avLst>
              <a:gd name="adj" fmla="val 4583"/>
            </a:avLst>
          </a:prstGeom>
          <a:solidFill>
            <a:srgbClr val="F4F0ED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9F1DBFD-3AD5-4FAB-95E3-074A8A668D28}"/>
              </a:ext>
            </a:extLst>
          </p:cNvPr>
          <p:cNvSpPr txBox="1"/>
          <p:nvPr/>
        </p:nvSpPr>
        <p:spPr>
          <a:xfrm>
            <a:off x="8145235" y="4001447"/>
            <a:ext cx="243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</a:schemeClr>
                </a:solidFill>
                <a:cs typeface="Poppins" panose="00000500000000000000" pitchFamily="2" charset="0"/>
              </a:rPr>
              <a:t>Lorem ipsum dolor sit amet, consectetur adipiscing elit. Phasellus tincidunt dolor non risus.</a:t>
            </a:r>
            <a:endParaRPr lang="en-US" sz="1000" dirty="0">
              <a:solidFill>
                <a:schemeClr val="bg1">
                  <a:lumMod val="50000"/>
                </a:schemeClr>
              </a:solidFill>
              <a:cs typeface="Poppins" panose="00000500000000000000" pitchFamily="2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729A645-EC39-4BD5-A9AB-D6CF805A0053}"/>
              </a:ext>
            </a:extLst>
          </p:cNvPr>
          <p:cNvCxnSpPr>
            <a:cxnSpLocks/>
          </p:cNvCxnSpPr>
          <p:nvPr/>
        </p:nvCxnSpPr>
        <p:spPr>
          <a:xfrm>
            <a:off x="8226276" y="4681260"/>
            <a:ext cx="2240841" cy="0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7F567F6-42EA-43EC-972F-33452884E314}"/>
              </a:ext>
            </a:extLst>
          </p:cNvPr>
          <p:cNvSpPr txBox="1"/>
          <p:nvPr/>
        </p:nvSpPr>
        <p:spPr>
          <a:xfrm>
            <a:off x="8145235" y="3699884"/>
            <a:ext cx="229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rPr>
              <a:t>Your Text Here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885942C-2FF6-43BB-A53B-D826094AEA1E}"/>
              </a:ext>
            </a:extLst>
          </p:cNvPr>
          <p:cNvSpPr/>
          <p:nvPr/>
        </p:nvSpPr>
        <p:spPr>
          <a:xfrm>
            <a:off x="8199672" y="4878192"/>
            <a:ext cx="2103463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Segoe UI" panose="020B0502040204020203" pitchFamily="34" charset="0"/>
              </a:rPr>
              <a:t>2025+</a:t>
            </a:r>
          </a:p>
        </p:txBody>
      </p:sp>
      <p:sp>
        <p:nvSpPr>
          <p:cNvPr id="107" name="Freeform 33">
            <a:extLst>
              <a:ext uri="{FF2B5EF4-FFF2-40B4-BE49-F238E27FC236}">
                <a16:creationId xmlns:a16="http://schemas.microsoft.com/office/drawing/2014/main" id="{E1A75E36-80EF-4115-B1DD-4777095774AF}"/>
              </a:ext>
            </a:extLst>
          </p:cNvPr>
          <p:cNvSpPr>
            <a:spLocks noEditPoints="1"/>
          </p:cNvSpPr>
          <p:nvPr/>
        </p:nvSpPr>
        <p:spPr bwMode="auto">
          <a:xfrm>
            <a:off x="8226276" y="2958930"/>
            <a:ext cx="273944" cy="355112"/>
          </a:xfrm>
          <a:custGeom>
            <a:avLst/>
            <a:gdLst>
              <a:gd name="T0" fmla="*/ 74 w 148"/>
              <a:gd name="T1" fmla="*/ 59 h 192"/>
              <a:gd name="T2" fmla="*/ 0 w 148"/>
              <a:gd name="T3" fmla="*/ 164 h 192"/>
              <a:gd name="T4" fmla="*/ 2 w 148"/>
              <a:gd name="T5" fmla="*/ 189 h 192"/>
              <a:gd name="T6" fmla="*/ 3 w 148"/>
              <a:gd name="T7" fmla="*/ 192 h 192"/>
              <a:gd name="T8" fmla="*/ 145 w 148"/>
              <a:gd name="T9" fmla="*/ 192 h 192"/>
              <a:gd name="T10" fmla="*/ 146 w 148"/>
              <a:gd name="T11" fmla="*/ 189 h 192"/>
              <a:gd name="T12" fmla="*/ 148 w 148"/>
              <a:gd name="T13" fmla="*/ 164 h 192"/>
              <a:gd name="T14" fmla="*/ 74 w 148"/>
              <a:gd name="T15" fmla="*/ 59 h 192"/>
              <a:gd name="T16" fmla="*/ 139 w 148"/>
              <a:gd name="T17" fmla="*/ 184 h 192"/>
              <a:gd name="T18" fmla="*/ 9 w 148"/>
              <a:gd name="T19" fmla="*/ 184 h 192"/>
              <a:gd name="T20" fmla="*/ 8 w 148"/>
              <a:gd name="T21" fmla="*/ 164 h 192"/>
              <a:gd name="T22" fmla="*/ 74 w 148"/>
              <a:gd name="T23" fmla="*/ 67 h 192"/>
              <a:gd name="T24" fmla="*/ 140 w 148"/>
              <a:gd name="T25" fmla="*/ 164 h 192"/>
              <a:gd name="T26" fmla="*/ 139 w 148"/>
              <a:gd name="T27" fmla="*/ 184 h 192"/>
              <a:gd name="T28" fmla="*/ 89 w 148"/>
              <a:gd name="T29" fmla="*/ 52 h 192"/>
              <a:gd name="T30" fmla="*/ 113 w 148"/>
              <a:gd name="T31" fmla="*/ 8 h 192"/>
              <a:gd name="T32" fmla="*/ 78 w 148"/>
              <a:gd name="T33" fmla="*/ 8 h 192"/>
              <a:gd name="T34" fmla="*/ 73 w 148"/>
              <a:gd name="T35" fmla="*/ 14 h 192"/>
              <a:gd name="T36" fmla="*/ 60 w 148"/>
              <a:gd name="T37" fmla="*/ 0 h 192"/>
              <a:gd name="T38" fmla="*/ 36 w 148"/>
              <a:gd name="T39" fmla="*/ 0 h 192"/>
              <a:gd name="T40" fmla="*/ 56 w 148"/>
              <a:gd name="T41" fmla="*/ 52 h 192"/>
              <a:gd name="T42" fmla="*/ 89 w 148"/>
              <a:gd name="T43" fmla="*/ 52 h 192"/>
              <a:gd name="T44" fmla="*/ 57 w 148"/>
              <a:gd name="T45" fmla="*/ 8 h 192"/>
              <a:gd name="T46" fmla="*/ 73 w 148"/>
              <a:gd name="T47" fmla="*/ 26 h 192"/>
              <a:gd name="T48" fmla="*/ 82 w 148"/>
              <a:gd name="T49" fmla="*/ 16 h 192"/>
              <a:gd name="T50" fmla="*/ 99 w 148"/>
              <a:gd name="T51" fmla="*/ 16 h 192"/>
              <a:gd name="T52" fmla="*/ 85 w 148"/>
              <a:gd name="T53" fmla="*/ 44 h 192"/>
              <a:gd name="T54" fmla="*/ 61 w 148"/>
              <a:gd name="T55" fmla="*/ 44 h 192"/>
              <a:gd name="T56" fmla="*/ 48 w 148"/>
              <a:gd name="T57" fmla="*/ 8 h 192"/>
              <a:gd name="T58" fmla="*/ 57 w 148"/>
              <a:gd name="T59" fmla="*/ 8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8" h="192">
                <a:moveTo>
                  <a:pt x="74" y="59"/>
                </a:moveTo>
                <a:cubicBezTo>
                  <a:pt x="33" y="59"/>
                  <a:pt x="0" y="106"/>
                  <a:pt x="0" y="164"/>
                </a:cubicBezTo>
                <a:cubicBezTo>
                  <a:pt x="0" y="171"/>
                  <a:pt x="1" y="184"/>
                  <a:pt x="2" y="189"/>
                </a:cubicBezTo>
                <a:cubicBezTo>
                  <a:pt x="3" y="192"/>
                  <a:pt x="3" y="192"/>
                  <a:pt x="3" y="192"/>
                </a:cubicBezTo>
                <a:cubicBezTo>
                  <a:pt x="145" y="192"/>
                  <a:pt x="145" y="192"/>
                  <a:pt x="145" y="192"/>
                </a:cubicBezTo>
                <a:cubicBezTo>
                  <a:pt x="146" y="189"/>
                  <a:pt x="146" y="189"/>
                  <a:pt x="146" y="189"/>
                </a:cubicBezTo>
                <a:cubicBezTo>
                  <a:pt x="147" y="184"/>
                  <a:pt x="148" y="171"/>
                  <a:pt x="148" y="164"/>
                </a:cubicBezTo>
                <a:cubicBezTo>
                  <a:pt x="148" y="106"/>
                  <a:pt x="115" y="59"/>
                  <a:pt x="74" y="59"/>
                </a:cubicBezTo>
                <a:close/>
                <a:moveTo>
                  <a:pt x="139" y="184"/>
                </a:moveTo>
                <a:cubicBezTo>
                  <a:pt x="9" y="184"/>
                  <a:pt x="9" y="184"/>
                  <a:pt x="9" y="184"/>
                </a:cubicBezTo>
                <a:cubicBezTo>
                  <a:pt x="9" y="179"/>
                  <a:pt x="8" y="171"/>
                  <a:pt x="8" y="164"/>
                </a:cubicBezTo>
                <a:cubicBezTo>
                  <a:pt x="8" y="110"/>
                  <a:pt x="38" y="67"/>
                  <a:pt x="74" y="67"/>
                </a:cubicBezTo>
                <a:cubicBezTo>
                  <a:pt x="110" y="67"/>
                  <a:pt x="140" y="111"/>
                  <a:pt x="140" y="164"/>
                </a:cubicBezTo>
                <a:cubicBezTo>
                  <a:pt x="140" y="171"/>
                  <a:pt x="139" y="179"/>
                  <a:pt x="139" y="184"/>
                </a:cubicBezTo>
                <a:close/>
                <a:moveTo>
                  <a:pt x="89" y="52"/>
                </a:moveTo>
                <a:cubicBezTo>
                  <a:pt x="113" y="8"/>
                  <a:pt x="113" y="8"/>
                  <a:pt x="113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3" y="14"/>
                  <a:pt x="73" y="14"/>
                  <a:pt x="73" y="14"/>
                </a:cubicBezTo>
                <a:cubicBezTo>
                  <a:pt x="60" y="0"/>
                  <a:pt x="60" y="0"/>
                  <a:pt x="60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56" y="52"/>
                  <a:pt x="56" y="52"/>
                  <a:pt x="56" y="52"/>
                </a:cubicBezTo>
                <a:lnTo>
                  <a:pt x="89" y="52"/>
                </a:lnTo>
                <a:close/>
                <a:moveTo>
                  <a:pt x="57" y="8"/>
                </a:moveTo>
                <a:cubicBezTo>
                  <a:pt x="73" y="26"/>
                  <a:pt x="73" y="26"/>
                  <a:pt x="73" y="26"/>
                </a:cubicBezTo>
                <a:cubicBezTo>
                  <a:pt x="82" y="16"/>
                  <a:pt x="82" y="16"/>
                  <a:pt x="82" y="16"/>
                </a:cubicBezTo>
                <a:cubicBezTo>
                  <a:pt x="99" y="16"/>
                  <a:pt x="99" y="16"/>
                  <a:pt x="99" y="16"/>
                </a:cubicBezTo>
                <a:cubicBezTo>
                  <a:pt x="85" y="44"/>
                  <a:pt x="85" y="44"/>
                  <a:pt x="85" y="44"/>
                </a:cubicBezTo>
                <a:cubicBezTo>
                  <a:pt x="61" y="44"/>
                  <a:pt x="61" y="44"/>
                  <a:pt x="61" y="44"/>
                </a:cubicBezTo>
                <a:cubicBezTo>
                  <a:pt x="48" y="8"/>
                  <a:pt x="48" y="8"/>
                  <a:pt x="48" y="8"/>
                </a:cubicBezTo>
                <a:lnTo>
                  <a:pt x="57" y="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39">
            <a:extLst>
              <a:ext uri="{FF2B5EF4-FFF2-40B4-BE49-F238E27FC236}">
                <a16:creationId xmlns:a16="http://schemas.microsoft.com/office/drawing/2014/main" id="{1A8BD295-C224-4120-8B00-E8D8A6476483}"/>
              </a:ext>
            </a:extLst>
          </p:cNvPr>
          <p:cNvSpPr>
            <a:spLocks noEditPoints="1"/>
          </p:cNvSpPr>
          <p:nvPr/>
        </p:nvSpPr>
        <p:spPr bwMode="auto">
          <a:xfrm>
            <a:off x="1724884" y="2963471"/>
            <a:ext cx="343784" cy="346030"/>
          </a:xfrm>
          <a:custGeom>
            <a:avLst/>
            <a:gdLst>
              <a:gd name="T0" fmla="*/ 0 w 153"/>
              <a:gd name="T1" fmla="*/ 0 h 154"/>
              <a:gd name="T2" fmla="*/ 0 w 153"/>
              <a:gd name="T3" fmla="*/ 110 h 154"/>
              <a:gd name="T4" fmla="*/ 153 w 153"/>
              <a:gd name="T5" fmla="*/ 110 h 154"/>
              <a:gd name="T6" fmla="*/ 153 w 153"/>
              <a:gd name="T7" fmla="*/ 0 h 154"/>
              <a:gd name="T8" fmla="*/ 0 w 153"/>
              <a:gd name="T9" fmla="*/ 0 h 154"/>
              <a:gd name="T10" fmla="*/ 146 w 153"/>
              <a:gd name="T11" fmla="*/ 103 h 154"/>
              <a:gd name="T12" fmla="*/ 8 w 153"/>
              <a:gd name="T13" fmla="*/ 103 h 154"/>
              <a:gd name="T14" fmla="*/ 8 w 153"/>
              <a:gd name="T15" fmla="*/ 8 h 154"/>
              <a:gd name="T16" fmla="*/ 146 w 153"/>
              <a:gd name="T17" fmla="*/ 8 h 154"/>
              <a:gd name="T18" fmla="*/ 146 w 153"/>
              <a:gd name="T19" fmla="*/ 103 h 154"/>
              <a:gd name="T20" fmla="*/ 47 w 153"/>
              <a:gd name="T21" fmla="*/ 148 h 154"/>
              <a:gd name="T22" fmla="*/ 52 w 153"/>
              <a:gd name="T23" fmla="*/ 154 h 154"/>
              <a:gd name="T24" fmla="*/ 78 w 153"/>
              <a:gd name="T25" fmla="*/ 128 h 154"/>
              <a:gd name="T26" fmla="*/ 103 w 153"/>
              <a:gd name="T27" fmla="*/ 154 h 154"/>
              <a:gd name="T28" fmla="*/ 109 w 153"/>
              <a:gd name="T29" fmla="*/ 148 h 154"/>
              <a:gd name="T30" fmla="*/ 78 w 153"/>
              <a:gd name="T31" fmla="*/ 118 h 154"/>
              <a:gd name="T32" fmla="*/ 47 w 153"/>
              <a:gd name="T33" fmla="*/ 148 h 154"/>
              <a:gd name="T34" fmla="*/ 51 w 153"/>
              <a:gd name="T35" fmla="*/ 56 h 154"/>
              <a:gd name="T36" fmla="*/ 74 w 153"/>
              <a:gd name="T37" fmla="*/ 71 h 154"/>
              <a:gd name="T38" fmla="*/ 102 w 153"/>
              <a:gd name="T39" fmla="*/ 41 h 154"/>
              <a:gd name="T40" fmla="*/ 122 w 153"/>
              <a:gd name="T41" fmla="*/ 57 h 154"/>
              <a:gd name="T42" fmla="*/ 138 w 153"/>
              <a:gd name="T43" fmla="*/ 31 h 154"/>
              <a:gd name="T44" fmla="*/ 132 w 153"/>
              <a:gd name="T45" fmla="*/ 28 h 154"/>
              <a:gd name="T46" fmla="*/ 120 w 153"/>
              <a:gd name="T47" fmla="*/ 46 h 154"/>
              <a:gd name="T48" fmla="*/ 102 w 153"/>
              <a:gd name="T49" fmla="*/ 31 h 154"/>
              <a:gd name="T50" fmla="*/ 72 w 153"/>
              <a:gd name="T51" fmla="*/ 62 h 154"/>
              <a:gd name="T52" fmla="*/ 51 w 153"/>
              <a:gd name="T53" fmla="*/ 47 h 154"/>
              <a:gd name="T54" fmla="*/ 16 w 153"/>
              <a:gd name="T55" fmla="*/ 78 h 154"/>
              <a:gd name="T56" fmla="*/ 21 w 153"/>
              <a:gd name="T57" fmla="*/ 83 h 154"/>
              <a:gd name="T58" fmla="*/ 51 w 153"/>
              <a:gd name="T59" fmla="*/ 56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53" h="154">
                <a:moveTo>
                  <a:pt x="0" y="0"/>
                </a:moveTo>
                <a:lnTo>
                  <a:pt x="0" y="110"/>
                </a:lnTo>
                <a:lnTo>
                  <a:pt x="153" y="110"/>
                </a:lnTo>
                <a:lnTo>
                  <a:pt x="153" y="0"/>
                </a:lnTo>
                <a:lnTo>
                  <a:pt x="0" y="0"/>
                </a:lnTo>
                <a:close/>
                <a:moveTo>
                  <a:pt x="146" y="103"/>
                </a:moveTo>
                <a:lnTo>
                  <a:pt x="8" y="103"/>
                </a:lnTo>
                <a:lnTo>
                  <a:pt x="8" y="8"/>
                </a:lnTo>
                <a:lnTo>
                  <a:pt x="146" y="8"/>
                </a:lnTo>
                <a:lnTo>
                  <a:pt x="146" y="103"/>
                </a:lnTo>
                <a:close/>
                <a:moveTo>
                  <a:pt x="47" y="148"/>
                </a:moveTo>
                <a:lnTo>
                  <a:pt x="52" y="154"/>
                </a:lnTo>
                <a:lnTo>
                  <a:pt x="78" y="128"/>
                </a:lnTo>
                <a:lnTo>
                  <a:pt x="103" y="154"/>
                </a:lnTo>
                <a:lnTo>
                  <a:pt x="109" y="148"/>
                </a:lnTo>
                <a:lnTo>
                  <a:pt x="78" y="118"/>
                </a:lnTo>
                <a:lnTo>
                  <a:pt x="47" y="148"/>
                </a:lnTo>
                <a:close/>
                <a:moveTo>
                  <a:pt x="51" y="56"/>
                </a:moveTo>
                <a:lnTo>
                  <a:pt x="74" y="71"/>
                </a:lnTo>
                <a:lnTo>
                  <a:pt x="102" y="41"/>
                </a:lnTo>
                <a:lnTo>
                  <a:pt x="122" y="57"/>
                </a:lnTo>
                <a:lnTo>
                  <a:pt x="138" y="31"/>
                </a:lnTo>
                <a:lnTo>
                  <a:pt x="132" y="28"/>
                </a:lnTo>
                <a:lnTo>
                  <a:pt x="120" y="46"/>
                </a:lnTo>
                <a:lnTo>
                  <a:pt x="102" y="31"/>
                </a:lnTo>
                <a:lnTo>
                  <a:pt x="72" y="62"/>
                </a:lnTo>
                <a:lnTo>
                  <a:pt x="51" y="47"/>
                </a:lnTo>
                <a:lnTo>
                  <a:pt x="16" y="78"/>
                </a:lnTo>
                <a:lnTo>
                  <a:pt x="21" y="83"/>
                </a:lnTo>
                <a:lnTo>
                  <a:pt x="51" y="5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48">
            <a:extLst>
              <a:ext uri="{FF2B5EF4-FFF2-40B4-BE49-F238E27FC236}">
                <a16:creationId xmlns:a16="http://schemas.microsoft.com/office/drawing/2014/main" id="{4F850666-9F53-41DE-B65E-335279FDC9A3}"/>
              </a:ext>
            </a:extLst>
          </p:cNvPr>
          <p:cNvSpPr>
            <a:spLocks noEditPoints="1"/>
          </p:cNvSpPr>
          <p:nvPr/>
        </p:nvSpPr>
        <p:spPr bwMode="auto">
          <a:xfrm>
            <a:off x="4975580" y="2964339"/>
            <a:ext cx="314075" cy="350084"/>
          </a:xfrm>
          <a:custGeom>
            <a:avLst/>
            <a:gdLst>
              <a:gd name="T0" fmla="*/ 89 w 172"/>
              <a:gd name="T1" fmla="*/ 190 h 192"/>
              <a:gd name="T2" fmla="*/ 167 w 172"/>
              <a:gd name="T3" fmla="*/ 56 h 192"/>
              <a:gd name="T4" fmla="*/ 172 w 172"/>
              <a:gd name="T5" fmla="*/ 56 h 192"/>
              <a:gd name="T6" fmla="*/ 144 w 172"/>
              <a:gd name="T7" fmla="*/ 0 h 192"/>
              <a:gd name="T8" fmla="*/ 28 w 172"/>
              <a:gd name="T9" fmla="*/ 0 h 192"/>
              <a:gd name="T10" fmla="*/ 0 w 172"/>
              <a:gd name="T11" fmla="*/ 56 h 192"/>
              <a:gd name="T12" fmla="*/ 4 w 172"/>
              <a:gd name="T13" fmla="*/ 56 h 192"/>
              <a:gd name="T14" fmla="*/ 83 w 172"/>
              <a:gd name="T15" fmla="*/ 190 h 192"/>
              <a:gd name="T16" fmla="*/ 83 w 172"/>
              <a:gd name="T17" fmla="*/ 190 h 192"/>
              <a:gd name="T18" fmla="*/ 83 w 172"/>
              <a:gd name="T19" fmla="*/ 190 h 192"/>
              <a:gd name="T20" fmla="*/ 83 w 172"/>
              <a:gd name="T21" fmla="*/ 191 h 192"/>
              <a:gd name="T22" fmla="*/ 84 w 172"/>
              <a:gd name="T23" fmla="*/ 191 h 192"/>
              <a:gd name="T24" fmla="*/ 84 w 172"/>
              <a:gd name="T25" fmla="*/ 192 h 192"/>
              <a:gd name="T26" fmla="*/ 85 w 172"/>
              <a:gd name="T27" fmla="*/ 192 h 192"/>
              <a:gd name="T28" fmla="*/ 86 w 172"/>
              <a:gd name="T29" fmla="*/ 192 h 192"/>
              <a:gd name="T30" fmla="*/ 86 w 172"/>
              <a:gd name="T31" fmla="*/ 192 h 192"/>
              <a:gd name="T32" fmla="*/ 87 w 172"/>
              <a:gd name="T33" fmla="*/ 192 h 192"/>
              <a:gd name="T34" fmla="*/ 88 w 172"/>
              <a:gd name="T35" fmla="*/ 192 h 192"/>
              <a:gd name="T36" fmla="*/ 88 w 172"/>
              <a:gd name="T37" fmla="*/ 191 h 192"/>
              <a:gd name="T38" fmla="*/ 89 w 172"/>
              <a:gd name="T39" fmla="*/ 191 h 192"/>
              <a:gd name="T40" fmla="*/ 89 w 172"/>
              <a:gd name="T41" fmla="*/ 190 h 192"/>
              <a:gd name="T42" fmla="*/ 89 w 172"/>
              <a:gd name="T43" fmla="*/ 190 h 192"/>
              <a:gd name="T44" fmla="*/ 89 w 172"/>
              <a:gd name="T45" fmla="*/ 190 h 192"/>
              <a:gd name="T46" fmla="*/ 109 w 172"/>
              <a:gd name="T47" fmla="*/ 56 h 192"/>
              <a:gd name="T48" fmla="*/ 86 w 172"/>
              <a:gd name="T49" fmla="*/ 168 h 192"/>
              <a:gd name="T50" fmla="*/ 62 w 172"/>
              <a:gd name="T51" fmla="*/ 56 h 192"/>
              <a:gd name="T52" fmla="*/ 109 w 172"/>
              <a:gd name="T53" fmla="*/ 56 h 192"/>
              <a:gd name="T54" fmla="*/ 63 w 172"/>
              <a:gd name="T55" fmla="*/ 48 h 192"/>
              <a:gd name="T56" fmla="*/ 86 w 172"/>
              <a:gd name="T57" fmla="*/ 12 h 192"/>
              <a:gd name="T58" fmla="*/ 108 w 172"/>
              <a:gd name="T59" fmla="*/ 48 h 192"/>
              <a:gd name="T60" fmla="*/ 63 w 172"/>
              <a:gd name="T61" fmla="*/ 48 h 192"/>
              <a:gd name="T62" fmla="*/ 95 w 172"/>
              <a:gd name="T63" fmla="*/ 165 h 192"/>
              <a:gd name="T64" fmla="*/ 117 w 172"/>
              <a:gd name="T65" fmla="*/ 56 h 192"/>
              <a:gd name="T66" fmla="*/ 157 w 172"/>
              <a:gd name="T67" fmla="*/ 56 h 192"/>
              <a:gd name="T68" fmla="*/ 95 w 172"/>
              <a:gd name="T69" fmla="*/ 165 h 192"/>
              <a:gd name="T70" fmla="*/ 159 w 172"/>
              <a:gd name="T71" fmla="*/ 48 h 192"/>
              <a:gd name="T72" fmla="*/ 118 w 172"/>
              <a:gd name="T73" fmla="*/ 48 h 192"/>
              <a:gd name="T74" fmla="*/ 93 w 172"/>
              <a:gd name="T75" fmla="*/ 8 h 192"/>
              <a:gd name="T76" fmla="*/ 139 w 172"/>
              <a:gd name="T77" fmla="*/ 8 h 192"/>
              <a:gd name="T78" fmla="*/ 159 w 172"/>
              <a:gd name="T79" fmla="*/ 48 h 192"/>
              <a:gd name="T80" fmla="*/ 33 w 172"/>
              <a:gd name="T81" fmla="*/ 8 h 192"/>
              <a:gd name="T82" fmla="*/ 79 w 172"/>
              <a:gd name="T83" fmla="*/ 8 h 192"/>
              <a:gd name="T84" fmla="*/ 53 w 172"/>
              <a:gd name="T85" fmla="*/ 48 h 192"/>
              <a:gd name="T86" fmla="*/ 13 w 172"/>
              <a:gd name="T87" fmla="*/ 48 h 192"/>
              <a:gd name="T88" fmla="*/ 33 w 172"/>
              <a:gd name="T89" fmla="*/ 8 h 192"/>
              <a:gd name="T90" fmla="*/ 54 w 172"/>
              <a:gd name="T91" fmla="*/ 56 h 192"/>
              <a:gd name="T92" fmla="*/ 77 w 172"/>
              <a:gd name="T93" fmla="*/ 165 h 192"/>
              <a:gd name="T94" fmla="*/ 13 w 172"/>
              <a:gd name="T95" fmla="*/ 56 h 192"/>
              <a:gd name="T96" fmla="*/ 54 w 172"/>
              <a:gd name="T97" fmla="*/ 5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2" h="192">
                <a:moveTo>
                  <a:pt x="89" y="190"/>
                </a:moveTo>
                <a:cubicBezTo>
                  <a:pt x="167" y="56"/>
                  <a:pt x="167" y="56"/>
                  <a:pt x="167" y="56"/>
                </a:cubicBezTo>
                <a:cubicBezTo>
                  <a:pt x="172" y="56"/>
                  <a:pt x="172" y="56"/>
                  <a:pt x="172" y="56"/>
                </a:cubicBezTo>
                <a:cubicBezTo>
                  <a:pt x="144" y="0"/>
                  <a:pt x="144" y="0"/>
                  <a:pt x="144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4" y="56"/>
                  <a:pt x="4" y="56"/>
                  <a:pt x="4" y="56"/>
                </a:cubicBezTo>
                <a:cubicBezTo>
                  <a:pt x="83" y="190"/>
                  <a:pt x="83" y="190"/>
                  <a:pt x="83" y="190"/>
                </a:cubicBezTo>
                <a:cubicBezTo>
                  <a:pt x="83" y="190"/>
                  <a:pt x="83" y="190"/>
                  <a:pt x="83" y="190"/>
                </a:cubicBezTo>
                <a:cubicBezTo>
                  <a:pt x="83" y="190"/>
                  <a:pt x="83" y="190"/>
                  <a:pt x="83" y="190"/>
                </a:cubicBezTo>
                <a:cubicBezTo>
                  <a:pt x="83" y="191"/>
                  <a:pt x="83" y="191"/>
                  <a:pt x="83" y="191"/>
                </a:cubicBezTo>
                <a:cubicBezTo>
                  <a:pt x="83" y="191"/>
                  <a:pt x="84" y="191"/>
                  <a:pt x="84" y="191"/>
                </a:cubicBezTo>
                <a:cubicBezTo>
                  <a:pt x="84" y="191"/>
                  <a:pt x="84" y="192"/>
                  <a:pt x="84" y="192"/>
                </a:cubicBezTo>
                <a:cubicBezTo>
                  <a:pt x="85" y="192"/>
                  <a:pt x="85" y="192"/>
                  <a:pt x="85" y="192"/>
                </a:cubicBezTo>
                <a:cubicBezTo>
                  <a:pt x="85" y="192"/>
                  <a:pt x="86" y="192"/>
                  <a:pt x="86" y="192"/>
                </a:cubicBezTo>
                <a:cubicBezTo>
                  <a:pt x="86" y="192"/>
                  <a:pt x="86" y="192"/>
                  <a:pt x="86" y="192"/>
                </a:cubicBezTo>
                <a:cubicBezTo>
                  <a:pt x="86" y="192"/>
                  <a:pt x="87" y="192"/>
                  <a:pt x="87" y="192"/>
                </a:cubicBezTo>
                <a:cubicBezTo>
                  <a:pt x="87" y="192"/>
                  <a:pt x="87" y="192"/>
                  <a:pt x="88" y="192"/>
                </a:cubicBezTo>
                <a:cubicBezTo>
                  <a:pt x="88" y="192"/>
                  <a:pt x="88" y="191"/>
                  <a:pt x="88" y="191"/>
                </a:cubicBezTo>
                <a:cubicBezTo>
                  <a:pt x="88" y="191"/>
                  <a:pt x="88" y="191"/>
                  <a:pt x="89" y="191"/>
                </a:cubicBezTo>
                <a:cubicBezTo>
                  <a:pt x="89" y="191"/>
                  <a:pt x="89" y="191"/>
                  <a:pt x="89" y="190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0"/>
                  <a:pt x="89" y="190"/>
                  <a:pt x="89" y="190"/>
                </a:cubicBezTo>
                <a:close/>
                <a:moveTo>
                  <a:pt x="109" y="56"/>
                </a:moveTo>
                <a:cubicBezTo>
                  <a:pt x="86" y="168"/>
                  <a:pt x="86" y="168"/>
                  <a:pt x="86" y="168"/>
                </a:cubicBezTo>
                <a:cubicBezTo>
                  <a:pt x="62" y="56"/>
                  <a:pt x="62" y="56"/>
                  <a:pt x="62" y="56"/>
                </a:cubicBezTo>
                <a:lnTo>
                  <a:pt x="109" y="56"/>
                </a:lnTo>
                <a:close/>
                <a:moveTo>
                  <a:pt x="63" y="48"/>
                </a:moveTo>
                <a:cubicBezTo>
                  <a:pt x="86" y="12"/>
                  <a:pt x="86" y="12"/>
                  <a:pt x="86" y="12"/>
                </a:cubicBezTo>
                <a:cubicBezTo>
                  <a:pt x="108" y="48"/>
                  <a:pt x="108" y="48"/>
                  <a:pt x="108" y="48"/>
                </a:cubicBezTo>
                <a:lnTo>
                  <a:pt x="63" y="48"/>
                </a:lnTo>
                <a:close/>
                <a:moveTo>
                  <a:pt x="95" y="165"/>
                </a:moveTo>
                <a:cubicBezTo>
                  <a:pt x="117" y="56"/>
                  <a:pt x="117" y="56"/>
                  <a:pt x="117" y="56"/>
                </a:cubicBezTo>
                <a:cubicBezTo>
                  <a:pt x="157" y="56"/>
                  <a:pt x="157" y="56"/>
                  <a:pt x="157" y="56"/>
                </a:cubicBezTo>
                <a:lnTo>
                  <a:pt x="95" y="165"/>
                </a:lnTo>
                <a:close/>
                <a:moveTo>
                  <a:pt x="159" y="48"/>
                </a:moveTo>
                <a:cubicBezTo>
                  <a:pt x="118" y="48"/>
                  <a:pt x="118" y="48"/>
                  <a:pt x="118" y="48"/>
                </a:cubicBezTo>
                <a:cubicBezTo>
                  <a:pt x="93" y="8"/>
                  <a:pt x="93" y="8"/>
                  <a:pt x="93" y="8"/>
                </a:cubicBezTo>
                <a:cubicBezTo>
                  <a:pt x="139" y="8"/>
                  <a:pt x="139" y="8"/>
                  <a:pt x="139" y="8"/>
                </a:cubicBezTo>
                <a:lnTo>
                  <a:pt x="159" y="48"/>
                </a:lnTo>
                <a:close/>
                <a:moveTo>
                  <a:pt x="33" y="8"/>
                </a:moveTo>
                <a:cubicBezTo>
                  <a:pt x="79" y="8"/>
                  <a:pt x="79" y="8"/>
                  <a:pt x="79" y="8"/>
                </a:cubicBezTo>
                <a:cubicBezTo>
                  <a:pt x="53" y="48"/>
                  <a:pt x="53" y="48"/>
                  <a:pt x="53" y="48"/>
                </a:cubicBezTo>
                <a:cubicBezTo>
                  <a:pt x="13" y="48"/>
                  <a:pt x="13" y="48"/>
                  <a:pt x="13" y="48"/>
                </a:cubicBezTo>
                <a:lnTo>
                  <a:pt x="33" y="8"/>
                </a:lnTo>
                <a:close/>
                <a:moveTo>
                  <a:pt x="54" y="56"/>
                </a:moveTo>
                <a:cubicBezTo>
                  <a:pt x="77" y="165"/>
                  <a:pt x="77" y="165"/>
                  <a:pt x="77" y="165"/>
                </a:cubicBezTo>
                <a:cubicBezTo>
                  <a:pt x="13" y="56"/>
                  <a:pt x="13" y="56"/>
                  <a:pt x="13" y="56"/>
                </a:cubicBezTo>
                <a:lnTo>
                  <a:pt x="54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85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637DC0-87BE-454E-94FF-E02E0EF634BE}"/>
              </a:ext>
            </a:extLst>
          </p:cNvPr>
          <p:cNvSpPr txBox="1"/>
          <p:nvPr/>
        </p:nvSpPr>
        <p:spPr>
          <a:xfrm>
            <a:off x="486114" y="739247"/>
            <a:ext cx="836832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Adapting to Market Changes Through Flexible SaaS-Based Business Solutions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DFF4D-D14A-4388-AEB7-B76774903EA2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02F1-9B6B-48B7-BFCC-7614B6BEADDA}"/>
              </a:ext>
            </a:extLst>
          </p:cNvPr>
          <p:cNvSpPr/>
          <p:nvPr/>
        </p:nvSpPr>
        <p:spPr>
          <a:xfrm>
            <a:off x="6654870" y="4277533"/>
            <a:ext cx="4586081" cy="1391581"/>
          </a:xfrm>
          <a:prstGeom prst="roundRect">
            <a:avLst>
              <a:gd name="adj" fmla="val 4583"/>
            </a:avLst>
          </a:prstGeom>
          <a:solidFill>
            <a:srgbClr val="F4F0ED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A30342-ABEE-487D-B5B4-719797EB4884}"/>
              </a:ext>
            </a:extLst>
          </p:cNvPr>
          <p:cNvSpPr txBox="1"/>
          <p:nvPr/>
        </p:nvSpPr>
        <p:spPr>
          <a:xfrm>
            <a:off x="7669391" y="4451228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04.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4FD3B-F243-4306-A293-74613092B8F9}"/>
              </a:ext>
            </a:extLst>
          </p:cNvPr>
          <p:cNvSpPr txBox="1"/>
          <p:nvPr/>
        </p:nvSpPr>
        <p:spPr>
          <a:xfrm>
            <a:off x="7669390" y="4892256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Your Special Text 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890A97-2B13-4ECF-9C7B-139E9CA9F1C2}"/>
              </a:ext>
            </a:extLst>
          </p:cNvPr>
          <p:cNvSpPr txBox="1"/>
          <p:nvPr/>
        </p:nvSpPr>
        <p:spPr>
          <a:xfrm>
            <a:off x="7669391" y="5200033"/>
            <a:ext cx="3471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60889F-1B1B-418B-B27C-76B534BD45DB}"/>
              </a:ext>
            </a:extLst>
          </p:cNvPr>
          <p:cNvCxnSpPr>
            <a:cxnSpLocks/>
          </p:cNvCxnSpPr>
          <p:nvPr/>
        </p:nvCxnSpPr>
        <p:spPr>
          <a:xfrm>
            <a:off x="7490022" y="4539670"/>
            <a:ext cx="0" cy="846986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4382CB0-BA09-4BA1-B9F4-3702E36C87AC}"/>
              </a:ext>
            </a:extLst>
          </p:cNvPr>
          <p:cNvSpPr/>
          <p:nvPr/>
        </p:nvSpPr>
        <p:spPr>
          <a:xfrm>
            <a:off x="1712789" y="4277533"/>
            <a:ext cx="4586081" cy="1391581"/>
          </a:xfrm>
          <a:prstGeom prst="roundRect">
            <a:avLst>
              <a:gd name="adj" fmla="val 4583"/>
            </a:avLst>
          </a:prstGeom>
          <a:solidFill>
            <a:srgbClr val="F4F0ED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F78183-56E5-4CB4-92BF-8CC6AF63DFF1}"/>
              </a:ext>
            </a:extLst>
          </p:cNvPr>
          <p:cNvSpPr txBox="1"/>
          <p:nvPr/>
        </p:nvSpPr>
        <p:spPr>
          <a:xfrm>
            <a:off x="2727310" y="4451228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03.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1BEFEC-957A-4F56-97E6-9A3C62E98A42}"/>
              </a:ext>
            </a:extLst>
          </p:cNvPr>
          <p:cNvSpPr txBox="1"/>
          <p:nvPr/>
        </p:nvSpPr>
        <p:spPr>
          <a:xfrm>
            <a:off x="2727309" y="4892256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Your Special Text Here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FC4CDA-0C6B-4E9C-A1FB-B7728D7E7A04}"/>
              </a:ext>
            </a:extLst>
          </p:cNvPr>
          <p:cNvSpPr txBox="1"/>
          <p:nvPr/>
        </p:nvSpPr>
        <p:spPr>
          <a:xfrm>
            <a:off x="2727310" y="5200033"/>
            <a:ext cx="3471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7CAB482-9CCB-4C3B-ADDA-CB5C743A3C98}"/>
              </a:ext>
            </a:extLst>
          </p:cNvPr>
          <p:cNvCxnSpPr>
            <a:cxnSpLocks/>
          </p:cNvCxnSpPr>
          <p:nvPr/>
        </p:nvCxnSpPr>
        <p:spPr>
          <a:xfrm>
            <a:off x="2547941" y="4539670"/>
            <a:ext cx="0" cy="846986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ABB9C68-BD1D-4B1B-B7F5-C5D91BBDFEE8}"/>
              </a:ext>
            </a:extLst>
          </p:cNvPr>
          <p:cNvSpPr/>
          <p:nvPr/>
        </p:nvSpPr>
        <p:spPr>
          <a:xfrm>
            <a:off x="6654870" y="2544600"/>
            <a:ext cx="4586081" cy="1391581"/>
          </a:xfrm>
          <a:prstGeom prst="roundRect">
            <a:avLst>
              <a:gd name="adj" fmla="val 4583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4FC3C9-8DCA-43FE-AF5C-28F034539996}"/>
              </a:ext>
            </a:extLst>
          </p:cNvPr>
          <p:cNvSpPr txBox="1"/>
          <p:nvPr/>
        </p:nvSpPr>
        <p:spPr>
          <a:xfrm>
            <a:off x="7669391" y="2718295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ID" dirty="0">
                <a:solidFill>
                  <a:schemeClr val="bg1">
                    <a:lumMod val="95000"/>
                  </a:schemeClr>
                </a:solidFill>
              </a:rPr>
              <a:t>02.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E91BE3-08DF-4947-9E09-F1943EAC1813}"/>
              </a:ext>
            </a:extLst>
          </p:cNvPr>
          <p:cNvSpPr txBox="1"/>
          <p:nvPr/>
        </p:nvSpPr>
        <p:spPr>
          <a:xfrm>
            <a:off x="7669390" y="3159323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</a:rPr>
              <a:t>Your Special Text Here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C48198-57EB-46AE-8515-CC62DA0CF5A9}"/>
              </a:ext>
            </a:extLst>
          </p:cNvPr>
          <p:cNvSpPr txBox="1"/>
          <p:nvPr/>
        </p:nvSpPr>
        <p:spPr>
          <a:xfrm>
            <a:off x="7669391" y="3467100"/>
            <a:ext cx="3471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Lorem ipsum dolor sit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amet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consectetur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adipiscing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elit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B7A8E8-4DEB-47F2-85FD-8AEAA9508E94}"/>
              </a:ext>
            </a:extLst>
          </p:cNvPr>
          <p:cNvCxnSpPr>
            <a:cxnSpLocks/>
          </p:cNvCxnSpPr>
          <p:nvPr/>
        </p:nvCxnSpPr>
        <p:spPr>
          <a:xfrm>
            <a:off x="7490022" y="2806737"/>
            <a:ext cx="0" cy="846986"/>
          </a:xfrm>
          <a:prstGeom prst="line">
            <a:avLst/>
          </a:prstGeom>
          <a:ln w="635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93E1C8C-5A6E-4D1A-ACFB-7DC89F3A670A}"/>
              </a:ext>
            </a:extLst>
          </p:cNvPr>
          <p:cNvSpPr/>
          <p:nvPr/>
        </p:nvSpPr>
        <p:spPr>
          <a:xfrm>
            <a:off x="1712789" y="2544600"/>
            <a:ext cx="4586081" cy="1391581"/>
          </a:xfrm>
          <a:prstGeom prst="roundRect">
            <a:avLst>
              <a:gd name="adj" fmla="val 4583"/>
            </a:avLst>
          </a:prstGeom>
          <a:solidFill>
            <a:srgbClr val="F4F0ED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86BC02-B9BB-4436-A364-F732E6DC7067}"/>
              </a:ext>
            </a:extLst>
          </p:cNvPr>
          <p:cNvSpPr txBox="1"/>
          <p:nvPr/>
        </p:nvSpPr>
        <p:spPr>
          <a:xfrm>
            <a:off x="2727310" y="2718295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01A1AD-95CD-4829-B54D-4ADFFD1AAB4E}"/>
              </a:ext>
            </a:extLst>
          </p:cNvPr>
          <p:cNvSpPr txBox="1"/>
          <p:nvPr/>
        </p:nvSpPr>
        <p:spPr>
          <a:xfrm>
            <a:off x="2727309" y="3159323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Your Special Text Here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5CB07-67E9-4493-A64D-BFB76C32B633}"/>
              </a:ext>
            </a:extLst>
          </p:cNvPr>
          <p:cNvSpPr txBox="1"/>
          <p:nvPr/>
        </p:nvSpPr>
        <p:spPr>
          <a:xfrm>
            <a:off x="2727310" y="3467100"/>
            <a:ext cx="3471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01F4BA7-3CB1-4492-922D-508B490448A3}"/>
              </a:ext>
            </a:extLst>
          </p:cNvPr>
          <p:cNvCxnSpPr>
            <a:cxnSpLocks/>
          </p:cNvCxnSpPr>
          <p:nvPr/>
        </p:nvCxnSpPr>
        <p:spPr>
          <a:xfrm>
            <a:off x="2547941" y="2806737"/>
            <a:ext cx="0" cy="846986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 50">
            <a:extLst>
              <a:ext uri="{FF2B5EF4-FFF2-40B4-BE49-F238E27FC236}">
                <a16:creationId xmlns:a16="http://schemas.microsoft.com/office/drawing/2014/main" id="{312B8919-47E2-4E20-9334-BF8E4084FD74}"/>
              </a:ext>
            </a:extLst>
          </p:cNvPr>
          <p:cNvSpPr>
            <a:spLocks noEditPoints="1"/>
          </p:cNvSpPr>
          <p:nvPr/>
        </p:nvSpPr>
        <p:spPr bwMode="auto">
          <a:xfrm>
            <a:off x="1944301" y="3057215"/>
            <a:ext cx="367002" cy="346030"/>
          </a:xfrm>
          <a:custGeom>
            <a:avLst/>
            <a:gdLst>
              <a:gd name="T0" fmla="*/ 172 w 192"/>
              <a:gd name="T1" fmla="*/ 0 h 180"/>
              <a:gd name="T2" fmla="*/ 20 w 192"/>
              <a:gd name="T3" fmla="*/ 0 h 180"/>
              <a:gd name="T4" fmla="*/ 0 w 192"/>
              <a:gd name="T5" fmla="*/ 20 h 180"/>
              <a:gd name="T6" fmla="*/ 20 w 192"/>
              <a:gd name="T7" fmla="*/ 40 h 180"/>
              <a:gd name="T8" fmla="*/ 24 w 192"/>
              <a:gd name="T9" fmla="*/ 40 h 180"/>
              <a:gd name="T10" fmla="*/ 24 w 192"/>
              <a:gd name="T11" fmla="*/ 116 h 180"/>
              <a:gd name="T12" fmla="*/ 44 w 192"/>
              <a:gd name="T13" fmla="*/ 136 h 180"/>
              <a:gd name="T14" fmla="*/ 92 w 192"/>
              <a:gd name="T15" fmla="*/ 136 h 180"/>
              <a:gd name="T16" fmla="*/ 92 w 192"/>
              <a:gd name="T17" fmla="*/ 152 h 180"/>
              <a:gd name="T18" fmla="*/ 71 w 192"/>
              <a:gd name="T19" fmla="*/ 173 h 180"/>
              <a:gd name="T20" fmla="*/ 76 w 192"/>
              <a:gd name="T21" fmla="*/ 179 h 180"/>
              <a:gd name="T22" fmla="*/ 92 w 192"/>
              <a:gd name="T23" fmla="*/ 163 h 180"/>
              <a:gd name="T24" fmla="*/ 92 w 192"/>
              <a:gd name="T25" fmla="*/ 180 h 180"/>
              <a:gd name="T26" fmla="*/ 100 w 192"/>
              <a:gd name="T27" fmla="*/ 180 h 180"/>
              <a:gd name="T28" fmla="*/ 100 w 192"/>
              <a:gd name="T29" fmla="*/ 163 h 180"/>
              <a:gd name="T30" fmla="*/ 116 w 192"/>
              <a:gd name="T31" fmla="*/ 179 h 180"/>
              <a:gd name="T32" fmla="*/ 121 w 192"/>
              <a:gd name="T33" fmla="*/ 173 h 180"/>
              <a:gd name="T34" fmla="*/ 100 w 192"/>
              <a:gd name="T35" fmla="*/ 152 h 180"/>
              <a:gd name="T36" fmla="*/ 100 w 192"/>
              <a:gd name="T37" fmla="*/ 136 h 180"/>
              <a:gd name="T38" fmla="*/ 148 w 192"/>
              <a:gd name="T39" fmla="*/ 136 h 180"/>
              <a:gd name="T40" fmla="*/ 168 w 192"/>
              <a:gd name="T41" fmla="*/ 116 h 180"/>
              <a:gd name="T42" fmla="*/ 168 w 192"/>
              <a:gd name="T43" fmla="*/ 40 h 180"/>
              <a:gd name="T44" fmla="*/ 172 w 192"/>
              <a:gd name="T45" fmla="*/ 40 h 180"/>
              <a:gd name="T46" fmla="*/ 192 w 192"/>
              <a:gd name="T47" fmla="*/ 20 h 180"/>
              <a:gd name="T48" fmla="*/ 172 w 192"/>
              <a:gd name="T49" fmla="*/ 0 h 180"/>
              <a:gd name="T50" fmla="*/ 160 w 192"/>
              <a:gd name="T51" fmla="*/ 116 h 180"/>
              <a:gd name="T52" fmla="*/ 148 w 192"/>
              <a:gd name="T53" fmla="*/ 128 h 180"/>
              <a:gd name="T54" fmla="*/ 140 w 192"/>
              <a:gd name="T55" fmla="*/ 128 h 180"/>
              <a:gd name="T56" fmla="*/ 140 w 192"/>
              <a:gd name="T57" fmla="*/ 56 h 180"/>
              <a:gd name="T58" fmla="*/ 132 w 192"/>
              <a:gd name="T59" fmla="*/ 56 h 180"/>
              <a:gd name="T60" fmla="*/ 132 w 192"/>
              <a:gd name="T61" fmla="*/ 128 h 180"/>
              <a:gd name="T62" fmla="*/ 120 w 192"/>
              <a:gd name="T63" fmla="*/ 128 h 180"/>
              <a:gd name="T64" fmla="*/ 120 w 192"/>
              <a:gd name="T65" fmla="*/ 68 h 180"/>
              <a:gd name="T66" fmla="*/ 112 w 192"/>
              <a:gd name="T67" fmla="*/ 68 h 180"/>
              <a:gd name="T68" fmla="*/ 112 w 192"/>
              <a:gd name="T69" fmla="*/ 128 h 180"/>
              <a:gd name="T70" fmla="*/ 100 w 192"/>
              <a:gd name="T71" fmla="*/ 128 h 180"/>
              <a:gd name="T72" fmla="*/ 100 w 192"/>
              <a:gd name="T73" fmla="*/ 76 h 180"/>
              <a:gd name="T74" fmla="*/ 92 w 192"/>
              <a:gd name="T75" fmla="*/ 76 h 180"/>
              <a:gd name="T76" fmla="*/ 92 w 192"/>
              <a:gd name="T77" fmla="*/ 128 h 180"/>
              <a:gd name="T78" fmla="*/ 80 w 192"/>
              <a:gd name="T79" fmla="*/ 128 h 180"/>
              <a:gd name="T80" fmla="*/ 80 w 192"/>
              <a:gd name="T81" fmla="*/ 84 h 180"/>
              <a:gd name="T82" fmla="*/ 72 w 192"/>
              <a:gd name="T83" fmla="*/ 84 h 180"/>
              <a:gd name="T84" fmla="*/ 72 w 192"/>
              <a:gd name="T85" fmla="*/ 128 h 180"/>
              <a:gd name="T86" fmla="*/ 60 w 192"/>
              <a:gd name="T87" fmla="*/ 128 h 180"/>
              <a:gd name="T88" fmla="*/ 60 w 192"/>
              <a:gd name="T89" fmla="*/ 92 h 180"/>
              <a:gd name="T90" fmla="*/ 52 w 192"/>
              <a:gd name="T91" fmla="*/ 92 h 180"/>
              <a:gd name="T92" fmla="*/ 52 w 192"/>
              <a:gd name="T93" fmla="*/ 128 h 180"/>
              <a:gd name="T94" fmla="*/ 44 w 192"/>
              <a:gd name="T95" fmla="*/ 128 h 180"/>
              <a:gd name="T96" fmla="*/ 32 w 192"/>
              <a:gd name="T97" fmla="*/ 116 h 180"/>
              <a:gd name="T98" fmla="*/ 32 w 192"/>
              <a:gd name="T99" fmla="*/ 40 h 180"/>
              <a:gd name="T100" fmla="*/ 160 w 192"/>
              <a:gd name="T101" fmla="*/ 40 h 180"/>
              <a:gd name="T102" fmla="*/ 160 w 192"/>
              <a:gd name="T103" fmla="*/ 116 h 180"/>
              <a:gd name="T104" fmla="*/ 172 w 192"/>
              <a:gd name="T105" fmla="*/ 32 h 180"/>
              <a:gd name="T106" fmla="*/ 20 w 192"/>
              <a:gd name="T107" fmla="*/ 32 h 180"/>
              <a:gd name="T108" fmla="*/ 8 w 192"/>
              <a:gd name="T109" fmla="*/ 20 h 180"/>
              <a:gd name="T110" fmla="*/ 20 w 192"/>
              <a:gd name="T111" fmla="*/ 8 h 180"/>
              <a:gd name="T112" fmla="*/ 172 w 192"/>
              <a:gd name="T113" fmla="*/ 8 h 180"/>
              <a:gd name="T114" fmla="*/ 184 w 192"/>
              <a:gd name="T115" fmla="*/ 20 h 180"/>
              <a:gd name="T116" fmla="*/ 172 w 192"/>
              <a:gd name="T117" fmla="*/ 32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92" h="180">
                <a:moveTo>
                  <a:pt x="172" y="0"/>
                </a:moveTo>
                <a:cubicBezTo>
                  <a:pt x="20" y="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24" y="40"/>
                  <a:pt x="24" y="40"/>
                  <a:pt x="24" y="40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24" y="127"/>
                  <a:pt x="33" y="136"/>
                  <a:pt x="44" y="136"/>
                </a:cubicBezTo>
                <a:cubicBezTo>
                  <a:pt x="92" y="136"/>
                  <a:pt x="92" y="136"/>
                  <a:pt x="92" y="136"/>
                </a:cubicBezTo>
                <a:cubicBezTo>
                  <a:pt x="92" y="152"/>
                  <a:pt x="92" y="152"/>
                  <a:pt x="92" y="152"/>
                </a:cubicBezTo>
                <a:cubicBezTo>
                  <a:pt x="71" y="173"/>
                  <a:pt x="71" y="173"/>
                  <a:pt x="71" y="173"/>
                </a:cubicBezTo>
                <a:cubicBezTo>
                  <a:pt x="76" y="179"/>
                  <a:pt x="76" y="179"/>
                  <a:pt x="76" y="179"/>
                </a:cubicBezTo>
                <a:cubicBezTo>
                  <a:pt x="92" y="163"/>
                  <a:pt x="92" y="163"/>
                  <a:pt x="92" y="163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100" y="180"/>
                  <a:pt x="100" y="180"/>
                  <a:pt x="100" y="180"/>
                </a:cubicBezTo>
                <a:cubicBezTo>
                  <a:pt x="100" y="163"/>
                  <a:pt x="100" y="163"/>
                  <a:pt x="100" y="163"/>
                </a:cubicBezTo>
                <a:cubicBezTo>
                  <a:pt x="116" y="179"/>
                  <a:pt x="116" y="179"/>
                  <a:pt x="116" y="179"/>
                </a:cubicBezTo>
                <a:cubicBezTo>
                  <a:pt x="121" y="173"/>
                  <a:pt x="121" y="173"/>
                  <a:pt x="121" y="173"/>
                </a:cubicBezTo>
                <a:cubicBezTo>
                  <a:pt x="100" y="152"/>
                  <a:pt x="100" y="152"/>
                  <a:pt x="100" y="152"/>
                </a:cubicBezTo>
                <a:cubicBezTo>
                  <a:pt x="100" y="136"/>
                  <a:pt x="100" y="136"/>
                  <a:pt x="100" y="136"/>
                </a:cubicBezTo>
                <a:cubicBezTo>
                  <a:pt x="148" y="136"/>
                  <a:pt x="148" y="136"/>
                  <a:pt x="148" y="136"/>
                </a:cubicBezTo>
                <a:cubicBezTo>
                  <a:pt x="159" y="136"/>
                  <a:pt x="168" y="127"/>
                  <a:pt x="168" y="116"/>
                </a:cubicBezTo>
                <a:cubicBezTo>
                  <a:pt x="168" y="40"/>
                  <a:pt x="168" y="40"/>
                  <a:pt x="168" y="40"/>
                </a:cubicBezTo>
                <a:cubicBezTo>
                  <a:pt x="172" y="40"/>
                  <a:pt x="172" y="40"/>
                  <a:pt x="172" y="40"/>
                </a:cubicBezTo>
                <a:cubicBezTo>
                  <a:pt x="183" y="40"/>
                  <a:pt x="192" y="31"/>
                  <a:pt x="192" y="20"/>
                </a:cubicBezTo>
                <a:cubicBezTo>
                  <a:pt x="192" y="9"/>
                  <a:pt x="183" y="0"/>
                  <a:pt x="172" y="0"/>
                </a:cubicBezTo>
                <a:close/>
                <a:moveTo>
                  <a:pt x="160" y="116"/>
                </a:moveTo>
                <a:cubicBezTo>
                  <a:pt x="160" y="123"/>
                  <a:pt x="155" y="128"/>
                  <a:pt x="148" y="128"/>
                </a:cubicBezTo>
                <a:cubicBezTo>
                  <a:pt x="140" y="128"/>
                  <a:pt x="140" y="128"/>
                  <a:pt x="140" y="128"/>
                </a:cubicBezTo>
                <a:cubicBezTo>
                  <a:pt x="140" y="56"/>
                  <a:pt x="140" y="56"/>
                  <a:pt x="140" y="56"/>
                </a:cubicBezTo>
                <a:cubicBezTo>
                  <a:pt x="132" y="56"/>
                  <a:pt x="132" y="56"/>
                  <a:pt x="132" y="56"/>
                </a:cubicBezTo>
                <a:cubicBezTo>
                  <a:pt x="132" y="128"/>
                  <a:pt x="132" y="128"/>
                  <a:pt x="132" y="128"/>
                </a:cubicBezTo>
                <a:cubicBezTo>
                  <a:pt x="120" y="128"/>
                  <a:pt x="120" y="128"/>
                  <a:pt x="120" y="128"/>
                </a:cubicBezTo>
                <a:cubicBezTo>
                  <a:pt x="120" y="68"/>
                  <a:pt x="120" y="68"/>
                  <a:pt x="120" y="68"/>
                </a:cubicBezTo>
                <a:cubicBezTo>
                  <a:pt x="112" y="68"/>
                  <a:pt x="112" y="68"/>
                  <a:pt x="112" y="6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00" y="128"/>
                  <a:pt x="100" y="128"/>
                  <a:pt x="100" y="128"/>
                </a:cubicBezTo>
                <a:cubicBezTo>
                  <a:pt x="100" y="76"/>
                  <a:pt x="100" y="76"/>
                  <a:pt x="100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80" y="128"/>
                  <a:pt x="80" y="128"/>
                  <a:pt x="80" y="128"/>
                </a:cubicBezTo>
                <a:cubicBezTo>
                  <a:pt x="80" y="84"/>
                  <a:pt x="80" y="84"/>
                  <a:pt x="80" y="84"/>
                </a:cubicBezTo>
                <a:cubicBezTo>
                  <a:pt x="72" y="84"/>
                  <a:pt x="72" y="84"/>
                  <a:pt x="72" y="84"/>
                </a:cubicBezTo>
                <a:cubicBezTo>
                  <a:pt x="72" y="128"/>
                  <a:pt x="72" y="128"/>
                  <a:pt x="72" y="128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92"/>
                  <a:pt x="60" y="92"/>
                  <a:pt x="60" y="92"/>
                </a:cubicBezTo>
                <a:cubicBezTo>
                  <a:pt x="52" y="92"/>
                  <a:pt x="52" y="92"/>
                  <a:pt x="52" y="92"/>
                </a:cubicBezTo>
                <a:cubicBezTo>
                  <a:pt x="52" y="128"/>
                  <a:pt x="52" y="128"/>
                  <a:pt x="52" y="128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37" y="128"/>
                  <a:pt x="32" y="123"/>
                  <a:pt x="32" y="116"/>
                </a:cubicBezTo>
                <a:cubicBezTo>
                  <a:pt x="32" y="40"/>
                  <a:pt x="32" y="40"/>
                  <a:pt x="32" y="40"/>
                </a:cubicBezTo>
                <a:cubicBezTo>
                  <a:pt x="160" y="40"/>
                  <a:pt x="160" y="40"/>
                  <a:pt x="160" y="40"/>
                </a:cubicBezTo>
                <a:lnTo>
                  <a:pt x="160" y="116"/>
                </a:lnTo>
                <a:close/>
                <a:moveTo>
                  <a:pt x="172" y="32"/>
                </a:moveTo>
                <a:cubicBezTo>
                  <a:pt x="20" y="32"/>
                  <a:pt x="20" y="32"/>
                  <a:pt x="20" y="32"/>
                </a:cubicBezTo>
                <a:cubicBezTo>
                  <a:pt x="13" y="32"/>
                  <a:pt x="8" y="27"/>
                  <a:pt x="8" y="20"/>
                </a:cubicBezTo>
                <a:cubicBezTo>
                  <a:pt x="8" y="13"/>
                  <a:pt x="13" y="8"/>
                  <a:pt x="20" y="8"/>
                </a:cubicBezTo>
                <a:cubicBezTo>
                  <a:pt x="172" y="8"/>
                  <a:pt x="172" y="8"/>
                  <a:pt x="172" y="8"/>
                </a:cubicBezTo>
                <a:cubicBezTo>
                  <a:pt x="179" y="8"/>
                  <a:pt x="184" y="13"/>
                  <a:pt x="184" y="20"/>
                </a:cubicBezTo>
                <a:cubicBezTo>
                  <a:pt x="184" y="27"/>
                  <a:pt x="179" y="32"/>
                  <a:pt x="172" y="3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55">
            <a:extLst>
              <a:ext uri="{FF2B5EF4-FFF2-40B4-BE49-F238E27FC236}">
                <a16:creationId xmlns:a16="http://schemas.microsoft.com/office/drawing/2014/main" id="{84096FF8-463F-4C2B-AB1F-DFEDBFFED449}"/>
              </a:ext>
            </a:extLst>
          </p:cNvPr>
          <p:cNvSpPr>
            <a:spLocks noEditPoints="1"/>
          </p:cNvSpPr>
          <p:nvPr/>
        </p:nvSpPr>
        <p:spPr bwMode="auto">
          <a:xfrm>
            <a:off x="1967519" y="4789025"/>
            <a:ext cx="316879" cy="347153"/>
          </a:xfrm>
          <a:custGeom>
            <a:avLst/>
            <a:gdLst>
              <a:gd name="T0" fmla="*/ 135 w 157"/>
              <a:gd name="T1" fmla="*/ 55 h 172"/>
              <a:gd name="T2" fmla="*/ 135 w 157"/>
              <a:gd name="T3" fmla="*/ 37 h 172"/>
              <a:gd name="T4" fmla="*/ 113 w 157"/>
              <a:gd name="T5" fmla="*/ 37 h 172"/>
              <a:gd name="T6" fmla="*/ 113 w 157"/>
              <a:gd name="T7" fmla="*/ 19 h 172"/>
              <a:gd name="T8" fmla="*/ 95 w 157"/>
              <a:gd name="T9" fmla="*/ 19 h 172"/>
              <a:gd name="T10" fmla="*/ 95 w 157"/>
              <a:gd name="T11" fmla="*/ 0 h 172"/>
              <a:gd name="T12" fmla="*/ 62 w 157"/>
              <a:gd name="T13" fmla="*/ 0 h 172"/>
              <a:gd name="T14" fmla="*/ 62 w 157"/>
              <a:gd name="T15" fmla="*/ 19 h 172"/>
              <a:gd name="T16" fmla="*/ 44 w 157"/>
              <a:gd name="T17" fmla="*/ 19 h 172"/>
              <a:gd name="T18" fmla="*/ 44 w 157"/>
              <a:gd name="T19" fmla="*/ 37 h 172"/>
              <a:gd name="T20" fmla="*/ 22 w 157"/>
              <a:gd name="T21" fmla="*/ 37 h 172"/>
              <a:gd name="T22" fmla="*/ 22 w 157"/>
              <a:gd name="T23" fmla="*/ 55 h 172"/>
              <a:gd name="T24" fmla="*/ 0 w 157"/>
              <a:gd name="T25" fmla="*/ 55 h 172"/>
              <a:gd name="T26" fmla="*/ 0 w 157"/>
              <a:gd name="T27" fmla="*/ 172 h 172"/>
              <a:gd name="T28" fmla="*/ 157 w 157"/>
              <a:gd name="T29" fmla="*/ 172 h 172"/>
              <a:gd name="T30" fmla="*/ 157 w 157"/>
              <a:gd name="T31" fmla="*/ 55 h 172"/>
              <a:gd name="T32" fmla="*/ 135 w 157"/>
              <a:gd name="T33" fmla="*/ 55 h 172"/>
              <a:gd name="T34" fmla="*/ 69 w 157"/>
              <a:gd name="T35" fmla="*/ 8 h 172"/>
              <a:gd name="T36" fmla="*/ 87 w 157"/>
              <a:gd name="T37" fmla="*/ 8 h 172"/>
              <a:gd name="T38" fmla="*/ 87 w 157"/>
              <a:gd name="T39" fmla="*/ 19 h 172"/>
              <a:gd name="T40" fmla="*/ 69 w 157"/>
              <a:gd name="T41" fmla="*/ 19 h 172"/>
              <a:gd name="T42" fmla="*/ 69 w 157"/>
              <a:gd name="T43" fmla="*/ 8 h 172"/>
              <a:gd name="T44" fmla="*/ 51 w 157"/>
              <a:gd name="T45" fmla="*/ 26 h 172"/>
              <a:gd name="T46" fmla="*/ 106 w 157"/>
              <a:gd name="T47" fmla="*/ 26 h 172"/>
              <a:gd name="T48" fmla="*/ 106 w 157"/>
              <a:gd name="T49" fmla="*/ 37 h 172"/>
              <a:gd name="T50" fmla="*/ 51 w 157"/>
              <a:gd name="T51" fmla="*/ 37 h 172"/>
              <a:gd name="T52" fmla="*/ 51 w 157"/>
              <a:gd name="T53" fmla="*/ 26 h 172"/>
              <a:gd name="T54" fmla="*/ 29 w 157"/>
              <a:gd name="T55" fmla="*/ 44 h 172"/>
              <a:gd name="T56" fmla="*/ 128 w 157"/>
              <a:gd name="T57" fmla="*/ 44 h 172"/>
              <a:gd name="T58" fmla="*/ 128 w 157"/>
              <a:gd name="T59" fmla="*/ 55 h 172"/>
              <a:gd name="T60" fmla="*/ 29 w 157"/>
              <a:gd name="T61" fmla="*/ 55 h 172"/>
              <a:gd name="T62" fmla="*/ 29 w 157"/>
              <a:gd name="T63" fmla="*/ 44 h 172"/>
              <a:gd name="T64" fmla="*/ 69 w 157"/>
              <a:gd name="T65" fmla="*/ 165 h 172"/>
              <a:gd name="T66" fmla="*/ 69 w 157"/>
              <a:gd name="T67" fmla="*/ 124 h 172"/>
              <a:gd name="T68" fmla="*/ 87 w 157"/>
              <a:gd name="T69" fmla="*/ 124 h 172"/>
              <a:gd name="T70" fmla="*/ 87 w 157"/>
              <a:gd name="T71" fmla="*/ 165 h 172"/>
              <a:gd name="T72" fmla="*/ 69 w 157"/>
              <a:gd name="T73" fmla="*/ 165 h 172"/>
              <a:gd name="T74" fmla="*/ 149 w 157"/>
              <a:gd name="T75" fmla="*/ 165 h 172"/>
              <a:gd name="T76" fmla="*/ 95 w 157"/>
              <a:gd name="T77" fmla="*/ 165 h 172"/>
              <a:gd name="T78" fmla="*/ 95 w 157"/>
              <a:gd name="T79" fmla="*/ 117 h 172"/>
              <a:gd name="T80" fmla="*/ 62 w 157"/>
              <a:gd name="T81" fmla="*/ 117 h 172"/>
              <a:gd name="T82" fmla="*/ 62 w 157"/>
              <a:gd name="T83" fmla="*/ 165 h 172"/>
              <a:gd name="T84" fmla="*/ 7 w 157"/>
              <a:gd name="T85" fmla="*/ 165 h 172"/>
              <a:gd name="T86" fmla="*/ 7 w 157"/>
              <a:gd name="T87" fmla="*/ 81 h 172"/>
              <a:gd name="T88" fmla="*/ 149 w 157"/>
              <a:gd name="T89" fmla="*/ 81 h 172"/>
              <a:gd name="T90" fmla="*/ 149 w 157"/>
              <a:gd name="T91" fmla="*/ 165 h 172"/>
              <a:gd name="T92" fmla="*/ 7 w 157"/>
              <a:gd name="T93" fmla="*/ 73 h 172"/>
              <a:gd name="T94" fmla="*/ 7 w 157"/>
              <a:gd name="T95" fmla="*/ 62 h 172"/>
              <a:gd name="T96" fmla="*/ 149 w 157"/>
              <a:gd name="T97" fmla="*/ 62 h 172"/>
              <a:gd name="T98" fmla="*/ 149 w 157"/>
              <a:gd name="T99" fmla="*/ 73 h 172"/>
              <a:gd name="T100" fmla="*/ 7 w 157"/>
              <a:gd name="T101" fmla="*/ 73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7" h="172">
                <a:moveTo>
                  <a:pt x="135" y="55"/>
                </a:moveTo>
                <a:lnTo>
                  <a:pt x="135" y="37"/>
                </a:lnTo>
                <a:lnTo>
                  <a:pt x="113" y="37"/>
                </a:lnTo>
                <a:lnTo>
                  <a:pt x="113" y="19"/>
                </a:lnTo>
                <a:lnTo>
                  <a:pt x="95" y="19"/>
                </a:lnTo>
                <a:lnTo>
                  <a:pt x="95" y="0"/>
                </a:lnTo>
                <a:lnTo>
                  <a:pt x="62" y="0"/>
                </a:lnTo>
                <a:lnTo>
                  <a:pt x="62" y="19"/>
                </a:lnTo>
                <a:lnTo>
                  <a:pt x="44" y="19"/>
                </a:lnTo>
                <a:lnTo>
                  <a:pt x="44" y="37"/>
                </a:lnTo>
                <a:lnTo>
                  <a:pt x="22" y="37"/>
                </a:lnTo>
                <a:lnTo>
                  <a:pt x="22" y="55"/>
                </a:lnTo>
                <a:lnTo>
                  <a:pt x="0" y="55"/>
                </a:lnTo>
                <a:lnTo>
                  <a:pt x="0" y="172"/>
                </a:lnTo>
                <a:lnTo>
                  <a:pt x="157" y="172"/>
                </a:lnTo>
                <a:lnTo>
                  <a:pt x="157" y="55"/>
                </a:lnTo>
                <a:lnTo>
                  <a:pt x="135" y="55"/>
                </a:lnTo>
                <a:close/>
                <a:moveTo>
                  <a:pt x="69" y="8"/>
                </a:moveTo>
                <a:lnTo>
                  <a:pt x="87" y="8"/>
                </a:lnTo>
                <a:lnTo>
                  <a:pt x="87" y="19"/>
                </a:lnTo>
                <a:lnTo>
                  <a:pt x="69" y="19"/>
                </a:lnTo>
                <a:lnTo>
                  <a:pt x="69" y="8"/>
                </a:lnTo>
                <a:close/>
                <a:moveTo>
                  <a:pt x="51" y="26"/>
                </a:moveTo>
                <a:lnTo>
                  <a:pt x="106" y="26"/>
                </a:lnTo>
                <a:lnTo>
                  <a:pt x="106" y="37"/>
                </a:lnTo>
                <a:lnTo>
                  <a:pt x="51" y="37"/>
                </a:lnTo>
                <a:lnTo>
                  <a:pt x="51" y="26"/>
                </a:lnTo>
                <a:close/>
                <a:moveTo>
                  <a:pt x="29" y="44"/>
                </a:moveTo>
                <a:lnTo>
                  <a:pt x="128" y="44"/>
                </a:lnTo>
                <a:lnTo>
                  <a:pt x="128" y="55"/>
                </a:lnTo>
                <a:lnTo>
                  <a:pt x="29" y="55"/>
                </a:lnTo>
                <a:lnTo>
                  <a:pt x="29" y="44"/>
                </a:lnTo>
                <a:close/>
                <a:moveTo>
                  <a:pt x="69" y="165"/>
                </a:moveTo>
                <a:lnTo>
                  <a:pt x="69" y="124"/>
                </a:lnTo>
                <a:lnTo>
                  <a:pt x="87" y="124"/>
                </a:lnTo>
                <a:lnTo>
                  <a:pt x="87" y="165"/>
                </a:lnTo>
                <a:lnTo>
                  <a:pt x="69" y="165"/>
                </a:lnTo>
                <a:close/>
                <a:moveTo>
                  <a:pt x="149" y="165"/>
                </a:moveTo>
                <a:lnTo>
                  <a:pt x="95" y="165"/>
                </a:lnTo>
                <a:lnTo>
                  <a:pt x="95" y="117"/>
                </a:lnTo>
                <a:lnTo>
                  <a:pt x="62" y="117"/>
                </a:lnTo>
                <a:lnTo>
                  <a:pt x="62" y="165"/>
                </a:lnTo>
                <a:lnTo>
                  <a:pt x="7" y="165"/>
                </a:lnTo>
                <a:lnTo>
                  <a:pt x="7" y="81"/>
                </a:lnTo>
                <a:lnTo>
                  <a:pt x="149" y="81"/>
                </a:lnTo>
                <a:lnTo>
                  <a:pt x="149" y="165"/>
                </a:lnTo>
                <a:close/>
                <a:moveTo>
                  <a:pt x="7" y="73"/>
                </a:moveTo>
                <a:lnTo>
                  <a:pt x="7" y="62"/>
                </a:lnTo>
                <a:lnTo>
                  <a:pt x="149" y="62"/>
                </a:lnTo>
                <a:lnTo>
                  <a:pt x="149" y="73"/>
                </a:lnTo>
                <a:lnTo>
                  <a:pt x="7" y="7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61">
            <a:extLst>
              <a:ext uri="{FF2B5EF4-FFF2-40B4-BE49-F238E27FC236}">
                <a16:creationId xmlns:a16="http://schemas.microsoft.com/office/drawing/2014/main" id="{27B73DAD-E741-43C4-B404-EAC54C028ED1}"/>
              </a:ext>
            </a:extLst>
          </p:cNvPr>
          <p:cNvSpPr>
            <a:spLocks noEditPoints="1"/>
          </p:cNvSpPr>
          <p:nvPr/>
        </p:nvSpPr>
        <p:spPr bwMode="auto">
          <a:xfrm>
            <a:off x="6909600" y="4798082"/>
            <a:ext cx="330162" cy="330162"/>
          </a:xfrm>
          <a:custGeom>
            <a:avLst/>
            <a:gdLst>
              <a:gd name="T0" fmla="*/ 100 w 200"/>
              <a:gd name="T1" fmla="*/ 0 h 200"/>
              <a:gd name="T2" fmla="*/ 0 w 200"/>
              <a:gd name="T3" fmla="*/ 100 h 200"/>
              <a:gd name="T4" fmla="*/ 100 w 200"/>
              <a:gd name="T5" fmla="*/ 200 h 200"/>
              <a:gd name="T6" fmla="*/ 200 w 200"/>
              <a:gd name="T7" fmla="*/ 100 h 200"/>
              <a:gd name="T8" fmla="*/ 100 w 200"/>
              <a:gd name="T9" fmla="*/ 0 h 200"/>
              <a:gd name="T10" fmla="*/ 100 w 200"/>
              <a:gd name="T11" fmla="*/ 192 h 200"/>
              <a:gd name="T12" fmla="*/ 8 w 200"/>
              <a:gd name="T13" fmla="*/ 100 h 200"/>
              <a:gd name="T14" fmla="*/ 100 w 200"/>
              <a:gd name="T15" fmla="*/ 8 h 200"/>
              <a:gd name="T16" fmla="*/ 192 w 200"/>
              <a:gd name="T17" fmla="*/ 100 h 200"/>
              <a:gd name="T18" fmla="*/ 100 w 200"/>
              <a:gd name="T19" fmla="*/ 192 h 200"/>
              <a:gd name="T20" fmla="*/ 113 w 200"/>
              <a:gd name="T21" fmla="*/ 130 h 200"/>
              <a:gd name="T22" fmla="*/ 101 w 200"/>
              <a:gd name="T23" fmla="*/ 135 h 200"/>
              <a:gd name="T24" fmla="*/ 87 w 200"/>
              <a:gd name="T25" fmla="*/ 128 h 200"/>
              <a:gd name="T26" fmla="*/ 80 w 200"/>
              <a:gd name="T27" fmla="*/ 112 h 200"/>
              <a:gd name="T28" fmla="*/ 108 w 200"/>
              <a:gd name="T29" fmla="*/ 112 h 200"/>
              <a:gd name="T30" fmla="*/ 108 w 200"/>
              <a:gd name="T31" fmla="*/ 104 h 200"/>
              <a:gd name="T32" fmla="*/ 80 w 200"/>
              <a:gd name="T33" fmla="*/ 104 h 200"/>
              <a:gd name="T34" fmla="*/ 80 w 200"/>
              <a:gd name="T35" fmla="*/ 102 h 200"/>
              <a:gd name="T36" fmla="*/ 80 w 200"/>
              <a:gd name="T37" fmla="*/ 99 h 200"/>
              <a:gd name="T38" fmla="*/ 80 w 200"/>
              <a:gd name="T39" fmla="*/ 96 h 200"/>
              <a:gd name="T40" fmla="*/ 80 w 200"/>
              <a:gd name="T41" fmla="*/ 96 h 200"/>
              <a:gd name="T42" fmla="*/ 112 w 200"/>
              <a:gd name="T43" fmla="*/ 96 h 200"/>
              <a:gd name="T44" fmla="*/ 112 w 200"/>
              <a:gd name="T45" fmla="*/ 88 h 200"/>
              <a:gd name="T46" fmla="*/ 80 w 200"/>
              <a:gd name="T47" fmla="*/ 88 h 200"/>
              <a:gd name="T48" fmla="*/ 87 w 200"/>
              <a:gd name="T49" fmla="*/ 69 h 200"/>
              <a:gd name="T50" fmla="*/ 101 w 200"/>
              <a:gd name="T51" fmla="*/ 62 h 200"/>
              <a:gd name="T52" fmla="*/ 112 w 200"/>
              <a:gd name="T53" fmla="*/ 67 h 200"/>
              <a:gd name="T54" fmla="*/ 119 w 200"/>
              <a:gd name="T55" fmla="*/ 81 h 200"/>
              <a:gd name="T56" fmla="*/ 125 w 200"/>
              <a:gd name="T57" fmla="*/ 79 h 200"/>
              <a:gd name="T58" fmla="*/ 117 w 200"/>
              <a:gd name="T59" fmla="*/ 62 h 200"/>
              <a:gd name="T60" fmla="*/ 102 w 200"/>
              <a:gd name="T61" fmla="*/ 56 h 200"/>
              <a:gd name="T62" fmla="*/ 83 w 200"/>
              <a:gd name="T63" fmla="*/ 64 h 200"/>
              <a:gd name="T64" fmla="*/ 73 w 200"/>
              <a:gd name="T65" fmla="*/ 88 h 200"/>
              <a:gd name="T66" fmla="*/ 65 w 200"/>
              <a:gd name="T67" fmla="*/ 88 h 200"/>
              <a:gd name="T68" fmla="*/ 64 w 200"/>
              <a:gd name="T69" fmla="*/ 92 h 200"/>
              <a:gd name="T70" fmla="*/ 72 w 200"/>
              <a:gd name="T71" fmla="*/ 96 h 200"/>
              <a:gd name="T72" fmla="*/ 73 w 200"/>
              <a:gd name="T73" fmla="*/ 96 h 200"/>
              <a:gd name="T74" fmla="*/ 73 w 200"/>
              <a:gd name="T75" fmla="*/ 99 h 200"/>
              <a:gd name="T76" fmla="*/ 73 w 200"/>
              <a:gd name="T77" fmla="*/ 102 h 200"/>
              <a:gd name="T78" fmla="*/ 73 w 200"/>
              <a:gd name="T79" fmla="*/ 104 h 200"/>
              <a:gd name="T80" fmla="*/ 65 w 200"/>
              <a:gd name="T81" fmla="*/ 104 h 200"/>
              <a:gd name="T82" fmla="*/ 64 w 200"/>
              <a:gd name="T83" fmla="*/ 108 h 200"/>
              <a:gd name="T84" fmla="*/ 72 w 200"/>
              <a:gd name="T85" fmla="*/ 112 h 200"/>
              <a:gd name="T86" fmla="*/ 82 w 200"/>
              <a:gd name="T87" fmla="*/ 133 h 200"/>
              <a:gd name="T88" fmla="*/ 102 w 200"/>
              <a:gd name="T89" fmla="*/ 141 h 200"/>
              <a:gd name="T90" fmla="*/ 118 w 200"/>
              <a:gd name="T91" fmla="*/ 135 h 200"/>
              <a:gd name="T92" fmla="*/ 127 w 200"/>
              <a:gd name="T93" fmla="*/ 115 h 200"/>
              <a:gd name="T94" fmla="*/ 120 w 200"/>
              <a:gd name="T95" fmla="*/ 113 h 200"/>
              <a:gd name="T96" fmla="*/ 113 w 200"/>
              <a:gd name="T97" fmla="*/ 13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0" h="200">
                <a:moveTo>
                  <a:pt x="100" y="0"/>
                </a:moveTo>
                <a:cubicBezTo>
                  <a:pt x="45" y="0"/>
                  <a:pt x="0" y="45"/>
                  <a:pt x="0" y="100"/>
                </a:cubicBezTo>
                <a:cubicBezTo>
                  <a:pt x="0" y="155"/>
                  <a:pt x="45" y="200"/>
                  <a:pt x="100" y="200"/>
                </a:cubicBezTo>
                <a:cubicBezTo>
                  <a:pt x="155" y="200"/>
                  <a:pt x="200" y="155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lose/>
                <a:moveTo>
                  <a:pt x="100" y="192"/>
                </a:moveTo>
                <a:cubicBezTo>
                  <a:pt x="49" y="192"/>
                  <a:pt x="8" y="151"/>
                  <a:pt x="8" y="100"/>
                </a:cubicBezTo>
                <a:cubicBezTo>
                  <a:pt x="8" y="49"/>
                  <a:pt x="49" y="8"/>
                  <a:pt x="100" y="8"/>
                </a:cubicBezTo>
                <a:cubicBezTo>
                  <a:pt x="151" y="8"/>
                  <a:pt x="192" y="49"/>
                  <a:pt x="192" y="100"/>
                </a:cubicBezTo>
                <a:cubicBezTo>
                  <a:pt x="192" y="151"/>
                  <a:pt x="151" y="192"/>
                  <a:pt x="100" y="192"/>
                </a:cubicBezTo>
                <a:close/>
                <a:moveTo>
                  <a:pt x="113" y="130"/>
                </a:moveTo>
                <a:cubicBezTo>
                  <a:pt x="110" y="133"/>
                  <a:pt x="106" y="135"/>
                  <a:pt x="101" y="135"/>
                </a:cubicBezTo>
                <a:cubicBezTo>
                  <a:pt x="95" y="135"/>
                  <a:pt x="91" y="133"/>
                  <a:pt x="87" y="128"/>
                </a:cubicBezTo>
                <a:cubicBezTo>
                  <a:pt x="83" y="124"/>
                  <a:pt x="81" y="121"/>
                  <a:pt x="80" y="112"/>
                </a:cubicBezTo>
                <a:cubicBezTo>
                  <a:pt x="108" y="112"/>
                  <a:pt x="108" y="112"/>
                  <a:pt x="108" y="112"/>
                </a:cubicBezTo>
                <a:cubicBezTo>
                  <a:pt x="108" y="104"/>
                  <a:pt x="108" y="104"/>
                  <a:pt x="108" y="104"/>
                </a:cubicBezTo>
                <a:cubicBezTo>
                  <a:pt x="80" y="104"/>
                  <a:pt x="80" y="104"/>
                  <a:pt x="80" y="104"/>
                </a:cubicBezTo>
                <a:cubicBezTo>
                  <a:pt x="80" y="103"/>
                  <a:pt x="80" y="103"/>
                  <a:pt x="80" y="102"/>
                </a:cubicBezTo>
                <a:cubicBezTo>
                  <a:pt x="80" y="99"/>
                  <a:pt x="80" y="99"/>
                  <a:pt x="80" y="99"/>
                </a:cubicBezTo>
                <a:cubicBezTo>
                  <a:pt x="80" y="98"/>
                  <a:pt x="80" y="97"/>
                  <a:pt x="80" y="96"/>
                </a:cubicBezTo>
                <a:cubicBezTo>
                  <a:pt x="80" y="95"/>
                  <a:pt x="80" y="98"/>
                  <a:pt x="80" y="96"/>
                </a:cubicBezTo>
                <a:cubicBezTo>
                  <a:pt x="112" y="96"/>
                  <a:pt x="112" y="96"/>
                  <a:pt x="112" y="9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1" y="79"/>
                  <a:pt x="84" y="73"/>
                  <a:pt x="87" y="69"/>
                </a:cubicBezTo>
                <a:cubicBezTo>
                  <a:pt x="91" y="64"/>
                  <a:pt x="95" y="62"/>
                  <a:pt x="101" y="62"/>
                </a:cubicBezTo>
                <a:cubicBezTo>
                  <a:pt x="106" y="62"/>
                  <a:pt x="109" y="64"/>
                  <a:pt x="112" y="67"/>
                </a:cubicBezTo>
                <a:cubicBezTo>
                  <a:pt x="115" y="70"/>
                  <a:pt x="117" y="75"/>
                  <a:pt x="119" y="81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3" y="71"/>
                  <a:pt x="121" y="65"/>
                  <a:pt x="117" y="62"/>
                </a:cubicBezTo>
                <a:cubicBezTo>
                  <a:pt x="113" y="58"/>
                  <a:pt x="108" y="56"/>
                  <a:pt x="102" y="56"/>
                </a:cubicBezTo>
                <a:cubicBezTo>
                  <a:pt x="94" y="56"/>
                  <a:pt x="87" y="59"/>
                  <a:pt x="83" y="64"/>
                </a:cubicBezTo>
                <a:cubicBezTo>
                  <a:pt x="78" y="70"/>
                  <a:pt x="75" y="77"/>
                  <a:pt x="73" y="88"/>
                </a:cubicBezTo>
                <a:cubicBezTo>
                  <a:pt x="65" y="88"/>
                  <a:pt x="65" y="88"/>
                  <a:pt x="65" y="88"/>
                </a:cubicBezTo>
                <a:cubicBezTo>
                  <a:pt x="64" y="92"/>
                  <a:pt x="64" y="92"/>
                  <a:pt x="64" y="92"/>
                </a:cubicBezTo>
                <a:cubicBezTo>
                  <a:pt x="72" y="96"/>
                  <a:pt x="72" y="96"/>
                  <a:pt x="72" y="96"/>
                </a:cubicBezTo>
                <a:cubicBezTo>
                  <a:pt x="72" y="98"/>
                  <a:pt x="73" y="95"/>
                  <a:pt x="73" y="96"/>
                </a:cubicBezTo>
                <a:cubicBezTo>
                  <a:pt x="73" y="97"/>
                  <a:pt x="73" y="98"/>
                  <a:pt x="73" y="99"/>
                </a:cubicBezTo>
                <a:cubicBezTo>
                  <a:pt x="73" y="100"/>
                  <a:pt x="73" y="101"/>
                  <a:pt x="73" y="102"/>
                </a:cubicBezTo>
                <a:cubicBezTo>
                  <a:pt x="73" y="102"/>
                  <a:pt x="73" y="103"/>
                  <a:pt x="73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64" y="108"/>
                  <a:pt x="64" y="108"/>
                  <a:pt x="64" y="108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3" y="123"/>
                  <a:pt x="77" y="127"/>
                  <a:pt x="82" y="133"/>
                </a:cubicBezTo>
                <a:cubicBezTo>
                  <a:pt x="87" y="139"/>
                  <a:pt x="94" y="141"/>
                  <a:pt x="102" y="141"/>
                </a:cubicBezTo>
                <a:cubicBezTo>
                  <a:pt x="108" y="141"/>
                  <a:pt x="114" y="139"/>
                  <a:pt x="118" y="135"/>
                </a:cubicBezTo>
                <a:cubicBezTo>
                  <a:pt x="122" y="130"/>
                  <a:pt x="125" y="124"/>
                  <a:pt x="127" y="115"/>
                </a:cubicBezTo>
                <a:cubicBezTo>
                  <a:pt x="120" y="113"/>
                  <a:pt x="120" y="113"/>
                  <a:pt x="120" y="113"/>
                </a:cubicBezTo>
                <a:cubicBezTo>
                  <a:pt x="119" y="121"/>
                  <a:pt x="117" y="126"/>
                  <a:pt x="113" y="13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52">
            <a:extLst>
              <a:ext uri="{FF2B5EF4-FFF2-40B4-BE49-F238E27FC236}">
                <a16:creationId xmlns:a16="http://schemas.microsoft.com/office/drawing/2014/main" id="{2237C861-A4B3-4A6D-B6A2-B5F077400B41}"/>
              </a:ext>
            </a:extLst>
          </p:cNvPr>
          <p:cNvSpPr>
            <a:spLocks noEditPoints="1"/>
          </p:cNvSpPr>
          <p:nvPr/>
        </p:nvSpPr>
        <p:spPr bwMode="auto">
          <a:xfrm>
            <a:off x="6909600" y="3088672"/>
            <a:ext cx="343784" cy="283116"/>
          </a:xfrm>
          <a:custGeom>
            <a:avLst/>
            <a:gdLst>
              <a:gd name="T0" fmla="*/ 76 w 224"/>
              <a:gd name="T1" fmla="*/ 184 h 184"/>
              <a:gd name="T2" fmla="*/ 148 w 224"/>
              <a:gd name="T3" fmla="*/ 184 h 184"/>
              <a:gd name="T4" fmla="*/ 148 w 224"/>
              <a:gd name="T5" fmla="*/ 176 h 184"/>
              <a:gd name="T6" fmla="*/ 76 w 224"/>
              <a:gd name="T7" fmla="*/ 176 h 184"/>
              <a:gd name="T8" fmla="*/ 76 w 224"/>
              <a:gd name="T9" fmla="*/ 184 h 184"/>
              <a:gd name="T10" fmla="*/ 190 w 224"/>
              <a:gd name="T11" fmla="*/ 24 h 184"/>
              <a:gd name="T12" fmla="*/ 156 w 224"/>
              <a:gd name="T13" fmla="*/ 74 h 184"/>
              <a:gd name="T14" fmla="*/ 190 w 224"/>
              <a:gd name="T15" fmla="*/ 108 h 184"/>
              <a:gd name="T16" fmla="*/ 224 w 224"/>
              <a:gd name="T17" fmla="*/ 74 h 184"/>
              <a:gd name="T18" fmla="*/ 190 w 224"/>
              <a:gd name="T19" fmla="*/ 24 h 184"/>
              <a:gd name="T20" fmla="*/ 190 w 224"/>
              <a:gd name="T21" fmla="*/ 100 h 184"/>
              <a:gd name="T22" fmla="*/ 164 w 224"/>
              <a:gd name="T23" fmla="*/ 74 h 184"/>
              <a:gd name="T24" fmla="*/ 190 w 224"/>
              <a:gd name="T25" fmla="*/ 32 h 184"/>
              <a:gd name="T26" fmla="*/ 216 w 224"/>
              <a:gd name="T27" fmla="*/ 74 h 184"/>
              <a:gd name="T28" fmla="*/ 190 w 224"/>
              <a:gd name="T29" fmla="*/ 100 h 184"/>
              <a:gd name="T30" fmla="*/ 34 w 224"/>
              <a:gd name="T31" fmla="*/ 24 h 184"/>
              <a:gd name="T32" fmla="*/ 0 w 224"/>
              <a:gd name="T33" fmla="*/ 74 h 184"/>
              <a:gd name="T34" fmla="*/ 34 w 224"/>
              <a:gd name="T35" fmla="*/ 108 h 184"/>
              <a:gd name="T36" fmla="*/ 68 w 224"/>
              <a:gd name="T37" fmla="*/ 74 h 184"/>
              <a:gd name="T38" fmla="*/ 34 w 224"/>
              <a:gd name="T39" fmla="*/ 24 h 184"/>
              <a:gd name="T40" fmla="*/ 34 w 224"/>
              <a:gd name="T41" fmla="*/ 100 h 184"/>
              <a:gd name="T42" fmla="*/ 8 w 224"/>
              <a:gd name="T43" fmla="*/ 74 h 184"/>
              <a:gd name="T44" fmla="*/ 34 w 224"/>
              <a:gd name="T45" fmla="*/ 32 h 184"/>
              <a:gd name="T46" fmla="*/ 60 w 224"/>
              <a:gd name="T47" fmla="*/ 74 h 184"/>
              <a:gd name="T48" fmla="*/ 34 w 224"/>
              <a:gd name="T49" fmla="*/ 100 h 184"/>
              <a:gd name="T50" fmla="*/ 108 w 224"/>
              <a:gd name="T51" fmla="*/ 9 h 184"/>
              <a:gd name="T52" fmla="*/ 108 w 224"/>
              <a:gd name="T53" fmla="*/ 160 h 184"/>
              <a:gd name="T54" fmla="*/ 92 w 224"/>
              <a:gd name="T55" fmla="*/ 160 h 184"/>
              <a:gd name="T56" fmla="*/ 92 w 224"/>
              <a:gd name="T57" fmla="*/ 168 h 184"/>
              <a:gd name="T58" fmla="*/ 132 w 224"/>
              <a:gd name="T59" fmla="*/ 168 h 184"/>
              <a:gd name="T60" fmla="*/ 132 w 224"/>
              <a:gd name="T61" fmla="*/ 160 h 184"/>
              <a:gd name="T62" fmla="*/ 116 w 224"/>
              <a:gd name="T63" fmla="*/ 160 h 184"/>
              <a:gd name="T64" fmla="*/ 116 w 224"/>
              <a:gd name="T65" fmla="*/ 9 h 184"/>
              <a:gd name="T66" fmla="*/ 190 w 224"/>
              <a:gd name="T67" fmla="*/ 20 h 184"/>
              <a:gd name="T68" fmla="*/ 196 w 224"/>
              <a:gd name="T69" fmla="*/ 10 h 184"/>
              <a:gd name="T70" fmla="*/ 188 w 224"/>
              <a:gd name="T71" fmla="*/ 6 h 184"/>
              <a:gd name="T72" fmla="*/ 186 w 224"/>
              <a:gd name="T73" fmla="*/ 12 h 184"/>
              <a:gd name="T74" fmla="*/ 116 w 224"/>
              <a:gd name="T75" fmla="*/ 1 h 184"/>
              <a:gd name="T76" fmla="*/ 116 w 224"/>
              <a:gd name="T77" fmla="*/ 0 h 184"/>
              <a:gd name="T78" fmla="*/ 108 w 224"/>
              <a:gd name="T79" fmla="*/ 0 h 184"/>
              <a:gd name="T80" fmla="*/ 108 w 224"/>
              <a:gd name="T81" fmla="*/ 1 h 184"/>
              <a:gd name="T82" fmla="*/ 38 w 224"/>
              <a:gd name="T83" fmla="*/ 12 h 184"/>
              <a:gd name="T84" fmla="*/ 36 w 224"/>
              <a:gd name="T85" fmla="*/ 6 h 184"/>
              <a:gd name="T86" fmla="*/ 28 w 224"/>
              <a:gd name="T87" fmla="*/ 10 h 184"/>
              <a:gd name="T88" fmla="*/ 34 w 224"/>
              <a:gd name="T89" fmla="*/ 20 h 184"/>
              <a:gd name="T90" fmla="*/ 108 w 224"/>
              <a:gd name="T91" fmla="*/ 9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24" h="184">
                <a:moveTo>
                  <a:pt x="76" y="184"/>
                </a:moveTo>
                <a:cubicBezTo>
                  <a:pt x="148" y="184"/>
                  <a:pt x="148" y="184"/>
                  <a:pt x="148" y="184"/>
                </a:cubicBezTo>
                <a:cubicBezTo>
                  <a:pt x="148" y="176"/>
                  <a:pt x="148" y="176"/>
                  <a:pt x="148" y="176"/>
                </a:cubicBezTo>
                <a:cubicBezTo>
                  <a:pt x="76" y="176"/>
                  <a:pt x="76" y="176"/>
                  <a:pt x="76" y="176"/>
                </a:cubicBezTo>
                <a:lnTo>
                  <a:pt x="76" y="184"/>
                </a:lnTo>
                <a:close/>
                <a:moveTo>
                  <a:pt x="190" y="24"/>
                </a:moveTo>
                <a:cubicBezTo>
                  <a:pt x="170" y="24"/>
                  <a:pt x="156" y="56"/>
                  <a:pt x="156" y="74"/>
                </a:cubicBezTo>
                <a:cubicBezTo>
                  <a:pt x="156" y="93"/>
                  <a:pt x="171" y="108"/>
                  <a:pt x="190" y="108"/>
                </a:cubicBezTo>
                <a:cubicBezTo>
                  <a:pt x="209" y="108"/>
                  <a:pt x="224" y="93"/>
                  <a:pt x="224" y="74"/>
                </a:cubicBezTo>
                <a:cubicBezTo>
                  <a:pt x="224" y="56"/>
                  <a:pt x="210" y="24"/>
                  <a:pt x="190" y="24"/>
                </a:cubicBezTo>
                <a:close/>
                <a:moveTo>
                  <a:pt x="190" y="100"/>
                </a:moveTo>
                <a:cubicBezTo>
                  <a:pt x="176" y="100"/>
                  <a:pt x="164" y="88"/>
                  <a:pt x="164" y="74"/>
                </a:cubicBezTo>
                <a:cubicBezTo>
                  <a:pt x="164" y="59"/>
                  <a:pt x="177" y="32"/>
                  <a:pt x="190" y="32"/>
                </a:cubicBezTo>
                <a:cubicBezTo>
                  <a:pt x="203" y="32"/>
                  <a:pt x="216" y="59"/>
                  <a:pt x="216" y="74"/>
                </a:cubicBezTo>
                <a:cubicBezTo>
                  <a:pt x="216" y="88"/>
                  <a:pt x="204" y="100"/>
                  <a:pt x="190" y="100"/>
                </a:cubicBezTo>
                <a:close/>
                <a:moveTo>
                  <a:pt x="34" y="24"/>
                </a:moveTo>
                <a:cubicBezTo>
                  <a:pt x="14" y="24"/>
                  <a:pt x="0" y="56"/>
                  <a:pt x="0" y="74"/>
                </a:cubicBezTo>
                <a:cubicBezTo>
                  <a:pt x="0" y="93"/>
                  <a:pt x="15" y="108"/>
                  <a:pt x="34" y="108"/>
                </a:cubicBezTo>
                <a:cubicBezTo>
                  <a:pt x="53" y="108"/>
                  <a:pt x="68" y="93"/>
                  <a:pt x="68" y="74"/>
                </a:cubicBezTo>
                <a:cubicBezTo>
                  <a:pt x="68" y="56"/>
                  <a:pt x="54" y="24"/>
                  <a:pt x="34" y="24"/>
                </a:cubicBezTo>
                <a:close/>
                <a:moveTo>
                  <a:pt x="34" y="100"/>
                </a:moveTo>
                <a:cubicBezTo>
                  <a:pt x="20" y="100"/>
                  <a:pt x="8" y="88"/>
                  <a:pt x="8" y="74"/>
                </a:cubicBezTo>
                <a:cubicBezTo>
                  <a:pt x="8" y="59"/>
                  <a:pt x="21" y="32"/>
                  <a:pt x="34" y="32"/>
                </a:cubicBezTo>
                <a:cubicBezTo>
                  <a:pt x="47" y="32"/>
                  <a:pt x="60" y="59"/>
                  <a:pt x="60" y="74"/>
                </a:cubicBezTo>
                <a:cubicBezTo>
                  <a:pt x="60" y="88"/>
                  <a:pt x="48" y="100"/>
                  <a:pt x="34" y="100"/>
                </a:cubicBezTo>
                <a:close/>
                <a:moveTo>
                  <a:pt x="108" y="9"/>
                </a:moveTo>
                <a:cubicBezTo>
                  <a:pt x="108" y="160"/>
                  <a:pt x="108" y="160"/>
                  <a:pt x="108" y="160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132" y="168"/>
                  <a:pt x="132" y="168"/>
                  <a:pt x="132" y="168"/>
                </a:cubicBezTo>
                <a:cubicBezTo>
                  <a:pt x="132" y="160"/>
                  <a:pt x="132" y="160"/>
                  <a:pt x="132" y="160"/>
                </a:cubicBezTo>
                <a:cubicBezTo>
                  <a:pt x="116" y="160"/>
                  <a:pt x="116" y="160"/>
                  <a:pt x="116" y="160"/>
                </a:cubicBezTo>
                <a:cubicBezTo>
                  <a:pt x="116" y="9"/>
                  <a:pt x="116" y="9"/>
                  <a:pt x="116" y="9"/>
                </a:cubicBezTo>
                <a:cubicBezTo>
                  <a:pt x="190" y="20"/>
                  <a:pt x="190" y="20"/>
                  <a:pt x="190" y="20"/>
                </a:cubicBezTo>
                <a:cubicBezTo>
                  <a:pt x="196" y="10"/>
                  <a:pt x="196" y="10"/>
                  <a:pt x="196" y="10"/>
                </a:cubicBezTo>
                <a:cubicBezTo>
                  <a:pt x="188" y="6"/>
                  <a:pt x="188" y="6"/>
                  <a:pt x="188" y="6"/>
                </a:cubicBezTo>
                <a:cubicBezTo>
                  <a:pt x="186" y="12"/>
                  <a:pt x="186" y="12"/>
                  <a:pt x="186" y="12"/>
                </a:cubicBezTo>
                <a:cubicBezTo>
                  <a:pt x="116" y="1"/>
                  <a:pt x="116" y="1"/>
                  <a:pt x="116" y="1"/>
                </a:cubicBezTo>
                <a:cubicBezTo>
                  <a:pt x="116" y="0"/>
                  <a:pt x="116" y="0"/>
                  <a:pt x="116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8" y="1"/>
                  <a:pt x="108" y="1"/>
                  <a:pt x="108" y="1"/>
                </a:cubicBezTo>
                <a:cubicBezTo>
                  <a:pt x="38" y="12"/>
                  <a:pt x="38" y="12"/>
                  <a:pt x="38" y="12"/>
                </a:cubicBezTo>
                <a:cubicBezTo>
                  <a:pt x="36" y="6"/>
                  <a:pt x="36" y="6"/>
                  <a:pt x="36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34" y="20"/>
                  <a:pt x="34" y="20"/>
                  <a:pt x="34" y="20"/>
                </a:cubicBezTo>
                <a:lnTo>
                  <a:pt x="108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82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637DC0-87BE-454E-94FF-E02E0EF634BE}"/>
              </a:ext>
            </a:extLst>
          </p:cNvPr>
          <p:cNvSpPr txBox="1"/>
          <p:nvPr/>
        </p:nvSpPr>
        <p:spPr>
          <a:xfrm>
            <a:off x="486114" y="739247"/>
            <a:ext cx="836832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Agenda Overview Exploring SaaS Business Impact and Innovations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DFF4D-D14A-4388-AEB7-B76774903EA2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CA49BE-316B-4801-858F-41DFA9977E44}"/>
              </a:ext>
            </a:extLst>
          </p:cNvPr>
          <p:cNvGrpSpPr/>
          <p:nvPr/>
        </p:nvGrpSpPr>
        <p:grpSpPr>
          <a:xfrm>
            <a:off x="1793587" y="2630681"/>
            <a:ext cx="4138930" cy="769293"/>
            <a:chOff x="692150" y="2598768"/>
            <a:chExt cx="4138930" cy="7692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A1EC475-6A32-4DCF-A4AA-BCD2DC325274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81C7A9-73CB-4170-AD0D-A1978897CA10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005BFDA-6639-4E3C-B874-71FC62CBA5BE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F0115CD-6B47-48E3-968E-36B1CA1691D7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01.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92A3881-D5A4-4F12-B6E8-AEA7842D03CD}"/>
              </a:ext>
            </a:extLst>
          </p:cNvPr>
          <p:cNvGrpSpPr/>
          <p:nvPr/>
        </p:nvGrpSpPr>
        <p:grpSpPr>
          <a:xfrm>
            <a:off x="1793587" y="3802605"/>
            <a:ext cx="4138930" cy="769293"/>
            <a:chOff x="692150" y="2598768"/>
            <a:chExt cx="4138930" cy="769293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FDC3900-1579-4347-92E1-A9372AFE64BC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DED25DD-1CCE-4859-8176-674144FC6AB5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44E2A5-9F47-4E66-A630-FBB2B5531C96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96288DA-C482-4F27-824F-DFF83C44002B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02.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A22A13-43F8-43FA-9B96-74E95830E64C}"/>
              </a:ext>
            </a:extLst>
          </p:cNvPr>
          <p:cNvGrpSpPr/>
          <p:nvPr/>
        </p:nvGrpSpPr>
        <p:grpSpPr>
          <a:xfrm>
            <a:off x="1793587" y="4974530"/>
            <a:ext cx="4138930" cy="769293"/>
            <a:chOff x="692150" y="2598768"/>
            <a:chExt cx="4138930" cy="769293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C91A37E-E917-4E2A-8D00-6F00DE9A8761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B054F58-BBCE-4BA9-8A99-D77398CDCAF8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177897-0D82-4495-AC1E-FDE03399F2FF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4122C63-1E41-4199-A295-BCF736B32A58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03.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44AD524-1408-4916-AED2-7A5EA72EB306}"/>
              </a:ext>
            </a:extLst>
          </p:cNvPr>
          <p:cNvGrpSpPr/>
          <p:nvPr/>
        </p:nvGrpSpPr>
        <p:grpSpPr>
          <a:xfrm>
            <a:off x="6500669" y="2630681"/>
            <a:ext cx="4138930" cy="769293"/>
            <a:chOff x="692150" y="2598768"/>
            <a:chExt cx="4138930" cy="76929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CC8268D-5302-4DDD-9571-964776D1DF0D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FF8819A-9469-4762-A4C4-A2DF16CE217D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22E333-D582-4501-9AF2-D81AEF94DFE3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45B7035-53E0-49F6-A60B-20380D4EB3A1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04.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3A39EC3-0952-4204-ADCA-B6AEAD4D4EAE}"/>
              </a:ext>
            </a:extLst>
          </p:cNvPr>
          <p:cNvGrpSpPr/>
          <p:nvPr/>
        </p:nvGrpSpPr>
        <p:grpSpPr>
          <a:xfrm>
            <a:off x="6500669" y="3802605"/>
            <a:ext cx="4138930" cy="769293"/>
            <a:chOff x="692150" y="2598768"/>
            <a:chExt cx="4138930" cy="769293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BB2DB842-8425-4A2F-98B4-F73530DE5AAD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4CA8D70-6EC0-41BE-AB9E-E134C85514E6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3C2A625-30C9-4BB9-98FA-61DBC9E06E66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4AE5841-6563-443D-B561-9789C10B6F33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05.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840FA13-1427-4E7A-8418-A40C27BF11CE}"/>
              </a:ext>
            </a:extLst>
          </p:cNvPr>
          <p:cNvGrpSpPr/>
          <p:nvPr/>
        </p:nvGrpSpPr>
        <p:grpSpPr>
          <a:xfrm>
            <a:off x="6500669" y="4974530"/>
            <a:ext cx="4138930" cy="769293"/>
            <a:chOff x="692150" y="2598768"/>
            <a:chExt cx="4138930" cy="76929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A6666EE-6342-488E-85C5-1A6B4C299177}"/>
                </a:ext>
              </a:extLst>
            </p:cNvPr>
            <p:cNvGrpSpPr/>
            <p:nvPr/>
          </p:nvGrpSpPr>
          <p:grpSpPr>
            <a:xfrm>
              <a:off x="1643842" y="2666388"/>
              <a:ext cx="3187238" cy="701673"/>
              <a:chOff x="1643842" y="3699884"/>
              <a:chExt cx="3187238" cy="701673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BADE10C-DF5D-433D-850B-68AC51A36AFC}"/>
                  </a:ext>
                </a:extLst>
              </p:cNvPr>
              <p:cNvSpPr txBox="1"/>
              <p:nvPr/>
            </p:nvSpPr>
            <p:spPr>
              <a:xfrm>
                <a:off x="1643843" y="4001447"/>
                <a:ext cx="31872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Lorem ipsum dolor sit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amet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,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consectetur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adipiscing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elit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Phasellus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tincidunt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 dolor non </a:t>
                </a:r>
                <a:r>
                  <a:rPr lang="en-US" sz="1000" dirty="0" err="1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risus</a:t>
                </a:r>
                <a:r>
                  <a:rPr lang="en-US" sz="1000" dirty="0">
                    <a:solidFill>
                      <a:schemeClr val="bg1">
                        <a:lumMod val="50000"/>
                      </a:schemeClr>
                    </a:solidFill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9E4D3FC-C0CE-41B6-ADEA-2D7E0DDCA1D7}"/>
                  </a:ext>
                </a:extLst>
              </p:cNvPr>
              <p:cNvSpPr txBox="1"/>
              <p:nvPr/>
            </p:nvSpPr>
            <p:spPr>
              <a:xfrm>
                <a:off x="1643842" y="3699884"/>
                <a:ext cx="31872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Poppins" panose="00000500000000000000" pitchFamily="2" charset="0"/>
                  </a:rPr>
                  <a:t>Your Text Here</a:t>
                </a: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3F89F80-2259-4C96-846E-AE55AFFBD18F}"/>
                </a:ext>
              </a:extLst>
            </p:cNvPr>
            <p:cNvSpPr txBox="1"/>
            <p:nvPr/>
          </p:nvSpPr>
          <p:spPr>
            <a:xfrm>
              <a:off x="692150" y="2598768"/>
              <a:ext cx="96603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lang="en-US" sz="4000" b="1" dirty="0">
                  <a:solidFill>
                    <a:schemeClr val="accent1"/>
                  </a:solidFill>
                  <a:cs typeface="Poppins" panose="00000500000000000000" pitchFamily="2" charset="0"/>
                </a:rPr>
                <a:t>06.</a:t>
              </a:r>
              <a:endParaRPr lang="en-US" sz="4000" i="1" dirty="0"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458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B4467-C0F6-4F11-9084-6413C7FECA5E}"/>
              </a:ext>
            </a:extLst>
          </p:cNvPr>
          <p:cNvSpPr txBox="1"/>
          <p:nvPr/>
        </p:nvSpPr>
        <p:spPr>
          <a:xfrm>
            <a:off x="486114" y="739247"/>
            <a:ext cx="836832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Gallery Highlights: SaaS Innovations That Redefined Market Standards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A8086-7648-42CD-A9CC-B1A0F136C0BA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A4A5D-8B6D-BE64-D90D-69349C544D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1FD813-C707-0D25-F652-0C161EBEA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723E26-2B66-FE55-037B-4C389EB14D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58625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C47FA7-8008-4A75-B290-26AC64D3EE8F}"/>
              </a:ext>
            </a:extLst>
          </p:cNvPr>
          <p:cNvSpPr txBox="1"/>
          <p:nvPr/>
        </p:nvSpPr>
        <p:spPr>
          <a:xfrm>
            <a:off x="486114" y="739247"/>
            <a:ext cx="8368326" cy="88639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Gallery Highlights: SaaS Innovations That Redefined Market Standards</a:t>
            </a:r>
            <a:endParaRPr lang="en-ID" sz="32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25C67-EA38-4E36-98C0-4A1095AE37A1}"/>
              </a:ext>
            </a:extLst>
          </p:cNvPr>
          <p:cNvSpPr txBox="1"/>
          <p:nvPr/>
        </p:nvSpPr>
        <p:spPr>
          <a:xfrm>
            <a:off x="486115" y="461732"/>
            <a:ext cx="4666248" cy="184666"/>
          </a:xfrm>
          <a:prstGeom prst="rect">
            <a:avLst/>
          </a:prstGeom>
          <a:noFill/>
        </p:spPr>
        <p:txBody>
          <a:bodyPr wrap="square" lIns="0" tIns="0" bIns="0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 Special Text Here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B228463-D693-41A3-8078-CE866C757096}"/>
              </a:ext>
            </a:extLst>
          </p:cNvPr>
          <p:cNvGrpSpPr/>
          <p:nvPr/>
        </p:nvGrpSpPr>
        <p:grpSpPr>
          <a:xfrm>
            <a:off x="4519181" y="2532185"/>
            <a:ext cx="3153638" cy="3136928"/>
            <a:chOff x="3892835" y="2532185"/>
            <a:chExt cx="3153638" cy="3136928"/>
          </a:xfrm>
        </p:grpSpPr>
        <p:sp>
          <p:nvSpPr>
            <p:cNvPr id="3" name="Freeform 7">
              <a:extLst>
                <a:ext uri="{FF2B5EF4-FFF2-40B4-BE49-F238E27FC236}">
                  <a16:creationId xmlns:a16="http://schemas.microsoft.com/office/drawing/2014/main" id="{13B6A7D5-2188-4150-8358-029E95637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910" y="4440712"/>
              <a:ext cx="2775870" cy="1222917"/>
            </a:xfrm>
            <a:custGeom>
              <a:avLst/>
              <a:gdLst>
                <a:gd name="T0" fmla="*/ 1256 w 2307"/>
                <a:gd name="T1" fmla="*/ 415 h 1192"/>
                <a:gd name="T2" fmla="*/ 573 w 2307"/>
                <a:gd name="T3" fmla="*/ 580 h 1192"/>
                <a:gd name="T4" fmla="*/ 0 w 2307"/>
                <a:gd name="T5" fmla="*/ 479 h 1192"/>
                <a:gd name="T6" fmla="*/ 1123 w 2307"/>
                <a:gd name="T7" fmla="*/ 1192 h 1192"/>
                <a:gd name="T8" fmla="*/ 2307 w 2307"/>
                <a:gd name="T9" fmla="*/ 322 h 1192"/>
                <a:gd name="T10" fmla="*/ 1256 w 2307"/>
                <a:gd name="T11" fmla="*/ 415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7" h="1192">
                  <a:moveTo>
                    <a:pt x="1256" y="415"/>
                  </a:moveTo>
                  <a:cubicBezTo>
                    <a:pt x="1045" y="502"/>
                    <a:pt x="826" y="592"/>
                    <a:pt x="573" y="580"/>
                  </a:cubicBezTo>
                  <a:cubicBezTo>
                    <a:pt x="359" y="570"/>
                    <a:pt x="211" y="642"/>
                    <a:pt x="0" y="479"/>
                  </a:cubicBezTo>
                  <a:cubicBezTo>
                    <a:pt x="206" y="785"/>
                    <a:pt x="567" y="1192"/>
                    <a:pt x="1123" y="1192"/>
                  </a:cubicBezTo>
                  <a:cubicBezTo>
                    <a:pt x="1619" y="1192"/>
                    <a:pt x="2108" y="743"/>
                    <a:pt x="2307" y="322"/>
                  </a:cubicBezTo>
                  <a:cubicBezTo>
                    <a:pt x="1944" y="0"/>
                    <a:pt x="1602" y="273"/>
                    <a:pt x="1256" y="41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+mj-lt"/>
              </a:endParaRPr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1E2F8AF-C512-49ED-93F5-B7CC246E4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103" y="2532185"/>
              <a:ext cx="2760614" cy="1373767"/>
            </a:xfrm>
            <a:custGeom>
              <a:avLst/>
              <a:gdLst>
                <a:gd name="T0" fmla="*/ 1224 w 2184"/>
                <a:gd name="T1" fmla="*/ 723 h 1086"/>
                <a:gd name="T2" fmla="*/ 1836 w 2184"/>
                <a:gd name="T3" fmla="*/ 569 h 1086"/>
                <a:gd name="T4" fmla="*/ 2184 w 2184"/>
                <a:gd name="T5" fmla="*/ 619 h 1086"/>
                <a:gd name="T6" fmla="*/ 1111 w 2184"/>
                <a:gd name="T7" fmla="*/ 11 h 1086"/>
                <a:gd name="T8" fmla="*/ 0 w 2184"/>
                <a:gd name="T9" fmla="*/ 690 h 1086"/>
                <a:gd name="T10" fmla="*/ 1224 w 2184"/>
                <a:gd name="T11" fmla="*/ 723 h 1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4" h="1086">
                  <a:moveTo>
                    <a:pt x="1224" y="723"/>
                  </a:moveTo>
                  <a:cubicBezTo>
                    <a:pt x="1419" y="643"/>
                    <a:pt x="1620" y="561"/>
                    <a:pt x="1836" y="569"/>
                  </a:cubicBezTo>
                  <a:cubicBezTo>
                    <a:pt x="1968" y="574"/>
                    <a:pt x="2058" y="544"/>
                    <a:pt x="2184" y="619"/>
                  </a:cubicBezTo>
                  <a:cubicBezTo>
                    <a:pt x="1870" y="208"/>
                    <a:pt x="1580" y="22"/>
                    <a:pt x="1111" y="11"/>
                  </a:cubicBezTo>
                  <a:cubicBezTo>
                    <a:pt x="652" y="0"/>
                    <a:pt x="215" y="320"/>
                    <a:pt x="0" y="690"/>
                  </a:cubicBezTo>
                  <a:cubicBezTo>
                    <a:pt x="477" y="1086"/>
                    <a:pt x="860" y="873"/>
                    <a:pt x="1224" y="72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+mj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B88A44F-FC7D-435F-B8DC-8C69FB07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835" y="3140973"/>
              <a:ext cx="3153638" cy="1755168"/>
            </a:xfrm>
            <a:custGeom>
              <a:avLst/>
              <a:gdLst>
                <a:gd name="T0" fmla="*/ 1367 w 2495"/>
                <a:gd name="T1" fmla="*/ 1043 h 1388"/>
                <a:gd name="T2" fmla="*/ 1942 w 2495"/>
                <a:gd name="T3" fmla="*/ 783 h 1388"/>
                <a:gd name="T4" fmla="*/ 2482 w 2495"/>
                <a:gd name="T5" fmla="*/ 850 h 1388"/>
                <a:gd name="T6" fmla="*/ 2454 w 2495"/>
                <a:gd name="T7" fmla="*/ 546 h 1388"/>
                <a:gd name="T8" fmla="*/ 2397 w 2495"/>
                <a:gd name="T9" fmla="*/ 301 h 1388"/>
                <a:gd name="T10" fmla="*/ 1364 w 2495"/>
                <a:gd name="T11" fmla="*/ 379 h 1388"/>
                <a:gd name="T12" fmla="*/ 720 w 2495"/>
                <a:gd name="T13" fmla="*/ 662 h 1388"/>
                <a:gd name="T14" fmla="*/ 34 w 2495"/>
                <a:gd name="T15" fmla="*/ 511 h 1388"/>
                <a:gd name="T16" fmla="*/ 28 w 2495"/>
                <a:gd name="T17" fmla="*/ 979 h 1388"/>
                <a:gd name="T18" fmla="*/ 56 w 2495"/>
                <a:gd name="T19" fmla="*/ 1113 h 1388"/>
                <a:gd name="T20" fmla="*/ 1367 w 2495"/>
                <a:gd name="T21" fmla="*/ 1043 h 1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95" h="1388">
                  <a:moveTo>
                    <a:pt x="1367" y="1043"/>
                  </a:moveTo>
                  <a:cubicBezTo>
                    <a:pt x="1544" y="930"/>
                    <a:pt x="1727" y="813"/>
                    <a:pt x="1942" y="783"/>
                  </a:cubicBezTo>
                  <a:cubicBezTo>
                    <a:pt x="2117" y="759"/>
                    <a:pt x="2295" y="749"/>
                    <a:pt x="2482" y="850"/>
                  </a:cubicBezTo>
                  <a:cubicBezTo>
                    <a:pt x="2495" y="734"/>
                    <a:pt x="2467" y="659"/>
                    <a:pt x="2454" y="546"/>
                  </a:cubicBezTo>
                  <a:cubicBezTo>
                    <a:pt x="2444" y="462"/>
                    <a:pt x="2427" y="377"/>
                    <a:pt x="2397" y="301"/>
                  </a:cubicBezTo>
                  <a:cubicBezTo>
                    <a:pt x="1952" y="0"/>
                    <a:pt x="1692" y="169"/>
                    <a:pt x="1364" y="379"/>
                  </a:cubicBezTo>
                  <a:cubicBezTo>
                    <a:pt x="1171" y="502"/>
                    <a:pt x="971" y="629"/>
                    <a:pt x="720" y="662"/>
                  </a:cubicBezTo>
                  <a:cubicBezTo>
                    <a:pt x="503" y="690"/>
                    <a:pt x="276" y="641"/>
                    <a:pt x="34" y="511"/>
                  </a:cubicBezTo>
                  <a:cubicBezTo>
                    <a:pt x="3" y="661"/>
                    <a:pt x="0" y="819"/>
                    <a:pt x="28" y="979"/>
                  </a:cubicBezTo>
                  <a:cubicBezTo>
                    <a:pt x="34" y="1008"/>
                    <a:pt x="49" y="1084"/>
                    <a:pt x="56" y="1113"/>
                  </a:cubicBezTo>
                  <a:cubicBezTo>
                    <a:pt x="786" y="1388"/>
                    <a:pt x="1009" y="1272"/>
                    <a:pt x="1367" y="104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>
                <a:latin typeface="+mj-lt"/>
              </a:endParaRP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505F802-B66F-45B3-A32E-1039A7CB4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373" y="3315327"/>
              <a:ext cx="3134023" cy="1563378"/>
            </a:xfrm>
            <a:custGeom>
              <a:avLst/>
              <a:gdLst>
                <a:gd name="T0" fmla="*/ 1174 w 2480"/>
                <a:gd name="T1" fmla="*/ 922 h 1236"/>
                <a:gd name="T2" fmla="*/ 562 w 2480"/>
                <a:gd name="T3" fmla="*/ 768 h 1236"/>
                <a:gd name="T4" fmla="*/ 51 w 2480"/>
                <a:gd name="T5" fmla="*/ 975 h 1236"/>
                <a:gd name="T6" fmla="*/ 0 w 2480"/>
                <a:gd name="T7" fmla="*/ 622 h 1236"/>
                <a:gd name="T8" fmla="*/ 25 w 2480"/>
                <a:gd name="T9" fmla="*/ 374 h 1236"/>
                <a:gd name="T10" fmla="*/ 1059 w 2480"/>
                <a:gd name="T11" fmla="*/ 267 h 1236"/>
                <a:gd name="T12" fmla="*/ 1743 w 2480"/>
                <a:gd name="T13" fmla="*/ 433 h 1236"/>
                <a:gd name="T14" fmla="*/ 2392 w 2480"/>
                <a:gd name="T15" fmla="*/ 163 h 1236"/>
                <a:gd name="T16" fmla="*/ 2480 w 2480"/>
                <a:gd name="T17" fmla="*/ 622 h 1236"/>
                <a:gd name="T18" fmla="*/ 2477 w 2480"/>
                <a:gd name="T19" fmla="*/ 712 h 1236"/>
                <a:gd name="T20" fmla="*/ 1174 w 2480"/>
                <a:gd name="T21" fmla="*/ 922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80" h="1236">
                  <a:moveTo>
                    <a:pt x="1174" y="922"/>
                  </a:moveTo>
                  <a:cubicBezTo>
                    <a:pt x="979" y="842"/>
                    <a:pt x="778" y="759"/>
                    <a:pt x="562" y="768"/>
                  </a:cubicBezTo>
                  <a:cubicBezTo>
                    <a:pt x="385" y="775"/>
                    <a:pt x="217" y="843"/>
                    <a:pt x="51" y="975"/>
                  </a:cubicBezTo>
                  <a:cubicBezTo>
                    <a:pt x="18" y="863"/>
                    <a:pt x="0" y="745"/>
                    <a:pt x="0" y="622"/>
                  </a:cubicBezTo>
                  <a:cubicBezTo>
                    <a:pt x="0" y="537"/>
                    <a:pt x="8" y="454"/>
                    <a:pt x="25" y="374"/>
                  </a:cubicBezTo>
                  <a:cubicBezTo>
                    <a:pt x="410" y="0"/>
                    <a:pt x="699" y="119"/>
                    <a:pt x="1059" y="267"/>
                  </a:cubicBezTo>
                  <a:cubicBezTo>
                    <a:pt x="1271" y="355"/>
                    <a:pt x="1490" y="445"/>
                    <a:pt x="1743" y="433"/>
                  </a:cubicBezTo>
                  <a:cubicBezTo>
                    <a:pt x="1962" y="422"/>
                    <a:pt x="2176" y="333"/>
                    <a:pt x="2392" y="163"/>
                  </a:cubicBezTo>
                  <a:cubicBezTo>
                    <a:pt x="2449" y="305"/>
                    <a:pt x="2480" y="460"/>
                    <a:pt x="2480" y="622"/>
                  </a:cubicBezTo>
                  <a:cubicBezTo>
                    <a:pt x="2480" y="652"/>
                    <a:pt x="2479" y="682"/>
                    <a:pt x="2477" y="712"/>
                  </a:cubicBezTo>
                  <a:cubicBezTo>
                    <a:pt x="1938" y="1236"/>
                    <a:pt x="1566" y="1084"/>
                    <a:pt x="1174" y="9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+mj-lt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82BBC98F-3327-4B7C-8426-EAB849D06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103" y="2533638"/>
              <a:ext cx="2760614" cy="1282958"/>
            </a:xfrm>
            <a:custGeom>
              <a:avLst/>
              <a:gdLst>
                <a:gd name="T0" fmla="*/ 998 w 2184"/>
                <a:gd name="T1" fmla="*/ 722 h 1014"/>
                <a:gd name="T2" fmla="*/ 386 w 2184"/>
                <a:gd name="T3" fmla="*/ 568 h 1014"/>
                <a:gd name="T4" fmla="*/ 0 w 2184"/>
                <a:gd name="T5" fmla="*/ 689 h 1014"/>
                <a:gd name="T6" fmla="*/ 1111 w 2184"/>
                <a:gd name="T7" fmla="*/ 0 h 1014"/>
                <a:gd name="T8" fmla="*/ 2184 w 2184"/>
                <a:gd name="T9" fmla="*/ 618 h 1014"/>
                <a:gd name="T10" fmla="*/ 998 w 2184"/>
                <a:gd name="T11" fmla="*/ 722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84" h="1014">
                  <a:moveTo>
                    <a:pt x="998" y="722"/>
                  </a:moveTo>
                  <a:cubicBezTo>
                    <a:pt x="803" y="642"/>
                    <a:pt x="602" y="560"/>
                    <a:pt x="386" y="568"/>
                  </a:cubicBezTo>
                  <a:cubicBezTo>
                    <a:pt x="253" y="573"/>
                    <a:pt x="126" y="613"/>
                    <a:pt x="0" y="689"/>
                  </a:cubicBezTo>
                  <a:cubicBezTo>
                    <a:pt x="203" y="280"/>
                    <a:pt x="624" y="0"/>
                    <a:pt x="1111" y="0"/>
                  </a:cubicBezTo>
                  <a:cubicBezTo>
                    <a:pt x="1569" y="0"/>
                    <a:pt x="1969" y="249"/>
                    <a:pt x="2184" y="618"/>
                  </a:cubicBezTo>
                  <a:cubicBezTo>
                    <a:pt x="1707" y="1014"/>
                    <a:pt x="1361" y="872"/>
                    <a:pt x="998" y="72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2E9BB5E3-0351-47C5-BC36-DE79048DF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103" y="4607092"/>
              <a:ext cx="2760614" cy="1062021"/>
            </a:xfrm>
            <a:custGeom>
              <a:avLst/>
              <a:gdLst>
                <a:gd name="T0" fmla="*/ 990 w 2307"/>
                <a:gd name="T1" fmla="*/ 258 h 1035"/>
                <a:gd name="T2" fmla="*/ 1673 w 2307"/>
                <a:gd name="T3" fmla="*/ 423 h 1035"/>
                <a:gd name="T4" fmla="*/ 2307 w 2307"/>
                <a:gd name="T5" fmla="*/ 165 h 1035"/>
                <a:gd name="T6" fmla="*/ 1123 w 2307"/>
                <a:gd name="T7" fmla="*/ 1035 h 1035"/>
                <a:gd name="T8" fmla="*/ 0 w 2307"/>
                <a:gd name="T9" fmla="*/ 322 h 1035"/>
                <a:gd name="T10" fmla="*/ 990 w 2307"/>
                <a:gd name="T11" fmla="*/ 258 h 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7" h="1035">
                  <a:moveTo>
                    <a:pt x="990" y="258"/>
                  </a:moveTo>
                  <a:cubicBezTo>
                    <a:pt x="1201" y="345"/>
                    <a:pt x="1420" y="435"/>
                    <a:pt x="1673" y="423"/>
                  </a:cubicBezTo>
                  <a:cubicBezTo>
                    <a:pt x="1887" y="413"/>
                    <a:pt x="2096" y="328"/>
                    <a:pt x="2307" y="165"/>
                  </a:cubicBezTo>
                  <a:cubicBezTo>
                    <a:pt x="2149" y="669"/>
                    <a:pt x="1679" y="1035"/>
                    <a:pt x="1123" y="1035"/>
                  </a:cubicBezTo>
                  <a:cubicBezTo>
                    <a:pt x="627" y="1035"/>
                    <a:pt x="198" y="743"/>
                    <a:pt x="0" y="322"/>
                  </a:cubicBezTo>
                  <a:cubicBezTo>
                    <a:pt x="363" y="0"/>
                    <a:pt x="644" y="116"/>
                    <a:pt x="990" y="25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latin typeface="+mj-lt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276C7C1-2218-4819-ABF4-29042A5C32CB}"/>
              </a:ext>
            </a:extLst>
          </p:cNvPr>
          <p:cNvSpPr txBox="1"/>
          <p:nvPr/>
        </p:nvSpPr>
        <p:spPr>
          <a:xfrm>
            <a:off x="8862424" y="3599503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1BF0FE-04F2-4C4F-A366-658F7DD0B9EE}"/>
              </a:ext>
            </a:extLst>
          </p:cNvPr>
          <p:cNvSpPr txBox="1"/>
          <p:nvPr/>
        </p:nvSpPr>
        <p:spPr>
          <a:xfrm>
            <a:off x="8862423" y="4040531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r>
              <a:rPr lang="en-US" sz="1400" dirty="0">
                <a:solidFill>
                  <a:schemeClr val="accent1"/>
                </a:solidFill>
              </a:rPr>
              <a:t>Your Special Text 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266B26-0CEA-44EC-8E1D-DCC22362EC08}"/>
              </a:ext>
            </a:extLst>
          </p:cNvPr>
          <p:cNvSpPr txBox="1"/>
          <p:nvPr/>
        </p:nvSpPr>
        <p:spPr>
          <a:xfrm>
            <a:off x="8862424" y="4348308"/>
            <a:ext cx="2604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F97FD4-1D1C-4344-A1A1-7864F21C28D4}"/>
              </a:ext>
            </a:extLst>
          </p:cNvPr>
          <p:cNvCxnSpPr>
            <a:cxnSpLocks/>
          </p:cNvCxnSpPr>
          <p:nvPr/>
        </p:nvCxnSpPr>
        <p:spPr>
          <a:xfrm>
            <a:off x="8683055" y="3687945"/>
            <a:ext cx="0" cy="846986"/>
          </a:xfrm>
          <a:prstGeom prst="line">
            <a:avLst/>
          </a:prstGeom>
          <a:ln w="635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8DAC3A5-412A-41F9-98D4-601CF392D6CE}"/>
              </a:ext>
            </a:extLst>
          </p:cNvPr>
          <p:cNvSpPr txBox="1"/>
          <p:nvPr/>
        </p:nvSpPr>
        <p:spPr>
          <a:xfrm flipH="1">
            <a:off x="2304222" y="2721555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pPr algn="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F0F2B5-AF2E-40EE-B4B6-8B3A225F020E}"/>
              </a:ext>
            </a:extLst>
          </p:cNvPr>
          <p:cNvSpPr txBox="1"/>
          <p:nvPr/>
        </p:nvSpPr>
        <p:spPr>
          <a:xfrm flipH="1">
            <a:off x="1080999" y="3162583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pPr algn="r"/>
            <a:r>
              <a:rPr lang="en-US" sz="1400" dirty="0"/>
              <a:t>Your Special Text Here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1B1326-7E3F-44B5-B8EF-0C78AC1DDD6C}"/>
              </a:ext>
            </a:extLst>
          </p:cNvPr>
          <p:cNvSpPr txBox="1"/>
          <p:nvPr/>
        </p:nvSpPr>
        <p:spPr>
          <a:xfrm flipH="1">
            <a:off x="724921" y="3470360"/>
            <a:ext cx="2604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C74D1E7-4242-4588-9793-8B49660CAA58}"/>
              </a:ext>
            </a:extLst>
          </p:cNvPr>
          <p:cNvCxnSpPr>
            <a:cxnSpLocks/>
          </p:cNvCxnSpPr>
          <p:nvPr/>
        </p:nvCxnSpPr>
        <p:spPr>
          <a:xfrm flipH="1">
            <a:off x="3508946" y="2809997"/>
            <a:ext cx="0" cy="846986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DEFA08E-C5D3-4A5E-84D5-D8F370647595}"/>
              </a:ext>
            </a:extLst>
          </p:cNvPr>
          <p:cNvSpPr txBox="1"/>
          <p:nvPr/>
        </p:nvSpPr>
        <p:spPr>
          <a:xfrm flipH="1">
            <a:off x="2304222" y="4557399"/>
            <a:ext cx="1025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000">
                <a:solidFill>
                  <a:schemeClr val="bg1">
                    <a:lumMod val="65000"/>
                  </a:schemeClr>
                </a:solidFill>
                <a:cs typeface="Poppins" panose="00000500000000000000" pitchFamily="2" charset="0"/>
              </a:defRPr>
            </a:lvl1pPr>
          </a:lstStyle>
          <a:p>
            <a:pPr algn="r"/>
            <a:r>
              <a:rPr lang="en-ID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D75A5A-21D3-4F12-B8FD-A4318A4EEDCB}"/>
              </a:ext>
            </a:extLst>
          </p:cNvPr>
          <p:cNvSpPr txBox="1"/>
          <p:nvPr/>
        </p:nvSpPr>
        <p:spPr>
          <a:xfrm flipH="1">
            <a:off x="1080999" y="4998427"/>
            <a:ext cx="224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800"/>
              </a:spcAft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cs typeface="Poppins" panose="00000500000000000000" pitchFamily="2" charset="0"/>
              </a:defRPr>
            </a:lvl1pPr>
          </a:lstStyle>
          <a:p>
            <a:pPr algn="r"/>
            <a:r>
              <a:rPr lang="en-US" sz="1400" dirty="0"/>
              <a:t>Your Special Text Here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05D0FA-1F3B-4BC3-B056-8833EFA0AEEA}"/>
              </a:ext>
            </a:extLst>
          </p:cNvPr>
          <p:cNvSpPr txBox="1"/>
          <p:nvPr/>
        </p:nvSpPr>
        <p:spPr>
          <a:xfrm flipH="1">
            <a:off x="724921" y="5306204"/>
            <a:ext cx="2604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r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F94044D-0608-4155-8D50-DD6C7BEEAB1D}"/>
              </a:ext>
            </a:extLst>
          </p:cNvPr>
          <p:cNvCxnSpPr>
            <a:cxnSpLocks/>
          </p:cNvCxnSpPr>
          <p:nvPr/>
        </p:nvCxnSpPr>
        <p:spPr>
          <a:xfrm flipH="1">
            <a:off x="3508946" y="4645841"/>
            <a:ext cx="0" cy="846986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45D9993-718F-4E09-A8AA-F5D8FDB5E6CD}"/>
              </a:ext>
            </a:extLst>
          </p:cNvPr>
          <p:cNvCxnSpPr>
            <a:cxnSpLocks/>
          </p:cNvCxnSpPr>
          <p:nvPr/>
        </p:nvCxnSpPr>
        <p:spPr>
          <a:xfrm flipH="1">
            <a:off x="6144768" y="4088722"/>
            <a:ext cx="2538286" cy="17216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C2F1903-A70B-458E-8E82-07D74317DD2E}"/>
              </a:ext>
            </a:extLst>
          </p:cNvPr>
          <p:cNvCxnSpPr>
            <a:cxnSpLocks/>
          </p:cNvCxnSpPr>
          <p:nvPr/>
        </p:nvCxnSpPr>
        <p:spPr>
          <a:xfrm>
            <a:off x="3508946" y="3224882"/>
            <a:ext cx="2538286" cy="17216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59E945-8553-4360-9C43-E40348A3DD64}"/>
              </a:ext>
            </a:extLst>
          </p:cNvPr>
          <p:cNvCxnSpPr>
            <a:cxnSpLocks/>
          </p:cNvCxnSpPr>
          <p:nvPr/>
        </p:nvCxnSpPr>
        <p:spPr>
          <a:xfrm>
            <a:off x="3508946" y="5060726"/>
            <a:ext cx="2538286" cy="17216"/>
          </a:xfrm>
          <a:prstGeom prst="line">
            <a:avLst/>
          </a:prstGeom>
          <a:ln w="6350">
            <a:solidFill>
              <a:schemeClr val="accent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01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F712C20-C41B-4792-A112-5FE875B2DD02}"/>
              </a:ext>
            </a:extLst>
          </p:cNvPr>
          <p:cNvCxnSpPr>
            <a:cxnSpLocks/>
          </p:cNvCxnSpPr>
          <p:nvPr/>
        </p:nvCxnSpPr>
        <p:spPr>
          <a:xfrm>
            <a:off x="886665" y="5400615"/>
            <a:ext cx="10418671" cy="0"/>
          </a:xfrm>
          <a:prstGeom prst="line">
            <a:avLst/>
          </a:prstGeom>
          <a:ln w="6350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D8E08B-074B-4804-B521-ADC78A150083}"/>
              </a:ext>
            </a:extLst>
          </p:cNvPr>
          <p:cNvSpPr txBox="1"/>
          <p:nvPr/>
        </p:nvSpPr>
        <p:spPr>
          <a:xfrm>
            <a:off x="10515166" y="5998405"/>
            <a:ext cx="1912062" cy="2308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cs typeface="Poppins" panose="00000500000000000000" pitchFamily="2" charset="0"/>
              </a:rPr>
              <a:t>@elevate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2362A-75A4-4A83-BFFC-6CD091C64C14}"/>
              </a:ext>
            </a:extLst>
          </p:cNvPr>
          <p:cNvSpPr txBox="1"/>
          <p:nvPr/>
        </p:nvSpPr>
        <p:spPr>
          <a:xfrm>
            <a:off x="10515166" y="5721406"/>
            <a:ext cx="1912062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cs typeface="Poppins" panose="00000500000000000000" pitchFamily="2" charset="0"/>
              </a:rPr>
              <a:t>Social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04377-0869-46E2-84D5-7006BF25DE12}"/>
              </a:ext>
            </a:extLst>
          </p:cNvPr>
          <p:cNvSpPr txBox="1"/>
          <p:nvPr/>
        </p:nvSpPr>
        <p:spPr>
          <a:xfrm>
            <a:off x="886665" y="5963317"/>
            <a:ext cx="1912062" cy="2308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cs typeface="Poppins" panose="00000500000000000000" pitchFamily="2" charset="0"/>
              </a:rPr>
              <a:t>18+ 865 123 560 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900CB-2052-4588-A99B-C9B45C779237}"/>
              </a:ext>
            </a:extLst>
          </p:cNvPr>
          <p:cNvSpPr txBox="1"/>
          <p:nvPr/>
        </p:nvSpPr>
        <p:spPr>
          <a:xfrm>
            <a:off x="886665" y="5686318"/>
            <a:ext cx="1912062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cs typeface="Poppins" panose="00000500000000000000" pitchFamily="2" charset="0"/>
              </a:rPr>
              <a:t>Phone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578D-A716-4F04-B4AB-59A6C1B6AC71}"/>
              </a:ext>
            </a:extLst>
          </p:cNvPr>
          <p:cNvSpPr txBox="1"/>
          <p:nvPr/>
        </p:nvSpPr>
        <p:spPr>
          <a:xfrm>
            <a:off x="7305665" y="5963317"/>
            <a:ext cx="1912062" cy="2308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cs typeface="Poppins" panose="00000500000000000000" pitchFamily="2" charset="0"/>
              </a:rPr>
              <a:t>www.elevate.media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25D43-C192-4D2F-ACE6-706D844D3B5C}"/>
              </a:ext>
            </a:extLst>
          </p:cNvPr>
          <p:cNvSpPr txBox="1"/>
          <p:nvPr/>
        </p:nvSpPr>
        <p:spPr>
          <a:xfrm>
            <a:off x="7305665" y="5686318"/>
            <a:ext cx="1912062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cs typeface="Poppins" panose="00000500000000000000" pitchFamily="2" charset="0"/>
              </a:rPr>
              <a:t>Website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52B17-0D3B-47B7-84AB-202E5944DCDE}"/>
              </a:ext>
            </a:extLst>
          </p:cNvPr>
          <p:cNvSpPr txBox="1"/>
          <p:nvPr/>
        </p:nvSpPr>
        <p:spPr>
          <a:xfrm>
            <a:off x="4096165" y="5963317"/>
            <a:ext cx="1912062" cy="2308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cs typeface="Poppins" panose="00000500000000000000" pitchFamily="2" charset="0"/>
              </a:rPr>
              <a:t>elevate@gmail.com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BFD72D-8EA7-4F6C-90AA-30E050BFE58E}"/>
              </a:ext>
            </a:extLst>
          </p:cNvPr>
          <p:cNvSpPr txBox="1"/>
          <p:nvPr/>
        </p:nvSpPr>
        <p:spPr>
          <a:xfrm>
            <a:off x="4096165" y="5686318"/>
            <a:ext cx="1912062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cs typeface="Poppins" panose="00000500000000000000" pitchFamily="2" charset="0"/>
              </a:rPr>
              <a:t>Email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C953E-B9D7-4B58-A20A-4AAF7D253752}"/>
              </a:ext>
            </a:extLst>
          </p:cNvPr>
          <p:cNvSpPr txBox="1"/>
          <p:nvPr/>
        </p:nvSpPr>
        <p:spPr>
          <a:xfrm>
            <a:off x="8788400" y="750684"/>
            <a:ext cx="2512555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lang="en-ID" sz="1100" dirty="0">
                <a:solidFill>
                  <a:schemeClr val="bg1"/>
                </a:solidFill>
              </a:rPr>
              <a:t>Elevate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154B0-2A1A-4550-B93A-35D7B557A2F3}"/>
              </a:ext>
            </a:extLst>
          </p:cNvPr>
          <p:cNvSpPr txBox="1"/>
          <p:nvPr/>
        </p:nvSpPr>
        <p:spPr>
          <a:xfrm>
            <a:off x="891046" y="750684"/>
            <a:ext cx="989710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ID" sz="1100" dirty="0">
                <a:solidFill>
                  <a:schemeClr val="bg1"/>
                </a:solidFill>
              </a:rPr>
              <a:t>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0BCAF-BFD5-4B62-8A5C-DB8E97E594E7}"/>
              </a:ext>
            </a:extLst>
          </p:cNvPr>
          <p:cNvSpPr txBox="1"/>
          <p:nvPr/>
        </p:nvSpPr>
        <p:spPr>
          <a:xfrm>
            <a:off x="891046" y="3746646"/>
            <a:ext cx="6750882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D" sz="96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9362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l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4A0A"/>
      </a:accent1>
      <a:accent2>
        <a:srgbClr val="23AD9D"/>
      </a:accent2>
      <a:accent3>
        <a:srgbClr val="37AF87"/>
      </a:accent3>
      <a:accent4>
        <a:srgbClr val="F6AF2E"/>
      </a:accent4>
      <a:accent5>
        <a:srgbClr val="F67A2E"/>
      </a:accent5>
      <a:accent6>
        <a:srgbClr val="F7AD19"/>
      </a:accent6>
      <a:hlink>
        <a:srgbClr val="0563C1"/>
      </a:hlink>
      <a:folHlink>
        <a:srgbClr val="954F72"/>
      </a:folHlink>
    </a:clrScheme>
    <a:fontScheme name="Custom 114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65000"/>
              <a:alpha val="50000"/>
            </a:schemeClr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742</TotalTime>
  <Words>1123</Words>
  <Application>Microsoft Office PowerPoint</Application>
  <PresentationFormat>Widescreen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Manrope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Surya Alan Vieri</cp:lastModifiedBy>
  <cp:revision>70</cp:revision>
  <dcterms:created xsi:type="dcterms:W3CDTF">2022-10-24T08:10:49Z</dcterms:created>
  <dcterms:modified xsi:type="dcterms:W3CDTF">2024-11-25T06:39:01Z</dcterms:modified>
</cp:coreProperties>
</file>