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1" r:id="rId3"/>
    <p:sldId id="264" r:id="rId4"/>
    <p:sldId id="265" r:id="rId5"/>
    <p:sldId id="262" r:id="rId6"/>
    <p:sldId id="260" r:id="rId7"/>
    <p:sldId id="259" r:id="rId8"/>
    <p:sldId id="261" r:id="rId9"/>
    <p:sldId id="258" r:id="rId10"/>
    <p:sldId id="263" r:id="rId11"/>
    <p:sldId id="266" r:id="rId12"/>
    <p:sldId id="280" r:id="rId13"/>
    <p:sldId id="270" r:id="rId14"/>
    <p:sldId id="271" r:id="rId15"/>
    <p:sldId id="272" r:id="rId16"/>
    <p:sldId id="273" r:id="rId17"/>
    <p:sldId id="282" r:id="rId18"/>
    <p:sldId id="274" r:id="rId19"/>
    <p:sldId id="27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 userDrawn="1">
          <p15:clr>
            <a:srgbClr val="A4A3A4"/>
          </p15:clr>
        </p15:guide>
        <p15:guide id="2" pos="2400" userDrawn="1">
          <p15:clr>
            <a:srgbClr val="A4A3A4"/>
          </p15:clr>
        </p15:guide>
        <p15:guide id="3" pos="552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744" userDrawn="1">
          <p15:clr>
            <a:srgbClr val="A4A3A4"/>
          </p15:clr>
        </p15:guide>
        <p15:guide id="6" pos="2904" userDrawn="1">
          <p15:clr>
            <a:srgbClr val="A4A3A4"/>
          </p15:clr>
        </p15:guide>
        <p15:guide id="7" orient="horz" pos="3720" userDrawn="1">
          <p15:clr>
            <a:srgbClr val="A4A3A4"/>
          </p15:clr>
        </p15:guide>
        <p15:guide id="8" pos="5760" userDrawn="1">
          <p15:clr>
            <a:srgbClr val="A4A3A4"/>
          </p15:clr>
        </p15:guide>
        <p15:guide id="9" pos="26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3634" autoAdjust="0"/>
  </p:normalViewPr>
  <p:slideViewPr>
    <p:cSldViewPr snapToGrid="0" showGuides="1">
      <p:cViewPr>
        <p:scale>
          <a:sx n="66" d="100"/>
          <a:sy n="66" d="100"/>
        </p:scale>
        <p:origin x="810" y="36"/>
      </p:cViewPr>
      <p:guideLst>
        <p:guide orient="horz" pos="480"/>
        <p:guide pos="2400"/>
        <p:guide pos="552"/>
        <p:guide pos="384"/>
        <p:guide pos="744"/>
        <p:guide pos="2904"/>
        <p:guide orient="horz" pos="3720"/>
        <p:guide pos="5760"/>
        <p:guide pos="26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C93ED-5F73-466E-9184-208FD55F9C4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40390-4DDB-4273-AE01-D9C97AEDC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B3BB-6F0D-B46A-595F-DD9598C3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1BB38-1AA3-1ECC-D965-B049565E2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E27FE-DD60-6836-2526-8B7BB863F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13D0F-6102-3C01-D18B-72B10C70E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40390-4DDB-4273-AE01-D9C97AEDCE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89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40390-4DDB-4273-AE01-D9C97AEDCE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6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88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E0ABC1-D594-D8CF-4B0F-702E736FB6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2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C71E89-8234-7941-6DE7-9A46D683C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19432"/>
            <a:ext cx="3411684" cy="5619136"/>
          </a:xfrm>
          <a:custGeom>
            <a:avLst/>
            <a:gdLst>
              <a:gd name="connsiteX0" fmla="*/ 279724 w 3411684"/>
              <a:gd name="connsiteY0" fmla="*/ 0 h 5619136"/>
              <a:gd name="connsiteX1" fmla="*/ 3131960 w 3411684"/>
              <a:gd name="connsiteY1" fmla="*/ 0 h 5619136"/>
              <a:gd name="connsiteX2" fmla="*/ 3411684 w 3411684"/>
              <a:gd name="connsiteY2" fmla="*/ 279724 h 5619136"/>
              <a:gd name="connsiteX3" fmla="*/ 3411684 w 3411684"/>
              <a:gd name="connsiteY3" fmla="*/ 5339412 h 5619136"/>
              <a:gd name="connsiteX4" fmla="*/ 3131960 w 3411684"/>
              <a:gd name="connsiteY4" fmla="*/ 5619136 h 5619136"/>
              <a:gd name="connsiteX5" fmla="*/ 279724 w 3411684"/>
              <a:gd name="connsiteY5" fmla="*/ 5619136 h 5619136"/>
              <a:gd name="connsiteX6" fmla="*/ 0 w 3411684"/>
              <a:gd name="connsiteY6" fmla="*/ 5339412 h 5619136"/>
              <a:gd name="connsiteX7" fmla="*/ 0 w 3411684"/>
              <a:gd name="connsiteY7" fmla="*/ 279724 h 5619136"/>
              <a:gd name="connsiteX8" fmla="*/ 279724 w 3411684"/>
              <a:gd name="connsiteY8" fmla="*/ 0 h 561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1684" h="5619136">
                <a:moveTo>
                  <a:pt x="279724" y="0"/>
                </a:moveTo>
                <a:lnTo>
                  <a:pt x="3131960" y="0"/>
                </a:lnTo>
                <a:cubicBezTo>
                  <a:pt x="3286447" y="0"/>
                  <a:pt x="3411684" y="125237"/>
                  <a:pt x="3411684" y="279724"/>
                </a:cubicBezTo>
                <a:lnTo>
                  <a:pt x="3411684" y="5339412"/>
                </a:lnTo>
                <a:cubicBezTo>
                  <a:pt x="3411684" y="5493899"/>
                  <a:pt x="3286447" y="5619136"/>
                  <a:pt x="3131960" y="5619136"/>
                </a:cubicBezTo>
                <a:lnTo>
                  <a:pt x="279724" y="5619136"/>
                </a:lnTo>
                <a:cubicBezTo>
                  <a:pt x="125237" y="5619136"/>
                  <a:pt x="0" y="5493899"/>
                  <a:pt x="0" y="5339412"/>
                </a:cubicBezTo>
                <a:lnTo>
                  <a:pt x="0" y="279724"/>
                </a:lnTo>
                <a:cubicBezTo>
                  <a:pt x="0" y="125237"/>
                  <a:pt x="125237" y="0"/>
                  <a:pt x="2797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4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8D789D9-3C3A-1AD5-A875-98536CC7EC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63718" y="3812409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CA715D6-9528-CA0D-AA6E-5395317B48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3772" y="3812409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8F4EE3-0DED-8518-6C14-2B2470FCA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63826" y="3812409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EB930C-E405-6C29-DAF1-5D17BA711E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13880" y="3518703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0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FEF6344-ED35-D95C-C51C-426033F2F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2632" y="0"/>
            <a:ext cx="4093780" cy="6858000"/>
          </a:xfrm>
          <a:custGeom>
            <a:avLst/>
            <a:gdLst>
              <a:gd name="connsiteX0" fmla="*/ 0 w 4093780"/>
              <a:gd name="connsiteY0" fmla="*/ 0 h 6858000"/>
              <a:gd name="connsiteX1" fmla="*/ 4093780 w 4093780"/>
              <a:gd name="connsiteY1" fmla="*/ 0 h 6858000"/>
              <a:gd name="connsiteX2" fmla="*/ 4093780 w 4093780"/>
              <a:gd name="connsiteY2" fmla="*/ 6858000 h 6858000"/>
              <a:gd name="connsiteX3" fmla="*/ 0 w 40937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3780" h="6858000">
                <a:moveTo>
                  <a:pt x="0" y="0"/>
                </a:moveTo>
                <a:lnTo>
                  <a:pt x="4093780" y="0"/>
                </a:lnTo>
                <a:lnTo>
                  <a:pt x="40937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9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6A99D5-538D-356C-FFFD-6CD79E745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52635"/>
            <a:ext cx="3294742" cy="5352728"/>
          </a:xfrm>
          <a:custGeom>
            <a:avLst/>
            <a:gdLst>
              <a:gd name="connsiteX0" fmla="*/ 0 w 3294742"/>
              <a:gd name="connsiteY0" fmla="*/ 0 h 5352728"/>
              <a:gd name="connsiteX1" fmla="*/ 3093960 w 3294742"/>
              <a:gd name="connsiteY1" fmla="*/ 0 h 5352728"/>
              <a:gd name="connsiteX2" fmla="*/ 3294742 w 3294742"/>
              <a:gd name="connsiteY2" fmla="*/ 200782 h 5352728"/>
              <a:gd name="connsiteX3" fmla="*/ 3294742 w 3294742"/>
              <a:gd name="connsiteY3" fmla="*/ 5151946 h 5352728"/>
              <a:gd name="connsiteX4" fmla="*/ 3093960 w 3294742"/>
              <a:gd name="connsiteY4" fmla="*/ 5352728 h 5352728"/>
              <a:gd name="connsiteX5" fmla="*/ 0 w 3294742"/>
              <a:gd name="connsiteY5" fmla="*/ 5352728 h 535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4742" h="5352728">
                <a:moveTo>
                  <a:pt x="0" y="0"/>
                </a:moveTo>
                <a:lnTo>
                  <a:pt x="3093960" y="0"/>
                </a:lnTo>
                <a:cubicBezTo>
                  <a:pt x="3204849" y="0"/>
                  <a:pt x="3294742" y="89893"/>
                  <a:pt x="3294742" y="200782"/>
                </a:cubicBezTo>
                <a:lnTo>
                  <a:pt x="3294742" y="5151946"/>
                </a:lnTo>
                <a:cubicBezTo>
                  <a:pt x="3294742" y="5262835"/>
                  <a:pt x="3204849" y="5352728"/>
                  <a:pt x="3093960" y="5352728"/>
                </a:cubicBezTo>
                <a:lnTo>
                  <a:pt x="0" y="53527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5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2EF490-F298-5A2B-B1EE-CCEC6C3F57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46389" y="685800"/>
            <a:ext cx="4845610" cy="5486402"/>
          </a:xfrm>
          <a:custGeom>
            <a:avLst/>
            <a:gdLst>
              <a:gd name="connsiteX0" fmla="*/ 247175 w 4845610"/>
              <a:gd name="connsiteY0" fmla="*/ 0 h 5486402"/>
              <a:gd name="connsiteX1" fmla="*/ 4845610 w 4845610"/>
              <a:gd name="connsiteY1" fmla="*/ 0 h 5486402"/>
              <a:gd name="connsiteX2" fmla="*/ 4845610 w 4845610"/>
              <a:gd name="connsiteY2" fmla="*/ 5486402 h 5486402"/>
              <a:gd name="connsiteX3" fmla="*/ 247175 w 4845610"/>
              <a:gd name="connsiteY3" fmla="*/ 5486402 h 5486402"/>
              <a:gd name="connsiteX4" fmla="*/ 0 w 4845610"/>
              <a:gd name="connsiteY4" fmla="*/ 5239227 h 5486402"/>
              <a:gd name="connsiteX5" fmla="*/ 0 w 4845610"/>
              <a:gd name="connsiteY5" fmla="*/ 247175 h 5486402"/>
              <a:gd name="connsiteX6" fmla="*/ 247175 w 4845610"/>
              <a:gd name="connsiteY6" fmla="*/ 0 h 548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45610" h="5486402">
                <a:moveTo>
                  <a:pt x="247175" y="0"/>
                </a:moveTo>
                <a:lnTo>
                  <a:pt x="4845610" y="0"/>
                </a:lnTo>
                <a:lnTo>
                  <a:pt x="4845610" y="5486402"/>
                </a:lnTo>
                <a:lnTo>
                  <a:pt x="247175" y="5486402"/>
                </a:lnTo>
                <a:cubicBezTo>
                  <a:pt x="110664" y="5486402"/>
                  <a:pt x="0" y="5375738"/>
                  <a:pt x="0" y="5239227"/>
                </a:cubicBezTo>
                <a:lnTo>
                  <a:pt x="0" y="247175"/>
                </a:lnTo>
                <a:cubicBezTo>
                  <a:pt x="0" y="110664"/>
                  <a:pt x="110664" y="0"/>
                  <a:pt x="2471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4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3BABD11-B567-028D-23F8-2C03B0C02D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13521" y="2960914"/>
            <a:ext cx="3011714" cy="3011714"/>
          </a:xfrm>
          <a:custGeom>
            <a:avLst/>
            <a:gdLst>
              <a:gd name="connsiteX0" fmla="*/ 214946 w 3011714"/>
              <a:gd name="connsiteY0" fmla="*/ 0 h 3011714"/>
              <a:gd name="connsiteX1" fmla="*/ 2796768 w 3011714"/>
              <a:gd name="connsiteY1" fmla="*/ 0 h 3011714"/>
              <a:gd name="connsiteX2" fmla="*/ 3011714 w 3011714"/>
              <a:gd name="connsiteY2" fmla="*/ 214946 h 3011714"/>
              <a:gd name="connsiteX3" fmla="*/ 3011714 w 3011714"/>
              <a:gd name="connsiteY3" fmla="*/ 2796768 h 3011714"/>
              <a:gd name="connsiteX4" fmla="*/ 2796768 w 3011714"/>
              <a:gd name="connsiteY4" fmla="*/ 3011714 h 3011714"/>
              <a:gd name="connsiteX5" fmla="*/ 214946 w 3011714"/>
              <a:gd name="connsiteY5" fmla="*/ 3011714 h 3011714"/>
              <a:gd name="connsiteX6" fmla="*/ 0 w 3011714"/>
              <a:gd name="connsiteY6" fmla="*/ 2796768 h 3011714"/>
              <a:gd name="connsiteX7" fmla="*/ 0 w 3011714"/>
              <a:gd name="connsiteY7" fmla="*/ 214946 h 3011714"/>
              <a:gd name="connsiteX8" fmla="*/ 214946 w 3011714"/>
              <a:gd name="connsiteY8" fmla="*/ 0 h 3011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1714" h="3011714">
                <a:moveTo>
                  <a:pt x="214946" y="0"/>
                </a:moveTo>
                <a:lnTo>
                  <a:pt x="2796768" y="0"/>
                </a:lnTo>
                <a:cubicBezTo>
                  <a:pt x="2915479" y="0"/>
                  <a:pt x="3011714" y="96235"/>
                  <a:pt x="3011714" y="214946"/>
                </a:cubicBezTo>
                <a:lnTo>
                  <a:pt x="3011714" y="2796768"/>
                </a:lnTo>
                <a:cubicBezTo>
                  <a:pt x="3011714" y="2915479"/>
                  <a:pt x="2915479" y="3011714"/>
                  <a:pt x="2796768" y="3011714"/>
                </a:cubicBezTo>
                <a:lnTo>
                  <a:pt x="214946" y="3011714"/>
                </a:lnTo>
                <a:cubicBezTo>
                  <a:pt x="96235" y="3011714"/>
                  <a:pt x="0" y="2915479"/>
                  <a:pt x="0" y="2796768"/>
                </a:cubicBezTo>
                <a:lnTo>
                  <a:pt x="0" y="214946"/>
                </a:lnTo>
                <a:cubicBezTo>
                  <a:pt x="0" y="96235"/>
                  <a:pt x="96235" y="0"/>
                  <a:pt x="2149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9AE5E1E-DC17-E8E4-8A9F-EDDD8F718B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0100" y="2960914"/>
            <a:ext cx="3011714" cy="3011714"/>
          </a:xfrm>
          <a:custGeom>
            <a:avLst/>
            <a:gdLst>
              <a:gd name="connsiteX0" fmla="*/ 214946 w 3011714"/>
              <a:gd name="connsiteY0" fmla="*/ 0 h 3011714"/>
              <a:gd name="connsiteX1" fmla="*/ 2796768 w 3011714"/>
              <a:gd name="connsiteY1" fmla="*/ 0 h 3011714"/>
              <a:gd name="connsiteX2" fmla="*/ 3011714 w 3011714"/>
              <a:gd name="connsiteY2" fmla="*/ 214946 h 3011714"/>
              <a:gd name="connsiteX3" fmla="*/ 3011714 w 3011714"/>
              <a:gd name="connsiteY3" fmla="*/ 2796768 h 3011714"/>
              <a:gd name="connsiteX4" fmla="*/ 2796768 w 3011714"/>
              <a:gd name="connsiteY4" fmla="*/ 3011714 h 3011714"/>
              <a:gd name="connsiteX5" fmla="*/ 214946 w 3011714"/>
              <a:gd name="connsiteY5" fmla="*/ 3011714 h 3011714"/>
              <a:gd name="connsiteX6" fmla="*/ 0 w 3011714"/>
              <a:gd name="connsiteY6" fmla="*/ 2796768 h 3011714"/>
              <a:gd name="connsiteX7" fmla="*/ 0 w 3011714"/>
              <a:gd name="connsiteY7" fmla="*/ 214946 h 3011714"/>
              <a:gd name="connsiteX8" fmla="*/ 214946 w 3011714"/>
              <a:gd name="connsiteY8" fmla="*/ 0 h 3011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1714" h="3011714">
                <a:moveTo>
                  <a:pt x="214946" y="0"/>
                </a:moveTo>
                <a:lnTo>
                  <a:pt x="2796768" y="0"/>
                </a:lnTo>
                <a:cubicBezTo>
                  <a:pt x="2915479" y="0"/>
                  <a:pt x="3011714" y="96235"/>
                  <a:pt x="3011714" y="214946"/>
                </a:cubicBezTo>
                <a:lnTo>
                  <a:pt x="3011714" y="2796768"/>
                </a:lnTo>
                <a:cubicBezTo>
                  <a:pt x="3011714" y="2915479"/>
                  <a:pt x="2915479" y="3011714"/>
                  <a:pt x="2796768" y="3011714"/>
                </a:cubicBezTo>
                <a:lnTo>
                  <a:pt x="214946" y="3011714"/>
                </a:lnTo>
                <a:cubicBezTo>
                  <a:pt x="96235" y="3011714"/>
                  <a:pt x="0" y="2915479"/>
                  <a:pt x="0" y="2796768"/>
                </a:cubicBezTo>
                <a:lnTo>
                  <a:pt x="0" y="214946"/>
                </a:lnTo>
                <a:cubicBezTo>
                  <a:pt x="0" y="96235"/>
                  <a:pt x="96235" y="0"/>
                  <a:pt x="2149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0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D8FAF4-9DAB-5B78-62E1-BB97D7D4E1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96412"/>
            <a:ext cx="11292114" cy="3356488"/>
          </a:xfrm>
          <a:custGeom>
            <a:avLst/>
            <a:gdLst>
              <a:gd name="connsiteX0" fmla="*/ 0 w 11292114"/>
              <a:gd name="connsiteY0" fmla="*/ 0 h 3356488"/>
              <a:gd name="connsiteX1" fmla="*/ 10963682 w 11292114"/>
              <a:gd name="connsiteY1" fmla="*/ 0 h 3356488"/>
              <a:gd name="connsiteX2" fmla="*/ 11292114 w 11292114"/>
              <a:gd name="connsiteY2" fmla="*/ 328432 h 3356488"/>
              <a:gd name="connsiteX3" fmla="*/ 11292114 w 11292114"/>
              <a:gd name="connsiteY3" fmla="*/ 3028056 h 3356488"/>
              <a:gd name="connsiteX4" fmla="*/ 10963682 w 11292114"/>
              <a:gd name="connsiteY4" fmla="*/ 3356488 h 3356488"/>
              <a:gd name="connsiteX5" fmla="*/ 0 w 11292114"/>
              <a:gd name="connsiteY5" fmla="*/ 3356488 h 335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92114" h="3356488">
                <a:moveTo>
                  <a:pt x="0" y="0"/>
                </a:moveTo>
                <a:lnTo>
                  <a:pt x="10963682" y="0"/>
                </a:lnTo>
                <a:cubicBezTo>
                  <a:pt x="11145070" y="0"/>
                  <a:pt x="11292114" y="147044"/>
                  <a:pt x="11292114" y="328432"/>
                </a:cubicBezTo>
                <a:lnTo>
                  <a:pt x="11292114" y="3028056"/>
                </a:lnTo>
                <a:cubicBezTo>
                  <a:pt x="11292114" y="3209444"/>
                  <a:pt x="11145070" y="3356488"/>
                  <a:pt x="10963682" y="3356488"/>
                </a:cubicBezTo>
                <a:lnTo>
                  <a:pt x="0" y="33564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7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86E1341-0336-0646-4F5F-8B495F727A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7239000"/>
              <a:gd name="connsiteY0" fmla="*/ 0 h 6858000"/>
              <a:gd name="connsiteX1" fmla="*/ 7239000 w 7239000"/>
              <a:gd name="connsiteY1" fmla="*/ 0 h 6858000"/>
              <a:gd name="connsiteX2" fmla="*/ 7239000 w 7239000"/>
              <a:gd name="connsiteY2" fmla="*/ 6858000 h 6858000"/>
              <a:gd name="connsiteX3" fmla="*/ 0 w 7239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9000" h="6858000">
                <a:moveTo>
                  <a:pt x="0" y="0"/>
                </a:moveTo>
                <a:lnTo>
                  <a:pt x="7239000" y="0"/>
                </a:lnTo>
                <a:lnTo>
                  <a:pt x="7239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6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38FB0C-DFD6-62FC-4911-0A4E8498E8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" y="685800"/>
            <a:ext cx="3200401" cy="5486400"/>
          </a:xfrm>
          <a:custGeom>
            <a:avLst/>
            <a:gdLst>
              <a:gd name="connsiteX0" fmla="*/ 300102 w 3200401"/>
              <a:gd name="connsiteY0" fmla="*/ 0 h 5486400"/>
              <a:gd name="connsiteX1" fmla="*/ 2900299 w 3200401"/>
              <a:gd name="connsiteY1" fmla="*/ 0 h 5486400"/>
              <a:gd name="connsiteX2" fmla="*/ 3200401 w 3200401"/>
              <a:gd name="connsiteY2" fmla="*/ 300102 h 5486400"/>
              <a:gd name="connsiteX3" fmla="*/ 3200401 w 3200401"/>
              <a:gd name="connsiteY3" fmla="*/ 5186298 h 5486400"/>
              <a:gd name="connsiteX4" fmla="*/ 2900299 w 3200401"/>
              <a:gd name="connsiteY4" fmla="*/ 5486400 h 5486400"/>
              <a:gd name="connsiteX5" fmla="*/ 300102 w 3200401"/>
              <a:gd name="connsiteY5" fmla="*/ 5486400 h 5486400"/>
              <a:gd name="connsiteX6" fmla="*/ 0 w 3200401"/>
              <a:gd name="connsiteY6" fmla="*/ 5186298 h 5486400"/>
              <a:gd name="connsiteX7" fmla="*/ 0 w 3200401"/>
              <a:gd name="connsiteY7" fmla="*/ 300102 h 5486400"/>
              <a:gd name="connsiteX8" fmla="*/ 300102 w 3200401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00401" h="5486400">
                <a:moveTo>
                  <a:pt x="300102" y="0"/>
                </a:moveTo>
                <a:lnTo>
                  <a:pt x="2900299" y="0"/>
                </a:lnTo>
                <a:cubicBezTo>
                  <a:pt x="3066041" y="0"/>
                  <a:pt x="3200401" y="134360"/>
                  <a:pt x="3200401" y="300102"/>
                </a:cubicBezTo>
                <a:lnTo>
                  <a:pt x="3200401" y="5186298"/>
                </a:lnTo>
                <a:cubicBezTo>
                  <a:pt x="3200401" y="5352040"/>
                  <a:pt x="3066041" y="5486400"/>
                  <a:pt x="2900299" y="5486400"/>
                </a:cubicBezTo>
                <a:lnTo>
                  <a:pt x="300102" y="5486400"/>
                </a:lnTo>
                <a:cubicBezTo>
                  <a:pt x="134360" y="5486400"/>
                  <a:pt x="0" y="5352040"/>
                  <a:pt x="0" y="5186298"/>
                </a:cubicBezTo>
                <a:lnTo>
                  <a:pt x="0" y="300102"/>
                </a:lnTo>
                <a:cubicBezTo>
                  <a:pt x="0" y="134360"/>
                  <a:pt x="134360" y="0"/>
                  <a:pt x="3001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32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A09654-3B0A-2127-257E-08BA352685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4475" y="710663"/>
            <a:ext cx="4634225" cy="6671211"/>
          </a:xfrm>
          <a:custGeom>
            <a:avLst/>
            <a:gdLst>
              <a:gd name="connsiteX0" fmla="*/ 155386 w 4634225"/>
              <a:gd name="connsiteY0" fmla="*/ 0 h 6671211"/>
              <a:gd name="connsiteX1" fmla="*/ 4478839 w 4634225"/>
              <a:gd name="connsiteY1" fmla="*/ 0 h 6671211"/>
              <a:gd name="connsiteX2" fmla="*/ 4634225 w 4634225"/>
              <a:gd name="connsiteY2" fmla="*/ 155386 h 6671211"/>
              <a:gd name="connsiteX3" fmla="*/ 4634225 w 4634225"/>
              <a:gd name="connsiteY3" fmla="*/ 6515825 h 6671211"/>
              <a:gd name="connsiteX4" fmla="*/ 4478839 w 4634225"/>
              <a:gd name="connsiteY4" fmla="*/ 6671211 h 6671211"/>
              <a:gd name="connsiteX5" fmla="*/ 155386 w 4634225"/>
              <a:gd name="connsiteY5" fmla="*/ 6671211 h 6671211"/>
              <a:gd name="connsiteX6" fmla="*/ 0 w 4634225"/>
              <a:gd name="connsiteY6" fmla="*/ 6515825 h 6671211"/>
              <a:gd name="connsiteX7" fmla="*/ 0 w 4634225"/>
              <a:gd name="connsiteY7" fmla="*/ 155386 h 6671211"/>
              <a:gd name="connsiteX8" fmla="*/ 155386 w 4634225"/>
              <a:gd name="connsiteY8" fmla="*/ 0 h 667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34225" h="6671211">
                <a:moveTo>
                  <a:pt x="155386" y="0"/>
                </a:moveTo>
                <a:lnTo>
                  <a:pt x="4478839" y="0"/>
                </a:lnTo>
                <a:cubicBezTo>
                  <a:pt x="4564656" y="0"/>
                  <a:pt x="4634225" y="69569"/>
                  <a:pt x="4634225" y="155386"/>
                </a:cubicBezTo>
                <a:lnTo>
                  <a:pt x="4634225" y="6515825"/>
                </a:lnTo>
                <a:cubicBezTo>
                  <a:pt x="4634225" y="6601642"/>
                  <a:pt x="4564656" y="6671211"/>
                  <a:pt x="4478839" y="6671211"/>
                </a:cubicBezTo>
                <a:lnTo>
                  <a:pt x="155386" y="6671211"/>
                </a:lnTo>
                <a:cubicBezTo>
                  <a:pt x="69569" y="6671211"/>
                  <a:pt x="0" y="6601642"/>
                  <a:pt x="0" y="6515825"/>
                </a:cubicBezTo>
                <a:lnTo>
                  <a:pt x="0" y="155386"/>
                </a:lnTo>
                <a:cubicBezTo>
                  <a:pt x="0" y="69569"/>
                  <a:pt x="69569" y="0"/>
                  <a:pt x="1553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1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5980E79-6490-D0C5-3CD9-F863BB77A4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00250" y="844550"/>
            <a:ext cx="2438400" cy="5175250"/>
          </a:xfrm>
          <a:custGeom>
            <a:avLst/>
            <a:gdLst>
              <a:gd name="connsiteX0" fmla="*/ 342912 w 2438400"/>
              <a:gd name="connsiteY0" fmla="*/ 0 h 5175250"/>
              <a:gd name="connsiteX1" fmla="*/ 2095488 w 2438400"/>
              <a:gd name="connsiteY1" fmla="*/ 0 h 5175250"/>
              <a:gd name="connsiteX2" fmla="*/ 2438400 w 2438400"/>
              <a:gd name="connsiteY2" fmla="*/ 342912 h 5175250"/>
              <a:gd name="connsiteX3" fmla="*/ 2438400 w 2438400"/>
              <a:gd name="connsiteY3" fmla="*/ 4832338 h 5175250"/>
              <a:gd name="connsiteX4" fmla="*/ 2095488 w 2438400"/>
              <a:gd name="connsiteY4" fmla="*/ 5175250 h 5175250"/>
              <a:gd name="connsiteX5" fmla="*/ 342912 w 2438400"/>
              <a:gd name="connsiteY5" fmla="*/ 5175250 h 5175250"/>
              <a:gd name="connsiteX6" fmla="*/ 0 w 2438400"/>
              <a:gd name="connsiteY6" fmla="*/ 4832338 h 5175250"/>
              <a:gd name="connsiteX7" fmla="*/ 0 w 2438400"/>
              <a:gd name="connsiteY7" fmla="*/ 342912 h 5175250"/>
              <a:gd name="connsiteX8" fmla="*/ 342912 w 2438400"/>
              <a:gd name="connsiteY8" fmla="*/ 0 h 517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400" h="5175250">
                <a:moveTo>
                  <a:pt x="342912" y="0"/>
                </a:moveTo>
                <a:lnTo>
                  <a:pt x="2095488" y="0"/>
                </a:lnTo>
                <a:cubicBezTo>
                  <a:pt x="2284873" y="0"/>
                  <a:pt x="2438400" y="153527"/>
                  <a:pt x="2438400" y="342912"/>
                </a:cubicBezTo>
                <a:lnTo>
                  <a:pt x="2438400" y="4832338"/>
                </a:lnTo>
                <a:cubicBezTo>
                  <a:pt x="2438400" y="5021723"/>
                  <a:pt x="2284873" y="5175250"/>
                  <a:pt x="2095488" y="5175250"/>
                </a:cubicBezTo>
                <a:lnTo>
                  <a:pt x="342912" y="5175250"/>
                </a:lnTo>
                <a:cubicBezTo>
                  <a:pt x="153527" y="5175250"/>
                  <a:pt x="0" y="5021723"/>
                  <a:pt x="0" y="4832338"/>
                </a:cubicBezTo>
                <a:lnTo>
                  <a:pt x="0" y="342912"/>
                </a:lnTo>
                <a:cubicBezTo>
                  <a:pt x="0" y="153527"/>
                  <a:pt x="153527" y="0"/>
                  <a:pt x="3429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1940E19-C764-A842-A847-988C37E8B2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951294" y="2292350"/>
            <a:ext cx="2438400" cy="5175250"/>
          </a:xfrm>
          <a:custGeom>
            <a:avLst/>
            <a:gdLst>
              <a:gd name="connsiteX0" fmla="*/ 342912 w 2438400"/>
              <a:gd name="connsiteY0" fmla="*/ 0 h 5175250"/>
              <a:gd name="connsiteX1" fmla="*/ 2095488 w 2438400"/>
              <a:gd name="connsiteY1" fmla="*/ 0 h 5175250"/>
              <a:gd name="connsiteX2" fmla="*/ 2438400 w 2438400"/>
              <a:gd name="connsiteY2" fmla="*/ 342912 h 5175250"/>
              <a:gd name="connsiteX3" fmla="*/ 2438400 w 2438400"/>
              <a:gd name="connsiteY3" fmla="*/ 4832338 h 5175250"/>
              <a:gd name="connsiteX4" fmla="*/ 2095488 w 2438400"/>
              <a:gd name="connsiteY4" fmla="*/ 5175250 h 5175250"/>
              <a:gd name="connsiteX5" fmla="*/ 342912 w 2438400"/>
              <a:gd name="connsiteY5" fmla="*/ 5175250 h 5175250"/>
              <a:gd name="connsiteX6" fmla="*/ 0 w 2438400"/>
              <a:gd name="connsiteY6" fmla="*/ 4832338 h 5175250"/>
              <a:gd name="connsiteX7" fmla="*/ 0 w 2438400"/>
              <a:gd name="connsiteY7" fmla="*/ 342912 h 5175250"/>
              <a:gd name="connsiteX8" fmla="*/ 342912 w 2438400"/>
              <a:gd name="connsiteY8" fmla="*/ 0 h 517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400" h="5175250">
                <a:moveTo>
                  <a:pt x="342912" y="0"/>
                </a:moveTo>
                <a:lnTo>
                  <a:pt x="2095488" y="0"/>
                </a:lnTo>
                <a:cubicBezTo>
                  <a:pt x="2284873" y="0"/>
                  <a:pt x="2438400" y="153527"/>
                  <a:pt x="2438400" y="342912"/>
                </a:cubicBezTo>
                <a:lnTo>
                  <a:pt x="2438400" y="4832338"/>
                </a:lnTo>
                <a:cubicBezTo>
                  <a:pt x="2438400" y="5021723"/>
                  <a:pt x="2284873" y="5175250"/>
                  <a:pt x="2095488" y="5175250"/>
                </a:cubicBezTo>
                <a:lnTo>
                  <a:pt x="342912" y="5175250"/>
                </a:lnTo>
                <a:cubicBezTo>
                  <a:pt x="153527" y="5175250"/>
                  <a:pt x="0" y="5021723"/>
                  <a:pt x="0" y="4832338"/>
                </a:cubicBezTo>
                <a:lnTo>
                  <a:pt x="0" y="342912"/>
                </a:lnTo>
                <a:cubicBezTo>
                  <a:pt x="0" y="153527"/>
                  <a:pt x="153527" y="0"/>
                  <a:pt x="3429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21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EA55AC-9B16-6A40-C1E7-70943A972D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1517" y="1363359"/>
            <a:ext cx="5723587" cy="3626879"/>
          </a:xfrm>
          <a:custGeom>
            <a:avLst/>
            <a:gdLst>
              <a:gd name="connsiteX0" fmla="*/ 5723587 w 5723587"/>
              <a:gd name="connsiteY0" fmla="*/ 0 h 3626879"/>
              <a:gd name="connsiteX1" fmla="*/ 5652991 w 5723587"/>
              <a:gd name="connsiteY1" fmla="*/ 3626879 h 3626879"/>
              <a:gd name="connsiteX2" fmla="*/ 0 w 5723587"/>
              <a:gd name="connsiteY2" fmla="*/ 3531574 h 3626879"/>
              <a:gd name="connsiteX3" fmla="*/ 120013 w 5723587"/>
              <a:gd name="connsiteY3" fmla="*/ 56477 h 362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3587" h="3626879">
                <a:moveTo>
                  <a:pt x="5723587" y="0"/>
                </a:moveTo>
                <a:lnTo>
                  <a:pt x="5652991" y="3626879"/>
                </a:lnTo>
                <a:lnTo>
                  <a:pt x="0" y="3531574"/>
                </a:lnTo>
                <a:lnTo>
                  <a:pt x="120013" y="5647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81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AAD5D5D-DD87-756E-654D-FA7039206C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" y="685800"/>
            <a:ext cx="3705225" cy="5486400"/>
          </a:xfrm>
          <a:custGeom>
            <a:avLst/>
            <a:gdLst>
              <a:gd name="connsiteX0" fmla="*/ 318575 w 3705225"/>
              <a:gd name="connsiteY0" fmla="*/ 0 h 5486400"/>
              <a:gd name="connsiteX1" fmla="*/ 3386650 w 3705225"/>
              <a:gd name="connsiteY1" fmla="*/ 0 h 5486400"/>
              <a:gd name="connsiteX2" fmla="*/ 3705225 w 3705225"/>
              <a:gd name="connsiteY2" fmla="*/ 318575 h 5486400"/>
              <a:gd name="connsiteX3" fmla="*/ 3705225 w 3705225"/>
              <a:gd name="connsiteY3" fmla="*/ 5167825 h 5486400"/>
              <a:gd name="connsiteX4" fmla="*/ 3386650 w 3705225"/>
              <a:gd name="connsiteY4" fmla="*/ 5486400 h 5486400"/>
              <a:gd name="connsiteX5" fmla="*/ 318575 w 3705225"/>
              <a:gd name="connsiteY5" fmla="*/ 5486400 h 5486400"/>
              <a:gd name="connsiteX6" fmla="*/ 0 w 3705225"/>
              <a:gd name="connsiteY6" fmla="*/ 5167825 h 5486400"/>
              <a:gd name="connsiteX7" fmla="*/ 0 w 3705225"/>
              <a:gd name="connsiteY7" fmla="*/ 318575 h 5486400"/>
              <a:gd name="connsiteX8" fmla="*/ 318575 w 3705225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5225" h="5486400">
                <a:moveTo>
                  <a:pt x="318575" y="0"/>
                </a:moveTo>
                <a:lnTo>
                  <a:pt x="3386650" y="0"/>
                </a:lnTo>
                <a:cubicBezTo>
                  <a:pt x="3562594" y="0"/>
                  <a:pt x="3705225" y="142631"/>
                  <a:pt x="3705225" y="318575"/>
                </a:cubicBezTo>
                <a:lnTo>
                  <a:pt x="3705225" y="5167825"/>
                </a:lnTo>
                <a:cubicBezTo>
                  <a:pt x="3705225" y="5343769"/>
                  <a:pt x="3562594" y="5486400"/>
                  <a:pt x="3386650" y="5486400"/>
                </a:cubicBezTo>
                <a:lnTo>
                  <a:pt x="318575" y="5486400"/>
                </a:lnTo>
                <a:cubicBezTo>
                  <a:pt x="142631" y="5486400"/>
                  <a:pt x="0" y="5343769"/>
                  <a:pt x="0" y="5167825"/>
                </a:cubicBezTo>
                <a:lnTo>
                  <a:pt x="0" y="318575"/>
                </a:lnTo>
                <a:cubicBezTo>
                  <a:pt x="0" y="142631"/>
                  <a:pt x="142631" y="0"/>
                  <a:pt x="318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0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ED78F03-B3DF-3C1E-5AC0-942BFF68942C}"/>
              </a:ext>
            </a:extLst>
          </p:cNvPr>
          <p:cNvGrpSpPr/>
          <p:nvPr userDrawn="1"/>
        </p:nvGrpSpPr>
        <p:grpSpPr>
          <a:xfrm>
            <a:off x="381001" y="302488"/>
            <a:ext cx="890073" cy="138547"/>
            <a:chOff x="381001" y="302488"/>
            <a:chExt cx="890073" cy="1385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E16D0B1-6DD8-112A-72F7-4FD24C2EE010}"/>
                </a:ext>
              </a:extLst>
            </p:cNvPr>
            <p:cNvSpPr/>
            <p:nvPr/>
          </p:nvSpPr>
          <p:spPr>
            <a:xfrm>
              <a:off x="456606" y="302864"/>
              <a:ext cx="157881" cy="133045"/>
            </a:xfrm>
            <a:custGeom>
              <a:avLst/>
              <a:gdLst>
                <a:gd name="connsiteX0" fmla="*/ 48660 w 157881"/>
                <a:gd name="connsiteY0" fmla="*/ 5014 h 133045"/>
                <a:gd name="connsiteX1" fmla="*/ 60301 w 157881"/>
                <a:gd name="connsiteY1" fmla="*/ 0 h 133045"/>
                <a:gd name="connsiteX2" fmla="*/ 116663 w 157881"/>
                <a:gd name="connsiteY2" fmla="*/ 0 h 133045"/>
                <a:gd name="connsiteX3" fmla="*/ 145750 w 157881"/>
                <a:gd name="connsiteY3" fmla="*/ 73058 h 133045"/>
                <a:gd name="connsiteX4" fmla="*/ 89300 w 157881"/>
                <a:gd name="connsiteY4" fmla="*/ 131783 h 133045"/>
                <a:gd name="connsiteX5" fmla="*/ 82277 w 157881"/>
                <a:gd name="connsiteY5" fmla="*/ 128757 h 133045"/>
                <a:gd name="connsiteX6" fmla="*/ 82277 w 157881"/>
                <a:gd name="connsiteY6" fmla="*/ 77034 h 133045"/>
                <a:gd name="connsiteX7" fmla="*/ 88801 w 157881"/>
                <a:gd name="connsiteY7" fmla="*/ 70247 h 133045"/>
                <a:gd name="connsiteX8" fmla="*/ 82983 w 157881"/>
                <a:gd name="connsiteY8" fmla="*/ 55635 h 133045"/>
                <a:gd name="connsiteX9" fmla="*/ 0 w 157881"/>
                <a:gd name="connsiteY9" fmla="*/ 55635 h 133045"/>
                <a:gd name="connsiteX10" fmla="*/ 48660 w 157881"/>
                <a:gd name="connsiteY10" fmla="*/ 5014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1" h="133045">
                  <a:moveTo>
                    <a:pt x="48660" y="5014"/>
                  </a:moveTo>
                  <a:cubicBezTo>
                    <a:pt x="51746" y="1804"/>
                    <a:pt x="55937" y="0"/>
                    <a:pt x="60301" y="0"/>
                  </a:cubicBezTo>
                  <a:cubicBezTo>
                    <a:pt x="79936" y="0"/>
                    <a:pt x="98440" y="0"/>
                    <a:pt x="116663" y="0"/>
                  </a:cubicBezTo>
                  <a:cubicBezTo>
                    <a:pt x="153313" y="0"/>
                    <a:pt x="171665" y="46098"/>
                    <a:pt x="145750" y="73058"/>
                  </a:cubicBezTo>
                  <a:lnTo>
                    <a:pt x="89300" y="131783"/>
                  </a:lnTo>
                  <a:cubicBezTo>
                    <a:pt x="86708" y="134479"/>
                    <a:pt x="82277" y="132570"/>
                    <a:pt x="82277" y="128757"/>
                  </a:cubicBezTo>
                  <a:lnTo>
                    <a:pt x="82277" y="77034"/>
                  </a:lnTo>
                  <a:lnTo>
                    <a:pt x="88801" y="70247"/>
                  </a:lnTo>
                  <a:cubicBezTo>
                    <a:pt x="93984" y="64855"/>
                    <a:pt x="90313" y="55635"/>
                    <a:pt x="82983" y="55635"/>
                  </a:cubicBezTo>
                  <a:lnTo>
                    <a:pt x="0" y="55635"/>
                  </a:lnTo>
                  <a:lnTo>
                    <a:pt x="48660" y="5014"/>
                  </a:ln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0AC6553-11DD-2CAA-9F53-73FDFCC93448}"/>
                </a:ext>
              </a:extLst>
            </p:cNvPr>
            <p:cNvSpPr/>
            <p:nvPr/>
          </p:nvSpPr>
          <p:spPr>
            <a:xfrm>
              <a:off x="381001" y="302488"/>
              <a:ext cx="157882" cy="133045"/>
            </a:xfrm>
            <a:custGeom>
              <a:avLst/>
              <a:gdLst>
                <a:gd name="connsiteX0" fmla="*/ 109222 w 157882"/>
                <a:gd name="connsiteY0" fmla="*/ 128031 h 133045"/>
                <a:gd name="connsiteX1" fmla="*/ 97581 w 157882"/>
                <a:gd name="connsiteY1" fmla="*/ 133045 h 133045"/>
                <a:gd name="connsiteX2" fmla="*/ 41219 w 157882"/>
                <a:gd name="connsiteY2" fmla="*/ 133045 h 133045"/>
                <a:gd name="connsiteX3" fmla="*/ 12132 w 157882"/>
                <a:gd name="connsiteY3" fmla="*/ 59987 h 133045"/>
                <a:gd name="connsiteX4" fmla="*/ 68583 w 157882"/>
                <a:gd name="connsiteY4" fmla="*/ 1262 h 133045"/>
                <a:gd name="connsiteX5" fmla="*/ 75605 w 157882"/>
                <a:gd name="connsiteY5" fmla="*/ 4288 h 133045"/>
                <a:gd name="connsiteX6" fmla="*/ 75605 w 157882"/>
                <a:gd name="connsiteY6" fmla="*/ 56011 h 133045"/>
                <a:gd name="connsiteX7" fmla="*/ 69082 w 157882"/>
                <a:gd name="connsiteY7" fmla="*/ 62798 h 133045"/>
                <a:gd name="connsiteX8" fmla="*/ 74899 w 157882"/>
                <a:gd name="connsiteY8" fmla="*/ 77410 h 133045"/>
                <a:gd name="connsiteX9" fmla="*/ 157882 w 157882"/>
                <a:gd name="connsiteY9" fmla="*/ 77410 h 133045"/>
                <a:gd name="connsiteX10" fmla="*/ 109222 w 157882"/>
                <a:gd name="connsiteY10" fmla="*/ 128031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2" h="133045">
                  <a:moveTo>
                    <a:pt x="109222" y="128031"/>
                  </a:moveTo>
                  <a:cubicBezTo>
                    <a:pt x="106136" y="131242"/>
                    <a:pt x="101945" y="133045"/>
                    <a:pt x="97581" y="133045"/>
                  </a:cubicBezTo>
                  <a:cubicBezTo>
                    <a:pt x="77946" y="133045"/>
                    <a:pt x="59442" y="133045"/>
                    <a:pt x="41219" y="133045"/>
                  </a:cubicBezTo>
                  <a:cubicBezTo>
                    <a:pt x="4569" y="133045"/>
                    <a:pt x="-13784" y="86948"/>
                    <a:pt x="12132" y="59987"/>
                  </a:cubicBezTo>
                  <a:lnTo>
                    <a:pt x="68583" y="1262"/>
                  </a:lnTo>
                  <a:cubicBezTo>
                    <a:pt x="71174" y="-1434"/>
                    <a:pt x="75605" y="475"/>
                    <a:pt x="75605" y="4288"/>
                  </a:cubicBezTo>
                  <a:lnTo>
                    <a:pt x="75605" y="56011"/>
                  </a:lnTo>
                  <a:lnTo>
                    <a:pt x="69082" y="62798"/>
                  </a:lnTo>
                  <a:cubicBezTo>
                    <a:pt x="63898" y="68190"/>
                    <a:pt x="67569" y="77410"/>
                    <a:pt x="74899" y="77410"/>
                  </a:cubicBezTo>
                  <a:lnTo>
                    <a:pt x="157882" y="77410"/>
                  </a:lnTo>
                  <a:lnTo>
                    <a:pt x="109222" y="128031"/>
                  </a:ln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DA4489C-DED5-8E55-FD87-601D0A7BEE98}"/>
                </a:ext>
              </a:extLst>
            </p:cNvPr>
            <p:cNvSpPr/>
            <p:nvPr/>
          </p:nvSpPr>
          <p:spPr>
            <a:xfrm>
              <a:off x="941874" y="347318"/>
              <a:ext cx="19586" cy="66693"/>
            </a:xfrm>
            <a:custGeom>
              <a:avLst/>
              <a:gdLst>
                <a:gd name="connsiteX0" fmla="*/ 0 w 19586"/>
                <a:gd name="connsiteY0" fmla="*/ 0 h 66693"/>
                <a:gd name="connsiteX1" fmla="*/ 0 w 19586"/>
                <a:gd name="connsiteY1" fmla="*/ 66693 h 66693"/>
                <a:gd name="connsiteX2" fmla="*/ 19586 w 19586"/>
                <a:gd name="connsiteY2" fmla="*/ 66693 h 66693"/>
                <a:gd name="connsiteX3" fmla="*/ 19586 w 19586"/>
                <a:gd name="connsiteY3" fmla="*/ 0 h 66693"/>
                <a:gd name="connsiteX4" fmla="*/ 0 w 19586"/>
                <a:gd name="connsiteY4" fmla="*/ 0 h 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86" h="66693">
                  <a:moveTo>
                    <a:pt x="0" y="0"/>
                  </a:moveTo>
                  <a:lnTo>
                    <a:pt x="0" y="66693"/>
                  </a:lnTo>
                  <a:lnTo>
                    <a:pt x="19586" y="66693"/>
                  </a:lnTo>
                  <a:lnTo>
                    <a:pt x="195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A7EB705-D7F5-6B97-D7DC-1DD9F7373847}"/>
                </a:ext>
              </a:extLst>
            </p:cNvPr>
            <p:cNvSpPr/>
            <p:nvPr/>
          </p:nvSpPr>
          <p:spPr>
            <a:xfrm>
              <a:off x="939765" y="315831"/>
              <a:ext cx="23865" cy="23863"/>
            </a:xfrm>
            <a:custGeom>
              <a:avLst/>
              <a:gdLst>
                <a:gd name="connsiteX0" fmla="*/ 3472 w 23865"/>
                <a:gd name="connsiteY0" fmla="*/ 20392 h 23863"/>
                <a:gd name="connsiteX1" fmla="*/ 11965 w 23865"/>
                <a:gd name="connsiteY1" fmla="*/ 23863 h 23863"/>
                <a:gd name="connsiteX2" fmla="*/ 20393 w 23865"/>
                <a:gd name="connsiteY2" fmla="*/ 20392 h 23863"/>
                <a:gd name="connsiteX3" fmla="*/ 23866 w 23865"/>
                <a:gd name="connsiteY3" fmla="*/ 11963 h 23863"/>
                <a:gd name="connsiteX4" fmla="*/ 20393 w 23865"/>
                <a:gd name="connsiteY4" fmla="*/ 3471 h 23863"/>
                <a:gd name="connsiteX5" fmla="*/ 11965 w 23865"/>
                <a:gd name="connsiteY5" fmla="*/ 0 h 23863"/>
                <a:gd name="connsiteX6" fmla="*/ 3472 w 23865"/>
                <a:gd name="connsiteY6" fmla="*/ 3471 h 23863"/>
                <a:gd name="connsiteX7" fmla="*/ 0 w 23865"/>
                <a:gd name="connsiteY7" fmla="*/ 11963 h 23863"/>
                <a:gd name="connsiteX8" fmla="*/ 3472 w 23865"/>
                <a:gd name="connsiteY8" fmla="*/ 20392 h 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65" h="23863">
                  <a:moveTo>
                    <a:pt x="3472" y="20392"/>
                  </a:moveTo>
                  <a:cubicBezTo>
                    <a:pt x="5787" y="22706"/>
                    <a:pt x="8616" y="23863"/>
                    <a:pt x="11965" y="23863"/>
                  </a:cubicBezTo>
                  <a:cubicBezTo>
                    <a:pt x="15310" y="23863"/>
                    <a:pt x="18122" y="22706"/>
                    <a:pt x="20393" y="20392"/>
                  </a:cubicBezTo>
                  <a:cubicBezTo>
                    <a:pt x="22708" y="18078"/>
                    <a:pt x="23866" y="15268"/>
                    <a:pt x="23866" y="11963"/>
                  </a:cubicBezTo>
                  <a:cubicBezTo>
                    <a:pt x="23866" y="8574"/>
                    <a:pt x="22708" y="5744"/>
                    <a:pt x="20393" y="3471"/>
                  </a:cubicBezTo>
                  <a:cubicBezTo>
                    <a:pt x="18122" y="1157"/>
                    <a:pt x="15310" y="0"/>
                    <a:pt x="11965" y="0"/>
                  </a:cubicBezTo>
                  <a:cubicBezTo>
                    <a:pt x="8616" y="0"/>
                    <a:pt x="5787" y="1157"/>
                    <a:pt x="3472" y="3471"/>
                  </a:cubicBezTo>
                  <a:cubicBezTo>
                    <a:pt x="1157" y="5744"/>
                    <a:pt x="0" y="8574"/>
                    <a:pt x="0" y="11963"/>
                  </a:cubicBezTo>
                  <a:cubicBezTo>
                    <a:pt x="0" y="15268"/>
                    <a:pt x="1157" y="18078"/>
                    <a:pt x="3472" y="20392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829C51B-478D-576C-B168-AE18FE934540}"/>
                </a:ext>
              </a:extLst>
            </p:cNvPr>
            <p:cNvSpPr/>
            <p:nvPr/>
          </p:nvSpPr>
          <p:spPr>
            <a:xfrm>
              <a:off x="972510" y="346202"/>
              <a:ext cx="67381" cy="93841"/>
            </a:xfrm>
            <a:custGeom>
              <a:avLst/>
              <a:gdLst>
                <a:gd name="connsiteX0" fmla="*/ 0 w 67381"/>
                <a:gd name="connsiteY0" fmla="*/ 93842 h 93841"/>
                <a:gd name="connsiteX1" fmla="*/ 0 w 67381"/>
                <a:gd name="connsiteY1" fmla="*/ 1116 h 93841"/>
                <a:gd name="connsiteX2" fmla="*/ 18596 w 67381"/>
                <a:gd name="connsiteY2" fmla="*/ 1116 h 93841"/>
                <a:gd name="connsiteX3" fmla="*/ 18596 w 67381"/>
                <a:gd name="connsiteY3" fmla="*/ 7748 h 93841"/>
                <a:gd name="connsiteX4" fmla="*/ 18839 w 67381"/>
                <a:gd name="connsiteY4" fmla="*/ 7748 h 93841"/>
                <a:gd name="connsiteX5" fmla="*/ 22625 w 67381"/>
                <a:gd name="connsiteY5" fmla="*/ 4587 h 93841"/>
                <a:gd name="connsiteX6" fmla="*/ 37748 w 67381"/>
                <a:gd name="connsiteY6" fmla="*/ 0 h 93841"/>
                <a:gd name="connsiteX7" fmla="*/ 52068 w 67381"/>
                <a:gd name="connsiteY7" fmla="*/ 3905 h 93841"/>
                <a:gd name="connsiteX8" fmla="*/ 63225 w 67381"/>
                <a:gd name="connsiteY8" fmla="*/ 15496 h 93841"/>
                <a:gd name="connsiteX9" fmla="*/ 67378 w 67381"/>
                <a:gd name="connsiteY9" fmla="*/ 34648 h 93841"/>
                <a:gd name="connsiteX10" fmla="*/ 64960 w 67381"/>
                <a:gd name="connsiteY10" fmla="*/ 49772 h 93841"/>
                <a:gd name="connsiteX11" fmla="*/ 58265 w 67381"/>
                <a:gd name="connsiteY11" fmla="*/ 60371 h 93841"/>
                <a:gd name="connsiteX12" fmla="*/ 48842 w 67381"/>
                <a:gd name="connsiteY12" fmla="*/ 66693 h 93841"/>
                <a:gd name="connsiteX13" fmla="*/ 38305 w 67381"/>
                <a:gd name="connsiteY13" fmla="*/ 68801 h 93841"/>
                <a:gd name="connsiteX14" fmla="*/ 23182 w 67381"/>
                <a:gd name="connsiteY14" fmla="*/ 64090 h 93841"/>
                <a:gd name="connsiteX15" fmla="*/ 19990 w 67381"/>
                <a:gd name="connsiteY15" fmla="*/ 61487 h 93841"/>
                <a:gd name="connsiteX16" fmla="*/ 19586 w 67381"/>
                <a:gd name="connsiteY16" fmla="*/ 61487 h 93841"/>
                <a:gd name="connsiteX17" fmla="*/ 19586 w 67381"/>
                <a:gd name="connsiteY17" fmla="*/ 93842 h 93841"/>
                <a:gd name="connsiteX18" fmla="*/ 0 w 67381"/>
                <a:gd name="connsiteY18" fmla="*/ 93842 h 93841"/>
                <a:gd name="connsiteX19" fmla="*/ 33719 w 67381"/>
                <a:gd name="connsiteY19" fmla="*/ 52437 h 93841"/>
                <a:gd name="connsiteX20" fmla="*/ 41344 w 67381"/>
                <a:gd name="connsiteY20" fmla="*/ 50144 h 93841"/>
                <a:gd name="connsiteX21" fmla="*/ 46487 w 67381"/>
                <a:gd name="connsiteY21" fmla="*/ 43822 h 93841"/>
                <a:gd name="connsiteX22" fmla="*/ 48285 w 67381"/>
                <a:gd name="connsiteY22" fmla="*/ 34276 h 93841"/>
                <a:gd name="connsiteX23" fmla="*/ 46427 w 67381"/>
                <a:gd name="connsiteY23" fmla="*/ 24731 h 93841"/>
                <a:gd name="connsiteX24" fmla="*/ 41157 w 67381"/>
                <a:gd name="connsiteY24" fmla="*/ 18595 h 93841"/>
                <a:gd name="connsiteX25" fmla="*/ 33349 w 67381"/>
                <a:gd name="connsiteY25" fmla="*/ 16487 h 93841"/>
                <a:gd name="connsiteX26" fmla="*/ 25910 w 67381"/>
                <a:gd name="connsiteY26" fmla="*/ 18533 h 93841"/>
                <a:gd name="connsiteX27" fmla="*/ 20704 w 67381"/>
                <a:gd name="connsiteY27" fmla="*/ 24669 h 93841"/>
                <a:gd name="connsiteX28" fmla="*/ 18782 w 67381"/>
                <a:gd name="connsiteY28" fmla="*/ 34276 h 93841"/>
                <a:gd name="connsiteX29" fmla="*/ 20704 w 67381"/>
                <a:gd name="connsiteY29" fmla="*/ 43822 h 93841"/>
                <a:gd name="connsiteX30" fmla="*/ 26034 w 67381"/>
                <a:gd name="connsiteY30" fmla="*/ 50144 h 93841"/>
                <a:gd name="connsiteX31" fmla="*/ 33719 w 67381"/>
                <a:gd name="connsiteY31" fmla="*/ 52437 h 9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81" h="93841">
                  <a:moveTo>
                    <a:pt x="0" y="93842"/>
                  </a:moveTo>
                  <a:lnTo>
                    <a:pt x="0" y="1116"/>
                  </a:lnTo>
                  <a:lnTo>
                    <a:pt x="18596" y="1116"/>
                  </a:lnTo>
                  <a:lnTo>
                    <a:pt x="18596" y="7748"/>
                  </a:lnTo>
                  <a:lnTo>
                    <a:pt x="18839" y="7748"/>
                  </a:lnTo>
                  <a:cubicBezTo>
                    <a:pt x="20010" y="6594"/>
                    <a:pt x="21271" y="5540"/>
                    <a:pt x="22625" y="4587"/>
                  </a:cubicBezTo>
                  <a:cubicBezTo>
                    <a:pt x="27004" y="1529"/>
                    <a:pt x="32044" y="0"/>
                    <a:pt x="37748" y="0"/>
                  </a:cubicBezTo>
                  <a:cubicBezTo>
                    <a:pt x="42748" y="0"/>
                    <a:pt x="47521" y="1302"/>
                    <a:pt x="52068" y="3905"/>
                  </a:cubicBezTo>
                  <a:cubicBezTo>
                    <a:pt x="56654" y="6508"/>
                    <a:pt x="60373" y="10372"/>
                    <a:pt x="63225" y="15496"/>
                  </a:cubicBezTo>
                  <a:cubicBezTo>
                    <a:pt x="66074" y="20620"/>
                    <a:pt x="67458" y="27004"/>
                    <a:pt x="67378" y="34648"/>
                  </a:cubicBezTo>
                  <a:cubicBezTo>
                    <a:pt x="67418" y="40433"/>
                    <a:pt x="66611" y="45475"/>
                    <a:pt x="64960" y="49772"/>
                  </a:cubicBezTo>
                  <a:cubicBezTo>
                    <a:pt x="63305" y="54028"/>
                    <a:pt x="61074" y="57561"/>
                    <a:pt x="58265" y="60371"/>
                  </a:cubicBezTo>
                  <a:cubicBezTo>
                    <a:pt x="55457" y="63181"/>
                    <a:pt x="52315" y="65288"/>
                    <a:pt x="48842" y="66693"/>
                  </a:cubicBezTo>
                  <a:cubicBezTo>
                    <a:pt x="45373" y="68098"/>
                    <a:pt x="41861" y="68801"/>
                    <a:pt x="38305" y="68801"/>
                  </a:cubicBezTo>
                  <a:cubicBezTo>
                    <a:pt x="32685" y="68801"/>
                    <a:pt x="27645" y="67230"/>
                    <a:pt x="23182" y="64090"/>
                  </a:cubicBezTo>
                  <a:cubicBezTo>
                    <a:pt x="22058" y="63289"/>
                    <a:pt x="20994" y="62421"/>
                    <a:pt x="19990" y="61487"/>
                  </a:cubicBezTo>
                  <a:lnTo>
                    <a:pt x="19586" y="61487"/>
                  </a:lnTo>
                  <a:lnTo>
                    <a:pt x="19586" y="93842"/>
                  </a:lnTo>
                  <a:lnTo>
                    <a:pt x="0" y="93842"/>
                  </a:lnTo>
                  <a:close/>
                  <a:moveTo>
                    <a:pt x="33719" y="52437"/>
                  </a:moveTo>
                  <a:cubicBezTo>
                    <a:pt x="36611" y="52396"/>
                    <a:pt x="39152" y="51632"/>
                    <a:pt x="41344" y="50144"/>
                  </a:cubicBezTo>
                  <a:cubicBezTo>
                    <a:pt x="43532" y="48656"/>
                    <a:pt x="45250" y="46549"/>
                    <a:pt x="46487" y="43822"/>
                  </a:cubicBezTo>
                  <a:cubicBezTo>
                    <a:pt x="47728" y="41094"/>
                    <a:pt x="48329" y="37913"/>
                    <a:pt x="48285" y="34276"/>
                  </a:cubicBezTo>
                  <a:cubicBezTo>
                    <a:pt x="48329" y="30557"/>
                    <a:pt x="47708" y="27376"/>
                    <a:pt x="46427" y="24731"/>
                  </a:cubicBezTo>
                  <a:cubicBezTo>
                    <a:pt x="45186" y="22045"/>
                    <a:pt x="43432" y="19999"/>
                    <a:pt x="41157" y="18595"/>
                  </a:cubicBezTo>
                  <a:cubicBezTo>
                    <a:pt x="38886" y="17149"/>
                    <a:pt x="36281" y="16446"/>
                    <a:pt x="33349" y="16487"/>
                  </a:cubicBezTo>
                  <a:cubicBezTo>
                    <a:pt x="30580" y="16446"/>
                    <a:pt x="28099" y="17128"/>
                    <a:pt x="25910" y="18533"/>
                  </a:cubicBezTo>
                  <a:cubicBezTo>
                    <a:pt x="23719" y="19938"/>
                    <a:pt x="21985" y="21983"/>
                    <a:pt x="20704" y="24669"/>
                  </a:cubicBezTo>
                  <a:cubicBezTo>
                    <a:pt x="19423" y="27314"/>
                    <a:pt x="18782" y="30516"/>
                    <a:pt x="18782" y="34276"/>
                  </a:cubicBezTo>
                  <a:cubicBezTo>
                    <a:pt x="18782" y="37913"/>
                    <a:pt x="19423" y="41094"/>
                    <a:pt x="20704" y="43822"/>
                  </a:cubicBezTo>
                  <a:cubicBezTo>
                    <a:pt x="22025" y="46549"/>
                    <a:pt x="23802" y="48656"/>
                    <a:pt x="26034" y="50144"/>
                  </a:cubicBezTo>
                  <a:cubicBezTo>
                    <a:pt x="28265" y="51632"/>
                    <a:pt x="30827" y="52396"/>
                    <a:pt x="33719" y="52437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86ED437-3432-5FE6-BB94-50D2909AF7AC}"/>
                </a:ext>
              </a:extLst>
            </p:cNvPr>
            <p:cNvSpPr/>
            <p:nvPr/>
          </p:nvSpPr>
          <p:spPr>
            <a:xfrm>
              <a:off x="1042940" y="346326"/>
              <a:ext cx="52251" cy="68676"/>
            </a:xfrm>
            <a:custGeom>
              <a:avLst/>
              <a:gdLst>
                <a:gd name="connsiteX0" fmla="*/ 15807 w 52251"/>
                <a:gd name="connsiteY0" fmla="*/ 66631 h 68676"/>
                <a:gd name="connsiteX1" fmla="*/ 27211 w 52251"/>
                <a:gd name="connsiteY1" fmla="*/ 68677 h 68676"/>
                <a:gd name="connsiteX2" fmla="*/ 39669 w 52251"/>
                <a:gd name="connsiteY2" fmla="*/ 66012 h 68676"/>
                <a:gd name="connsiteX3" fmla="*/ 48782 w 52251"/>
                <a:gd name="connsiteY3" fmla="*/ 58574 h 68676"/>
                <a:gd name="connsiteX4" fmla="*/ 52251 w 52251"/>
                <a:gd name="connsiteY4" fmla="*/ 47479 h 68676"/>
                <a:gd name="connsiteX5" fmla="*/ 50146 w 52251"/>
                <a:gd name="connsiteY5" fmla="*/ 39111 h 68676"/>
                <a:gd name="connsiteX6" fmla="*/ 44940 w 52251"/>
                <a:gd name="connsiteY6" fmla="*/ 33533 h 68676"/>
                <a:gd name="connsiteX7" fmla="*/ 38555 w 52251"/>
                <a:gd name="connsiteY7" fmla="*/ 30124 h 68676"/>
                <a:gd name="connsiteX8" fmla="*/ 32788 w 52251"/>
                <a:gd name="connsiteY8" fmla="*/ 28140 h 68676"/>
                <a:gd name="connsiteX9" fmla="*/ 26591 w 52251"/>
                <a:gd name="connsiteY9" fmla="*/ 26219 h 68676"/>
                <a:gd name="connsiteX10" fmla="*/ 21694 w 52251"/>
                <a:gd name="connsiteY10" fmla="*/ 23863 h 68676"/>
                <a:gd name="connsiteX11" fmla="*/ 19773 w 52251"/>
                <a:gd name="connsiteY11" fmla="*/ 20268 h 68676"/>
                <a:gd name="connsiteX12" fmla="*/ 21694 w 52251"/>
                <a:gd name="connsiteY12" fmla="*/ 16550 h 68676"/>
                <a:gd name="connsiteX13" fmla="*/ 26531 w 52251"/>
                <a:gd name="connsiteY13" fmla="*/ 15062 h 68676"/>
                <a:gd name="connsiteX14" fmla="*/ 32231 w 52251"/>
                <a:gd name="connsiteY14" fmla="*/ 16921 h 68676"/>
                <a:gd name="connsiteX15" fmla="*/ 35704 w 52251"/>
                <a:gd name="connsiteY15" fmla="*/ 20764 h 68676"/>
                <a:gd name="connsiteX16" fmla="*/ 50763 w 52251"/>
                <a:gd name="connsiteY16" fmla="*/ 14256 h 68676"/>
                <a:gd name="connsiteX17" fmla="*/ 41097 w 52251"/>
                <a:gd name="connsiteY17" fmla="*/ 3905 h 68676"/>
                <a:gd name="connsiteX18" fmla="*/ 25847 w 52251"/>
                <a:gd name="connsiteY18" fmla="*/ 0 h 68676"/>
                <a:gd name="connsiteX19" fmla="*/ 13699 w 52251"/>
                <a:gd name="connsiteY19" fmla="*/ 2541 h 68676"/>
                <a:gd name="connsiteX20" fmla="*/ 5330 w 52251"/>
                <a:gd name="connsiteY20" fmla="*/ 9607 h 68676"/>
                <a:gd name="connsiteX21" fmla="*/ 2295 w 52251"/>
                <a:gd name="connsiteY21" fmla="*/ 19958 h 68676"/>
                <a:gd name="connsiteX22" fmla="*/ 4897 w 52251"/>
                <a:gd name="connsiteY22" fmla="*/ 29442 h 68676"/>
                <a:gd name="connsiteX23" fmla="*/ 11654 w 52251"/>
                <a:gd name="connsiteY23" fmla="*/ 35888 h 68676"/>
                <a:gd name="connsiteX24" fmla="*/ 20580 w 52251"/>
                <a:gd name="connsiteY24" fmla="*/ 39793 h 68676"/>
                <a:gd name="connsiteX25" fmla="*/ 25043 w 52251"/>
                <a:gd name="connsiteY25" fmla="*/ 41033 h 68676"/>
                <a:gd name="connsiteX26" fmla="*/ 29753 w 52251"/>
                <a:gd name="connsiteY26" fmla="*/ 42644 h 68676"/>
                <a:gd name="connsiteX27" fmla="*/ 33409 w 52251"/>
                <a:gd name="connsiteY27" fmla="*/ 44875 h 68676"/>
                <a:gd name="connsiteX28" fmla="*/ 34836 w 52251"/>
                <a:gd name="connsiteY28" fmla="*/ 47975 h 68676"/>
                <a:gd name="connsiteX29" fmla="*/ 33842 w 52251"/>
                <a:gd name="connsiteY29" fmla="*/ 50640 h 68676"/>
                <a:gd name="connsiteX30" fmla="*/ 31241 w 52251"/>
                <a:gd name="connsiteY30" fmla="*/ 52685 h 68676"/>
                <a:gd name="connsiteX31" fmla="*/ 27335 w 52251"/>
                <a:gd name="connsiteY31" fmla="*/ 53429 h 68676"/>
                <a:gd name="connsiteX32" fmla="*/ 20020 w 52251"/>
                <a:gd name="connsiteY32" fmla="*/ 50826 h 68676"/>
                <a:gd name="connsiteX33" fmla="*/ 15373 w 52251"/>
                <a:gd name="connsiteY33" fmla="*/ 45309 h 68676"/>
                <a:gd name="connsiteX34" fmla="*/ 0 w 52251"/>
                <a:gd name="connsiteY34" fmla="*/ 52066 h 68676"/>
                <a:gd name="connsiteX35" fmla="*/ 6261 w 52251"/>
                <a:gd name="connsiteY35" fmla="*/ 60867 h 68676"/>
                <a:gd name="connsiteX36" fmla="*/ 15807 w 52251"/>
                <a:gd name="connsiteY36" fmla="*/ 6663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2251" h="68676">
                  <a:moveTo>
                    <a:pt x="15807" y="66631"/>
                  </a:moveTo>
                  <a:cubicBezTo>
                    <a:pt x="19443" y="67995"/>
                    <a:pt x="23245" y="68677"/>
                    <a:pt x="27211" y="68677"/>
                  </a:cubicBezTo>
                  <a:cubicBezTo>
                    <a:pt x="31758" y="68677"/>
                    <a:pt x="35910" y="67789"/>
                    <a:pt x="39669" y="66012"/>
                  </a:cubicBezTo>
                  <a:cubicBezTo>
                    <a:pt x="43472" y="64235"/>
                    <a:pt x="46507" y="61756"/>
                    <a:pt x="48782" y="58574"/>
                  </a:cubicBezTo>
                  <a:cubicBezTo>
                    <a:pt x="51097" y="55351"/>
                    <a:pt x="52251" y="51652"/>
                    <a:pt x="52251" y="47479"/>
                  </a:cubicBezTo>
                  <a:cubicBezTo>
                    <a:pt x="52251" y="44173"/>
                    <a:pt x="51551" y="41384"/>
                    <a:pt x="50146" y="39111"/>
                  </a:cubicBezTo>
                  <a:cubicBezTo>
                    <a:pt x="48782" y="36839"/>
                    <a:pt x="47044" y="34979"/>
                    <a:pt x="44940" y="33533"/>
                  </a:cubicBezTo>
                  <a:cubicBezTo>
                    <a:pt x="42872" y="32086"/>
                    <a:pt x="40744" y="30950"/>
                    <a:pt x="38555" y="30124"/>
                  </a:cubicBezTo>
                  <a:cubicBezTo>
                    <a:pt x="36364" y="29256"/>
                    <a:pt x="34443" y="28595"/>
                    <a:pt x="32788" y="28140"/>
                  </a:cubicBezTo>
                  <a:cubicBezTo>
                    <a:pt x="30640" y="27520"/>
                    <a:pt x="28576" y="26880"/>
                    <a:pt x="26591" y="26219"/>
                  </a:cubicBezTo>
                  <a:cubicBezTo>
                    <a:pt x="24610" y="25558"/>
                    <a:pt x="22975" y="24773"/>
                    <a:pt x="21694" y="23863"/>
                  </a:cubicBezTo>
                  <a:cubicBezTo>
                    <a:pt x="20413" y="22954"/>
                    <a:pt x="19773" y="21756"/>
                    <a:pt x="19773" y="20268"/>
                  </a:cubicBezTo>
                  <a:cubicBezTo>
                    <a:pt x="19773" y="18781"/>
                    <a:pt x="20413" y="17541"/>
                    <a:pt x="21694" y="16550"/>
                  </a:cubicBezTo>
                  <a:cubicBezTo>
                    <a:pt x="22975" y="15558"/>
                    <a:pt x="24586" y="15062"/>
                    <a:pt x="26531" y="15062"/>
                  </a:cubicBezTo>
                  <a:cubicBezTo>
                    <a:pt x="28842" y="15062"/>
                    <a:pt x="30744" y="15682"/>
                    <a:pt x="32231" y="16921"/>
                  </a:cubicBezTo>
                  <a:cubicBezTo>
                    <a:pt x="33762" y="18161"/>
                    <a:pt x="34916" y="19442"/>
                    <a:pt x="35704" y="20764"/>
                  </a:cubicBezTo>
                  <a:lnTo>
                    <a:pt x="50763" y="14256"/>
                  </a:lnTo>
                  <a:cubicBezTo>
                    <a:pt x="48866" y="9959"/>
                    <a:pt x="45640" y="6508"/>
                    <a:pt x="41097" y="3905"/>
                  </a:cubicBezTo>
                  <a:cubicBezTo>
                    <a:pt x="36591" y="1302"/>
                    <a:pt x="31507" y="0"/>
                    <a:pt x="25847" y="0"/>
                  </a:cubicBezTo>
                  <a:cubicBezTo>
                    <a:pt x="21304" y="0"/>
                    <a:pt x="17251" y="847"/>
                    <a:pt x="13699" y="2541"/>
                  </a:cubicBezTo>
                  <a:cubicBezTo>
                    <a:pt x="10187" y="4235"/>
                    <a:pt x="7398" y="6591"/>
                    <a:pt x="5330" y="9607"/>
                  </a:cubicBezTo>
                  <a:cubicBezTo>
                    <a:pt x="3306" y="12583"/>
                    <a:pt x="2295" y="16033"/>
                    <a:pt x="2295" y="19958"/>
                  </a:cubicBezTo>
                  <a:cubicBezTo>
                    <a:pt x="2295" y="23678"/>
                    <a:pt x="3162" y="26839"/>
                    <a:pt x="4897" y="29442"/>
                  </a:cubicBezTo>
                  <a:cubicBezTo>
                    <a:pt x="6634" y="32045"/>
                    <a:pt x="8886" y="34194"/>
                    <a:pt x="11654" y="35888"/>
                  </a:cubicBezTo>
                  <a:cubicBezTo>
                    <a:pt x="14463" y="37541"/>
                    <a:pt x="17438" y="38843"/>
                    <a:pt x="20580" y="39793"/>
                  </a:cubicBezTo>
                  <a:cubicBezTo>
                    <a:pt x="21944" y="40165"/>
                    <a:pt x="23432" y="40578"/>
                    <a:pt x="25043" y="41033"/>
                  </a:cubicBezTo>
                  <a:cubicBezTo>
                    <a:pt x="26694" y="41487"/>
                    <a:pt x="28265" y="42024"/>
                    <a:pt x="29753" y="42644"/>
                  </a:cubicBezTo>
                  <a:cubicBezTo>
                    <a:pt x="31241" y="43264"/>
                    <a:pt x="32458" y="44008"/>
                    <a:pt x="33409" y="44875"/>
                  </a:cubicBezTo>
                  <a:cubicBezTo>
                    <a:pt x="34359" y="45743"/>
                    <a:pt x="34836" y="46776"/>
                    <a:pt x="34836" y="47975"/>
                  </a:cubicBezTo>
                  <a:cubicBezTo>
                    <a:pt x="34836" y="48925"/>
                    <a:pt x="34506" y="49813"/>
                    <a:pt x="33842" y="50640"/>
                  </a:cubicBezTo>
                  <a:cubicBezTo>
                    <a:pt x="33225" y="51466"/>
                    <a:pt x="32355" y="52148"/>
                    <a:pt x="31241" y="52685"/>
                  </a:cubicBezTo>
                  <a:cubicBezTo>
                    <a:pt x="30123" y="53181"/>
                    <a:pt x="28822" y="53429"/>
                    <a:pt x="27335" y="53429"/>
                  </a:cubicBezTo>
                  <a:cubicBezTo>
                    <a:pt x="24526" y="53429"/>
                    <a:pt x="22088" y="52562"/>
                    <a:pt x="20020" y="50826"/>
                  </a:cubicBezTo>
                  <a:cubicBezTo>
                    <a:pt x="17955" y="49090"/>
                    <a:pt x="16407" y="47252"/>
                    <a:pt x="15373" y="45309"/>
                  </a:cubicBezTo>
                  <a:lnTo>
                    <a:pt x="0" y="52066"/>
                  </a:lnTo>
                  <a:cubicBezTo>
                    <a:pt x="1404" y="55413"/>
                    <a:pt x="3492" y="58346"/>
                    <a:pt x="6261" y="60867"/>
                  </a:cubicBezTo>
                  <a:cubicBezTo>
                    <a:pt x="9029" y="63346"/>
                    <a:pt x="12211" y="65268"/>
                    <a:pt x="15807" y="66631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D7C331B-4402-B7ED-3D31-A955E6D15A78}"/>
                </a:ext>
              </a:extLst>
            </p:cNvPr>
            <p:cNvSpPr/>
            <p:nvPr/>
          </p:nvSpPr>
          <p:spPr>
            <a:xfrm>
              <a:off x="1174814" y="346326"/>
              <a:ext cx="96260" cy="67685"/>
            </a:xfrm>
            <a:custGeom>
              <a:avLst/>
              <a:gdLst>
                <a:gd name="connsiteX0" fmla="*/ 0 w 96260"/>
                <a:gd name="connsiteY0" fmla="*/ 67685 h 67685"/>
                <a:gd name="connsiteX1" fmla="*/ 0 w 96260"/>
                <a:gd name="connsiteY1" fmla="*/ 992 h 67685"/>
                <a:gd name="connsiteX2" fmla="*/ 18656 w 96260"/>
                <a:gd name="connsiteY2" fmla="*/ 992 h 67685"/>
                <a:gd name="connsiteX3" fmla="*/ 18656 w 96260"/>
                <a:gd name="connsiteY3" fmla="*/ 9484 h 67685"/>
                <a:gd name="connsiteX4" fmla="*/ 18996 w 96260"/>
                <a:gd name="connsiteY4" fmla="*/ 9484 h 67685"/>
                <a:gd name="connsiteX5" fmla="*/ 23926 w 96260"/>
                <a:gd name="connsiteY5" fmla="*/ 4339 h 67685"/>
                <a:gd name="connsiteX6" fmla="*/ 37128 w 96260"/>
                <a:gd name="connsiteY6" fmla="*/ 0 h 67685"/>
                <a:gd name="connsiteX7" fmla="*/ 47852 w 96260"/>
                <a:gd name="connsiteY7" fmla="*/ 3099 h 67685"/>
                <a:gd name="connsiteX8" fmla="*/ 53385 w 96260"/>
                <a:gd name="connsiteY8" fmla="*/ 9297 h 67685"/>
                <a:gd name="connsiteX9" fmla="*/ 53735 w 96260"/>
                <a:gd name="connsiteY9" fmla="*/ 9297 h 67685"/>
                <a:gd name="connsiteX10" fmla="*/ 61424 w 96260"/>
                <a:gd name="connsiteY10" fmla="*/ 2975 h 67685"/>
                <a:gd name="connsiteX11" fmla="*/ 74256 w 96260"/>
                <a:gd name="connsiteY11" fmla="*/ 0 h 67685"/>
                <a:gd name="connsiteX12" fmla="*/ 85163 w 96260"/>
                <a:gd name="connsiteY12" fmla="*/ 2356 h 67685"/>
                <a:gd name="connsiteX13" fmla="*/ 91857 w 96260"/>
                <a:gd name="connsiteY13" fmla="*/ 8430 h 67685"/>
                <a:gd name="connsiteX14" fmla="*/ 95266 w 96260"/>
                <a:gd name="connsiteY14" fmla="*/ 16612 h 67685"/>
                <a:gd name="connsiteX15" fmla="*/ 96260 w 96260"/>
                <a:gd name="connsiteY15" fmla="*/ 25165 h 67685"/>
                <a:gd name="connsiteX16" fmla="*/ 96260 w 96260"/>
                <a:gd name="connsiteY16" fmla="*/ 67685 h 67685"/>
                <a:gd name="connsiteX17" fmla="*/ 76547 w 96260"/>
                <a:gd name="connsiteY17" fmla="*/ 67685 h 67685"/>
                <a:gd name="connsiteX18" fmla="*/ 76547 w 96260"/>
                <a:gd name="connsiteY18" fmla="*/ 27582 h 67685"/>
                <a:gd name="connsiteX19" fmla="*/ 74256 w 96260"/>
                <a:gd name="connsiteY19" fmla="*/ 19215 h 67685"/>
                <a:gd name="connsiteX20" fmla="*/ 67685 w 96260"/>
                <a:gd name="connsiteY20" fmla="*/ 16240 h 67685"/>
                <a:gd name="connsiteX21" fmla="*/ 62601 w 96260"/>
                <a:gd name="connsiteY21" fmla="*/ 17541 h 67685"/>
                <a:gd name="connsiteX22" fmla="*/ 59132 w 96260"/>
                <a:gd name="connsiteY22" fmla="*/ 21322 h 67685"/>
                <a:gd name="connsiteX23" fmla="*/ 57892 w 96260"/>
                <a:gd name="connsiteY23" fmla="*/ 27582 h 67685"/>
                <a:gd name="connsiteX24" fmla="*/ 57892 w 96260"/>
                <a:gd name="connsiteY24" fmla="*/ 67685 h 67685"/>
                <a:gd name="connsiteX25" fmla="*/ 38305 w 96260"/>
                <a:gd name="connsiteY25" fmla="*/ 67685 h 67685"/>
                <a:gd name="connsiteX26" fmla="*/ 38305 w 96260"/>
                <a:gd name="connsiteY26" fmla="*/ 27582 h 67685"/>
                <a:gd name="connsiteX27" fmla="*/ 36010 w 96260"/>
                <a:gd name="connsiteY27" fmla="*/ 19215 h 67685"/>
                <a:gd name="connsiteX28" fmla="*/ 29379 w 96260"/>
                <a:gd name="connsiteY28" fmla="*/ 16240 h 67685"/>
                <a:gd name="connsiteX29" fmla="*/ 22375 w 96260"/>
                <a:gd name="connsiteY29" fmla="*/ 19153 h 67685"/>
                <a:gd name="connsiteX30" fmla="*/ 19586 w 96260"/>
                <a:gd name="connsiteY30" fmla="*/ 27707 h 67685"/>
                <a:gd name="connsiteX31" fmla="*/ 19586 w 96260"/>
                <a:gd name="connsiteY31" fmla="*/ 67685 h 67685"/>
                <a:gd name="connsiteX32" fmla="*/ 0 w 96260"/>
                <a:gd name="connsiteY32" fmla="*/ 67685 h 6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260" h="67685">
                  <a:moveTo>
                    <a:pt x="0" y="67685"/>
                  </a:moveTo>
                  <a:lnTo>
                    <a:pt x="0" y="992"/>
                  </a:lnTo>
                  <a:lnTo>
                    <a:pt x="18656" y="992"/>
                  </a:lnTo>
                  <a:lnTo>
                    <a:pt x="18656" y="9484"/>
                  </a:lnTo>
                  <a:lnTo>
                    <a:pt x="18996" y="9484"/>
                  </a:lnTo>
                  <a:cubicBezTo>
                    <a:pt x="20457" y="7455"/>
                    <a:pt x="22098" y="5740"/>
                    <a:pt x="23926" y="4339"/>
                  </a:cubicBezTo>
                  <a:cubicBezTo>
                    <a:pt x="27645" y="1446"/>
                    <a:pt x="32044" y="0"/>
                    <a:pt x="37128" y="0"/>
                  </a:cubicBezTo>
                  <a:cubicBezTo>
                    <a:pt x="41341" y="0"/>
                    <a:pt x="44916" y="1033"/>
                    <a:pt x="47852" y="3099"/>
                  </a:cubicBezTo>
                  <a:cubicBezTo>
                    <a:pt x="50113" y="4639"/>
                    <a:pt x="51958" y="6705"/>
                    <a:pt x="53385" y="9297"/>
                  </a:cubicBezTo>
                  <a:lnTo>
                    <a:pt x="53735" y="9297"/>
                  </a:lnTo>
                  <a:cubicBezTo>
                    <a:pt x="55847" y="6606"/>
                    <a:pt x="58412" y="4498"/>
                    <a:pt x="61424" y="2975"/>
                  </a:cubicBezTo>
                  <a:cubicBezTo>
                    <a:pt x="65350" y="992"/>
                    <a:pt x="69626" y="0"/>
                    <a:pt x="74256" y="0"/>
                  </a:cubicBezTo>
                  <a:cubicBezTo>
                    <a:pt x="78675" y="0"/>
                    <a:pt x="82314" y="785"/>
                    <a:pt x="85163" y="2356"/>
                  </a:cubicBezTo>
                  <a:cubicBezTo>
                    <a:pt x="88015" y="3884"/>
                    <a:pt x="90246" y="5909"/>
                    <a:pt x="91857" y="8430"/>
                  </a:cubicBezTo>
                  <a:cubicBezTo>
                    <a:pt x="93468" y="10909"/>
                    <a:pt x="94606" y="13636"/>
                    <a:pt x="95266" y="16612"/>
                  </a:cubicBezTo>
                  <a:cubicBezTo>
                    <a:pt x="95930" y="19545"/>
                    <a:pt x="96260" y="22396"/>
                    <a:pt x="96260" y="25165"/>
                  </a:cubicBezTo>
                  <a:lnTo>
                    <a:pt x="96260" y="67685"/>
                  </a:lnTo>
                  <a:lnTo>
                    <a:pt x="76547" y="67685"/>
                  </a:lnTo>
                  <a:lnTo>
                    <a:pt x="76547" y="27582"/>
                  </a:lnTo>
                  <a:cubicBezTo>
                    <a:pt x="76547" y="23946"/>
                    <a:pt x="75783" y="21157"/>
                    <a:pt x="74256" y="19215"/>
                  </a:cubicBezTo>
                  <a:cubicBezTo>
                    <a:pt x="72768" y="17231"/>
                    <a:pt x="70577" y="16240"/>
                    <a:pt x="67685" y="16240"/>
                  </a:cubicBezTo>
                  <a:cubicBezTo>
                    <a:pt x="65783" y="16240"/>
                    <a:pt x="64089" y="16674"/>
                    <a:pt x="62601" y="17541"/>
                  </a:cubicBezTo>
                  <a:cubicBezTo>
                    <a:pt x="61157" y="18368"/>
                    <a:pt x="60000" y="19628"/>
                    <a:pt x="59132" y="21322"/>
                  </a:cubicBezTo>
                  <a:cubicBezTo>
                    <a:pt x="58305" y="23016"/>
                    <a:pt x="57892" y="25103"/>
                    <a:pt x="57892" y="27582"/>
                  </a:cubicBezTo>
                  <a:lnTo>
                    <a:pt x="57892" y="67685"/>
                  </a:lnTo>
                  <a:lnTo>
                    <a:pt x="38305" y="67685"/>
                  </a:lnTo>
                  <a:lnTo>
                    <a:pt x="38305" y="27582"/>
                  </a:lnTo>
                  <a:cubicBezTo>
                    <a:pt x="38305" y="23946"/>
                    <a:pt x="37541" y="21157"/>
                    <a:pt x="36010" y="19215"/>
                  </a:cubicBezTo>
                  <a:cubicBezTo>
                    <a:pt x="34483" y="17231"/>
                    <a:pt x="32271" y="16240"/>
                    <a:pt x="29379" y="16240"/>
                  </a:cubicBezTo>
                  <a:cubicBezTo>
                    <a:pt x="26571" y="16240"/>
                    <a:pt x="24236" y="17211"/>
                    <a:pt x="22375" y="19153"/>
                  </a:cubicBezTo>
                  <a:cubicBezTo>
                    <a:pt x="20517" y="21053"/>
                    <a:pt x="19586" y="23905"/>
                    <a:pt x="19586" y="27707"/>
                  </a:cubicBezTo>
                  <a:lnTo>
                    <a:pt x="19586" y="67685"/>
                  </a:lnTo>
                  <a:lnTo>
                    <a:pt x="0" y="67685"/>
                  </a:ln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FF172EB-DF56-B44F-FA73-30D396B12FD1}"/>
                </a:ext>
              </a:extLst>
            </p:cNvPr>
            <p:cNvSpPr/>
            <p:nvPr/>
          </p:nvSpPr>
          <p:spPr>
            <a:xfrm>
              <a:off x="1102089" y="347318"/>
              <a:ext cx="65763" cy="67684"/>
            </a:xfrm>
            <a:custGeom>
              <a:avLst/>
              <a:gdLst>
                <a:gd name="connsiteX0" fmla="*/ 24793 w 65763"/>
                <a:gd name="connsiteY0" fmla="*/ 67685 h 67684"/>
                <a:gd name="connsiteX1" fmla="*/ 12275 w 65763"/>
                <a:gd name="connsiteY1" fmla="*/ 64772 h 67684"/>
                <a:gd name="connsiteX2" fmla="*/ 3286 w 65763"/>
                <a:gd name="connsiteY2" fmla="*/ 56094 h 67684"/>
                <a:gd name="connsiteX3" fmla="*/ 0 w 65763"/>
                <a:gd name="connsiteY3" fmla="*/ 41900 h 67684"/>
                <a:gd name="connsiteX4" fmla="*/ 0 w 65763"/>
                <a:gd name="connsiteY4" fmla="*/ 0 h 67684"/>
                <a:gd name="connsiteX5" fmla="*/ 19586 w 65763"/>
                <a:gd name="connsiteY5" fmla="*/ 0 h 67684"/>
                <a:gd name="connsiteX6" fmla="*/ 19586 w 65763"/>
                <a:gd name="connsiteY6" fmla="*/ 39297 h 67684"/>
                <a:gd name="connsiteX7" fmla="*/ 22562 w 65763"/>
                <a:gd name="connsiteY7" fmla="*/ 48098 h 67684"/>
                <a:gd name="connsiteX8" fmla="*/ 29940 w 65763"/>
                <a:gd name="connsiteY8" fmla="*/ 51074 h 67684"/>
                <a:gd name="connsiteX9" fmla="*/ 35580 w 65763"/>
                <a:gd name="connsiteY9" fmla="*/ 49648 h 67684"/>
                <a:gd name="connsiteX10" fmla="*/ 39423 w 65763"/>
                <a:gd name="connsiteY10" fmla="*/ 45619 h 67684"/>
                <a:gd name="connsiteX11" fmla="*/ 40847 w 65763"/>
                <a:gd name="connsiteY11" fmla="*/ 39297 h 67684"/>
                <a:gd name="connsiteX12" fmla="*/ 40847 w 65763"/>
                <a:gd name="connsiteY12" fmla="*/ 0 h 67684"/>
                <a:gd name="connsiteX13" fmla="*/ 60433 w 65763"/>
                <a:gd name="connsiteY13" fmla="*/ 0 h 67684"/>
                <a:gd name="connsiteX14" fmla="*/ 60433 w 65763"/>
                <a:gd name="connsiteY14" fmla="*/ 43326 h 67684"/>
                <a:gd name="connsiteX15" fmla="*/ 61487 w 65763"/>
                <a:gd name="connsiteY15" fmla="*/ 48532 h 67684"/>
                <a:gd name="connsiteX16" fmla="*/ 65763 w 65763"/>
                <a:gd name="connsiteY16" fmla="*/ 51321 h 67684"/>
                <a:gd name="connsiteX17" fmla="*/ 58822 w 65763"/>
                <a:gd name="connsiteY17" fmla="*/ 67685 h 67684"/>
                <a:gd name="connsiteX18" fmla="*/ 48038 w 65763"/>
                <a:gd name="connsiteY18" fmla="*/ 62664 h 67684"/>
                <a:gd name="connsiteX19" fmla="*/ 45437 w 65763"/>
                <a:gd name="connsiteY19" fmla="*/ 59069 h 67684"/>
                <a:gd name="connsiteX20" fmla="*/ 44940 w 65763"/>
                <a:gd name="connsiteY20" fmla="*/ 59069 h 67684"/>
                <a:gd name="connsiteX21" fmla="*/ 39176 w 65763"/>
                <a:gd name="connsiteY21" fmla="*/ 63718 h 67684"/>
                <a:gd name="connsiteX22" fmla="*/ 24793 w 65763"/>
                <a:gd name="connsiteY22" fmla="*/ 67685 h 6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3" h="67684">
                  <a:moveTo>
                    <a:pt x="24793" y="67685"/>
                  </a:moveTo>
                  <a:cubicBezTo>
                    <a:pt x="20207" y="67685"/>
                    <a:pt x="16034" y="66714"/>
                    <a:pt x="12275" y="64772"/>
                  </a:cubicBezTo>
                  <a:cubicBezTo>
                    <a:pt x="8512" y="62788"/>
                    <a:pt x="5517" y="59896"/>
                    <a:pt x="3286" y="56094"/>
                  </a:cubicBezTo>
                  <a:cubicBezTo>
                    <a:pt x="1097" y="52251"/>
                    <a:pt x="0" y="47520"/>
                    <a:pt x="0" y="41900"/>
                  </a:cubicBezTo>
                  <a:lnTo>
                    <a:pt x="0" y="0"/>
                  </a:lnTo>
                  <a:lnTo>
                    <a:pt x="19586" y="0"/>
                  </a:lnTo>
                  <a:lnTo>
                    <a:pt x="19586" y="39297"/>
                  </a:lnTo>
                  <a:cubicBezTo>
                    <a:pt x="19586" y="43140"/>
                    <a:pt x="20580" y="46074"/>
                    <a:pt x="22562" y="48098"/>
                  </a:cubicBezTo>
                  <a:cubicBezTo>
                    <a:pt x="24586" y="50082"/>
                    <a:pt x="27048" y="51074"/>
                    <a:pt x="29940" y="51074"/>
                  </a:cubicBezTo>
                  <a:cubicBezTo>
                    <a:pt x="32088" y="51074"/>
                    <a:pt x="33969" y="50598"/>
                    <a:pt x="35580" y="49648"/>
                  </a:cubicBezTo>
                  <a:cubicBezTo>
                    <a:pt x="37231" y="48698"/>
                    <a:pt x="38512" y="47355"/>
                    <a:pt x="39423" y="45619"/>
                  </a:cubicBezTo>
                  <a:cubicBezTo>
                    <a:pt x="40373" y="43842"/>
                    <a:pt x="40847" y="41735"/>
                    <a:pt x="40847" y="39297"/>
                  </a:cubicBezTo>
                  <a:lnTo>
                    <a:pt x="40847" y="0"/>
                  </a:lnTo>
                  <a:lnTo>
                    <a:pt x="60433" y="0"/>
                  </a:lnTo>
                  <a:lnTo>
                    <a:pt x="60433" y="43326"/>
                  </a:lnTo>
                  <a:cubicBezTo>
                    <a:pt x="60433" y="45722"/>
                    <a:pt x="60787" y="47458"/>
                    <a:pt x="61487" y="48532"/>
                  </a:cubicBezTo>
                  <a:cubicBezTo>
                    <a:pt x="62191" y="49607"/>
                    <a:pt x="63615" y="50537"/>
                    <a:pt x="65763" y="51321"/>
                  </a:cubicBezTo>
                  <a:lnTo>
                    <a:pt x="58822" y="67685"/>
                  </a:lnTo>
                  <a:cubicBezTo>
                    <a:pt x="53906" y="66404"/>
                    <a:pt x="50310" y="64731"/>
                    <a:pt x="48038" y="62664"/>
                  </a:cubicBezTo>
                  <a:cubicBezTo>
                    <a:pt x="46894" y="61623"/>
                    <a:pt x="46027" y="60425"/>
                    <a:pt x="45437" y="59069"/>
                  </a:cubicBezTo>
                  <a:lnTo>
                    <a:pt x="44940" y="59069"/>
                  </a:lnTo>
                  <a:cubicBezTo>
                    <a:pt x="43208" y="60809"/>
                    <a:pt x="41287" y="62359"/>
                    <a:pt x="39176" y="63718"/>
                  </a:cubicBezTo>
                  <a:cubicBezTo>
                    <a:pt x="35000" y="66363"/>
                    <a:pt x="30207" y="67685"/>
                    <a:pt x="24793" y="67685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7DCBEED-8A93-2762-F6B8-A2C1F81B973D}"/>
                </a:ext>
              </a:extLst>
            </p:cNvPr>
            <p:cNvSpPr/>
            <p:nvPr/>
          </p:nvSpPr>
          <p:spPr>
            <a:xfrm>
              <a:off x="864689" y="346326"/>
              <a:ext cx="69542" cy="68676"/>
            </a:xfrm>
            <a:custGeom>
              <a:avLst/>
              <a:gdLst>
                <a:gd name="connsiteX0" fmla="*/ 34773 w 69542"/>
                <a:gd name="connsiteY0" fmla="*/ 68677 h 68676"/>
                <a:gd name="connsiteX1" fmla="*/ 17231 w 69542"/>
                <a:gd name="connsiteY1" fmla="*/ 64276 h 68676"/>
                <a:gd name="connsiteX2" fmla="*/ 4646 w 69542"/>
                <a:gd name="connsiteY2" fmla="*/ 52128 h 68676"/>
                <a:gd name="connsiteX3" fmla="*/ 0 w 69542"/>
                <a:gd name="connsiteY3" fmla="*/ 34277 h 68676"/>
                <a:gd name="connsiteX4" fmla="*/ 4646 w 69542"/>
                <a:gd name="connsiteY4" fmla="*/ 16425 h 68676"/>
                <a:gd name="connsiteX5" fmla="*/ 17231 w 69542"/>
                <a:gd name="connsiteY5" fmla="*/ 4339 h 68676"/>
                <a:gd name="connsiteX6" fmla="*/ 34773 w 69542"/>
                <a:gd name="connsiteY6" fmla="*/ 0 h 68676"/>
                <a:gd name="connsiteX7" fmla="*/ 52438 w 69542"/>
                <a:gd name="connsiteY7" fmla="*/ 4339 h 68676"/>
                <a:gd name="connsiteX8" fmla="*/ 64896 w 69542"/>
                <a:gd name="connsiteY8" fmla="*/ 16425 h 68676"/>
                <a:gd name="connsiteX9" fmla="*/ 69543 w 69542"/>
                <a:gd name="connsiteY9" fmla="*/ 34277 h 68676"/>
                <a:gd name="connsiteX10" fmla="*/ 64896 w 69542"/>
                <a:gd name="connsiteY10" fmla="*/ 52128 h 68676"/>
                <a:gd name="connsiteX11" fmla="*/ 52375 w 69542"/>
                <a:gd name="connsiteY11" fmla="*/ 64276 h 68676"/>
                <a:gd name="connsiteX12" fmla="*/ 34773 w 69542"/>
                <a:gd name="connsiteY12" fmla="*/ 68677 h 68676"/>
                <a:gd name="connsiteX13" fmla="*/ 34773 w 69542"/>
                <a:gd name="connsiteY13" fmla="*/ 51941 h 68676"/>
                <a:gd name="connsiteX14" fmla="*/ 43015 w 69542"/>
                <a:gd name="connsiteY14" fmla="*/ 49710 h 68676"/>
                <a:gd name="connsiteX15" fmla="*/ 48779 w 69542"/>
                <a:gd name="connsiteY15" fmla="*/ 43512 h 68676"/>
                <a:gd name="connsiteX16" fmla="*/ 50887 w 69542"/>
                <a:gd name="connsiteY16" fmla="*/ 34277 h 68676"/>
                <a:gd name="connsiteX17" fmla="*/ 48842 w 69542"/>
                <a:gd name="connsiteY17" fmla="*/ 25227 h 68676"/>
                <a:gd name="connsiteX18" fmla="*/ 43202 w 69542"/>
                <a:gd name="connsiteY18" fmla="*/ 19029 h 68676"/>
                <a:gd name="connsiteX19" fmla="*/ 34896 w 69542"/>
                <a:gd name="connsiteY19" fmla="*/ 16735 h 68676"/>
                <a:gd name="connsiteX20" fmla="*/ 26527 w 69542"/>
                <a:gd name="connsiteY20" fmla="*/ 18967 h 68676"/>
                <a:gd name="connsiteX21" fmla="*/ 20764 w 69542"/>
                <a:gd name="connsiteY21" fmla="*/ 25103 h 68676"/>
                <a:gd name="connsiteX22" fmla="*/ 18656 w 69542"/>
                <a:gd name="connsiteY22" fmla="*/ 34277 h 68676"/>
                <a:gd name="connsiteX23" fmla="*/ 20764 w 69542"/>
                <a:gd name="connsiteY23" fmla="*/ 43512 h 68676"/>
                <a:gd name="connsiteX24" fmla="*/ 26591 w 69542"/>
                <a:gd name="connsiteY24" fmla="*/ 49710 h 68676"/>
                <a:gd name="connsiteX25" fmla="*/ 34773 w 69542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2" h="68676">
                  <a:moveTo>
                    <a:pt x="34773" y="68677"/>
                  </a:moveTo>
                  <a:cubicBezTo>
                    <a:pt x="28365" y="68677"/>
                    <a:pt x="22518" y="67210"/>
                    <a:pt x="17231" y="64276"/>
                  </a:cubicBezTo>
                  <a:cubicBezTo>
                    <a:pt x="11981" y="61342"/>
                    <a:pt x="7788" y="57293"/>
                    <a:pt x="4646" y="52128"/>
                  </a:cubicBezTo>
                  <a:cubicBezTo>
                    <a:pt x="1548" y="46962"/>
                    <a:pt x="0" y="41012"/>
                    <a:pt x="0" y="34277"/>
                  </a:cubicBezTo>
                  <a:cubicBezTo>
                    <a:pt x="0" y="27541"/>
                    <a:pt x="1548" y="21591"/>
                    <a:pt x="4646" y="16425"/>
                  </a:cubicBezTo>
                  <a:cubicBezTo>
                    <a:pt x="7788" y="11260"/>
                    <a:pt x="11981" y="7231"/>
                    <a:pt x="17231" y="4339"/>
                  </a:cubicBezTo>
                  <a:cubicBezTo>
                    <a:pt x="22518" y="1446"/>
                    <a:pt x="28365" y="0"/>
                    <a:pt x="34773" y="0"/>
                  </a:cubicBezTo>
                  <a:cubicBezTo>
                    <a:pt x="41301" y="0"/>
                    <a:pt x="47188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3" y="27541"/>
                    <a:pt x="69543" y="34277"/>
                  </a:cubicBezTo>
                  <a:cubicBezTo>
                    <a:pt x="69543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28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79" y="43512"/>
                  </a:cubicBezTo>
                  <a:cubicBezTo>
                    <a:pt x="50183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597" y="20516"/>
                    <a:pt x="43202" y="19029"/>
                  </a:cubicBezTo>
                  <a:cubicBezTo>
                    <a:pt x="40804" y="17500"/>
                    <a:pt x="38035" y="16735"/>
                    <a:pt x="34896" y="16735"/>
                  </a:cubicBezTo>
                  <a:cubicBezTo>
                    <a:pt x="31798" y="16735"/>
                    <a:pt x="29006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08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9404C6A-BD3C-31AC-5EBF-C85AD92AA8B3}"/>
                </a:ext>
              </a:extLst>
            </p:cNvPr>
            <p:cNvSpPr/>
            <p:nvPr/>
          </p:nvSpPr>
          <p:spPr>
            <a:xfrm>
              <a:off x="790290" y="346264"/>
              <a:ext cx="67004" cy="94771"/>
            </a:xfrm>
            <a:custGeom>
              <a:avLst/>
              <a:gdLst>
                <a:gd name="connsiteX0" fmla="*/ 16427 w 67004"/>
                <a:gd name="connsiteY0" fmla="*/ 92726 h 94771"/>
                <a:gd name="connsiteX1" fmla="*/ 31674 w 67004"/>
                <a:gd name="connsiteY1" fmla="*/ 94771 h 94771"/>
                <a:gd name="connsiteX2" fmla="*/ 45870 w 67004"/>
                <a:gd name="connsiteY2" fmla="*/ 92788 h 94771"/>
                <a:gd name="connsiteX3" fmla="*/ 57024 w 67004"/>
                <a:gd name="connsiteY3" fmla="*/ 86961 h 94771"/>
                <a:gd name="connsiteX4" fmla="*/ 64402 w 67004"/>
                <a:gd name="connsiteY4" fmla="*/ 77292 h 94771"/>
                <a:gd name="connsiteX5" fmla="*/ 67004 w 67004"/>
                <a:gd name="connsiteY5" fmla="*/ 63904 h 94771"/>
                <a:gd name="connsiteX6" fmla="*/ 67004 w 67004"/>
                <a:gd name="connsiteY6" fmla="*/ 992 h 94771"/>
                <a:gd name="connsiteX7" fmla="*/ 49216 w 67004"/>
                <a:gd name="connsiteY7" fmla="*/ 992 h 94771"/>
                <a:gd name="connsiteX8" fmla="*/ 49216 w 67004"/>
                <a:gd name="connsiteY8" fmla="*/ 7500 h 94771"/>
                <a:gd name="connsiteX9" fmla="*/ 48846 w 67004"/>
                <a:gd name="connsiteY9" fmla="*/ 7500 h 94771"/>
                <a:gd name="connsiteX10" fmla="*/ 45000 w 67004"/>
                <a:gd name="connsiteY10" fmla="*/ 4401 h 94771"/>
                <a:gd name="connsiteX11" fmla="*/ 29940 w 67004"/>
                <a:gd name="connsiteY11" fmla="*/ 0 h 94771"/>
                <a:gd name="connsiteX12" fmla="*/ 15620 w 67004"/>
                <a:gd name="connsiteY12" fmla="*/ 3781 h 94771"/>
                <a:gd name="connsiteX13" fmla="*/ 4340 w 67004"/>
                <a:gd name="connsiteY13" fmla="*/ 14938 h 94771"/>
                <a:gd name="connsiteX14" fmla="*/ 0 w 67004"/>
                <a:gd name="connsiteY14" fmla="*/ 33471 h 94771"/>
                <a:gd name="connsiteX15" fmla="*/ 2542 w 67004"/>
                <a:gd name="connsiteY15" fmla="*/ 48037 h 94771"/>
                <a:gd name="connsiteX16" fmla="*/ 9299 w 67004"/>
                <a:gd name="connsiteY16" fmla="*/ 58388 h 94771"/>
                <a:gd name="connsiteX17" fmla="*/ 18782 w 67004"/>
                <a:gd name="connsiteY17" fmla="*/ 64524 h 94771"/>
                <a:gd name="connsiteX18" fmla="*/ 29256 w 67004"/>
                <a:gd name="connsiteY18" fmla="*/ 66507 h 94771"/>
                <a:gd name="connsiteX19" fmla="*/ 44383 w 67004"/>
                <a:gd name="connsiteY19" fmla="*/ 61859 h 94771"/>
                <a:gd name="connsiteX20" fmla="*/ 48299 w 67004"/>
                <a:gd name="connsiteY20" fmla="*/ 58573 h 94771"/>
                <a:gd name="connsiteX21" fmla="*/ 48595 w 67004"/>
                <a:gd name="connsiteY21" fmla="*/ 58573 h 94771"/>
                <a:gd name="connsiteX22" fmla="*/ 48595 w 67004"/>
                <a:gd name="connsiteY22" fmla="*/ 65020 h 94771"/>
                <a:gd name="connsiteX23" fmla="*/ 45497 w 67004"/>
                <a:gd name="connsiteY23" fmla="*/ 72705 h 94771"/>
                <a:gd name="connsiteX24" fmla="*/ 37998 w 67004"/>
                <a:gd name="connsiteY24" fmla="*/ 77044 h 94771"/>
                <a:gd name="connsiteX25" fmla="*/ 29506 w 67004"/>
                <a:gd name="connsiteY25" fmla="*/ 78408 h 94771"/>
                <a:gd name="connsiteX26" fmla="*/ 20083 w 67004"/>
                <a:gd name="connsiteY26" fmla="*/ 76858 h 94771"/>
                <a:gd name="connsiteX27" fmla="*/ 12028 w 67004"/>
                <a:gd name="connsiteY27" fmla="*/ 73263 h 94771"/>
                <a:gd name="connsiteX28" fmla="*/ 5580 w 67004"/>
                <a:gd name="connsiteY28" fmla="*/ 88635 h 94771"/>
                <a:gd name="connsiteX29" fmla="*/ 16427 w 67004"/>
                <a:gd name="connsiteY29" fmla="*/ 92726 h 94771"/>
                <a:gd name="connsiteX30" fmla="*/ 41964 w 67004"/>
                <a:gd name="connsiteY30" fmla="*/ 48346 h 94771"/>
                <a:gd name="connsiteX31" fmla="*/ 34092 w 67004"/>
                <a:gd name="connsiteY31" fmla="*/ 50578 h 94771"/>
                <a:gd name="connsiteX32" fmla="*/ 26344 w 67004"/>
                <a:gd name="connsiteY32" fmla="*/ 48346 h 94771"/>
                <a:gd name="connsiteX33" fmla="*/ 21077 w 67004"/>
                <a:gd name="connsiteY33" fmla="*/ 42086 h 94771"/>
                <a:gd name="connsiteX34" fmla="*/ 19153 w 67004"/>
                <a:gd name="connsiteY34" fmla="*/ 32851 h 94771"/>
                <a:gd name="connsiteX35" fmla="*/ 21077 w 67004"/>
                <a:gd name="connsiteY35" fmla="*/ 23801 h 94771"/>
                <a:gd name="connsiteX36" fmla="*/ 26531 w 67004"/>
                <a:gd name="connsiteY36" fmla="*/ 17913 h 94771"/>
                <a:gd name="connsiteX37" fmla="*/ 34403 w 67004"/>
                <a:gd name="connsiteY37" fmla="*/ 15805 h 94771"/>
                <a:gd name="connsiteX38" fmla="*/ 42151 w 67004"/>
                <a:gd name="connsiteY38" fmla="*/ 17851 h 94771"/>
                <a:gd name="connsiteX39" fmla="*/ 47418 w 67004"/>
                <a:gd name="connsiteY39" fmla="*/ 23739 h 94771"/>
                <a:gd name="connsiteX40" fmla="*/ 49339 w 67004"/>
                <a:gd name="connsiteY40" fmla="*/ 32851 h 94771"/>
                <a:gd name="connsiteX41" fmla="*/ 47358 w 67004"/>
                <a:gd name="connsiteY41" fmla="*/ 42148 h 94771"/>
                <a:gd name="connsiteX42" fmla="*/ 41964 w 67004"/>
                <a:gd name="connsiteY42" fmla="*/ 48346 h 9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7004" h="94771">
                  <a:moveTo>
                    <a:pt x="16427" y="92726"/>
                  </a:moveTo>
                  <a:cubicBezTo>
                    <a:pt x="21054" y="94089"/>
                    <a:pt x="26137" y="94771"/>
                    <a:pt x="31674" y="94771"/>
                  </a:cubicBezTo>
                  <a:cubicBezTo>
                    <a:pt x="36841" y="94771"/>
                    <a:pt x="41571" y="94110"/>
                    <a:pt x="45870" y="92788"/>
                  </a:cubicBezTo>
                  <a:cubicBezTo>
                    <a:pt x="50166" y="91507"/>
                    <a:pt x="53885" y="89565"/>
                    <a:pt x="57024" y="86961"/>
                  </a:cubicBezTo>
                  <a:cubicBezTo>
                    <a:pt x="60206" y="84358"/>
                    <a:pt x="62665" y="81135"/>
                    <a:pt x="64402" y="77292"/>
                  </a:cubicBezTo>
                  <a:cubicBezTo>
                    <a:pt x="66137" y="73449"/>
                    <a:pt x="67004" y="68987"/>
                    <a:pt x="67004" y="63904"/>
                  </a:cubicBezTo>
                  <a:lnTo>
                    <a:pt x="67004" y="992"/>
                  </a:lnTo>
                  <a:lnTo>
                    <a:pt x="49216" y="992"/>
                  </a:lnTo>
                  <a:lnTo>
                    <a:pt x="49216" y="7500"/>
                  </a:lnTo>
                  <a:lnTo>
                    <a:pt x="48846" y="7500"/>
                  </a:lnTo>
                  <a:cubicBezTo>
                    <a:pt x="47661" y="6367"/>
                    <a:pt x="46381" y="5334"/>
                    <a:pt x="45000" y="4401"/>
                  </a:cubicBezTo>
                  <a:cubicBezTo>
                    <a:pt x="40703" y="1467"/>
                    <a:pt x="35684" y="0"/>
                    <a:pt x="29940" y="0"/>
                  </a:cubicBezTo>
                  <a:cubicBezTo>
                    <a:pt x="24980" y="0"/>
                    <a:pt x="20207" y="1260"/>
                    <a:pt x="15620" y="3781"/>
                  </a:cubicBezTo>
                  <a:cubicBezTo>
                    <a:pt x="11034" y="6260"/>
                    <a:pt x="7275" y="9979"/>
                    <a:pt x="4340" y="14938"/>
                  </a:cubicBezTo>
                  <a:cubicBezTo>
                    <a:pt x="1448" y="19855"/>
                    <a:pt x="0" y="26032"/>
                    <a:pt x="0" y="33471"/>
                  </a:cubicBezTo>
                  <a:cubicBezTo>
                    <a:pt x="0" y="39049"/>
                    <a:pt x="847" y="43904"/>
                    <a:pt x="2542" y="48037"/>
                  </a:cubicBezTo>
                  <a:cubicBezTo>
                    <a:pt x="4236" y="52169"/>
                    <a:pt x="6488" y="55619"/>
                    <a:pt x="9299" y="58388"/>
                  </a:cubicBezTo>
                  <a:cubicBezTo>
                    <a:pt x="12151" y="61115"/>
                    <a:pt x="15310" y="63160"/>
                    <a:pt x="18782" y="64524"/>
                  </a:cubicBezTo>
                  <a:cubicBezTo>
                    <a:pt x="22255" y="65846"/>
                    <a:pt x="25744" y="66507"/>
                    <a:pt x="29256" y="66507"/>
                  </a:cubicBezTo>
                  <a:cubicBezTo>
                    <a:pt x="34920" y="66507"/>
                    <a:pt x="39960" y="64958"/>
                    <a:pt x="44383" y="61859"/>
                  </a:cubicBezTo>
                  <a:cubicBezTo>
                    <a:pt x="45780" y="60865"/>
                    <a:pt x="47088" y="59770"/>
                    <a:pt x="48299" y="58573"/>
                  </a:cubicBezTo>
                  <a:lnTo>
                    <a:pt x="48595" y="58573"/>
                  </a:lnTo>
                  <a:lnTo>
                    <a:pt x="48595" y="65020"/>
                  </a:lnTo>
                  <a:cubicBezTo>
                    <a:pt x="48595" y="68201"/>
                    <a:pt x="47565" y="70763"/>
                    <a:pt x="45497" y="72705"/>
                  </a:cubicBezTo>
                  <a:cubicBezTo>
                    <a:pt x="43432" y="74689"/>
                    <a:pt x="40930" y="76135"/>
                    <a:pt x="37998" y="77044"/>
                  </a:cubicBezTo>
                  <a:cubicBezTo>
                    <a:pt x="35063" y="77954"/>
                    <a:pt x="32231" y="78408"/>
                    <a:pt x="29506" y="78408"/>
                  </a:cubicBezTo>
                  <a:cubicBezTo>
                    <a:pt x="26324" y="78408"/>
                    <a:pt x="23182" y="77891"/>
                    <a:pt x="20083" y="76858"/>
                  </a:cubicBezTo>
                  <a:cubicBezTo>
                    <a:pt x="17025" y="75866"/>
                    <a:pt x="14339" y="74668"/>
                    <a:pt x="12028" y="73263"/>
                  </a:cubicBezTo>
                  <a:lnTo>
                    <a:pt x="5580" y="88635"/>
                  </a:lnTo>
                  <a:cubicBezTo>
                    <a:pt x="8225" y="90040"/>
                    <a:pt x="11841" y="91404"/>
                    <a:pt x="16427" y="92726"/>
                  </a:cubicBezTo>
                  <a:close/>
                  <a:moveTo>
                    <a:pt x="41964" y="48346"/>
                  </a:moveTo>
                  <a:cubicBezTo>
                    <a:pt x="39693" y="49834"/>
                    <a:pt x="37068" y="50578"/>
                    <a:pt x="34092" y="50578"/>
                  </a:cubicBezTo>
                  <a:cubicBezTo>
                    <a:pt x="31157" y="50578"/>
                    <a:pt x="28575" y="49834"/>
                    <a:pt x="26344" y="48346"/>
                  </a:cubicBezTo>
                  <a:cubicBezTo>
                    <a:pt x="24113" y="46817"/>
                    <a:pt x="22358" y="44731"/>
                    <a:pt x="21077" y="42086"/>
                  </a:cubicBezTo>
                  <a:cubicBezTo>
                    <a:pt x="19796" y="39400"/>
                    <a:pt x="19153" y="36322"/>
                    <a:pt x="19153" y="32851"/>
                  </a:cubicBezTo>
                  <a:cubicBezTo>
                    <a:pt x="19153" y="29380"/>
                    <a:pt x="19796" y="26363"/>
                    <a:pt x="21077" y="23801"/>
                  </a:cubicBezTo>
                  <a:cubicBezTo>
                    <a:pt x="22398" y="21239"/>
                    <a:pt x="24216" y="19276"/>
                    <a:pt x="26531" y="17913"/>
                  </a:cubicBezTo>
                  <a:cubicBezTo>
                    <a:pt x="28846" y="16508"/>
                    <a:pt x="31467" y="15805"/>
                    <a:pt x="34403" y="15805"/>
                  </a:cubicBezTo>
                  <a:cubicBezTo>
                    <a:pt x="37335" y="15805"/>
                    <a:pt x="39920" y="16487"/>
                    <a:pt x="42151" y="17851"/>
                  </a:cubicBezTo>
                  <a:cubicBezTo>
                    <a:pt x="44383" y="19215"/>
                    <a:pt x="46137" y="21177"/>
                    <a:pt x="47418" y="23739"/>
                  </a:cubicBezTo>
                  <a:cubicBezTo>
                    <a:pt x="48699" y="26260"/>
                    <a:pt x="49339" y="29297"/>
                    <a:pt x="49339" y="32851"/>
                  </a:cubicBezTo>
                  <a:cubicBezTo>
                    <a:pt x="49339" y="36363"/>
                    <a:pt x="48679" y="39462"/>
                    <a:pt x="47358" y="42148"/>
                  </a:cubicBezTo>
                  <a:cubicBezTo>
                    <a:pt x="46034" y="44793"/>
                    <a:pt x="44236" y="46859"/>
                    <a:pt x="41964" y="48346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F13F16-29B8-8216-71EF-F1CDAE2BC337}"/>
                </a:ext>
              </a:extLst>
            </p:cNvPr>
            <p:cNvSpPr/>
            <p:nvPr/>
          </p:nvSpPr>
          <p:spPr>
            <a:xfrm>
              <a:off x="715771" y="346326"/>
              <a:ext cx="69545" cy="68676"/>
            </a:xfrm>
            <a:custGeom>
              <a:avLst/>
              <a:gdLst>
                <a:gd name="connsiteX0" fmla="*/ 34773 w 69545"/>
                <a:gd name="connsiteY0" fmla="*/ 68677 h 68676"/>
                <a:gd name="connsiteX1" fmla="*/ 17231 w 69545"/>
                <a:gd name="connsiteY1" fmla="*/ 64276 h 68676"/>
                <a:gd name="connsiteX2" fmla="*/ 4650 w 69545"/>
                <a:gd name="connsiteY2" fmla="*/ 52128 h 68676"/>
                <a:gd name="connsiteX3" fmla="*/ 0 w 69545"/>
                <a:gd name="connsiteY3" fmla="*/ 34277 h 68676"/>
                <a:gd name="connsiteX4" fmla="*/ 4650 w 69545"/>
                <a:gd name="connsiteY4" fmla="*/ 16425 h 68676"/>
                <a:gd name="connsiteX5" fmla="*/ 17231 w 69545"/>
                <a:gd name="connsiteY5" fmla="*/ 4339 h 68676"/>
                <a:gd name="connsiteX6" fmla="*/ 34773 w 69545"/>
                <a:gd name="connsiteY6" fmla="*/ 0 h 68676"/>
                <a:gd name="connsiteX7" fmla="*/ 52438 w 69545"/>
                <a:gd name="connsiteY7" fmla="*/ 4339 h 68676"/>
                <a:gd name="connsiteX8" fmla="*/ 64896 w 69545"/>
                <a:gd name="connsiteY8" fmla="*/ 16425 h 68676"/>
                <a:gd name="connsiteX9" fmla="*/ 69546 w 69545"/>
                <a:gd name="connsiteY9" fmla="*/ 34277 h 68676"/>
                <a:gd name="connsiteX10" fmla="*/ 64896 w 69545"/>
                <a:gd name="connsiteY10" fmla="*/ 52128 h 68676"/>
                <a:gd name="connsiteX11" fmla="*/ 52375 w 69545"/>
                <a:gd name="connsiteY11" fmla="*/ 64276 h 68676"/>
                <a:gd name="connsiteX12" fmla="*/ 34773 w 69545"/>
                <a:gd name="connsiteY12" fmla="*/ 68677 h 68676"/>
                <a:gd name="connsiteX13" fmla="*/ 34773 w 69545"/>
                <a:gd name="connsiteY13" fmla="*/ 51941 h 68676"/>
                <a:gd name="connsiteX14" fmla="*/ 43015 w 69545"/>
                <a:gd name="connsiteY14" fmla="*/ 49710 h 68676"/>
                <a:gd name="connsiteX15" fmla="*/ 48782 w 69545"/>
                <a:gd name="connsiteY15" fmla="*/ 43512 h 68676"/>
                <a:gd name="connsiteX16" fmla="*/ 50887 w 69545"/>
                <a:gd name="connsiteY16" fmla="*/ 34277 h 68676"/>
                <a:gd name="connsiteX17" fmla="*/ 48842 w 69545"/>
                <a:gd name="connsiteY17" fmla="*/ 25227 h 68676"/>
                <a:gd name="connsiteX18" fmla="*/ 43202 w 69545"/>
                <a:gd name="connsiteY18" fmla="*/ 19029 h 68676"/>
                <a:gd name="connsiteX19" fmla="*/ 34896 w 69545"/>
                <a:gd name="connsiteY19" fmla="*/ 16735 h 68676"/>
                <a:gd name="connsiteX20" fmla="*/ 26527 w 69545"/>
                <a:gd name="connsiteY20" fmla="*/ 18967 h 68676"/>
                <a:gd name="connsiteX21" fmla="*/ 20764 w 69545"/>
                <a:gd name="connsiteY21" fmla="*/ 25103 h 68676"/>
                <a:gd name="connsiteX22" fmla="*/ 18656 w 69545"/>
                <a:gd name="connsiteY22" fmla="*/ 34277 h 68676"/>
                <a:gd name="connsiteX23" fmla="*/ 20764 w 69545"/>
                <a:gd name="connsiteY23" fmla="*/ 43512 h 68676"/>
                <a:gd name="connsiteX24" fmla="*/ 26591 w 69545"/>
                <a:gd name="connsiteY24" fmla="*/ 49710 h 68676"/>
                <a:gd name="connsiteX25" fmla="*/ 34773 w 69545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5" h="68676">
                  <a:moveTo>
                    <a:pt x="34773" y="68677"/>
                  </a:moveTo>
                  <a:cubicBezTo>
                    <a:pt x="28369" y="68677"/>
                    <a:pt x="22522" y="67210"/>
                    <a:pt x="17231" y="64276"/>
                  </a:cubicBezTo>
                  <a:cubicBezTo>
                    <a:pt x="11985" y="61342"/>
                    <a:pt x="7788" y="57293"/>
                    <a:pt x="4650" y="52128"/>
                  </a:cubicBezTo>
                  <a:cubicBezTo>
                    <a:pt x="1551" y="46962"/>
                    <a:pt x="0" y="41012"/>
                    <a:pt x="0" y="34277"/>
                  </a:cubicBezTo>
                  <a:cubicBezTo>
                    <a:pt x="0" y="27541"/>
                    <a:pt x="1551" y="21591"/>
                    <a:pt x="4650" y="16425"/>
                  </a:cubicBezTo>
                  <a:cubicBezTo>
                    <a:pt x="7788" y="11260"/>
                    <a:pt x="11985" y="7231"/>
                    <a:pt x="17231" y="4339"/>
                  </a:cubicBezTo>
                  <a:cubicBezTo>
                    <a:pt x="22522" y="1446"/>
                    <a:pt x="28369" y="0"/>
                    <a:pt x="34773" y="0"/>
                  </a:cubicBezTo>
                  <a:cubicBezTo>
                    <a:pt x="41301" y="0"/>
                    <a:pt x="47191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6" y="27541"/>
                    <a:pt x="69546" y="34277"/>
                  </a:cubicBezTo>
                  <a:cubicBezTo>
                    <a:pt x="69546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32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82" y="43512"/>
                  </a:cubicBezTo>
                  <a:cubicBezTo>
                    <a:pt x="50186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600" y="20516"/>
                    <a:pt x="43202" y="19029"/>
                  </a:cubicBezTo>
                  <a:cubicBezTo>
                    <a:pt x="40807" y="17500"/>
                    <a:pt x="38035" y="16735"/>
                    <a:pt x="34896" y="16735"/>
                  </a:cubicBezTo>
                  <a:cubicBezTo>
                    <a:pt x="31798" y="16735"/>
                    <a:pt x="29009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11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3294780-9677-EAB0-343A-5425A4AB0634}"/>
                </a:ext>
              </a:extLst>
            </p:cNvPr>
            <p:cNvSpPr/>
            <p:nvPr/>
          </p:nvSpPr>
          <p:spPr>
            <a:xfrm>
              <a:off x="662820" y="322649"/>
              <a:ext cx="53244" cy="91362"/>
            </a:xfrm>
            <a:custGeom>
              <a:avLst/>
              <a:gdLst>
                <a:gd name="connsiteX0" fmla="*/ 0 w 53244"/>
                <a:gd name="connsiteY0" fmla="*/ 0 h 91362"/>
                <a:gd name="connsiteX1" fmla="*/ 0 w 53244"/>
                <a:gd name="connsiteY1" fmla="*/ 91362 h 91362"/>
                <a:gd name="connsiteX2" fmla="*/ 53244 w 53244"/>
                <a:gd name="connsiteY2" fmla="*/ 91362 h 91362"/>
                <a:gd name="connsiteX3" fmla="*/ 53244 w 53244"/>
                <a:gd name="connsiteY3" fmla="*/ 73263 h 91362"/>
                <a:gd name="connsiteX4" fmla="*/ 20330 w 53244"/>
                <a:gd name="connsiteY4" fmla="*/ 73263 h 91362"/>
                <a:gd name="connsiteX5" fmla="*/ 20330 w 53244"/>
                <a:gd name="connsiteY5" fmla="*/ 0 h 91362"/>
                <a:gd name="connsiteX6" fmla="*/ 0 w 53244"/>
                <a:gd name="connsiteY6" fmla="*/ 0 h 9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44" h="91362">
                  <a:moveTo>
                    <a:pt x="0" y="0"/>
                  </a:moveTo>
                  <a:lnTo>
                    <a:pt x="0" y="91362"/>
                  </a:lnTo>
                  <a:lnTo>
                    <a:pt x="53244" y="91362"/>
                  </a:lnTo>
                  <a:lnTo>
                    <a:pt x="53244" y="73263"/>
                  </a:lnTo>
                  <a:lnTo>
                    <a:pt x="20330" y="73263"/>
                  </a:lnTo>
                  <a:lnTo>
                    <a:pt x="20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C16CA4-4BCD-83D3-C964-DAD75D23916B}"/>
              </a:ext>
            </a:extLst>
          </p:cNvPr>
          <p:cNvSpPr txBox="1">
            <a:spLocks/>
          </p:cNvSpPr>
          <p:nvPr userDrawn="1"/>
        </p:nvSpPr>
        <p:spPr>
          <a:xfrm>
            <a:off x="9244013" y="63539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B28ECD-1E67-4EFB-A167-16536BEA8C74}" type="slidenum">
              <a:rPr lang="en-US" smtClean="0">
                <a:solidFill>
                  <a:schemeClr val="accent3"/>
                </a:solidFill>
              </a:rPr>
              <a:pPr/>
              <a:t>‹#›</a:t>
            </a:fld>
            <a:endParaRPr lang="en-US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56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2" r:id="rId4"/>
    <p:sldLayoutId id="2147483661" r:id="rId5"/>
    <p:sldLayoutId id="2147483651" r:id="rId6"/>
    <p:sldLayoutId id="2147483652" r:id="rId7"/>
    <p:sldLayoutId id="2147483653" r:id="rId8"/>
    <p:sldLayoutId id="2147483657" r:id="rId9"/>
    <p:sldLayoutId id="2147483658" r:id="rId10"/>
    <p:sldLayoutId id="2147483660" r:id="rId11"/>
    <p:sldLayoutId id="2147483654" r:id="rId12"/>
    <p:sldLayoutId id="2147483655" r:id="rId13"/>
    <p:sldLayoutId id="2147483656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080" userDrawn="1">
          <p15:clr>
            <a:srgbClr val="F26B43"/>
          </p15:clr>
        </p15:guide>
        <p15:guide id="4" pos="240" userDrawn="1">
          <p15:clr>
            <a:srgbClr val="F26B43"/>
          </p15:clr>
        </p15:guide>
        <p15:guide id="5" pos="7440" userDrawn="1">
          <p15:clr>
            <a:srgbClr val="F26B43"/>
          </p15:clr>
        </p15:guide>
        <p15:guide id="6" orient="horz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50000">
              <a:srgbClr val="22450B"/>
            </a:gs>
            <a:gs pos="100000">
              <a:schemeClr val="accent4"/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850ADF36-4C43-3125-74B0-E87B9EA022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FAE05DB-DD25-3CFC-67AF-6CCC1E5DF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rgbClr val="284C0E">
                  <a:alpha val="90000"/>
                </a:srgbClr>
              </a:gs>
              <a:gs pos="100000">
                <a:schemeClr val="accent4">
                  <a:alpha val="8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8FAEBD-7F98-1435-4AEF-A6006AB33930}"/>
              </a:ext>
            </a:extLst>
          </p:cNvPr>
          <p:cNvSpPr txBox="1"/>
          <p:nvPr/>
        </p:nvSpPr>
        <p:spPr>
          <a:xfrm>
            <a:off x="777241" y="5505120"/>
            <a:ext cx="6096000" cy="67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bg2"/>
                </a:solidFill>
              </a:rPr>
              <a:t>An Elevator Pitch Deck is a brief presentation that introduces your business idea in a compelling way.</a:t>
            </a:r>
            <a:endParaRPr lang="en-US" sz="1600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4A50EB-9F52-5247-0413-ED01BF35D11C}"/>
              </a:ext>
            </a:extLst>
          </p:cNvPr>
          <p:cNvGrpSpPr/>
          <p:nvPr/>
        </p:nvGrpSpPr>
        <p:grpSpPr>
          <a:xfrm>
            <a:off x="381001" y="302488"/>
            <a:ext cx="890073" cy="138547"/>
            <a:chOff x="381001" y="302488"/>
            <a:chExt cx="890073" cy="13854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AD809D0-7A08-42FF-7173-6584695FB0F8}"/>
                </a:ext>
              </a:extLst>
            </p:cNvPr>
            <p:cNvSpPr/>
            <p:nvPr/>
          </p:nvSpPr>
          <p:spPr>
            <a:xfrm>
              <a:off x="456606" y="302864"/>
              <a:ext cx="157881" cy="133045"/>
            </a:xfrm>
            <a:custGeom>
              <a:avLst/>
              <a:gdLst>
                <a:gd name="connsiteX0" fmla="*/ 48660 w 157881"/>
                <a:gd name="connsiteY0" fmla="*/ 5014 h 133045"/>
                <a:gd name="connsiteX1" fmla="*/ 60301 w 157881"/>
                <a:gd name="connsiteY1" fmla="*/ 0 h 133045"/>
                <a:gd name="connsiteX2" fmla="*/ 116663 w 157881"/>
                <a:gd name="connsiteY2" fmla="*/ 0 h 133045"/>
                <a:gd name="connsiteX3" fmla="*/ 145750 w 157881"/>
                <a:gd name="connsiteY3" fmla="*/ 73058 h 133045"/>
                <a:gd name="connsiteX4" fmla="*/ 89300 w 157881"/>
                <a:gd name="connsiteY4" fmla="*/ 131783 h 133045"/>
                <a:gd name="connsiteX5" fmla="*/ 82277 w 157881"/>
                <a:gd name="connsiteY5" fmla="*/ 128757 h 133045"/>
                <a:gd name="connsiteX6" fmla="*/ 82277 w 157881"/>
                <a:gd name="connsiteY6" fmla="*/ 77034 h 133045"/>
                <a:gd name="connsiteX7" fmla="*/ 88801 w 157881"/>
                <a:gd name="connsiteY7" fmla="*/ 70247 h 133045"/>
                <a:gd name="connsiteX8" fmla="*/ 82983 w 157881"/>
                <a:gd name="connsiteY8" fmla="*/ 55635 h 133045"/>
                <a:gd name="connsiteX9" fmla="*/ 0 w 157881"/>
                <a:gd name="connsiteY9" fmla="*/ 55635 h 133045"/>
                <a:gd name="connsiteX10" fmla="*/ 48660 w 157881"/>
                <a:gd name="connsiteY10" fmla="*/ 5014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1" h="133045">
                  <a:moveTo>
                    <a:pt x="48660" y="5014"/>
                  </a:moveTo>
                  <a:cubicBezTo>
                    <a:pt x="51746" y="1804"/>
                    <a:pt x="55937" y="0"/>
                    <a:pt x="60301" y="0"/>
                  </a:cubicBezTo>
                  <a:cubicBezTo>
                    <a:pt x="79936" y="0"/>
                    <a:pt x="98440" y="0"/>
                    <a:pt x="116663" y="0"/>
                  </a:cubicBezTo>
                  <a:cubicBezTo>
                    <a:pt x="153313" y="0"/>
                    <a:pt x="171665" y="46098"/>
                    <a:pt x="145750" y="73058"/>
                  </a:cubicBezTo>
                  <a:lnTo>
                    <a:pt x="89300" y="131783"/>
                  </a:lnTo>
                  <a:cubicBezTo>
                    <a:pt x="86708" y="134479"/>
                    <a:pt x="82277" y="132570"/>
                    <a:pt x="82277" y="128757"/>
                  </a:cubicBezTo>
                  <a:lnTo>
                    <a:pt x="82277" y="77034"/>
                  </a:lnTo>
                  <a:lnTo>
                    <a:pt x="88801" y="70247"/>
                  </a:lnTo>
                  <a:cubicBezTo>
                    <a:pt x="93984" y="64855"/>
                    <a:pt x="90313" y="55635"/>
                    <a:pt x="82983" y="55635"/>
                  </a:cubicBezTo>
                  <a:lnTo>
                    <a:pt x="0" y="55635"/>
                  </a:lnTo>
                  <a:lnTo>
                    <a:pt x="48660" y="5014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3A3E1FA-5030-EF5A-EBAB-2C683A6C34C0}"/>
                </a:ext>
              </a:extLst>
            </p:cNvPr>
            <p:cNvSpPr/>
            <p:nvPr/>
          </p:nvSpPr>
          <p:spPr>
            <a:xfrm>
              <a:off x="381001" y="302488"/>
              <a:ext cx="157882" cy="133045"/>
            </a:xfrm>
            <a:custGeom>
              <a:avLst/>
              <a:gdLst>
                <a:gd name="connsiteX0" fmla="*/ 109222 w 157882"/>
                <a:gd name="connsiteY0" fmla="*/ 128031 h 133045"/>
                <a:gd name="connsiteX1" fmla="*/ 97581 w 157882"/>
                <a:gd name="connsiteY1" fmla="*/ 133045 h 133045"/>
                <a:gd name="connsiteX2" fmla="*/ 41219 w 157882"/>
                <a:gd name="connsiteY2" fmla="*/ 133045 h 133045"/>
                <a:gd name="connsiteX3" fmla="*/ 12132 w 157882"/>
                <a:gd name="connsiteY3" fmla="*/ 59987 h 133045"/>
                <a:gd name="connsiteX4" fmla="*/ 68583 w 157882"/>
                <a:gd name="connsiteY4" fmla="*/ 1262 h 133045"/>
                <a:gd name="connsiteX5" fmla="*/ 75605 w 157882"/>
                <a:gd name="connsiteY5" fmla="*/ 4288 h 133045"/>
                <a:gd name="connsiteX6" fmla="*/ 75605 w 157882"/>
                <a:gd name="connsiteY6" fmla="*/ 56011 h 133045"/>
                <a:gd name="connsiteX7" fmla="*/ 69082 w 157882"/>
                <a:gd name="connsiteY7" fmla="*/ 62798 h 133045"/>
                <a:gd name="connsiteX8" fmla="*/ 74899 w 157882"/>
                <a:gd name="connsiteY8" fmla="*/ 77410 h 133045"/>
                <a:gd name="connsiteX9" fmla="*/ 157882 w 157882"/>
                <a:gd name="connsiteY9" fmla="*/ 77410 h 133045"/>
                <a:gd name="connsiteX10" fmla="*/ 109222 w 157882"/>
                <a:gd name="connsiteY10" fmla="*/ 128031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2" h="133045">
                  <a:moveTo>
                    <a:pt x="109222" y="128031"/>
                  </a:moveTo>
                  <a:cubicBezTo>
                    <a:pt x="106136" y="131242"/>
                    <a:pt x="101945" y="133045"/>
                    <a:pt x="97581" y="133045"/>
                  </a:cubicBezTo>
                  <a:cubicBezTo>
                    <a:pt x="77946" y="133045"/>
                    <a:pt x="59442" y="133045"/>
                    <a:pt x="41219" y="133045"/>
                  </a:cubicBezTo>
                  <a:cubicBezTo>
                    <a:pt x="4569" y="133045"/>
                    <a:pt x="-13784" y="86948"/>
                    <a:pt x="12132" y="59987"/>
                  </a:cubicBezTo>
                  <a:lnTo>
                    <a:pt x="68583" y="1262"/>
                  </a:lnTo>
                  <a:cubicBezTo>
                    <a:pt x="71174" y="-1434"/>
                    <a:pt x="75605" y="475"/>
                    <a:pt x="75605" y="4288"/>
                  </a:cubicBezTo>
                  <a:lnTo>
                    <a:pt x="75605" y="56011"/>
                  </a:lnTo>
                  <a:lnTo>
                    <a:pt x="69082" y="62798"/>
                  </a:lnTo>
                  <a:cubicBezTo>
                    <a:pt x="63898" y="68190"/>
                    <a:pt x="67569" y="77410"/>
                    <a:pt x="74899" y="77410"/>
                  </a:cubicBezTo>
                  <a:lnTo>
                    <a:pt x="157882" y="77410"/>
                  </a:lnTo>
                  <a:lnTo>
                    <a:pt x="109222" y="128031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5C0B946-9BB7-8663-68A9-D9BB1627AC32}"/>
                </a:ext>
              </a:extLst>
            </p:cNvPr>
            <p:cNvSpPr/>
            <p:nvPr/>
          </p:nvSpPr>
          <p:spPr>
            <a:xfrm>
              <a:off x="941874" y="347318"/>
              <a:ext cx="19586" cy="66693"/>
            </a:xfrm>
            <a:custGeom>
              <a:avLst/>
              <a:gdLst>
                <a:gd name="connsiteX0" fmla="*/ 0 w 19586"/>
                <a:gd name="connsiteY0" fmla="*/ 0 h 66693"/>
                <a:gd name="connsiteX1" fmla="*/ 0 w 19586"/>
                <a:gd name="connsiteY1" fmla="*/ 66693 h 66693"/>
                <a:gd name="connsiteX2" fmla="*/ 19586 w 19586"/>
                <a:gd name="connsiteY2" fmla="*/ 66693 h 66693"/>
                <a:gd name="connsiteX3" fmla="*/ 19586 w 19586"/>
                <a:gd name="connsiteY3" fmla="*/ 0 h 66693"/>
                <a:gd name="connsiteX4" fmla="*/ 0 w 19586"/>
                <a:gd name="connsiteY4" fmla="*/ 0 h 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86" h="66693">
                  <a:moveTo>
                    <a:pt x="0" y="0"/>
                  </a:moveTo>
                  <a:lnTo>
                    <a:pt x="0" y="66693"/>
                  </a:lnTo>
                  <a:lnTo>
                    <a:pt x="19586" y="66693"/>
                  </a:lnTo>
                  <a:lnTo>
                    <a:pt x="195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7E1E9E-3FF8-44E9-4A4C-964D7DBEC9F4}"/>
                </a:ext>
              </a:extLst>
            </p:cNvPr>
            <p:cNvSpPr/>
            <p:nvPr/>
          </p:nvSpPr>
          <p:spPr>
            <a:xfrm>
              <a:off x="939765" y="315831"/>
              <a:ext cx="23865" cy="23863"/>
            </a:xfrm>
            <a:custGeom>
              <a:avLst/>
              <a:gdLst>
                <a:gd name="connsiteX0" fmla="*/ 3472 w 23865"/>
                <a:gd name="connsiteY0" fmla="*/ 20392 h 23863"/>
                <a:gd name="connsiteX1" fmla="*/ 11965 w 23865"/>
                <a:gd name="connsiteY1" fmla="*/ 23863 h 23863"/>
                <a:gd name="connsiteX2" fmla="*/ 20393 w 23865"/>
                <a:gd name="connsiteY2" fmla="*/ 20392 h 23863"/>
                <a:gd name="connsiteX3" fmla="*/ 23866 w 23865"/>
                <a:gd name="connsiteY3" fmla="*/ 11963 h 23863"/>
                <a:gd name="connsiteX4" fmla="*/ 20393 w 23865"/>
                <a:gd name="connsiteY4" fmla="*/ 3471 h 23863"/>
                <a:gd name="connsiteX5" fmla="*/ 11965 w 23865"/>
                <a:gd name="connsiteY5" fmla="*/ 0 h 23863"/>
                <a:gd name="connsiteX6" fmla="*/ 3472 w 23865"/>
                <a:gd name="connsiteY6" fmla="*/ 3471 h 23863"/>
                <a:gd name="connsiteX7" fmla="*/ 0 w 23865"/>
                <a:gd name="connsiteY7" fmla="*/ 11963 h 23863"/>
                <a:gd name="connsiteX8" fmla="*/ 3472 w 23865"/>
                <a:gd name="connsiteY8" fmla="*/ 20392 h 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65" h="23863">
                  <a:moveTo>
                    <a:pt x="3472" y="20392"/>
                  </a:moveTo>
                  <a:cubicBezTo>
                    <a:pt x="5787" y="22706"/>
                    <a:pt x="8616" y="23863"/>
                    <a:pt x="11965" y="23863"/>
                  </a:cubicBezTo>
                  <a:cubicBezTo>
                    <a:pt x="15310" y="23863"/>
                    <a:pt x="18122" y="22706"/>
                    <a:pt x="20393" y="20392"/>
                  </a:cubicBezTo>
                  <a:cubicBezTo>
                    <a:pt x="22708" y="18078"/>
                    <a:pt x="23866" y="15268"/>
                    <a:pt x="23866" y="11963"/>
                  </a:cubicBezTo>
                  <a:cubicBezTo>
                    <a:pt x="23866" y="8574"/>
                    <a:pt x="22708" y="5744"/>
                    <a:pt x="20393" y="3471"/>
                  </a:cubicBezTo>
                  <a:cubicBezTo>
                    <a:pt x="18122" y="1157"/>
                    <a:pt x="15310" y="0"/>
                    <a:pt x="11965" y="0"/>
                  </a:cubicBezTo>
                  <a:cubicBezTo>
                    <a:pt x="8616" y="0"/>
                    <a:pt x="5787" y="1157"/>
                    <a:pt x="3472" y="3471"/>
                  </a:cubicBezTo>
                  <a:cubicBezTo>
                    <a:pt x="1157" y="5744"/>
                    <a:pt x="0" y="8574"/>
                    <a:pt x="0" y="11963"/>
                  </a:cubicBezTo>
                  <a:cubicBezTo>
                    <a:pt x="0" y="15268"/>
                    <a:pt x="1157" y="18078"/>
                    <a:pt x="3472" y="20392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A052A0-0276-0C50-442E-D447519D61EC}"/>
                </a:ext>
              </a:extLst>
            </p:cNvPr>
            <p:cNvSpPr/>
            <p:nvPr/>
          </p:nvSpPr>
          <p:spPr>
            <a:xfrm>
              <a:off x="972510" y="346202"/>
              <a:ext cx="67381" cy="93841"/>
            </a:xfrm>
            <a:custGeom>
              <a:avLst/>
              <a:gdLst>
                <a:gd name="connsiteX0" fmla="*/ 0 w 67381"/>
                <a:gd name="connsiteY0" fmla="*/ 93842 h 93841"/>
                <a:gd name="connsiteX1" fmla="*/ 0 w 67381"/>
                <a:gd name="connsiteY1" fmla="*/ 1116 h 93841"/>
                <a:gd name="connsiteX2" fmla="*/ 18596 w 67381"/>
                <a:gd name="connsiteY2" fmla="*/ 1116 h 93841"/>
                <a:gd name="connsiteX3" fmla="*/ 18596 w 67381"/>
                <a:gd name="connsiteY3" fmla="*/ 7748 h 93841"/>
                <a:gd name="connsiteX4" fmla="*/ 18839 w 67381"/>
                <a:gd name="connsiteY4" fmla="*/ 7748 h 93841"/>
                <a:gd name="connsiteX5" fmla="*/ 22625 w 67381"/>
                <a:gd name="connsiteY5" fmla="*/ 4587 h 93841"/>
                <a:gd name="connsiteX6" fmla="*/ 37748 w 67381"/>
                <a:gd name="connsiteY6" fmla="*/ 0 h 93841"/>
                <a:gd name="connsiteX7" fmla="*/ 52068 w 67381"/>
                <a:gd name="connsiteY7" fmla="*/ 3905 h 93841"/>
                <a:gd name="connsiteX8" fmla="*/ 63225 w 67381"/>
                <a:gd name="connsiteY8" fmla="*/ 15496 h 93841"/>
                <a:gd name="connsiteX9" fmla="*/ 67378 w 67381"/>
                <a:gd name="connsiteY9" fmla="*/ 34648 h 93841"/>
                <a:gd name="connsiteX10" fmla="*/ 64960 w 67381"/>
                <a:gd name="connsiteY10" fmla="*/ 49772 h 93841"/>
                <a:gd name="connsiteX11" fmla="*/ 58265 w 67381"/>
                <a:gd name="connsiteY11" fmla="*/ 60371 h 93841"/>
                <a:gd name="connsiteX12" fmla="*/ 48842 w 67381"/>
                <a:gd name="connsiteY12" fmla="*/ 66693 h 93841"/>
                <a:gd name="connsiteX13" fmla="*/ 38305 w 67381"/>
                <a:gd name="connsiteY13" fmla="*/ 68801 h 93841"/>
                <a:gd name="connsiteX14" fmla="*/ 23182 w 67381"/>
                <a:gd name="connsiteY14" fmla="*/ 64090 h 93841"/>
                <a:gd name="connsiteX15" fmla="*/ 19990 w 67381"/>
                <a:gd name="connsiteY15" fmla="*/ 61487 h 93841"/>
                <a:gd name="connsiteX16" fmla="*/ 19586 w 67381"/>
                <a:gd name="connsiteY16" fmla="*/ 61487 h 93841"/>
                <a:gd name="connsiteX17" fmla="*/ 19586 w 67381"/>
                <a:gd name="connsiteY17" fmla="*/ 93842 h 93841"/>
                <a:gd name="connsiteX18" fmla="*/ 0 w 67381"/>
                <a:gd name="connsiteY18" fmla="*/ 93842 h 93841"/>
                <a:gd name="connsiteX19" fmla="*/ 33719 w 67381"/>
                <a:gd name="connsiteY19" fmla="*/ 52437 h 93841"/>
                <a:gd name="connsiteX20" fmla="*/ 41344 w 67381"/>
                <a:gd name="connsiteY20" fmla="*/ 50144 h 93841"/>
                <a:gd name="connsiteX21" fmla="*/ 46487 w 67381"/>
                <a:gd name="connsiteY21" fmla="*/ 43822 h 93841"/>
                <a:gd name="connsiteX22" fmla="*/ 48285 w 67381"/>
                <a:gd name="connsiteY22" fmla="*/ 34276 h 93841"/>
                <a:gd name="connsiteX23" fmla="*/ 46427 w 67381"/>
                <a:gd name="connsiteY23" fmla="*/ 24731 h 93841"/>
                <a:gd name="connsiteX24" fmla="*/ 41157 w 67381"/>
                <a:gd name="connsiteY24" fmla="*/ 18595 h 93841"/>
                <a:gd name="connsiteX25" fmla="*/ 33349 w 67381"/>
                <a:gd name="connsiteY25" fmla="*/ 16487 h 93841"/>
                <a:gd name="connsiteX26" fmla="*/ 25910 w 67381"/>
                <a:gd name="connsiteY26" fmla="*/ 18533 h 93841"/>
                <a:gd name="connsiteX27" fmla="*/ 20704 w 67381"/>
                <a:gd name="connsiteY27" fmla="*/ 24669 h 93841"/>
                <a:gd name="connsiteX28" fmla="*/ 18782 w 67381"/>
                <a:gd name="connsiteY28" fmla="*/ 34276 h 93841"/>
                <a:gd name="connsiteX29" fmla="*/ 20704 w 67381"/>
                <a:gd name="connsiteY29" fmla="*/ 43822 h 93841"/>
                <a:gd name="connsiteX30" fmla="*/ 26034 w 67381"/>
                <a:gd name="connsiteY30" fmla="*/ 50144 h 93841"/>
                <a:gd name="connsiteX31" fmla="*/ 33719 w 67381"/>
                <a:gd name="connsiteY31" fmla="*/ 52437 h 9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81" h="93841">
                  <a:moveTo>
                    <a:pt x="0" y="93842"/>
                  </a:moveTo>
                  <a:lnTo>
                    <a:pt x="0" y="1116"/>
                  </a:lnTo>
                  <a:lnTo>
                    <a:pt x="18596" y="1116"/>
                  </a:lnTo>
                  <a:lnTo>
                    <a:pt x="18596" y="7748"/>
                  </a:lnTo>
                  <a:lnTo>
                    <a:pt x="18839" y="7748"/>
                  </a:lnTo>
                  <a:cubicBezTo>
                    <a:pt x="20010" y="6594"/>
                    <a:pt x="21271" y="5540"/>
                    <a:pt x="22625" y="4587"/>
                  </a:cubicBezTo>
                  <a:cubicBezTo>
                    <a:pt x="27004" y="1529"/>
                    <a:pt x="32044" y="0"/>
                    <a:pt x="37748" y="0"/>
                  </a:cubicBezTo>
                  <a:cubicBezTo>
                    <a:pt x="42748" y="0"/>
                    <a:pt x="47521" y="1302"/>
                    <a:pt x="52068" y="3905"/>
                  </a:cubicBezTo>
                  <a:cubicBezTo>
                    <a:pt x="56654" y="6508"/>
                    <a:pt x="60373" y="10372"/>
                    <a:pt x="63225" y="15496"/>
                  </a:cubicBezTo>
                  <a:cubicBezTo>
                    <a:pt x="66074" y="20620"/>
                    <a:pt x="67458" y="27004"/>
                    <a:pt x="67378" y="34648"/>
                  </a:cubicBezTo>
                  <a:cubicBezTo>
                    <a:pt x="67418" y="40433"/>
                    <a:pt x="66611" y="45475"/>
                    <a:pt x="64960" y="49772"/>
                  </a:cubicBezTo>
                  <a:cubicBezTo>
                    <a:pt x="63305" y="54028"/>
                    <a:pt x="61074" y="57561"/>
                    <a:pt x="58265" y="60371"/>
                  </a:cubicBezTo>
                  <a:cubicBezTo>
                    <a:pt x="55457" y="63181"/>
                    <a:pt x="52315" y="65288"/>
                    <a:pt x="48842" y="66693"/>
                  </a:cubicBezTo>
                  <a:cubicBezTo>
                    <a:pt x="45373" y="68098"/>
                    <a:pt x="41861" y="68801"/>
                    <a:pt x="38305" y="68801"/>
                  </a:cubicBezTo>
                  <a:cubicBezTo>
                    <a:pt x="32685" y="68801"/>
                    <a:pt x="27645" y="67230"/>
                    <a:pt x="23182" y="64090"/>
                  </a:cubicBezTo>
                  <a:cubicBezTo>
                    <a:pt x="22058" y="63289"/>
                    <a:pt x="20994" y="62421"/>
                    <a:pt x="19990" y="61487"/>
                  </a:cubicBezTo>
                  <a:lnTo>
                    <a:pt x="19586" y="61487"/>
                  </a:lnTo>
                  <a:lnTo>
                    <a:pt x="19586" y="93842"/>
                  </a:lnTo>
                  <a:lnTo>
                    <a:pt x="0" y="93842"/>
                  </a:lnTo>
                  <a:close/>
                  <a:moveTo>
                    <a:pt x="33719" y="52437"/>
                  </a:moveTo>
                  <a:cubicBezTo>
                    <a:pt x="36611" y="52396"/>
                    <a:pt x="39152" y="51632"/>
                    <a:pt x="41344" y="50144"/>
                  </a:cubicBezTo>
                  <a:cubicBezTo>
                    <a:pt x="43532" y="48656"/>
                    <a:pt x="45250" y="46549"/>
                    <a:pt x="46487" y="43822"/>
                  </a:cubicBezTo>
                  <a:cubicBezTo>
                    <a:pt x="47728" y="41094"/>
                    <a:pt x="48329" y="37913"/>
                    <a:pt x="48285" y="34276"/>
                  </a:cubicBezTo>
                  <a:cubicBezTo>
                    <a:pt x="48329" y="30557"/>
                    <a:pt x="47708" y="27376"/>
                    <a:pt x="46427" y="24731"/>
                  </a:cubicBezTo>
                  <a:cubicBezTo>
                    <a:pt x="45186" y="22045"/>
                    <a:pt x="43432" y="19999"/>
                    <a:pt x="41157" y="18595"/>
                  </a:cubicBezTo>
                  <a:cubicBezTo>
                    <a:pt x="38886" y="17149"/>
                    <a:pt x="36281" y="16446"/>
                    <a:pt x="33349" y="16487"/>
                  </a:cubicBezTo>
                  <a:cubicBezTo>
                    <a:pt x="30580" y="16446"/>
                    <a:pt x="28099" y="17128"/>
                    <a:pt x="25910" y="18533"/>
                  </a:cubicBezTo>
                  <a:cubicBezTo>
                    <a:pt x="23719" y="19938"/>
                    <a:pt x="21985" y="21983"/>
                    <a:pt x="20704" y="24669"/>
                  </a:cubicBezTo>
                  <a:cubicBezTo>
                    <a:pt x="19423" y="27314"/>
                    <a:pt x="18782" y="30516"/>
                    <a:pt x="18782" y="34276"/>
                  </a:cubicBezTo>
                  <a:cubicBezTo>
                    <a:pt x="18782" y="37913"/>
                    <a:pt x="19423" y="41094"/>
                    <a:pt x="20704" y="43822"/>
                  </a:cubicBezTo>
                  <a:cubicBezTo>
                    <a:pt x="22025" y="46549"/>
                    <a:pt x="23802" y="48656"/>
                    <a:pt x="26034" y="50144"/>
                  </a:cubicBezTo>
                  <a:cubicBezTo>
                    <a:pt x="28265" y="51632"/>
                    <a:pt x="30827" y="52396"/>
                    <a:pt x="33719" y="52437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12F8B9-E76D-6742-3432-750F305BFE11}"/>
                </a:ext>
              </a:extLst>
            </p:cNvPr>
            <p:cNvSpPr/>
            <p:nvPr/>
          </p:nvSpPr>
          <p:spPr>
            <a:xfrm>
              <a:off x="1042940" y="346326"/>
              <a:ext cx="52251" cy="68676"/>
            </a:xfrm>
            <a:custGeom>
              <a:avLst/>
              <a:gdLst>
                <a:gd name="connsiteX0" fmla="*/ 15807 w 52251"/>
                <a:gd name="connsiteY0" fmla="*/ 66631 h 68676"/>
                <a:gd name="connsiteX1" fmla="*/ 27211 w 52251"/>
                <a:gd name="connsiteY1" fmla="*/ 68677 h 68676"/>
                <a:gd name="connsiteX2" fmla="*/ 39669 w 52251"/>
                <a:gd name="connsiteY2" fmla="*/ 66012 h 68676"/>
                <a:gd name="connsiteX3" fmla="*/ 48782 w 52251"/>
                <a:gd name="connsiteY3" fmla="*/ 58574 h 68676"/>
                <a:gd name="connsiteX4" fmla="*/ 52251 w 52251"/>
                <a:gd name="connsiteY4" fmla="*/ 47479 h 68676"/>
                <a:gd name="connsiteX5" fmla="*/ 50146 w 52251"/>
                <a:gd name="connsiteY5" fmla="*/ 39111 h 68676"/>
                <a:gd name="connsiteX6" fmla="*/ 44940 w 52251"/>
                <a:gd name="connsiteY6" fmla="*/ 33533 h 68676"/>
                <a:gd name="connsiteX7" fmla="*/ 38555 w 52251"/>
                <a:gd name="connsiteY7" fmla="*/ 30124 h 68676"/>
                <a:gd name="connsiteX8" fmla="*/ 32788 w 52251"/>
                <a:gd name="connsiteY8" fmla="*/ 28140 h 68676"/>
                <a:gd name="connsiteX9" fmla="*/ 26591 w 52251"/>
                <a:gd name="connsiteY9" fmla="*/ 26219 h 68676"/>
                <a:gd name="connsiteX10" fmla="*/ 21694 w 52251"/>
                <a:gd name="connsiteY10" fmla="*/ 23863 h 68676"/>
                <a:gd name="connsiteX11" fmla="*/ 19773 w 52251"/>
                <a:gd name="connsiteY11" fmla="*/ 20268 h 68676"/>
                <a:gd name="connsiteX12" fmla="*/ 21694 w 52251"/>
                <a:gd name="connsiteY12" fmla="*/ 16550 h 68676"/>
                <a:gd name="connsiteX13" fmla="*/ 26531 w 52251"/>
                <a:gd name="connsiteY13" fmla="*/ 15062 h 68676"/>
                <a:gd name="connsiteX14" fmla="*/ 32231 w 52251"/>
                <a:gd name="connsiteY14" fmla="*/ 16921 h 68676"/>
                <a:gd name="connsiteX15" fmla="*/ 35704 w 52251"/>
                <a:gd name="connsiteY15" fmla="*/ 20764 h 68676"/>
                <a:gd name="connsiteX16" fmla="*/ 50763 w 52251"/>
                <a:gd name="connsiteY16" fmla="*/ 14256 h 68676"/>
                <a:gd name="connsiteX17" fmla="*/ 41097 w 52251"/>
                <a:gd name="connsiteY17" fmla="*/ 3905 h 68676"/>
                <a:gd name="connsiteX18" fmla="*/ 25847 w 52251"/>
                <a:gd name="connsiteY18" fmla="*/ 0 h 68676"/>
                <a:gd name="connsiteX19" fmla="*/ 13699 w 52251"/>
                <a:gd name="connsiteY19" fmla="*/ 2541 h 68676"/>
                <a:gd name="connsiteX20" fmla="*/ 5330 w 52251"/>
                <a:gd name="connsiteY20" fmla="*/ 9607 h 68676"/>
                <a:gd name="connsiteX21" fmla="*/ 2295 w 52251"/>
                <a:gd name="connsiteY21" fmla="*/ 19958 h 68676"/>
                <a:gd name="connsiteX22" fmla="*/ 4897 w 52251"/>
                <a:gd name="connsiteY22" fmla="*/ 29442 h 68676"/>
                <a:gd name="connsiteX23" fmla="*/ 11654 w 52251"/>
                <a:gd name="connsiteY23" fmla="*/ 35888 h 68676"/>
                <a:gd name="connsiteX24" fmla="*/ 20580 w 52251"/>
                <a:gd name="connsiteY24" fmla="*/ 39793 h 68676"/>
                <a:gd name="connsiteX25" fmla="*/ 25043 w 52251"/>
                <a:gd name="connsiteY25" fmla="*/ 41033 h 68676"/>
                <a:gd name="connsiteX26" fmla="*/ 29753 w 52251"/>
                <a:gd name="connsiteY26" fmla="*/ 42644 h 68676"/>
                <a:gd name="connsiteX27" fmla="*/ 33409 w 52251"/>
                <a:gd name="connsiteY27" fmla="*/ 44875 h 68676"/>
                <a:gd name="connsiteX28" fmla="*/ 34836 w 52251"/>
                <a:gd name="connsiteY28" fmla="*/ 47975 h 68676"/>
                <a:gd name="connsiteX29" fmla="*/ 33842 w 52251"/>
                <a:gd name="connsiteY29" fmla="*/ 50640 h 68676"/>
                <a:gd name="connsiteX30" fmla="*/ 31241 w 52251"/>
                <a:gd name="connsiteY30" fmla="*/ 52685 h 68676"/>
                <a:gd name="connsiteX31" fmla="*/ 27335 w 52251"/>
                <a:gd name="connsiteY31" fmla="*/ 53429 h 68676"/>
                <a:gd name="connsiteX32" fmla="*/ 20020 w 52251"/>
                <a:gd name="connsiteY32" fmla="*/ 50826 h 68676"/>
                <a:gd name="connsiteX33" fmla="*/ 15373 w 52251"/>
                <a:gd name="connsiteY33" fmla="*/ 45309 h 68676"/>
                <a:gd name="connsiteX34" fmla="*/ 0 w 52251"/>
                <a:gd name="connsiteY34" fmla="*/ 52066 h 68676"/>
                <a:gd name="connsiteX35" fmla="*/ 6261 w 52251"/>
                <a:gd name="connsiteY35" fmla="*/ 60867 h 68676"/>
                <a:gd name="connsiteX36" fmla="*/ 15807 w 52251"/>
                <a:gd name="connsiteY36" fmla="*/ 6663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2251" h="68676">
                  <a:moveTo>
                    <a:pt x="15807" y="66631"/>
                  </a:moveTo>
                  <a:cubicBezTo>
                    <a:pt x="19443" y="67995"/>
                    <a:pt x="23245" y="68677"/>
                    <a:pt x="27211" y="68677"/>
                  </a:cubicBezTo>
                  <a:cubicBezTo>
                    <a:pt x="31758" y="68677"/>
                    <a:pt x="35910" y="67789"/>
                    <a:pt x="39669" y="66012"/>
                  </a:cubicBezTo>
                  <a:cubicBezTo>
                    <a:pt x="43472" y="64235"/>
                    <a:pt x="46507" y="61756"/>
                    <a:pt x="48782" y="58574"/>
                  </a:cubicBezTo>
                  <a:cubicBezTo>
                    <a:pt x="51097" y="55351"/>
                    <a:pt x="52251" y="51652"/>
                    <a:pt x="52251" y="47479"/>
                  </a:cubicBezTo>
                  <a:cubicBezTo>
                    <a:pt x="52251" y="44173"/>
                    <a:pt x="51551" y="41384"/>
                    <a:pt x="50146" y="39111"/>
                  </a:cubicBezTo>
                  <a:cubicBezTo>
                    <a:pt x="48782" y="36839"/>
                    <a:pt x="47044" y="34979"/>
                    <a:pt x="44940" y="33533"/>
                  </a:cubicBezTo>
                  <a:cubicBezTo>
                    <a:pt x="42872" y="32086"/>
                    <a:pt x="40744" y="30950"/>
                    <a:pt x="38555" y="30124"/>
                  </a:cubicBezTo>
                  <a:cubicBezTo>
                    <a:pt x="36364" y="29256"/>
                    <a:pt x="34443" y="28595"/>
                    <a:pt x="32788" y="28140"/>
                  </a:cubicBezTo>
                  <a:cubicBezTo>
                    <a:pt x="30640" y="27520"/>
                    <a:pt x="28576" y="26880"/>
                    <a:pt x="26591" y="26219"/>
                  </a:cubicBezTo>
                  <a:cubicBezTo>
                    <a:pt x="24610" y="25558"/>
                    <a:pt x="22975" y="24773"/>
                    <a:pt x="21694" y="23863"/>
                  </a:cubicBezTo>
                  <a:cubicBezTo>
                    <a:pt x="20413" y="22954"/>
                    <a:pt x="19773" y="21756"/>
                    <a:pt x="19773" y="20268"/>
                  </a:cubicBezTo>
                  <a:cubicBezTo>
                    <a:pt x="19773" y="18781"/>
                    <a:pt x="20413" y="17541"/>
                    <a:pt x="21694" y="16550"/>
                  </a:cubicBezTo>
                  <a:cubicBezTo>
                    <a:pt x="22975" y="15558"/>
                    <a:pt x="24586" y="15062"/>
                    <a:pt x="26531" y="15062"/>
                  </a:cubicBezTo>
                  <a:cubicBezTo>
                    <a:pt x="28842" y="15062"/>
                    <a:pt x="30744" y="15682"/>
                    <a:pt x="32231" y="16921"/>
                  </a:cubicBezTo>
                  <a:cubicBezTo>
                    <a:pt x="33762" y="18161"/>
                    <a:pt x="34916" y="19442"/>
                    <a:pt x="35704" y="20764"/>
                  </a:cubicBezTo>
                  <a:lnTo>
                    <a:pt x="50763" y="14256"/>
                  </a:lnTo>
                  <a:cubicBezTo>
                    <a:pt x="48866" y="9959"/>
                    <a:pt x="45640" y="6508"/>
                    <a:pt x="41097" y="3905"/>
                  </a:cubicBezTo>
                  <a:cubicBezTo>
                    <a:pt x="36591" y="1302"/>
                    <a:pt x="31507" y="0"/>
                    <a:pt x="25847" y="0"/>
                  </a:cubicBezTo>
                  <a:cubicBezTo>
                    <a:pt x="21304" y="0"/>
                    <a:pt x="17251" y="847"/>
                    <a:pt x="13699" y="2541"/>
                  </a:cubicBezTo>
                  <a:cubicBezTo>
                    <a:pt x="10187" y="4235"/>
                    <a:pt x="7398" y="6591"/>
                    <a:pt x="5330" y="9607"/>
                  </a:cubicBezTo>
                  <a:cubicBezTo>
                    <a:pt x="3306" y="12583"/>
                    <a:pt x="2295" y="16033"/>
                    <a:pt x="2295" y="19958"/>
                  </a:cubicBezTo>
                  <a:cubicBezTo>
                    <a:pt x="2295" y="23678"/>
                    <a:pt x="3162" y="26839"/>
                    <a:pt x="4897" y="29442"/>
                  </a:cubicBezTo>
                  <a:cubicBezTo>
                    <a:pt x="6634" y="32045"/>
                    <a:pt x="8886" y="34194"/>
                    <a:pt x="11654" y="35888"/>
                  </a:cubicBezTo>
                  <a:cubicBezTo>
                    <a:pt x="14463" y="37541"/>
                    <a:pt x="17438" y="38843"/>
                    <a:pt x="20580" y="39793"/>
                  </a:cubicBezTo>
                  <a:cubicBezTo>
                    <a:pt x="21944" y="40165"/>
                    <a:pt x="23432" y="40578"/>
                    <a:pt x="25043" y="41033"/>
                  </a:cubicBezTo>
                  <a:cubicBezTo>
                    <a:pt x="26694" y="41487"/>
                    <a:pt x="28265" y="42024"/>
                    <a:pt x="29753" y="42644"/>
                  </a:cubicBezTo>
                  <a:cubicBezTo>
                    <a:pt x="31241" y="43264"/>
                    <a:pt x="32458" y="44008"/>
                    <a:pt x="33409" y="44875"/>
                  </a:cubicBezTo>
                  <a:cubicBezTo>
                    <a:pt x="34359" y="45743"/>
                    <a:pt x="34836" y="46776"/>
                    <a:pt x="34836" y="47975"/>
                  </a:cubicBezTo>
                  <a:cubicBezTo>
                    <a:pt x="34836" y="48925"/>
                    <a:pt x="34506" y="49813"/>
                    <a:pt x="33842" y="50640"/>
                  </a:cubicBezTo>
                  <a:cubicBezTo>
                    <a:pt x="33225" y="51466"/>
                    <a:pt x="32355" y="52148"/>
                    <a:pt x="31241" y="52685"/>
                  </a:cubicBezTo>
                  <a:cubicBezTo>
                    <a:pt x="30123" y="53181"/>
                    <a:pt x="28822" y="53429"/>
                    <a:pt x="27335" y="53429"/>
                  </a:cubicBezTo>
                  <a:cubicBezTo>
                    <a:pt x="24526" y="53429"/>
                    <a:pt x="22088" y="52562"/>
                    <a:pt x="20020" y="50826"/>
                  </a:cubicBezTo>
                  <a:cubicBezTo>
                    <a:pt x="17955" y="49090"/>
                    <a:pt x="16407" y="47252"/>
                    <a:pt x="15373" y="45309"/>
                  </a:cubicBezTo>
                  <a:lnTo>
                    <a:pt x="0" y="52066"/>
                  </a:lnTo>
                  <a:cubicBezTo>
                    <a:pt x="1404" y="55413"/>
                    <a:pt x="3492" y="58346"/>
                    <a:pt x="6261" y="60867"/>
                  </a:cubicBezTo>
                  <a:cubicBezTo>
                    <a:pt x="9029" y="63346"/>
                    <a:pt x="12211" y="65268"/>
                    <a:pt x="15807" y="6663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EA9888B-87E3-16B7-EA2A-C6FC00A56B86}"/>
                </a:ext>
              </a:extLst>
            </p:cNvPr>
            <p:cNvSpPr/>
            <p:nvPr/>
          </p:nvSpPr>
          <p:spPr>
            <a:xfrm>
              <a:off x="1174814" y="346326"/>
              <a:ext cx="96260" cy="67685"/>
            </a:xfrm>
            <a:custGeom>
              <a:avLst/>
              <a:gdLst>
                <a:gd name="connsiteX0" fmla="*/ 0 w 96260"/>
                <a:gd name="connsiteY0" fmla="*/ 67685 h 67685"/>
                <a:gd name="connsiteX1" fmla="*/ 0 w 96260"/>
                <a:gd name="connsiteY1" fmla="*/ 992 h 67685"/>
                <a:gd name="connsiteX2" fmla="*/ 18656 w 96260"/>
                <a:gd name="connsiteY2" fmla="*/ 992 h 67685"/>
                <a:gd name="connsiteX3" fmla="*/ 18656 w 96260"/>
                <a:gd name="connsiteY3" fmla="*/ 9484 h 67685"/>
                <a:gd name="connsiteX4" fmla="*/ 18996 w 96260"/>
                <a:gd name="connsiteY4" fmla="*/ 9484 h 67685"/>
                <a:gd name="connsiteX5" fmla="*/ 23926 w 96260"/>
                <a:gd name="connsiteY5" fmla="*/ 4339 h 67685"/>
                <a:gd name="connsiteX6" fmla="*/ 37128 w 96260"/>
                <a:gd name="connsiteY6" fmla="*/ 0 h 67685"/>
                <a:gd name="connsiteX7" fmla="*/ 47852 w 96260"/>
                <a:gd name="connsiteY7" fmla="*/ 3099 h 67685"/>
                <a:gd name="connsiteX8" fmla="*/ 53385 w 96260"/>
                <a:gd name="connsiteY8" fmla="*/ 9297 h 67685"/>
                <a:gd name="connsiteX9" fmla="*/ 53735 w 96260"/>
                <a:gd name="connsiteY9" fmla="*/ 9297 h 67685"/>
                <a:gd name="connsiteX10" fmla="*/ 61424 w 96260"/>
                <a:gd name="connsiteY10" fmla="*/ 2975 h 67685"/>
                <a:gd name="connsiteX11" fmla="*/ 74256 w 96260"/>
                <a:gd name="connsiteY11" fmla="*/ 0 h 67685"/>
                <a:gd name="connsiteX12" fmla="*/ 85163 w 96260"/>
                <a:gd name="connsiteY12" fmla="*/ 2356 h 67685"/>
                <a:gd name="connsiteX13" fmla="*/ 91857 w 96260"/>
                <a:gd name="connsiteY13" fmla="*/ 8430 h 67685"/>
                <a:gd name="connsiteX14" fmla="*/ 95266 w 96260"/>
                <a:gd name="connsiteY14" fmla="*/ 16612 h 67685"/>
                <a:gd name="connsiteX15" fmla="*/ 96260 w 96260"/>
                <a:gd name="connsiteY15" fmla="*/ 25165 h 67685"/>
                <a:gd name="connsiteX16" fmla="*/ 96260 w 96260"/>
                <a:gd name="connsiteY16" fmla="*/ 67685 h 67685"/>
                <a:gd name="connsiteX17" fmla="*/ 76547 w 96260"/>
                <a:gd name="connsiteY17" fmla="*/ 67685 h 67685"/>
                <a:gd name="connsiteX18" fmla="*/ 76547 w 96260"/>
                <a:gd name="connsiteY18" fmla="*/ 27582 h 67685"/>
                <a:gd name="connsiteX19" fmla="*/ 74256 w 96260"/>
                <a:gd name="connsiteY19" fmla="*/ 19215 h 67685"/>
                <a:gd name="connsiteX20" fmla="*/ 67685 w 96260"/>
                <a:gd name="connsiteY20" fmla="*/ 16240 h 67685"/>
                <a:gd name="connsiteX21" fmla="*/ 62601 w 96260"/>
                <a:gd name="connsiteY21" fmla="*/ 17541 h 67685"/>
                <a:gd name="connsiteX22" fmla="*/ 59132 w 96260"/>
                <a:gd name="connsiteY22" fmla="*/ 21322 h 67685"/>
                <a:gd name="connsiteX23" fmla="*/ 57892 w 96260"/>
                <a:gd name="connsiteY23" fmla="*/ 27582 h 67685"/>
                <a:gd name="connsiteX24" fmla="*/ 57892 w 96260"/>
                <a:gd name="connsiteY24" fmla="*/ 67685 h 67685"/>
                <a:gd name="connsiteX25" fmla="*/ 38305 w 96260"/>
                <a:gd name="connsiteY25" fmla="*/ 67685 h 67685"/>
                <a:gd name="connsiteX26" fmla="*/ 38305 w 96260"/>
                <a:gd name="connsiteY26" fmla="*/ 27582 h 67685"/>
                <a:gd name="connsiteX27" fmla="*/ 36010 w 96260"/>
                <a:gd name="connsiteY27" fmla="*/ 19215 h 67685"/>
                <a:gd name="connsiteX28" fmla="*/ 29379 w 96260"/>
                <a:gd name="connsiteY28" fmla="*/ 16240 h 67685"/>
                <a:gd name="connsiteX29" fmla="*/ 22375 w 96260"/>
                <a:gd name="connsiteY29" fmla="*/ 19153 h 67685"/>
                <a:gd name="connsiteX30" fmla="*/ 19586 w 96260"/>
                <a:gd name="connsiteY30" fmla="*/ 27707 h 67685"/>
                <a:gd name="connsiteX31" fmla="*/ 19586 w 96260"/>
                <a:gd name="connsiteY31" fmla="*/ 67685 h 67685"/>
                <a:gd name="connsiteX32" fmla="*/ 0 w 96260"/>
                <a:gd name="connsiteY32" fmla="*/ 67685 h 6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260" h="67685">
                  <a:moveTo>
                    <a:pt x="0" y="67685"/>
                  </a:moveTo>
                  <a:lnTo>
                    <a:pt x="0" y="992"/>
                  </a:lnTo>
                  <a:lnTo>
                    <a:pt x="18656" y="992"/>
                  </a:lnTo>
                  <a:lnTo>
                    <a:pt x="18656" y="9484"/>
                  </a:lnTo>
                  <a:lnTo>
                    <a:pt x="18996" y="9484"/>
                  </a:lnTo>
                  <a:cubicBezTo>
                    <a:pt x="20457" y="7455"/>
                    <a:pt x="22098" y="5740"/>
                    <a:pt x="23926" y="4339"/>
                  </a:cubicBezTo>
                  <a:cubicBezTo>
                    <a:pt x="27645" y="1446"/>
                    <a:pt x="32044" y="0"/>
                    <a:pt x="37128" y="0"/>
                  </a:cubicBezTo>
                  <a:cubicBezTo>
                    <a:pt x="41341" y="0"/>
                    <a:pt x="44916" y="1033"/>
                    <a:pt x="47852" y="3099"/>
                  </a:cubicBezTo>
                  <a:cubicBezTo>
                    <a:pt x="50113" y="4639"/>
                    <a:pt x="51958" y="6705"/>
                    <a:pt x="53385" y="9297"/>
                  </a:cubicBezTo>
                  <a:lnTo>
                    <a:pt x="53735" y="9297"/>
                  </a:lnTo>
                  <a:cubicBezTo>
                    <a:pt x="55847" y="6606"/>
                    <a:pt x="58412" y="4498"/>
                    <a:pt x="61424" y="2975"/>
                  </a:cubicBezTo>
                  <a:cubicBezTo>
                    <a:pt x="65350" y="992"/>
                    <a:pt x="69626" y="0"/>
                    <a:pt x="74256" y="0"/>
                  </a:cubicBezTo>
                  <a:cubicBezTo>
                    <a:pt x="78675" y="0"/>
                    <a:pt x="82314" y="785"/>
                    <a:pt x="85163" y="2356"/>
                  </a:cubicBezTo>
                  <a:cubicBezTo>
                    <a:pt x="88015" y="3884"/>
                    <a:pt x="90246" y="5909"/>
                    <a:pt x="91857" y="8430"/>
                  </a:cubicBezTo>
                  <a:cubicBezTo>
                    <a:pt x="93468" y="10909"/>
                    <a:pt x="94606" y="13636"/>
                    <a:pt x="95266" y="16612"/>
                  </a:cubicBezTo>
                  <a:cubicBezTo>
                    <a:pt x="95930" y="19545"/>
                    <a:pt x="96260" y="22396"/>
                    <a:pt x="96260" y="25165"/>
                  </a:cubicBezTo>
                  <a:lnTo>
                    <a:pt x="96260" y="67685"/>
                  </a:lnTo>
                  <a:lnTo>
                    <a:pt x="76547" y="67685"/>
                  </a:lnTo>
                  <a:lnTo>
                    <a:pt x="76547" y="27582"/>
                  </a:lnTo>
                  <a:cubicBezTo>
                    <a:pt x="76547" y="23946"/>
                    <a:pt x="75783" y="21157"/>
                    <a:pt x="74256" y="19215"/>
                  </a:cubicBezTo>
                  <a:cubicBezTo>
                    <a:pt x="72768" y="17231"/>
                    <a:pt x="70577" y="16240"/>
                    <a:pt x="67685" y="16240"/>
                  </a:cubicBezTo>
                  <a:cubicBezTo>
                    <a:pt x="65783" y="16240"/>
                    <a:pt x="64089" y="16674"/>
                    <a:pt x="62601" y="17541"/>
                  </a:cubicBezTo>
                  <a:cubicBezTo>
                    <a:pt x="61157" y="18368"/>
                    <a:pt x="60000" y="19628"/>
                    <a:pt x="59132" y="21322"/>
                  </a:cubicBezTo>
                  <a:cubicBezTo>
                    <a:pt x="58305" y="23016"/>
                    <a:pt x="57892" y="25103"/>
                    <a:pt x="57892" y="27582"/>
                  </a:cubicBezTo>
                  <a:lnTo>
                    <a:pt x="57892" y="67685"/>
                  </a:lnTo>
                  <a:lnTo>
                    <a:pt x="38305" y="67685"/>
                  </a:lnTo>
                  <a:lnTo>
                    <a:pt x="38305" y="27582"/>
                  </a:lnTo>
                  <a:cubicBezTo>
                    <a:pt x="38305" y="23946"/>
                    <a:pt x="37541" y="21157"/>
                    <a:pt x="36010" y="19215"/>
                  </a:cubicBezTo>
                  <a:cubicBezTo>
                    <a:pt x="34483" y="17231"/>
                    <a:pt x="32271" y="16240"/>
                    <a:pt x="29379" y="16240"/>
                  </a:cubicBezTo>
                  <a:cubicBezTo>
                    <a:pt x="26571" y="16240"/>
                    <a:pt x="24236" y="17211"/>
                    <a:pt x="22375" y="19153"/>
                  </a:cubicBezTo>
                  <a:cubicBezTo>
                    <a:pt x="20517" y="21053"/>
                    <a:pt x="19586" y="23905"/>
                    <a:pt x="19586" y="27707"/>
                  </a:cubicBezTo>
                  <a:lnTo>
                    <a:pt x="19586" y="67685"/>
                  </a:lnTo>
                  <a:lnTo>
                    <a:pt x="0" y="67685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4FFAB8E-471A-EF7F-A04E-352CBBBE3025}"/>
                </a:ext>
              </a:extLst>
            </p:cNvPr>
            <p:cNvSpPr/>
            <p:nvPr/>
          </p:nvSpPr>
          <p:spPr>
            <a:xfrm>
              <a:off x="1102089" y="347318"/>
              <a:ext cx="65763" cy="67684"/>
            </a:xfrm>
            <a:custGeom>
              <a:avLst/>
              <a:gdLst>
                <a:gd name="connsiteX0" fmla="*/ 24793 w 65763"/>
                <a:gd name="connsiteY0" fmla="*/ 67685 h 67684"/>
                <a:gd name="connsiteX1" fmla="*/ 12275 w 65763"/>
                <a:gd name="connsiteY1" fmla="*/ 64772 h 67684"/>
                <a:gd name="connsiteX2" fmla="*/ 3286 w 65763"/>
                <a:gd name="connsiteY2" fmla="*/ 56094 h 67684"/>
                <a:gd name="connsiteX3" fmla="*/ 0 w 65763"/>
                <a:gd name="connsiteY3" fmla="*/ 41900 h 67684"/>
                <a:gd name="connsiteX4" fmla="*/ 0 w 65763"/>
                <a:gd name="connsiteY4" fmla="*/ 0 h 67684"/>
                <a:gd name="connsiteX5" fmla="*/ 19586 w 65763"/>
                <a:gd name="connsiteY5" fmla="*/ 0 h 67684"/>
                <a:gd name="connsiteX6" fmla="*/ 19586 w 65763"/>
                <a:gd name="connsiteY6" fmla="*/ 39297 h 67684"/>
                <a:gd name="connsiteX7" fmla="*/ 22562 w 65763"/>
                <a:gd name="connsiteY7" fmla="*/ 48098 h 67684"/>
                <a:gd name="connsiteX8" fmla="*/ 29940 w 65763"/>
                <a:gd name="connsiteY8" fmla="*/ 51074 h 67684"/>
                <a:gd name="connsiteX9" fmla="*/ 35580 w 65763"/>
                <a:gd name="connsiteY9" fmla="*/ 49648 h 67684"/>
                <a:gd name="connsiteX10" fmla="*/ 39423 w 65763"/>
                <a:gd name="connsiteY10" fmla="*/ 45619 h 67684"/>
                <a:gd name="connsiteX11" fmla="*/ 40847 w 65763"/>
                <a:gd name="connsiteY11" fmla="*/ 39297 h 67684"/>
                <a:gd name="connsiteX12" fmla="*/ 40847 w 65763"/>
                <a:gd name="connsiteY12" fmla="*/ 0 h 67684"/>
                <a:gd name="connsiteX13" fmla="*/ 60433 w 65763"/>
                <a:gd name="connsiteY13" fmla="*/ 0 h 67684"/>
                <a:gd name="connsiteX14" fmla="*/ 60433 w 65763"/>
                <a:gd name="connsiteY14" fmla="*/ 43326 h 67684"/>
                <a:gd name="connsiteX15" fmla="*/ 61487 w 65763"/>
                <a:gd name="connsiteY15" fmla="*/ 48532 h 67684"/>
                <a:gd name="connsiteX16" fmla="*/ 65763 w 65763"/>
                <a:gd name="connsiteY16" fmla="*/ 51321 h 67684"/>
                <a:gd name="connsiteX17" fmla="*/ 58822 w 65763"/>
                <a:gd name="connsiteY17" fmla="*/ 67685 h 67684"/>
                <a:gd name="connsiteX18" fmla="*/ 48038 w 65763"/>
                <a:gd name="connsiteY18" fmla="*/ 62664 h 67684"/>
                <a:gd name="connsiteX19" fmla="*/ 45437 w 65763"/>
                <a:gd name="connsiteY19" fmla="*/ 59069 h 67684"/>
                <a:gd name="connsiteX20" fmla="*/ 44940 w 65763"/>
                <a:gd name="connsiteY20" fmla="*/ 59069 h 67684"/>
                <a:gd name="connsiteX21" fmla="*/ 39176 w 65763"/>
                <a:gd name="connsiteY21" fmla="*/ 63718 h 67684"/>
                <a:gd name="connsiteX22" fmla="*/ 24793 w 65763"/>
                <a:gd name="connsiteY22" fmla="*/ 67685 h 6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3" h="67684">
                  <a:moveTo>
                    <a:pt x="24793" y="67685"/>
                  </a:moveTo>
                  <a:cubicBezTo>
                    <a:pt x="20207" y="67685"/>
                    <a:pt x="16034" y="66714"/>
                    <a:pt x="12275" y="64772"/>
                  </a:cubicBezTo>
                  <a:cubicBezTo>
                    <a:pt x="8512" y="62788"/>
                    <a:pt x="5517" y="59896"/>
                    <a:pt x="3286" y="56094"/>
                  </a:cubicBezTo>
                  <a:cubicBezTo>
                    <a:pt x="1097" y="52251"/>
                    <a:pt x="0" y="47520"/>
                    <a:pt x="0" y="41900"/>
                  </a:cubicBezTo>
                  <a:lnTo>
                    <a:pt x="0" y="0"/>
                  </a:lnTo>
                  <a:lnTo>
                    <a:pt x="19586" y="0"/>
                  </a:lnTo>
                  <a:lnTo>
                    <a:pt x="19586" y="39297"/>
                  </a:lnTo>
                  <a:cubicBezTo>
                    <a:pt x="19586" y="43140"/>
                    <a:pt x="20580" y="46074"/>
                    <a:pt x="22562" y="48098"/>
                  </a:cubicBezTo>
                  <a:cubicBezTo>
                    <a:pt x="24586" y="50082"/>
                    <a:pt x="27048" y="51074"/>
                    <a:pt x="29940" y="51074"/>
                  </a:cubicBezTo>
                  <a:cubicBezTo>
                    <a:pt x="32088" y="51074"/>
                    <a:pt x="33969" y="50598"/>
                    <a:pt x="35580" y="49648"/>
                  </a:cubicBezTo>
                  <a:cubicBezTo>
                    <a:pt x="37231" y="48698"/>
                    <a:pt x="38512" y="47355"/>
                    <a:pt x="39423" y="45619"/>
                  </a:cubicBezTo>
                  <a:cubicBezTo>
                    <a:pt x="40373" y="43842"/>
                    <a:pt x="40847" y="41735"/>
                    <a:pt x="40847" y="39297"/>
                  </a:cubicBezTo>
                  <a:lnTo>
                    <a:pt x="40847" y="0"/>
                  </a:lnTo>
                  <a:lnTo>
                    <a:pt x="60433" y="0"/>
                  </a:lnTo>
                  <a:lnTo>
                    <a:pt x="60433" y="43326"/>
                  </a:lnTo>
                  <a:cubicBezTo>
                    <a:pt x="60433" y="45722"/>
                    <a:pt x="60787" y="47458"/>
                    <a:pt x="61487" y="48532"/>
                  </a:cubicBezTo>
                  <a:cubicBezTo>
                    <a:pt x="62191" y="49607"/>
                    <a:pt x="63615" y="50537"/>
                    <a:pt x="65763" y="51321"/>
                  </a:cubicBezTo>
                  <a:lnTo>
                    <a:pt x="58822" y="67685"/>
                  </a:lnTo>
                  <a:cubicBezTo>
                    <a:pt x="53906" y="66404"/>
                    <a:pt x="50310" y="64731"/>
                    <a:pt x="48038" y="62664"/>
                  </a:cubicBezTo>
                  <a:cubicBezTo>
                    <a:pt x="46894" y="61623"/>
                    <a:pt x="46027" y="60425"/>
                    <a:pt x="45437" y="59069"/>
                  </a:cubicBezTo>
                  <a:lnTo>
                    <a:pt x="44940" y="59069"/>
                  </a:lnTo>
                  <a:cubicBezTo>
                    <a:pt x="43208" y="60809"/>
                    <a:pt x="41287" y="62359"/>
                    <a:pt x="39176" y="63718"/>
                  </a:cubicBezTo>
                  <a:cubicBezTo>
                    <a:pt x="35000" y="66363"/>
                    <a:pt x="30207" y="67685"/>
                    <a:pt x="24793" y="67685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7857A8-10D7-E1CF-A6B9-B80F830D64E9}"/>
                </a:ext>
              </a:extLst>
            </p:cNvPr>
            <p:cNvSpPr/>
            <p:nvPr/>
          </p:nvSpPr>
          <p:spPr>
            <a:xfrm>
              <a:off x="864689" y="346326"/>
              <a:ext cx="69542" cy="68676"/>
            </a:xfrm>
            <a:custGeom>
              <a:avLst/>
              <a:gdLst>
                <a:gd name="connsiteX0" fmla="*/ 34773 w 69542"/>
                <a:gd name="connsiteY0" fmla="*/ 68677 h 68676"/>
                <a:gd name="connsiteX1" fmla="*/ 17231 w 69542"/>
                <a:gd name="connsiteY1" fmla="*/ 64276 h 68676"/>
                <a:gd name="connsiteX2" fmla="*/ 4646 w 69542"/>
                <a:gd name="connsiteY2" fmla="*/ 52128 h 68676"/>
                <a:gd name="connsiteX3" fmla="*/ 0 w 69542"/>
                <a:gd name="connsiteY3" fmla="*/ 34277 h 68676"/>
                <a:gd name="connsiteX4" fmla="*/ 4646 w 69542"/>
                <a:gd name="connsiteY4" fmla="*/ 16425 h 68676"/>
                <a:gd name="connsiteX5" fmla="*/ 17231 w 69542"/>
                <a:gd name="connsiteY5" fmla="*/ 4339 h 68676"/>
                <a:gd name="connsiteX6" fmla="*/ 34773 w 69542"/>
                <a:gd name="connsiteY6" fmla="*/ 0 h 68676"/>
                <a:gd name="connsiteX7" fmla="*/ 52438 w 69542"/>
                <a:gd name="connsiteY7" fmla="*/ 4339 h 68676"/>
                <a:gd name="connsiteX8" fmla="*/ 64896 w 69542"/>
                <a:gd name="connsiteY8" fmla="*/ 16425 h 68676"/>
                <a:gd name="connsiteX9" fmla="*/ 69543 w 69542"/>
                <a:gd name="connsiteY9" fmla="*/ 34277 h 68676"/>
                <a:gd name="connsiteX10" fmla="*/ 64896 w 69542"/>
                <a:gd name="connsiteY10" fmla="*/ 52128 h 68676"/>
                <a:gd name="connsiteX11" fmla="*/ 52375 w 69542"/>
                <a:gd name="connsiteY11" fmla="*/ 64276 h 68676"/>
                <a:gd name="connsiteX12" fmla="*/ 34773 w 69542"/>
                <a:gd name="connsiteY12" fmla="*/ 68677 h 68676"/>
                <a:gd name="connsiteX13" fmla="*/ 34773 w 69542"/>
                <a:gd name="connsiteY13" fmla="*/ 51941 h 68676"/>
                <a:gd name="connsiteX14" fmla="*/ 43015 w 69542"/>
                <a:gd name="connsiteY14" fmla="*/ 49710 h 68676"/>
                <a:gd name="connsiteX15" fmla="*/ 48779 w 69542"/>
                <a:gd name="connsiteY15" fmla="*/ 43512 h 68676"/>
                <a:gd name="connsiteX16" fmla="*/ 50887 w 69542"/>
                <a:gd name="connsiteY16" fmla="*/ 34277 h 68676"/>
                <a:gd name="connsiteX17" fmla="*/ 48842 w 69542"/>
                <a:gd name="connsiteY17" fmla="*/ 25227 h 68676"/>
                <a:gd name="connsiteX18" fmla="*/ 43202 w 69542"/>
                <a:gd name="connsiteY18" fmla="*/ 19029 h 68676"/>
                <a:gd name="connsiteX19" fmla="*/ 34896 w 69542"/>
                <a:gd name="connsiteY19" fmla="*/ 16735 h 68676"/>
                <a:gd name="connsiteX20" fmla="*/ 26527 w 69542"/>
                <a:gd name="connsiteY20" fmla="*/ 18967 h 68676"/>
                <a:gd name="connsiteX21" fmla="*/ 20764 w 69542"/>
                <a:gd name="connsiteY21" fmla="*/ 25103 h 68676"/>
                <a:gd name="connsiteX22" fmla="*/ 18656 w 69542"/>
                <a:gd name="connsiteY22" fmla="*/ 34277 h 68676"/>
                <a:gd name="connsiteX23" fmla="*/ 20764 w 69542"/>
                <a:gd name="connsiteY23" fmla="*/ 43512 h 68676"/>
                <a:gd name="connsiteX24" fmla="*/ 26591 w 69542"/>
                <a:gd name="connsiteY24" fmla="*/ 49710 h 68676"/>
                <a:gd name="connsiteX25" fmla="*/ 34773 w 69542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2" h="68676">
                  <a:moveTo>
                    <a:pt x="34773" y="68677"/>
                  </a:moveTo>
                  <a:cubicBezTo>
                    <a:pt x="28365" y="68677"/>
                    <a:pt x="22518" y="67210"/>
                    <a:pt x="17231" y="64276"/>
                  </a:cubicBezTo>
                  <a:cubicBezTo>
                    <a:pt x="11981" y="61342"/>
                    <a:pt x="7788" y="57293"/>
                    <a:pt x="4646" y="52128"/>
                  </a:cubicBezTo>
                  <a:cubicBezTo>
                    <a:pt x="1548" y="46962"/>
                    <a:pt x="0" y="41012"/>
                    <a:pt x="0" y="34277"/>
                  </a:cubicBezTo>
                  <a:cubicBezTo>
                    <a:pt x="0" y="27541"/>
                    <a:pt x="1548" y="21591"/>
                    <a:pt x="4646" y="16425"/>
                  </a:cubicBezTo>
                  <a:cubicBezTo>
                    <a:pt x="7788" y="11260"/>
                    <a:pt x="11981" y="7231"/>
                    <a:pt x="17231" y="4339"/>
                  </a:cubicBezTo>
                  <a:cubicBezTo>
                    <a:pt x="22518" y="1446"/>
                    <a:pt x="28365" y="0"/>
                    <a:pt x="34773" y="0"/>
                  </a:cubicBezTo>
                  <a:cubicBezTo>
                    <a:pt x="41301" y="0"/>
                    <a:pt x="47188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3" y="27541"/>
                    <a:pt x="69543" y="34277"/>
                  </a:cubicBezTo>
                  <a:cubicBezTo>
                    <a:pt x="69543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28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79" y="43512"/>
                  </a:cubicBezTo>
                  <a:cubicBezTo>
                    <a:pt x="50183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597" y="20516"/>
                    <a:pt x="43202" y="19029"/>
                  </a:cubicBezTo>
                  <a:cubicBezTo>
                    <a:pt x="40804" y="17500"/>
                    <a:pt x="38035" y="16735"/>
                    <a:pt x="34896" y="16735"/>
                  </a:cubicBezTo>
                  <a:cubicBezTo>
                    <a:pt x="31798" y="16735"/>
                    <a:pt x="29006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08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1A3B92-F6ED-6CA3-8828-421004815FD4}"/>
                </a:ext>
              </a:extLst>
            </p:cNvPr>
            <p:cNvSpPr/>
            <p:nvPr/>
          </p:nvSpPr>
          <p:spPr>
            <a:xfrm>
              <a:off x="790290" y="346264"/>
              <a:ext cx="67004" cy="94771"/>
            </a:xfrm>
            <a:custGeom>
              <a:avLst/>
              <a:gdLst>
                <a:gd name="connsiteX0" fmla="*/ 16427 w 67004"/>
                <a:gd name="connsiteY0" fmla="*/ 92726 h 94771"/>
                <a:gd name="connsiteX1" fmla="*/ 31674 w 67004"/>
                <a:gd name="connsiteY1" fmla="*/ 94771 h 94771"/>
                <a:gd name="connsiteX2" fmla="*/ 45870 w 67004"/>
                <a:gd name="connsiteY2" fmla="*/ 92788 h 94771"/>
                <a:gd name="connsiteX3" fmla="*/ 57024 w 67004"/>
                <a:gd name="connsiteY3" fmla="*/ 86961 h 94771"/>
                <a:gd name="connsiteX4" fmla="*/ 64402 w 67004"/>
                <a:gd name="connsiteY4" fmla="*/ 77292 h 94771"/>
                <a:gd name="connsiteX5" fmla="*/ 67004 w 67004"/>
                <a:gd name="connsiteY5" fmla="*/ 63904 h 94771"/>
                <a:gd name="connsiteX6" fmla="*/ 67004 w 67004"/>
                <a:gd name="connsiteY6" fmla="*/ 992 h 94771"/>
                <a:gd name="connsiteX7" fmla="*/ 49216 w 67004"/>
                <a:gd name="connsiteY7" fmla="*/ 992 h 94771"/>
                <a:gd name="connsiteX8" fmla="*/ 49216 w 67004"/>
                <a:gd name="connsiteY8" fmla="*/ 7500 h 94771"/>
                <a:gd name="connsiteX9" fmla="*/ 48846 w 67004"/>
                <a:gd name="connsiteY9" fmla="*/ 7500 h 94771"/>
                <a:gd name="connsiteX10" fmla="*/ 45000 w 67004"/>
                <a:gd name="connsiteY10" fmla="*/ 4401 h 94771"/>
                <a:gd name="connsiteX11" fmla="*/ 29940 w 67004"/>
                <a:gd name="connsiteY11" fmla="*/ 0 h 94771"/>
                <a:gd name="connsiteX12" fmla="*/ 15620 w 67004"/>
                <a:gd name="connsiteY12" fmla="*/ 3781 h 94771"/>
                <a:gd name="connsiteX13" fmla="*/ 4340 w 67004"/>
                <a:gd name="connsiteY13" fmla="*/ 14938 h 94771"/>
                <a:gd name="connsiteX14" fmla="*/ 0 w 67004"/>
                <a:gd name="connsiteY14" fmla="*/ 33471 h 94771"/>
                <a:gd name="connsiteX15" fmla="*/ 2542 w 67004"/>
                <a:gd name="connsiteY15" fmla="*/ 48037 h 94771"/>
                <a:gd name="connsiteX16" fmla="*/ 9299 w 67004"/>
                <a:gd name="connsiteY16" fmla="*/ 58388 h 94771"/>
                <a:gd name="connsiteX17" fmla="*/ 18782 w 67004"/>
                <a:gd name="connsiteY17" fmla="*/ 64524 h 94771"/>
                <a:gd name="connsiteX18" fmla="*/ 29256 w 67004"/>
                <a:gd name="connsiteY18" fmla="*/ 66507 h 94771"/>
                <a:gd name="connsiteX19" fmla="*/ 44383 w 67004"/>
                <a:gd name="connsiteY19" fmla="*/ 61859 h 94771"/>
                <a:gd name="connsiteX20" fmla="*/ 48299 w 67004"/>
                <a:gd name="connsiteY20" fmla="*/ 58573 h 94771"/>
                <a:gd name="connsiteX21" fmla="*/ 48595 w 67004"/>
                <a:gd name="connsiteY21" fmla="*/ 58573 h 94771"/>
                <a:gd name="connsiteX22" fmla="*/ 48595 w 67004"/>
                <a:gd name="connsiteY22" fmla="*/ 65020 h 94771"/>
                <a:gd name="connsiteX23" fmla="*/ 45497 w 67004"/>
                <a:gd name="connsiteY23" fmla="*/ 72705 h 94771"/>
                <a:gd name="connsiteX24" fmla="*/ 37998 w 67004"/>
                <a:gd name="connsiteY24" fmla="*/ 77044 h 94771"/>
                <a:gd name="connsiteX25" fmla="*/ 29506 w 67004"/>
                <a:gd name="connsiteY25" fmla="*/ 78408 h 94771"/>
                <a:gd name="connsiteX26" fmla="*/ 20083 w 67004"/>
                <a:gd name="connsiteY26" fmla="*/ 76858 h 94771"/>
                <a:gd name="connsiteX27" fmla="*/ 12028 w 67004"/>
                <a:gd name="connsiteY27" fmla="*/ 73263 h 94771"/>
                <a:gd name="connsiteX28" fmla="*/ 5580 w 67004"/>
                <a:gd name="connsiteY28" fmla="*/ 88635 h 94771"/>
                <a:gd name="connsiteX29" fmla="*/ 16427 w 67004"/>
                <a:gd name="connsiteY29" fmla="*/ 92726 h 94771"/>
                <a:gd name="connsiteX30" fmla="*/ 41964 w 67004"/>
                <a:gd name="connsiteY30" fmla="*/ 48346 h 94771"/>
                <a:gd name="connsiteX31" fmla="*/ 34092 w 67004"/>
                <a:gd name="connsiteY31" fmla="*/ 50578 h 94771"/>
                <a:gd name="connsiteX32" fmla="*/ 26344 w 67004"/>
                <a:gd name="connsiteY32" fmla="*/ 48346 h 94771"/>
                <a:gd name="connsiteX33" fmla="*/ 21077 w 67004"/>
                <a:gd name="connsiteY33" fmla="*/ 42086 h 94771"/>
                <a:gd name="connsiteX34" fmla="*/ 19153 w 67004"/>
                <a:gd name="connsiteY34" fmla="*/ 32851 h 94771"/>
                <a:gd name="connsiteX35" fmla="*/ 21077 w 67004"/>
                <a:gd name="connsiteY35" fmla="*/ 23801 h 94771"/>
                <a:gd name="connsiteX36" fmla="*/ 26531 w 67004"/>
                <a:gd name="connsiteY36" fmla="*/ 17913 h 94771"/>
                <a:gd name="connsiteX37" fmla="*/ 34403 w 67004"/>
                <a:gd name="connsiteY37" fmla="*/ 15805 h 94771"/>
                <a:gd name="connsiteX38" fmla="*/ 42151 w 67004"/>
                <a:gd name="connsiteY38" fmla="*/ 17851 h 94771"/>
                <a:gd name="connsiteX39" fmla="*/ 47418 w 67004"/>
                <a:gd name="connsiteY39" fmla="*/ 23739 h 94771"/>
                <a:gd name="connsiteX40" fmla="*/ 49339 w 67004"/>
                <a:gd name="connsiteY40" fmla="*/ 32851 h 94771"/>
                <a:gd name="connsiteX41" fmla="*/ 47358 w 67004"/>
                <a:gd name="connsiteY41" fmla="*/ 42148 h 94771"/>
                <a:gd name="connsiteX42" fmla="*/ 41964 w 67004"/>
                <a:gd name="connsiteY42" fmla="*/ 48346 h 9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7004" h="94771">
                  <a:moveTo>
                    <a:pt x="16427" y="92726"/>
                  </a:moveTo>
                  <a:cubicBezTo>
                    <a:pt x="21054" y="94089"/>
                    <a:pt x="26137" y="94771"/>
                    <a:pt x="31674" y="94771"/>
                  </a:cubicBezTo>
                  <a:cubicBezTo>
                    <a:pt x="36841" y="94771"/>
                    <a:pt x="41571" y="94110"/>
                    <a:pt x="45870" y="92788"/>
                  </a:cubicBezTo>
                  <a:cubicBezTo>
                    <a:pt x="50166" y="91507"/>
                    <a:pt x="53885" y="89565"/>
                    <a:pt x="57024" y="86961"/>
                  </a:cubicBezTo>
                  <a:cubicBezTo>
                    <a:pt x="60206" y="84358"/>
                    <a:pt x="62665" y="81135"/>
                    <a:pt x="64402" y="77292"/>
                  </a:cubicBezTo>
                  <a:cubicBezTo>
                    <a:pt x="66137" y="73449"/>
                    <a:pt x="67004" y="68987"/>
                    <a:pt x="67004" y="63904"/>
                  </a:cubicBezTo>
                  <a:lnTo>
                    <a:pt x="67004" y="992"/>
                  </a:lnTo>
                  <a:lnTo>
                    <a:pt x="49216" y="992"/>
                  </a:lnTo>
                  <a:lnTo>
                    <a:pt x="49216" y="7500"/>
                  </a:lnTo>
                  <a:lnTo>
                    <a:pt x="48846" y="7500"/>
                  </a:lnTo>
                  <a:cubicBezTo>
                    <a:pt x="47661" y="6367"/>
                    <a:pt x="46381" y="5334"/>
                    <a:pt x="45000" y="4401"/>
                  </a:cubicBezTo>
                  <a:cubicBezTo>
                    <a:pt x="40703" y="1467"/>
                    <a:pt x="35684" y="0"/>
                    <a:pt x="29940" y="0"/>
                  </a:cubicBezTo>
                  <a:cubicBezTo>
                    <a:pt x="24980" y="0"/>
                    <a:pt x="20207" y="1260"/>
                    <a:pt x="15620" y="3781"/>
                  </a:cubicBezTo>
                  <a:cubicBezTo>
                    <a:pt x="11034" y="6260"/>
                    <a:pt x="7275" y="9979"/>
                    <a:pt x="4340" y="14938"/>
                  </a:cubicBezTo>
                  <a:cubicBezTo>
                    <a:pt x="1448" y="19855"/>
                    <a:pt x="0" y="26032"/>
                    <a:pt x="0" y="33471"/>
                  </a:cubicBezTo>
                  <a:cubicBezTo>
                    <a:pt x="0" y="39049"/>
                    <a:pt x="847" y="43904"/>
                    <a:pt x="2542" y="48037"/>
                  </a:cubicBezTo>
                  <a:cubicBezTo>
                    <a:pt x="4236" y="52169"/>
                    <a:pt x="6488" y="55619"/>
                    <a:pt x="9299" y="58388"/>
                  </a:cubicBezTo>
                  <a:cubicBezTo>
                    <a:pt x="12151" y="61115"/>
                    <a:pt x="15310" y="63160"/>
                    <a:pt x="18782" y="64524"/>
                  </a:cubicBezTo>
                  <a:cubicBezTo>
                    <a:pt x="22255" y="65846"/>
                    <a:pt x="25744" y="66507"/>
                    <a:pt x="29256" y="66507"/>
                  </a:cubicBezTo>
                  <a:cubicBezTo>
                    <a:pt x="34920" y="66507"/>
                    <a:pt x="39960" y="64958"/>
                    <a:pt x="44383" y="61859"/>
                  </a:cubicBezTo>
                  <a:cubicBezTo>
                    <a:pt x="45780" y="60865"/>
                    <a:pt x="47088" y="59770"/>
                    <a:pt x="48299" y="58573"/>
                  </a:cubicBezTo>
                  <a:lnTo>
                    <a:pt x="48595" y="58573"/>
                  </a:lnTo>
                  <a:lnTo>
                    <a:pt x="48595" y="65020"/>
                  </a:lnTo>
                  <a:cubicBezTo>
                    <a:pt x="48595" y="68201"/>
                    <a:pt x="47565" y="70763"/>
                    <a:pt x="45497" y="72705"/>
                  </a:cubicBezTo>
                  <a:cubicBezTo>
                    <a:pt x="43432" y="74689"/>
                    <a:pt x="40930" y="76135"/>
                    <a:pt x="37998" y="77044"/>
                  </a:cubicBezTo>
                  <a:cubicBezTo>
                    <a:pt x="35063" y="77954"/>
                    <a:pt x="32231" y="78408"/>
                    <a:pt x="29506" y="78408"/>
                  </a:cubicBezTo>
                  <a:cubicBezTo>
                    <a:pt x="26324" y="78408"/>
                    <a:pt x="23182" y="77891"/>
                    <a:pt x="20083" y="76858"/>
                  </a:cubicBezTo>
                  <a:cubicBezTo>
                    <a:pt x="17025" y="75866"/>
                    <a:pt x="14339" y="74668"/>
                    <a:pt x="12028" y="73263"/>
                  </a:cubicBezTo>
                  <a:lnTo>
                    <a:pt x="5580" y="88635"/>
                  </a:lnTo>
                  <a:cubicBezTo>
                    <a:pt x="8225" y="90040"/>
                    <a:pt x="11841" y="91404"/>
                    <a:pt x="16427" y="92726"/>
                  </a:cubicBezTo>
                  <a:close/>
                  <a:moveTo>
                    <a:pt x="41964" y="48346"/>
                  </a:moveTo>
                  <a:cubicBezTo>
                    <a:pt x="39693" y="49834"/>
                    <a:pt x="37068" y="50578"/>
                    <a:pt x="34092" y="50578"/>
                  </a:cubicBezTo>
                  <a:cubicBezTo>
                    <a:pt x="31157" y="50578"/>
                    <a:pt x="28575" y="49834"/>
                    <a:pt x="26344" y="48346"/>
                  </a:cubicBezTo>
                  <a:cubicBezTo>
                    <a:pt x="24113" y="46817"/>
                    <a:pt x="22358" y="44731"/>
                    <a:pt x="21077" y="42086"/>
                  </a:cubicBezTo>
                  <a:cubicBezTo>
                    <a:pt x="19796" y="39400"/>
                    <a:pt x="19153" y="36322"/>
                    <a:pt x="19153" y="32851"/>
                  </a:cubicBezTo>
                  <a:cubicBezTo>
                    <a:pt x="19153" y="29380"/>
                    <a:pt x="19796" y="26363"/>
                    <a:pt x="21077" y="23801"/>
                  </a:cubicBezTo>
                  <a:cubicBezTo>
                    <a:pt x="22398" y="21239"/>
                    <a:pt x="24216" y="19276"/>
                    <a:pt x="26531" y="17913"/>
                  </a:cubicBezTo>
                  <a:cubicBezTo>
                    <a:pt x="28846" y="16508"/>
                    <a:pt x="31467" y="15805"/>
                    <a:pt x="34403" y="15805"/>
                  </a:cubicBezTo>
                  <a:cubicBezTo>
                    <a:pt x="37335" y="15805"/>
                    <a:pt x="39920" y="16487"/>
                    <a:pt x="42151" y="17851"/>
                  </a:cubicBezTo>
                  <a:cubicBezTo>
                    <a:pt x="44383" y="19215"/>
                    <a:pt x="46137" y="21177"/>
                    <a:pt x="47418" y="23739"/>
                  </a:cubicBezTo>
                  <a:cubicBezTo>
                    <a:pt x="48699" y="26260"/>
                    <a:pt x="49339" y="29297"/>
                    <a:pt x="49339" y="32851"/>
                  </a:cubicBezTo>
                  <a:cubicBezTo>
                    <a:pt x="49339" y="36363"/>
                    <a:pt x="48679" y="39462"/>
                    <a:pt x="47358" y="42148"/>
                  </a:cubicBezTo>
                  <a:cubicBezTo>
                    <a:pt x="46034" y="44793"/>
                    <a:pt x="44236" y="46859"/>
                    <a:pt x="41964" y="48346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DC14588-3D92-4087-F4E0-ECDB89EFAC50}"/>
                </a:ext>
              </a:extLst>
            </p:cNvPr>
            <p:cNvSpPr/>
            <p:nvPr/>
          </p:nvSpPr>
          <p:spPr>
            <a:xfrm>
              <a:off x="715771" y="346326"/>
              <a:ext cx="69545" cy="68676"/>
            </a:xfrm>
            <a:custGeom>
              <a:avLst/>
              <a:gdLst>
                <a:gd name="connsiteX0" fmla="*/ 34773 w 69545"/>
                <a:gd name="connsiteY0" fmla="*/ 68677 h 68676"/>
                <a:gd name="connsiteX1" fmla="*/ 17231 w 69545"/>
                <a:gd name="connsiteY1" fmla="*/ 64276 h 68676"/>
                <a:gd name="connsiteX2" fmla="*/ 4650 w 69545"/>
                <a:gd name="connsiteY2" fmla="*/ 52128 h 68676"/>
                <a:gd name="connsiteX3" fmla="*/ 0 w 69545"/>
                <a:gd name="connsiteY3" fmla="*/ 34277 h 68676"/>
                <a:gd name="connsiteX4" fmla="*/ 4650 w 69545"/>
                <a:gd name="connsiteY4" fmla="*/ 16425 h 68676"/>
                <a:gd name="connsiteX5" fmla="*/ 17231 w 69545"/>
                <a:gd name="connsiteY5" fmla="*/ 4339 h 68676"/>
                <a:gd name="connsiteX6" fmla="*/ 34773 w 69545"/>
                <a:gd name="connsiteY6" fmla="*/ 0 h 68676"/>
                <a:gd name="connsiteX7" fmla="*/ 52438 w 69545"/>
                <a:gd name="connsiteY7" fmla="*/ 4339 h 68676"/>
                <a:gd name="connsiteX8" fmla="*/ 64896 w 69545"/>
                <a:gd name="connsiteY8" fmla="*/ 16425 h 68676"/>
                <a:gd name="connsiteX9" fmla="*/ 69546 w 69545"/>
                <a:gd name="connsiteY9" fmla="*/ 34277 h 68676"/>
                <a:gd name="connsiteX10" fmla="*/ 64896 w 69545"/>
                <a:gd name="connsiteY10" fmla="*/ 52128 h 68676"/>
                <a:gd name="connsiteX11" fmla="*/ 52375 w 69545"/>
                <a:gd name="connsiteY11" fmla="*/ 64276 h 68676"/>
                <a:gd name="connsiteX12" fmla="*/ 34773 w 69545"/>
                <a:gd name="connsiteY12" fmla="*/ 68677 h 68676"/>
                <a:gd name="connsiteX13" fmla="*/ 34773 w 69545"/>
                <a:gd name="connsiteY13" fmla="*/ 51941 h 68676"/>
                <a:gd name="connsiteX14" fmla="*/ 43015 w 69545"/>
                <a:gd name="connsiteY14" fmla="*/ 49710 h 68676"/>
                <a:gd name="connsiteX15" fmla="*/ 48782 w 69545"/>
                <a:gd name="connsiteY15" fmla="*/ 43512 h 68676"/>
                <a:gd name="connsiteX16" fmla="*/ 50887 w 69545"/>
                <a:gd name="connsiteY16" fmla="*/ 34277 h 68676"/>
                <a:gd name="connsiteX17" fmla="*/ 48842 w 69545"/>
                <a:gd name="connsiteY17" fmla="*/ 25227 h 68676"/>
                <a:gd name="connsiteX18" fmla="*/ 43202 w 69545"/>
                <a:gd name="connsiteY18" fmla="*/ 19029 h 68676"/>
                <a:gd name="connsiteX19" fmla="*/ 34896 w 69545"/>
                <a:gd name="connsiteY19" fmla="*/ 16735 h 68676"/>
                <a:gd name="connsiteX20" fmla="*/ 26527 w 69545"/>
                <a:gd name="connsiteY20" fmla="*/ 18967 h 68676"/>
                <a:gd name="connsiteX21" fmla="*/ 20764 w 69545"/>
                <a:gd name="connsiteY21" fmla="*/ 25103 h 68676"/>
                <a:gd name="connsiteX22" fmla="*/ 18656 w 69545"/>
                <a:gd name="connsiteY22" fmla="*/ 34277 h 68676"/>
                <a:gd name="connsiteX23" fmla="*/ 20764 w 69545"/>
                <a:gd name="connsiteY23" fmla="*/ 43512 h 68676"/>
                <a:gd name="connsiteX24" fmla="*/ 26591 w 69545"/>
                <a:gd name="connsiteY24" fmla="*/ 49710 h 68676"/>
                <a:gd name="connsiteX25" fmla="*/ 34773 w 69545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5" h="68676">
                  <a:moveTo>
                    <a:pt x="34773" y="68677"/>
                  </a:moveTo>
                  <a:cubicBezTo>
                    <a:pt x="28369" y="68677"/>
                    <a:pt x="22522" y="67210"/>
                    <a:pt x="17231" y="64276"/>
                  </a:cubicBezTo>
                  <a:cubicBezTo>
                    <a:pt x="11985" y="61342"/>
                    <a:pt x="7788" y="57293"/>
                    <a:pt x="4650" y="52128"/>
                  </a:cubicBezTo>
                  <a:cubicBezTo>
                    <a:pt x="1551" y="46962"/>
                    <a:pt x="0" y="41012"/>
                    <a:pt x="0" y="34277"/>
                  </a:cubicBezTo>
                  <a:cubicBezTo>
                    <a:pt x="0" y="27541"/>
                    <a:pt x="1551" y="21591"/>
                    <a:pt x="4650" y="16425"/>
                  </a:cubicBezTo>
                  <a:cubicBezTo>
                    <a:pt x="7788" y="11260"/>
                    <a:pt x="11985" y="7231"/>
                    <a:pt x="17231" y="4339"/>
                  </a:cubicBezTo>
                  <a:cubicBezTo>
                    <a:pt x="22522" y="1446"/>
                    <a:pt x="28369" y="0"/>
                    <a:pt x="34773" y="0"/>
                  </a:cubicBezTo>
                  <a:cubicBezTo>
                    <a:pt x="41301" y="0"/>
                    <a:pt x="47191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6" y="27541"/>
                    <a:pt x="69546" y="34277"/>
                  </a:cubicBezTo>
                  <a:cubicBezTo>
                    <a:pt x="69546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32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82" y="43512"/>
                  </a:cubicBezTo>
                  <a:cubicBezTo>
                    <a:pt x="50186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600" y="20516"/>
                    <a:pt x="43202" y="19029"/>
                  </a:cubicBezTo>
                  <a:cubicBezTo>
                    <a:pt x="40807" y="17500"/>
                    <a:pt x="38035" y="16735"/>
                    <a:pt x="34896" y="16735"/>
                  </a:cubicBezTo>
                  <a:cubicBezTo>
                    <a:pt x="31798" y="16735"/>
                    <a:pt x="29009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11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843A753-86A8-789D-3F47-FA37295224F1}"/>
                </a:ext>
              </a:extLst>
            </p:cNvPr>
            <p:cNvSpPr/>
            <p:nvPr/>
          </p:nvSpPr>
          <p:spPr>
            <a:xfrm>
              <a:off x="662820" y="322649"/>
              <a:ext cx="53244" cy="91362"/>
            </a:xfrm>
            <a:custGeom>
              <a:avLst/>
              <a:gdLst>
                <a:gd name="connsiteX0" fmla="*/ 0 w 53244"/>
                <a:gd name="connsiteY0" fmla="*/ 0 h 91362"/>
                <a:gd name="connsiteX1" fmla="*/ 0 w 53244"/>
                <a:gd name="connsiteY1" fmla="*/ 91362 h 91362"/>
                <a:gd name="connsiteX2" fmla="*/ 53244 w 53244"/>
                <a:gd name="connsiteY2" fmla="*/ 91362 h 91362"/>
                <a:gd name="connsiteX3" fmla="*/ 53244 w 53244"/>
                <a:gd name="connsiteY3" fmla="*/ 73263 h 91362"/>
                <a:gd name="connsiteX4" fmla="*/ 20330 w 53244"/>
                <a:gd name="connsiteY4" fmla="*/ 73263 h 91362"/>
                <a:gd name="connsiteX5" fmla="*/ 20330 w 53244"/>
                <a:gd name="connsiteY5" fmla="*/ 0 h 91362"/>
                <a:gd name="connsiteX6" fmla="*/ 0 w 53244"/>
                <a:gd name="connsiteY6" fmla="*/ 0 h 9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44" h="91362">
                  <a:moveTo>
                    <a:pt x="0" y="0"/>
                  </a:moveTo>
                  <a:lnTo>
                    <a:pt x="0" y="91362"/>
                  </a:lnTo>
                  <a:lnTo>
                    <a:pt x="53244" y="91362"/>
                  </a:lnTo>
                  <a:lnTo>
                    <a:pt x="53244" y="73263"/>
                  </a:lnTo>
                  <a:lnTo>
                    <a:pt x="20330" y="73263"/>
                  </a:lnTo>
                  <a:lnTo>
                    <a:pt x="20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30F8531-FFEC-0B16-8FDD-1611D27FB29B}"/>
              </a:ext>
            </a:extLst>
          </p:cNvPr>
          <p:cNvGrpSpPr/>
          <p:nvPr/>
        </p:nvGrpSpPr>
        <p:grpSpPr>
          <a:xfrm>
            <a:off x="685800" y="2525279"/>
            <a:ext cx="7620000" cy="1807443"/>
            <a:chOff x="685800" y="2644170"/>
            <a:chExt cx="7620000" cy="18074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491C019-990A-3CF3-D0E4-19737C7820C5}"/>
                </a:ext>
              </a:extLst>
            </p:cNvPr>
            <p:cNvSpPr txBox="1"/>
            <p:nvPr/>
          </p:nvSpPr>
          <p:spPr>
            <a:xfrm>
              <a:off x="685800" y="2644170"/>
              <a:ext cx="7620000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600" b="1" dirty="0">
                  <a:solidFill>
                    <a:schemeClr val="bg2"/>
                  </a:solidFill>
                  <a:latin typeface="+mj-lt"/>
                </a:rPr>
                <a:t>Elevate Pitch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31D73A-A997-94A5-EBDA-792149E03A44}"/>
                </a:ext>
              </a:extLst>
            </p:cNvPr>
            <p:cNvSpPr txBox="1"/>
            <p:nvPr/>
          </p:nvSpPr>
          <p:spPr>
            <a:xfrm>
              <a:off x="777241" y="4113059"/>
              <a:ext cx="321373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dirty="0">
                  <a:solidFill>
                    <a:schemeClr val="bg2"/>
                  </a:solidFill>
                </a:rPr>
                <a:t>Presentation Template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34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51B4-BECA-82AA-CE15-2D5BBC34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D4D869-ED3D-6494-E993-88115C3CAEAE}"/>
              </a:ext>
            </a:extLst>
          </p:cNvPr>
          <p:cNvSpPr/>
          <p:nvPr/>
        </p:nvSpPr>
        <p:spPr>
          <a:xfrm>
            <a:off x="4647656" y="2823443"/>
            <a:ext cx="4750451" cy="6155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3E3BB-1BF7-DB40-A9BB-DCFCC0CB3ABF}"/>
              </a:ext>
            </a:extLst>
          </p:cNvPr>
          <p:cNvSpPr txBox="1"/>
          <p:nvPr/>
        </p:nvSpPr>
        <p:spPr>
          <a:xfrm>
            <a:off x="4897133" y="2978892"/>
            <a:ext cx="2049261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 and Solution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0C70D66B-9FE4-396C-D4D9-91FE631B9D5E}"/>
              </a:ext>
            </a:extLst>
          </p:cNvPr>
          <p:cNvSpPr/>
          <p:nvPr/>
        </p:nvSpPr>
        <p:spPr>
          <a:xfrm>
            <a:off x="8740496" y="3038740"/>
            <a:ext cx="185005" cy="184994"/>
          </a:xfrm>
          <a:custGeom>
            <a:avLst/>
            <a:gdLst>
              <a:gd name="connsiteX0" fmla="*/ 150318 w 185005"/>
              <a:gd name="connsiteY0" fmla="*/ 0 h 184994"/>
              <a:gd name="connsiteX1" fmla="*/ 80942 w 185005"/>
              <a:gd name="connsiteY1" fmla="*/ 0 h 184994"/>
              <a:gd name="connsiteX2" fmla="*/ 69380 w 185005"/>
              <a:gd name="connsiteY2" fmla="*/ 11563 h 184994"/>
              <a:gd name="connsiteX3" fmla="*/ 80942 w 185005"/>
              <a:gd name="connsiteY3" fmla="*/ 23125 h 184994"/>
              <a:gd name="connsiteX4" fmla="*/ 145531 w 185005"/>
              <a:gd name="connsiteY4" fmla="*/ 23125 h 184994"/>
              <a:gd name="connsiteX5" fmla="*/ 3388 w 185005"/>
              <a:gd name="connsiteY5" fmla="*/ 165261 h 184994"/>
              <a:gd name="connsiteX6" fmla="*/ 3388 w 185005"/>
              <a:gd name="connsiteY6" fmla="*/ 181610 h 184994"/>
              <a:gd name="connsiteX7" fmla="*/ 11566 w 185005"/>
              <a:gd name="connsiteY7" fmla="*/ 184994 h 184994"/>
              <a:gd name="connsiteX8" fmla="*/ 19745 w 185005"/>
              <a:gd name="connsiteY8" fmla="*/ 181610 h 184994"/>
              <a:gd name="connsiteX9" fmla="*/ 161881 w 185005"/>
              <a:gd name="connsiteY9" fmla="*/ 39475 h 184994"/>
              <a:gd name="connsiteX10" fmla="*/ 161881 w 185005"/>
              <a:gd name="connsiteY10" fmla="*/ 104064 h 184994"/>
              <a:gd name="connsiteX11" fmla="*/ 173443 w 185005"/>
              <a:gd name="connsiteY11" fmla="*/ 115626 h 184994"/>
              <a:gd name="connsiteX12" fmla="*/ 185006 w 185005"/>
              <a:gd name="connsiteY12" fmla="*/ 104064 h 184994"/>
              <a:gd name="connsiteX13" fmla="*/ 185006 w 185005"/>
              <a:gd name="connsiteY13" fmla="*/ 34688 h 184994"/>
              <a:gd name="connsiteX14" fmla="*/ 150318 w 185005"/>
              <a:gd name="connsiteY14" fmla="*/ 0 h 18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5005" h="184994">
                <a:moveTo>
                  <a:pt x="150318" y="0"/>
                </a:moveTo>
                <a:lnTo>
                  <a:pt x="80942" y="0"/>
                </a:lnTo>
                <a:cubicBezTo>
                  <a:pt x="74560" y="0"/>
                  <a:pt x="69380" y="5172"/>
                  <a:pt x="69380" y="11563"/>
                </a:cubicBezTo>
                <a:cubicBezTo>
                  <a:pt x="69380" y="17953"/>
                  <a:pt x="74560" y="23125"/>
                  <a:pt x="80942" y="23125"/>
                </a:cubicBezTo>
                <a:lnTo>
                  <a:pt x="145531" y="23125"/>
                </a:lnTo>
                <a:lnTo>
                  <a:pt x="3388" y="165261"/>
                </a:lnTo>
                <a:cubicBezTo>
                  <a:pt x="-1129" y="169770"/>
                  <a:pt x="-1129" y="177101"/>
                  <a:pt x="3388" y="181610"/>
                </a:cubicBezTo>
                <a:cubicBezTo>
                  <a:pt x="5646" y="183869"/>
                  <a:pt x="8606" y="184994"/>
                  <a:pt x="11566" y="184994"/>
                </a:cubicBezTo>
                <a:cubicBezTo>
                  <a:pt x="14527" y="184994"/>
                  <a:pt x="17487" y="183869"/>
                  <a:pt x="19745" y="181610"/>
                </a:cubicBezTo>
                <a:lnTo>
                  <a:pt x="161881" y="39475"/>
                </a:lnTo>
                <a:lnTo>
                  <a:pt x="161881" y="104064"/>
                </a:lnTo>
                <a:cubicBezTo>
                  <a:pt x="161881" y="110454"/>
                  <a:pt x="167061" y="115626"/>
                  <a:pt x="173443" y="115626"/>
                </a:cubicBezTo>
                <a:cubicBezTo>
                  <a:pt x="179826" y="115626"/>
                  <a:pt x="185006" y="110454"/>
                  <a:pt x="185006" y="104064"/>
                </a:cubicBezTo>
                <a:lnTo>
                  <a:pt x="185006" y="34688"/>
                </a:lnTo>
                <a:cubicBezTo>
                  <a:pt x="185006" y="15563"/>
                  <a:pt x="169443" y="0"/>
                  <a:pt x="15031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7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D6BF10-36D9-6727-44B1-662B31912BCC}"/>
              </a:ext>
            </a:extLst>
          </p:cNvPr>
          <p:cNvSpPr/>
          <p:nvPr/>
        </p:nvSpPr>
        <p:spPr>
          <a:xfrm>
            <a:off x="5120261" y="3642472"/>
            <a:ext cx="4750451" cy="61559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785AD7-ECC2-1D18-5D6A-48FF975CBB79}"/>
              </a:ext>
            </a:extLst>
          </p:cNvPr>
          <p:cNvSpPr txBox="1"/>
          <p:nvPr/>
        </p:nvSpPr>
        <p:spPr>
          <a:xfrm>
            <a:off x="5369737" y="3814430"/>
            <a:ext cx="2049261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Market Opportunity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F23A124E-91FF-16B8-99FC-0888B2C3D063}"/>
              </a:ext>
            </a:extLst>
          </p:cNvPr>
          <p:cNvSpPr/>
          <p:nvPr/>
        </p:nvSpPr>
        <p:spPr>
          <a:xfrm>
            <a:off x="9213101" y="3874278"/>
            <a:ext cx="185005" cy="184994"/>
          </a:xfrm>
          <a:custGeom>
            <a:avLst/>
            <a:gdLst>
              <a:gd name="connsiteX0" fmla="*/ 150318 w 185005"/>
              <a:gd name="connsiteY0" fmla="*/ 0 h 184994"/>
              <a:gd name="connsiteX1" fmla="*/ 80942 w 185005"/>
              <a:gd name="connsiteY1" fmla="*/ 0 h 184994"/>
              <a:gd name="connsiteX2" fmla="*/ 69380 w 185005"/>
              <a:gd name="connsiteY2" fmla="*/ 11563 h 184994"/>
              <a:gd name="connsiteX3" fmla="*/ 80942 w 185005"/>
              <a:gd name="connsiteY3" fmla="*/ 23125 h 184994"/>
              <a:gd name="connsiteX4" fmla="*/ 145531 w 185005"/>
              <a:gd name="connsiteY4" fmla="*/ 23125 h 184994"/>
              <a:gd name="connsiteX5" fmla="*/ 3388 w 185005"/>
              <a:gd name="connsiteY5" fmla="*/ 165261 h 184994"/>
              <a:gd name="connsiteX6" fmla="*/ 3388 w 185005"/>
              <a:gd name="connsiteY6" fmla="*/ 181610 h 184994"/>
              <a:gd name="connsiteX7" fmla="*/ 11566 w 185005"/>
              <a:gd name="connsiteY7" fmla="*/ 184994 h 184994"/>
              <a:gd name="connsiteX8" fmla="*/ 19745 w 185005"/>
              <a:gd name="connsiteY8" fmla="*/ 181610 h 184994"/>
              <a:gd name="connsiteX9" fmla="*/ 161881 w 185005"/>
              <a:gd name="connsiteY9" fmla="*/ 39475 h 184994"/>
              <a:gd name="connsiteX10" fmla="*/ 161881 w 185005"/>
              <a:gd name="connsiteY10" fmla="*/ 104064 h 184994"/>
              <a:gd name="connsiteX11" fmla="*/ 173443 w 185005"/>
              <a:gd name="connsiteY11" fmla="*/ 115626 h 184994"/>
              <a:gd name="connsiteX12" fmla="*/ 185006 w 185005"/>
              <a:gd name="connsiteY12" fmla="*/ 104064 h 184994"/>
              <a:gd name="connsiteX13" fmla="*/ 185006 w 185005"/>
              <a:gd name="connsiteY13" fmla="*/ 34688 h 184994"/>
              <a:gd name="connsiteX14" fmla="*/ 150318 w 185005"/>
              <a:gd name="connsiteY14" fmla="*/ 0 h 18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5005" h="184994">
                <a:moveTo>
                  <a:pt x="150318" y="0"/>
                </a:moveTo>
                <a:lnTo>
                  <a:pt x="80942" y="0"/>
                </a:lnTo>
                <a:cubicBezTo>
                  <a:pt x="74560" y="0"/>
                  <a:pt x="69380" y="5172"/>
                  <a:pt x="69380" y="11563"/>
                </a:cubicBezTo>
                <a:cubicBezTo>
                  <a:pt x="69380" y="17953"/>
                  <a:pt x="74560" y="23125"/>
                  <a:pt x="80942" y="23125"/>
                </a:cubicBezTo>
                <a:lnTo>
                  <a:pt x="145531" y="23125"/>
                </a:lnTo>
                <a:lnTo>
                  <a:pt x="3388" y="165261"/>
                </a:lnTo>
                <a:cubicBezTo>
                  <a:pt x="-1129" y="169770"/>
                  <a:pt x="-1129" y="177101"/>
                  <a:pt x="3388" y="181610"/>
                </a:cubicBezTo>
                <a:cubicBezTo>
                  <a:pt x="5646" y="183869"/>
                  <a:pt x="8606" y="184994"/>
                  <a:pt x="11566" y="184994"/>
                </a:cubicBezTo>
                <a:cubicBezTo>
                  <a:pt x="14527" y="184994"/>
                  <a:pt x="17487" y="183869"/>
                  <a:pt x="19745" y="181610"/>
                </a:cubicBezTo>
                <a:lnTo>
                  <a:pt x="161881" y="39475"/>
                </a:lnTo>
                <a:lnTo>
                  <a:pt x="161881" y="104064"/>
                </a:lnTo>
                <a:cubicBezTo>
                  <a:pt x="161881" y="110454"/>
                  <a:pt x="167061" y="115626"/>
                  <a:pt x="173443" y="115626"/>
                </a:cubicBezTo>
                <a:cubicBezTo>
                  <a:pt x="179826" y="115626"/>
                  <a:pt x="185006" y="110454"/>
                  <a:pt x="185006" y="104064"/>
                </a:cubicBezTo>
                <a:lnTo>
                  <a:pt x="185006" y="34688"/>
                </a:lnTo>
                <a:cubicBezTo>
                  <a:pt x="185006" y="15563"/>
                  <a:pt x="169443" y="0"/>
                  <a:pt x="150318" y="0"/>
                </a:cubicBezTo>
                <a:close/>
              </a:path>
            </a:pathLst>
          </a:custGeom>
          <a:solidFill>
            <a:schemeClr val="bg1"/>
          </a:solidFill>
          <a:ln w="7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C36B85-EB70-E2EE-B0B0-3DA0F6ABB234}"/>
              </a:ext>
            </a:extLst>
          </p:cNvPr>
          <p:cNvSpPr/>
          <p:nvPr/>
        </p:nvSpPr>
        <p:spPr>
          <a:xfrm>
            <a:off x="4647656" y="4459996"/>
            <a:ext cx="4750451" cy="6155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C195C3-FBE4-C029-696B-D077D56C8C27}"/>
              </a:ext>
            </a:extLst>
          </p:cNvPr>
          <p:cNvSpPr txBox="1"/>
          <p:nvPr/>
        </p:nvSpPr>
        <p:spPr>
          <a:xfrm>
            <a:off x="4897132" y="4615446"/>
            <a:ext cx="2049261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Model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" name="Graphic 21">
            <a:extLst>
              <a:ext uri="{FF2B5EF4-FFF2-40B4-BE49-F238E27FC236}">
                <a16:creationId xmlns:a16="http://schemas.microsoft.com/office/drawing/2014/main" id="{28E81BF6-C363-0664-1402-F239AFB381F7}"/>
              </a:ext>
            </a:extLst>
          </p:cNvPr>
          <p:cNvSpPr/>
          <p:nvPr/>
        </p:nvSpPr>
        <p:spPr>
          <a:xfrm>
            <a:off x="8740496" y="4675294"/>
            <a:ext cx="185005" cy="184994"/>
          </a:xfrm>
          <a:custGeom>
            <a:avLst/>
            <a:gdLst>
              <a:gd name="connsiteX0" fmla="*/ 150318 w 185005"/>
              <a:gd name="connsiteY0" fmla="*/ 0 h 184994"/>
              <a:gd name="connsiteX1" fmla="*/ 80942 w 185005"/>
              <a:gd name="connsiteY1" fmla="*/ 0 h 184994"/>
              <a:gd name="connsiteX2" fmla="*/ 69380 w 185005"/>
              <a:gd name="connsiteY2" fmla="*/ 11563 h 184994"/>
              <a:gd name="connsiteX3" fmla="*/ 80942 w 185005"/>
              <a:gd name="connsiteY3" fmla="*/ 23125 h 184994"/>
              <a:gd name="connsiteX4" fmla="*/ 145531 w 185005"/>
              <a:gd name="connsiteY4" fmla="*/ 23125 h 184994"/>
              <a:gd name="connsiteX5" fmla="*/ 3388 w 185005"/>
              <a:gd name="connsiteY5" fmla="*/ 165261 h 184994"/>
              <a:gd name="connsiteX6" fmla="*/ 3388 w 185005"/>
              <a:gd name="connsiteY6" fmla="*/ 181610 h 184994"/>
              <a:gd name="connsiteX7" fmla="*/ 11566 w 185005"/>
              <a:gd name="connsiteY7" fmla="*/ 184994 h 184994"/>
              <a:gd name="connsiteX8" fmla="*/ 19745 w 185005"/>
              <a:gd name="connsiteY8" fmla="*/ 181610 h 184994"/>
              <a:gd name="connsiteX9" fmla="*/ 161881 w 185005"/>
              <a:gd name="connsiteY9" fmla="*/ 39475 h 184994"/>
              <a:gd name="connsiteX10" fmla="*/ 161881 w 185005"/>
              <a:gd name="connsiteY10" fmla="*/ 104064 h 184994"/>
              <a:gd name="connsiteX11" fmla="*/ 173443 w 185005"/>
              <a:gd name="connsiteY11" fmla="*/ 115626 h 184994"/>
              <a:gd name="connsiteX12" fmla="*/ 185006 w 185005"/>
              <a:gd name="connsiteY12" fmla="*/ 104064 h 184994"/>
              <a:gd name="connsiteX13" fmla="*/ 185006 w 185005"/>
              <a:gd name="connsiteY13" fmla="*/ 34688 h 184994"/>
              <a:gd name="connsiteX14" fmla="*/ 150318 w 185005"/>
              <a:gd name="connsiteY14" fmla="*/ 0 h 18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5005" h="184994">
                <a:moveTo>
                  <a:pt x="150318" y="0"/>
                </a:moveTo>
                <a:lnTo>
                  <a:pt x="80942" y="0"/>
                </a:lnTo>
                <a:cubicBezTo>
                  <a:pt x="74560" y="0"/>
                  <a:pt x="69380" y="5172"/>
                  <a:pt x="69380" y="11563"/>
                </a:cubicBezTo>
                <a:cubicBezTo>
                  <a:pt x="69380" y="17953"/>
                  <a:pt x="74560" y="23125"/>
                  <a:pt x="80942" y="23125"/>
                </a:cubicBezTo>
                <a:lnTo>
                  <a:pt x="145531" y="23125"/>
                </a:lnTo>
                <a:lnTo>
                  <a:pt x="3388" y="165261"/>
                </a:lnTo>
                <a:cubicBezTo>
                  <a:pt x="-1129" y="169770"/>
                  <a:pt x="-1129" y="177101"/>
                  <a:pt x="3388" y="181610"/>
                </a:cubicBezTo>
                <a:cubicBezTo>
                  <a:pt x="5646" y="183869"/>
                  <a:pt x="8606" y="184994"/>
                  <a:pt x="11566" y="184994"/>
                </a:cubicBezTo>
                <a:cubicBezTo>
                  <a:pt x="14527" y="184994"/>
                  <a:pt x="17487" y="183869"/>
                  <a:pt x="19745" y="181610"/>
                </a:cubicBezTo>
                <a:lnTo>
                  <a:pt x="161881" y="39475"/>
                </a:lnTo>
                <a:lnTo>
                  <a:pt x="161881" y="104064"/>
                </a:lnTo>
                <a:cubicBezTo>
                  <a:pt x="161881" y="110454"/>
                  <a:pt x="167061" y="115626"/>
                  <a:pt x="173443" y="115626"/>
                </a:cubicBezTo>
                <a:cubicBezTo>
                  <a:pt x="179826" y="115626"/>
                  <a:pt x="185006" y="110454"/>
                  <a:pt x="185006" y="104064"/>
                </a:cubicBezTo>
                <a:lnTo>
                  <a:pt x="185006" y="34688"/>
                </a:lnTo>
                <a:cubicBezTo>
                  <a:pt x="185006" y="15563"/>
                  <a:pt x="169443" y="0"/>
                  <a:pt x="15031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7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5F066E-69A5-3837-BA26-9882053CEA66}"/>
              </a:ext>
            </a:extLst>
          </p:cNvPr>
          <p:cNvSpPr/>
          <p:nvPr/>
        </p:nvSpPr>
        <p:spPr>
          <a:xfrm>
            <a:off x="4647656" y="5277520"/>
            <a:ext cx="4750451" cy="6155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15CC9E-AF92-44AF-0E87-45AF58F15D10}"/>
              </a:ext>
            </a:extLst>
          </p:cNvPr>
          <p:cNvSpPr txBox="1"/>
          <p:nvPr/>
        </p:nvSpPr>
        <p:spPr>
          <a:xfrm>
            <a:off x="4897132" y="5432970"/>
            <a:ext cx="2049261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Competitive Advantage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478F908C-CA7C-972D-618F-BD8B7F74ED11}"/>
              </a:ext>
            </a:extLst>
          </p:cNvPr>
          <p:cNvSpPr/>
          <p:nvPr/>
        </p:nvSpPr>
        <p:spPr>
          <a:xfrm>
            <a:off x="8740496" y="5492818"/>
            <a:ext cx="185005" cy="184994"/>
          </a:xfrm>
          <a:custGeom>
            <a:avLst/>
            <a:gdLst>
              <a:gd name="connsiteX0" fmla="*/ 150318 w 185005"/>
              <a:gd name="connsiteY0" fmla="*/ 0 h 184994"/>
              <a:gd name="connsiteX1" fmla="*/ 80942 w 185005"/>
              <a:gd name="connsiteY1" fmla="*/ 0 h 184994"/>
              <a:gd name="connsiteX2" fmla="*/ 69380 w 185005"/>
              <a:gd name="connsiteY2" fmla="*/ 11563 h 184994"/>
              <a:gd name="connsiteX3" fmla="*/ 80942 w 185005"/>
              <a:gd name="connsiteY3" fmla="*/ 23125 h 184994"/>
              <a:gd name="connsiteX4" fmla="*/ 145531 w 185005"/>
              <a:gd name="connsiteY4" fmla="*/ 23125 h 184994"/>
              <a:gd name="connsiteX5" fmla="*/ 3388 w 185005"/>
              <a:gd name="connsiteY5" fmla="*/ 165261 h 184994"/>
              <a:gd name="connsiteX6" fmla="*/ 3388 w 185005"/>
              <a:gd name="connsiteY6" fmla="*/ 181610 h 184994"/>
              <a:gd name="connsiteX7" fmla="*/ 11566 w 185005"/>
              <a:gd name="connsiteY7" fmla="*/ 184994 h 184994"/>
              <a:gd name="connsiteX8" fmla="*/ 19745 w 185005"/>
              <a:gd name="connsiteY8" fmla="*/ 181610 h 184994"/>
              <a:gd name="connsiteX9" fmla="*/ 161881 w 185005"/>
              <a:gd name="connsiteY9" fmla="*/ 39475 h 184994"/>
              <a:gd name="connsiteX10" fmla="*/ 161881 w 185005"/>
              <a:gd name="connsiteY10" fmla="*/ 104064 h 184994"/>
              <a:gd name="connsiteX11" fmla="*/ 173443 w 185005"/>
              <a:gd name="connsiteY11" fmla="*/ 115626 h 184994"/>
              <a:gd name="connsiteX12" fmla="*/ 185006 w 185005"/>
              <a:gd name="connsiteY12" fmla="*/ 104064 h 184994"/>
              <a:gd name="connsiteX13" fmla="*/ 185006 w 185005"/>
              <a:gd name="connsiteY13" fmla="*/ 34688 h 184994"/>
              <a:gd name="connsiteX14" fmla="*/ 150318 w 185005"/>
              <a:gd name="connsiteY14" fmla="*/ 0 h 18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5005" h="184994">
                <a:moveTo>
                  <a:pt x="150318" y="0"/>
                </a:moveTo>
                <a:lnTo>
                  <a:pt x="80942" y="0"/>
                </a:lnTo>
                <a:cubicBezTo>
                  <a:pt x="74560" y="0"/>
                  <a:pt x="69380" y="5172"/>
                  <a:pt x="69380" y="11563"/>
                </a:cubicBezTo>
                <a:cubicBezTo>
                  <a:pt x="69380" y="17953"/>
                  <a:pt x="74560" y="23125"/>
                  <a:pt x="80942" y="23125"/>
                </a:cubicBezTo>
                <a:lnTo>
                  <a:pt x="145531" y="23125"/>
                </a:lnTo>
                <a:lnTo>
                  <a:pt x="3388" y="165261"/>
                </a:lnTo>
                <a:cubicBezTo>
                  <a:pt x="-1129" y="169770"/>
                  <a:pt x="-1129" y="177101"/>
                  <a:pt x="3388" y="181610"/>
                </a:cubicBezTo>
                <a:cubicBezTo>
                  <a:pt x="5646" y="183869"/>
                  <a:pt x="8606" y="184994"/>
                  <a:pt x="11566" y="184994"/>
                </a:cubicBezTo>
                <a:cubicBezTo>
                  <a:pt x="14527" y="184994"/>
                  <a:pt x="17487" y="183869"/>
                  <a:pt x="19745" y="181610"/>
                </a:cubicBezTo>
                <a:lnTo>
                  <a:pt x="161881" y="39475"/>
                </a:lnTo>
                <a:lnTo>
                  <a:pt x="161881" y="104064"/>
                </a:lnTo>
                <a:cubicBezTo>
                  <a:pt x="161881" y="110454"/>
                  <a:pt x="167061" y="115626"/>
                  <a:pt x="173443" y="115626"/>
                </a:cubicBezTo>
                <a:cubicBezTo>
                  <a:pt x="179826" y="115626"/>
                  <a:pt x="185006" y="110454"/>
                  <a:pt x="185006" y="104064"/>
                </a:cubicBezTo>
                <a:lnTo>
                  <a:pt x="185006" y="34688"/>
                </a:lnTo>
                <a:cubicBezTo>
                  <a:pt x="185006" y="15563"/>
                  <a:pt x="169443" y="0"/>
                  <a:pt x="15031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75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47A2DA-5551-7451-5A5C-3364FD5F6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9032" r="67017" b="9032"/>
          <a:stretch>
            <a:fillRect/>
          </a:stretch>
        </p:blipFill>
        <p:spPr>
          <a:xfrm>
            <a:off x="609600" y="619432"/>
            <a:ext cx="3411684" cy="5619136"/>
          </a:xfrm>
          <a:custGeom>
            <a:avLst/>
            <a:gdLst>
              <a:gd name="connsiteX0" fmla="*/ 279724 w 3411684"/>
              <a:gd name="connsiteY0" fmla="*/ 0 h 5619136"/>
              <a:gd name="connsiteX1" fmla="*/ 3131960 w 3411684"/>
              <a:gd name="connsiteY1" fmla="*/ 0 h 5619136"/>
              <a:gd name="connsiteX2" fmla="*/ 3411684 w 3411684"/>
              <a:gd name="connsiteY2" fmla="*/ 279724 h 5619136"/>
              <a:gd name="connsiteX3" fmla="*/ 3411684 w 3411684"/>
              <a:gd name="connsiteY3" fmla="*/ 5339412 h 5619136"/>
              <a:gd name="connsiteX4" fmla="*/ 3131960 w 3411684"/>
              <a:gd name="connsiteY4" fmla="*/ 5619136 h 5619136"/>
              <a:gd name="connsiteX5" fmla="*/ 279724 w 3411684"/>
              <a:gd name="connsiteY5" fmla="*/ 5619136 h 5619136"/>
              <a:gd name="connsiteX6" fmla="*/ 0 w 3411684"/>
              <a:gd name="connsiteY6" fmla="*/ 5339412 h 5619136"/>
              <a:gd name="connsiteX7" fmla="*/ 0 w 3411684"/>
              <a:gd name="connsiteY7" fmla="*/ 279724 h 5619136"/>
              <a:gd name="connsiteX8" fmla="*/ 279724 w 3411684"/>
              <a:gd name="connsiteY8" fmla="*/ 0 h 561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1684" h="5619136">
                <a:moveTo>
                  <a:pt x="279724" y="0"/>
                </a:moveTo>
                <a:lnTo>
                  <a:pt x="3131960" y="0"/>
                </a:lnTo>
                <a:cubicBezTo>
                  <a:pt x="3286447" y="0"/>
                  <a:pt x="3411684" y="125237"/>
                  <a:pt x="3411684" y="279724"/>
                </a:cubicBezTo>
                <a:lnTo>
                  <a:pt x="3411684" y="5339412"/>
                </a:lnTo>
                <a:cubicBezTo>
                  <a:pt x="3411684" y="5493899"/>
                  <a:pt x="3286447" y="5619136"/>
                  <a:pt x="3131960" y="5619136"/>
                </a:cubicBezTo>
                <a:lnTo>
                  <a:pt x="279724" y="5619136"/>
                </a:lnTo>
                <a:cubicBezTo>
                  <a:pt x="125237" y="5619136"/>
                  <a:pt x="0" y="5493899"/>
                  <a:pt x="0" y="5339412"/>
                </a:cubicBezTo>
                <a:lnTo>
                  <a:pt x="0" y="279724"/>
                </a:lnTo>
                <a:cubicBezTo>
                  <a:pt x="0" y="125237"/>
                  <a:pt x="125237" y="0"/>
                  <a:pt x="279724" y="0"/>
                </a:cubicBezTo>
                <a:close/>
              </a:path>
            </a:pathLst>
          </a:cu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A9799B-B32E-2282-2746-2F8CD8CD36DC}"/>
              </a:ext>
            </a:extLst>
          </p:cNvPr>
          <p:cNvSpPr txBox="1"/>
          <p:nvPr/>
        </p:nvSpPr>
        <p:spPr>
          <a:xfrm>
            <a:off x="4536622" y="964883"/>
            <a:ext cx="7141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sz="6600" dirty="0">
                <a:solidFill>
                  <a:schemeClr val="accent5"/>
                </a:solidFill>
              </a:rPr>
              <a:t>Content </a:t>
            </a:r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64DF17-5B62-A8C2-1E41-165286D5F056}"/>
              </a:ext>
            </a:extLst>
          </p:cNvPr>
          <p:cNvSpPr txBox="1"/>
          <p:nvPr/>
        </p:nvSpPr>
        <p:spPr>
          <a:xfrm>
            <a:off x="4552497" y="1964725"/>
            <a:ext cx="484561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228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2F71F2B0-9726-E08E-9076-6B0459589E74}"/>
              </a:ext>
            </a:extLst>
          </p:cNvPr>
          <p:cNvSpPr txBox="1"/>
          <p:nvPr/>
        </p:nvSpPr>
        <p:spPr>
          <a:xfrm>
            <a:off x="2525486" y="756562"/>
            <a:ext cx="7141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accent5"/>
                </a:solidFill>
              </a:rPr>
              <a:t>Our Leadership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the Brains Behind the Brand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049DE5-0E1F-B37B-FE86-A6A07FA0CE0A}"/>
              </a:ext>
            </a:extLst>
          </p:cNvPr>
          <p:cNvSpPr txBox="1"/>
          <p:nvPr/>
        </p:nvSpPr>
        <p:spPr>
          <a:xfrm>
            <a:off x="3673195" y="2080001"/>
            <a:ext cx="484561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6AB230-3555-6137-99B4-AAB922AB0D01}"/>
              </a:ext>
            </a:extLst>
          </p:cNvPr>
          <p:cNvSpPr/>
          <p:nvPr/>
        </p:nvSpPr>
        <p:spPr>
          <a:xfrm>
            <a:off x="8653179" y="3403440"/>
            <a:ext cx="1935480" cy="2630536"/>
          </a:xfrm>
          <a:prstGeom prst="roundRect">
            <a:avLst>
              <a:gd name="adj" fmla="val 11155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B52529-7BCF-EBE2-8B2D-3234A64CDFD2}"/>
              </a:ext>
            </a:extLst>
          </p:cNvPr>
          <p:cNvSpPr txBox="1"/>
          <p:nvPr/>
        </p:nvSpPr>
        <p:spPr>
          <a:xfrm>
            <a:off x="8874160" y="4973126"/>
            <a:ext cx="1493518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accent4"/>
                </a:solidFill>
              </a:rPr>
              <a:t>Ava Thompson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C32603-1CAE-F8AF-5A29-3B6DDF9BD659}"/>
              </a:ext>
            </a:extLst>
          </p:cNvPr>
          <p:cNvSpPr txBox="1"/>
          <p:nvPr/>
        </p:nvSpPr>
        <p:spPr>
          <a:xfrm>
            <a:off x="8874160" y="5275368"/>
            <a:ext cx="1493518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Keep your message very short.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323C4B-5814-6E98-EC96-C0E9790D0285}"/>
              </a:ext>
            </a:extLst>
          </p:cNvPr>
          <p:cNvSpPr/>
          <p:nvPr/>
        </p:nvSpPr>
        <p:spPr>
          <a:xfrm>
            <a:off x="3953287" y="3403440"/>
            <a:ext cx="1935480" cy="2630536"/>
          </a:xfrm>
          <a:prstGeom prst="roundRect">
            <a:avLst>
              <a:gd name="adj" fmla="val 11155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A6098-8E53-AA6F-FFC5-0DE0704F955F}"/>
              </a:ext>
            </a:extLst>
          </p:cNvPr>
          <p:cNvSpPr txBox="1"/>
          <p:nvPr/>
        </p:nvSpPr>
        <p:spPr>
          <a:xfrm>
            <a:off x="4282853" y="4973126"/>
            <a:ext cx="1276348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accent4"/>
                </a:solidFill>
              </a:rPr>
              <a:t>Ethan Miller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775B19-EE8E-D3C9-CFEF-30CE1BB25AFB}"/>
              </a:ext>
            </a:extLst>
          </p:cNvPr>
          <p:cNvSpPr txBox="1"/>
          <p:nvPr/>
        </p:nvSpPr>
        <p:spPr>
          <a:xfrm>
            <a:off x="4174268" y="5275368"/>
            <a:ext cx="1493518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every slide speak clearly.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1700EE1-8237-7DEB-FDEE-53FF9C4DDFE3}"/>
              </a:ext>
            </a:extLst>
          </p:cNvPr>
          <p:cNvSpPr/>
          <p:nvPr/>
        </p:nvSpPr>
        <p:spPr>
          <a:xfrm>
            <a:off x="1603341" y="3109734"/>
            <a:ext cx="1935480" cy="2630536"/>
          </a:xfrm>
          <a:prstGeom prst="roundRect">
            <a:avLst>
              <a:gd name="adj" fmla="val 11155"/>
            </a:avLst>
          </a:prstGeom>
          <a:solidFill>
            <a:schemeClr val="accent4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C58BAD-7776-ECED-7462-2CE94F5A40CA}"/>
              </a:ext>
            </a:extLst>
          </p:cNvPr>
          <p:cNvSpPr txBox="1"/>
          <p:nvPr/>
        </p:nvSpPr>
        <p:spPr>
          <a:xfrm>
            <a:off x="1932907" y="4679420"/>
            <a:ext cx="1276348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bg2"/>
                </a:solidFill>
              </a:rPr>
              <a:t>Liam Carter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315F41-87F6-F9F7-F520-3B315F973B75}"/>
              </a:ext>
            </a:extLst>
          </p:cNvPr>
          <p:cNvSpPr txBox="1"/>
          <p:nvPr/>
        </p:nvSpPr>
        <p:spPr>
          <a:xfrm>
            <a:off x="1824322" y="4981662"/>
            <a:ext cx="1493518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bg2"/>
                </a:solidFill>
              </a:rPr>
              <a:t>Pitch deck tells your story.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5AF6C22-75BC-D5C0-C837-3CCA6D51B0A5}"/>
              </a:ext>
            </a:extLst>
          </p:cNvPr>
          <p:cNvSpPr/>
          <p:nvPr/>
        </p:nvSpPr>
        <p:spPr>
          <a:xfrm>
            <a:off x="6303233" y="3403440"/>
            <a:ext cx="1935480" cy="2630536"/>
          </a:xfrm>
          <a:prstGeom prst="roundRect">
            <a:avLst>
              <a:gd name="adj" fmla="val 11155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C395CF-DD4B-DD73-AF05-4F901E103D91}"/>
              </a:ext>
            </a:extLst>
          </p:cNvPr>
          <p:cNvSpPr txBox="1"/>
          <p:nvPr/>
        </p:nvSpPr>
        <p:spPr>
          <a:xfrm>
            <a:off x="6632799" y="4973126"/>
            <a:ext cx="1276348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accent4"/>
                </a:solidFill>
              </a:rPr>
              <a:t>Sofia Bennett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9A6D17-A277-81B5-2F78-31E70153A47D}"/>
              </a:ext>
            </a:extLst>
          </p:cNvPr>
          <p:cNvSpPr txBox="1"/>
          <p:nvPr/>
        </p:nvSpPr>
        <p:spPr>
          <a:xfrm>
            <a:off x="6524214" y="5275368"/>
            <a:ext cx="1493518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value, not just features.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F7BF22-5912-B05C-D976-824959DA2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13" t="55591" r="55887" b="31076"/>
          <a:stretch>
            <a:fillRect/>
          </a:stretch>
        </p:blipFill>
        <p:spPr>
          <a:xfrm>
            <a:off x="4463826" y="3812409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447459-B2FB-E7BB-567B-22779D3B0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87" t="55591" r="36613" b="31076"/>
          <a:stretch>
            <a:fillRect/>
          </a:stretch>
        </p:blipFill>
        <p:spPr>
          <a:xfrm>
            <a:off x="6813772" y="3812409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42CD13-42A4-3128-E9A8-8521375DB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62" t="55591" r="17338" b="31076"/>
          <a:stretch>
            <a:fillRect/>
          </a:stretch>
        </p:blipFill>
        <p:spPr>
          <a:xfrm>
            <a:off x="9163718" y="3812409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A6A561-F51F-CB08-FDD7-F2E4EB150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8" t="51308" r="75162" b="35359"/>
          <a:stretch>
            <a:fillRect/>
          </a:stretch>
        </p:blipFill>
        <p:spPr>
          <a:xfrm>
            <a:off x="2113880" y="3518703"/>
            <a:ext cx="914400" cy="914400"/>
          </a:xfrm>
          <a:custGeom>
            <a:avLst/>
            <a:gdLst>
              <a:gd name="connsiteX0" fmla="*/ 152403 w 914400"/>
              <a:gd name="connsiteY0" fmla="*/ 0 h 914400"/>
              <a:gd name="connsiteX1" fmla="*/ 761997 w 914400"/>
              <a:gd name="connsiteY1" fmla="*/ 0 h 914400"/>
              <a:gd name="connsiteX2" fmla="*/ 914400 w 914400"/>
              <a:gd name="connsiteY2" fmla="*/ 152403 h 914400"/>
              <a:gd name="connsiteX3" fmla="*/ 914400 w 914400"/>
              <a:gd name="connsiteY3" fmla="*/ 761997 h 914400"/>
              <a:gd name="connsiteX4" fmla="*/ 761997 w 914400"/>
              <a:gd name="connsiteY4" fmla="*/ 914400 h 914400"/>
              <a:gd name="connsiteX5" fmla="*/ 152403 w 914400"/>
              <a:gd name="connsiteY5" fmla="*/ 914400 h 914400"/>
              <a:gd name="connsiteX6" fmla="*/ 0 w 914400"/>
              <a:gd name="connsiteY6" fmla="*/ 761997 h 914400"/>
              <a:gd name="connsiteX7" fmla="*/ 0 w 914400"/>
              <a:gd name="connsiteY7" fmla="*/ 152403 h 914400"/>
              <a:gd name="connsiteX8" fmla="*/ 152403 w 914400"/>
              <a:gd name="connsiteY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67" y="0"/>
                  <a:pt x="914400" y="68233"/>
                  <a:pt x="914400" y="152403"/>
                </a:cubicBezTo>
                <a:lnTo>
                  <a:pt x="914400" y="761997"/>
                </a:lnTo>
                <a:cubicBezTo>
                  <a:pt x="914400" y="846167"/>
                  <a:pt x="846167" y="914400"/>
                  <a:pt x="761997" y="914400"/>
                </a:cubicBezTo>
                <a:lnTo>
                  <a:pt x="152403" y="914400"/>
                </a:lnTo>
                <a:cubicBezTo>
                  <a:pt x="68233" y="914400"/>
                  <a:pt x="0" y="846167"/>
                  <a:pt x="0" y="761997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131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228C53E-FE25-73E3-0A6F-7D51B4C9C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05" r="7018"/>
          <a:stretch>
            <a:fillRect/>
          </a:stretch>
        </p:blipFill>
        <p:spPr>
          <a:xfrm>
            <a:off x="7242632" y="0"/>
            <a:ext cx="4093780" cy="6858000"/>
          </a:xfrm>
          <a:custGeom>
            <a:avLst/>
            <a:gdLst>
              <a:gd name="connsiteX0" fmla="*/ 0 w 4093780"/>
              <a:gd name="connsiteY0" fmla="*/ 0 h 6858000"/>
              <a:gd name="connsiteX1" fmla="*/ 4093780 w 4093780"/>
              <a:gd name="connsiteY1" fmla="*/ 0 h 6858000"/>
              <a:gd name="connsiteX2" fmla="*/ 4093780 w 4093780"/>
              <a:gd name="connsiteY2" fmla="*/ 6858000 h 6858000"/>
              <a:gd name="connsiteX3" fmla="*/ 0 w 40937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3780" h="6858000">
                <a:moveTo>
                  <a:pt x="0" y="0"/>
                </a:moveTo>
                <a:lnTo>
                  <a:pt x="4093780" y="0"/>
                </a:lnTo>
                <a:lnTo>
                  <a:pt x="409378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B5CEEC3-E215-1F62-3E2C-A0F31C4DEA6E}"/>
              </a:ext>
            </a:extLst>
          </p:cNvPr>
          <p:cNvGrpSpPr/>
          <p:nvPr/>
        </p:nvGrpSpPr>
        <p:grpSpPr>
          <a:xfrm>
            <a:off x="855588" y="970624"/>
            <a:ext cx="8172450" cy="4916753"/>
            <a:chOff x="855588" y="830905"/>
            <a:chExt cx="8172450" cy="491675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18E9B4-E2D4-E5D3-EAD0-B851B17314C3}"/>
                </a:ext>
              </a:extLst>
            </p:cNvPr>
            <p:cNvSpPr txBox="1"/>
            <p:nvPr/>
          </p:nvSpPr>
          <p:spPr>
            <a:xfrm>
              <a:off x="855588" y="830905"/>
              <a:ext cx="81724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defRPr>
              </a:lvl1pPr>
            </a:lstStyle>
            <a:p>
              <a:r>
                <a:rPr lang="en-US" sz="6000" dirty="0"/>
                <a:t>Vision &amp; Mission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D16932-EDDD-D96B-7CC8-27566FE68A78}"/>
                </a:ext>
              </a:extLst>
            </p:cNvPr>
            <p:cNvSpPr txBox="1"/>
            <p:nvPr/>
          </p:nvSpPr>
          <p:spPr>
            <a:xfrm>
              <a:off x="855588" y="1816838"/>
              <a:ext cx="4545012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BCF7156-4D25-6452-4E71-20F79488DC7B}"/>
                </a:ext>
              </a:extLst>
            </p:cNvPr>
            <p:cNvSpPr/>
            <p:nvPr/>
          </p:nvSpPr>
          <p:spPr>
            <a:xfrm>
              <a:off x="855588" y="2637476"/>
              <a:ext cx="3349667" cy="3110182"/>
            </a:xfrm>
            <a:prstGeom prst="roundRect">
              <a:avLst>
                <a:gd name="adj" fmla="val 7137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710652-2E6D-37C5-9CBE-A47E204A0368}"/>
                </a:ext>
              </a:extLst>
            </p:cNvPr>
            <p:cNvSpPr txBox="1"/>
            <p:nvPr/>
          </p:nvSpPr>
          <p:spPr>
            <a:xfrm>
              <a:off x="1195599" y="2983157"/>
              <a:ext cx="2669644" cy="653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Our Vision</a:t>
              </a:r>
              <a:endParaRPr lang="en-US" sz="2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C51DF7-90F5-3313-9C11-0D3B52C6AD50}"/>
                </a:ext>
              </a:extLst>
            </p:cNvPr>
            <p:cNvSpPr txBox="1"/>
            <p:nvPr/>
          </p:nvSpPr>
          <p:spPr>
            <a:xfrm>
              <a:off x="1195599" y="3740758"/>
              <a:ext cx="2669644" cy="831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An elevator pitch deck delivers your business idea clearly and very quickly.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EAF237-0086-E703-2230-6E51DBE1E0DB}"/>
                </a:ext>
              </a:extLst>
            </p:cNvPr>
            <p:cNvSpPr txBox="1"/>
            <p:nvPr/>
          </p:nvSpPr>
          <p:spPr>
            <a:xfrm>
              <a:off x="1499541" y="4676362"/>
              <a:ext cx="2277673" cy="338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Present ideas with clarity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449B2BC-468E-A616-208E-CB9454F09C27}"/>
                </a:ext>
              </a:extLst>
            </p:cNvPr>
            <p:cNvSpPr/>
            <p:nvPr/>
          </p:nvSpPr>
          <p:spPr>
            <a:xfrm>
              <a:off x="1301537" y="4811778"/>
              <a:ext cx="73526" cy="7352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B28566-F605-E6E2-EABD-99D3A833DC96}"/>
                </a:ext>
              </a:extLst>
            </p:cNvPr>
            <p:cNvSpPr txBox="1"/>
            <p:nvPr/>
          </p:nvSpPr>
          <p:spPr>
            <a:xfrm>
              <a:off x="1499541" y="5063087"/>
              <a:ext cx="2277673" cy="338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Focus on key problems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C184CD-527B-C884-74DB-AABE0171C8DC}"/>
                </a:ext>
              </a:extLst>
            </p:cNvPr>
            <p:cNvSpPr/>
            <p:nvPr/>
          </p:nvSpPr>
          <p:spPr>
            <a:xfrm>
              <a:off x="1301537" y="5198502"/>
              <a:ext cx="73526" cy="7352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1FFEF15-EDB3-BE54-CCEF-F4CE5BBC777F}"/>
                </a:ext>
              </a:extLst>
            </p:cNvPr>
            <p:cNvSpPr/>
            <p:nvPr/>
          </p:nvSpPr>
          <p:spPr>
            <a:xfrm>
              <a:off x="4421167" y="2637476"/>
              <a:ext cx="3349667" cy="3110182"/>
            </a:xfrm>
            <a:prstGeom prst="roundRect">
              <a:avLst>
                <a:gd name="adj" fmla="val 7137"/>
              </a:avLst>
            </a:prstGeom>
            <a:solidFill>
              <a:schemeClr val="bg2"/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8D73A4-3236-223E-8A9D-2A8562F46772}"/>
                </a:ext>
              </a:extLst>
            </p:cNvPr>
            <p:cNvSpPr txBox="1"/>
            <p:nvPr/>
          </p:nvSpPr>
          <p:spPr>
            <a:xfrm>
              <a:off x="4761178" y="2983157"/>
              <a:ext cx="2669644" cy="58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Our Mission</a:t>
              </a:r>
              <a:endPara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3B996A-0184-5107-671F-0831632C299B}"/>
                </a:ext>
              </a:extLst>
            </p:cNvPr>
            <p:cNvSpPr txBox="1"/>
            <p:nvPr/>
          </p:nvSpPr>
          <p:spPr>
            <a:xfrm>
              <a:off x="4761178" y="3740758"/>
              <a:ext cx="2669644" cy="74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delivers your business idea clearly and very quickly.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9039E5-112C-22EB-7AF2-261B2AF0D1A5}"/>
                </a:ext>
              </a:extLst>
            </p:cNvPr>
            <p:cNvSpPr txBox="1"/>
            <p:nvPr/>
          </p:nvSpPr>
          <p:spPr>
            <a:xfrm>
              <a:off x="4761178" y="4676361"/>
              <a:ext cx="2669644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Pitch your idea clearly in one short deck.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554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570C-E57F-877C-BC75-59DB4C369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31873B-D540-322B-44D2-A0909A113511}"/>
              </a:ext>
            </a:extLst>
          </p:cNvPr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9500">
                <a:srgbClr val="264A0D"/>
              </a:gs>
              <a:gs pos="100000">
                <a:schemeClr val="accent4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3DDCCD-D3A0-315A-6D9A-8F57A3A1F552}"/>
              </a:ext>
            </a:extLst>
          </p:cNvPr>
          <p:cNvSpPr/>
          <p:nvPr/>
        </p:nvSpPr>
        <p:spPr>
          <a:xfrm>
            <a:off x="6436063" y="2326132"/>
            <a:ext cx="5136811" cy="971550"/>
          </a:xfrm>
          <a:prstGeom prst="roundRect">
            <a:avLst>
              <a:gd name="adj" fmla="val 15145"/>
            </a:avLst>
          </a:prstGeom>
          <a:solidFill>
            <a:schemeClr val="accent4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5FE8DC-7F16-20ED-4C79-AE43F07A903D}"/>
              </a:ext>
            </a:extLst>
          </p:cNvPr>
          <p:cNvGrpSpPr/>
          <p:nvPr/>
        </p:nvGrpSpPr>
        <p:grpSpPr>
          <a:xfrm>
            <a:off x="7689082" y="2509389"/>
            <a:ext cx="3724003" cy="605036"/>
            <a:chOff x="7689082" y="3128663"/>
            <a:chExt cx="3724003" cy="60503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7C9610-CF4B-A897-5272-94FDA4AD69A5}"/>
                </a:ext>
              </a:extLst>
            </p:cNvPr>
            <p:cNvSpPr txBox="1"/>
            <p:nvPr/>
          </p:nvSpPr>
          <p:spPr>
            <a:xfrm>
              <a:off x="7689082" y="3429000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Clearly explain your idea in three short minutes.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14762F-AF67-72EE-4438-5B05611FE425}"/>
                </a:ext>
              </a:extLst>
            </p:cNvPr>
            <p:cNvSpPr txBox="1"/>
            <p:nvPr/>
          </p:nvSpPr>
          <p:spPr>
            <a:xfrm>
              <a:off x="7689082" y="3128663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</a:rPr>
                <a:t>Call to Action</a:t>
              </a:r>
              <a:endParaRPr lang="en-US" sz="12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743E266-2931-DE53-AA2A-B292F3720C99}"/>
              </a:ext>
            </a:extLst>
          </p:cNvPr>
          <p:cNvSpPr txBox="1"/>
          <p:nvPr/>
        </p:nvSpPr>
        <p:spPr>
          <a:xfrm>
            <a:off x="6727058" y="2588769"/>
            <a:ext cx="7119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</a:rPr>
              <a:t>92%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77BE33-C6DC-12D0-BF7D-7580E7681412}"/>
              </a:ext>
            </a:extLst>
          </p:cNvPr>
          <p:cNvSpPr/>
          <p:nvPr/>
        </p:nvSpPr>
        <p:spPr>
          <a:xfrm>
            <a:off x="6436063" y="1091945"/>
            <a:ext cx="5136811" cy="971550"/>
          </a:xfrm>
          <a:prstGeom prst="roundRect">
            <a:avLst>
              <a:gd name="adj" fmla="val 15145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5B2690-76CD-139D-6600-08C97187A720}"/>
              </a:ext>
            </a:extLst>
          </p:cNvPr>
          <p:cNvGrpSpPr/>
          <p:nvPr/>
        </p:nvGrpSpPr>
        <p:grpSpPr>
          <a:xfrm>
            <a:off x="7689082" y="1275202"/>
            <a:ext cx="3724003" cy="605036"/>
            <a:chOff x="7689082" y="3128663"/>
            <a:chExt cx="3724003" cy="60503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96D728-23D5-501F-8EF8-04BB72A4D242}"/>
                </a:ext>
              </a:extLst>
            </p:cNvPr>
            <p:cNvSpPr txBox="1"/>
            <p:nvPr/>
          </p:nvSpPr>
          <p:spPr>
            <a:xfrm>
              <a:off x="7689082" y="3429000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Show why your business is unique and valuable.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4BD8BA-74C3-1C64-457F-97928C096B4A}"/>
                </a:ext>
              </a:extLst>
            </p:cNvPr>
            <p:cNvSpPr txBox="1"/>
            <p:nvPr/>
          </p:nvSpPr>
          <p:spPr>
            <a:xfrm>
              <a:off x="7689082" y="3128663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Compelling Visuals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7E6B37F-F8FE-85B8-979A-EE19F9007F3F}"/>
              </a:ext>
            </a:extLst>
          </p:cNvPr>
          <p:cNvSpPr txBox="1"/>
          <p:nvPr/>
        </p:nvSpPr>
        <p:spPr>
          <a:xfrm>
            <a:off x="6727058" y="1354582"/>
            <a:ext cx="7119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78%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3D9CE4-308B-ECC5-D423-1786C62105FA}"/>
              </a:ext>
            </a:extLst>
          </p:cNvPr>
          <p:cNvSpPr/>
          <p:nvPr/>
        </p:nvSpPr>
        <p:spPr>
          <a:xfrm>
            <a:off x="6436063" y="3560319"/>
            <a:ext cx="5136811" cy="971550"/>
          </a:xfrm>
          <a:prstGeom prst="roundRect">
            <a:avLst>
              <a:gd name="adj" fmla="val 15145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594950-0CB0-5FE3-C280-80A1F2AC465E}"/>
              </a:ext>
            </a:extLst>
          </p:cNvPr>
          <p:cNvGrpSpPr/>
          <p:nvPr/>
        </p:nvGrpSpPr>
        <p:grpSpPr>
          <a:xfrm>
            <a:off x="7689082" y="3743576"/>
            <a:ext cx="3724003" cy="605036"/>
            <a:chOff x="7689082" y="3128663"/>
            <a:chExt cx="3724003" cy="6050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D0867EC-D114-C41D-C044-E8595405D1C8}"/>
                </a:ext>
              </a:extLst>
            </p:cNvPr>
            <p:cNvSpPr txBox="1"/>
            <p:nvPr/>
          </p:nvSpPr>
          <p:spPr>
            <a:xfrm>
              <a:off x="7689082" y="3429000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 clean visuals to share your message clearly.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02E503-BB57-66B0-505B-0C1FD9B33BB6}"/>
                </a:ext>
              </a:extLst>
            </p:cNvPr>
            <p:cNvSpPr txBox="1"/>
            <p:nvPr/>
          </p:nvSpPr>
          <p:spPr>
            <a:xfrm>
              <a:off x="7689082" y="3128663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Competitive Edge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CCAC56A-8C33-6432-05E2-29B129A837EE}"/>
              </a:ext>
            </a:extLst>
          </p:cNvPr>
          <p:cNvSpPr txBox="1"/>
          <p:nvPr/>
        </p:nvSpPr>
        <p:spPr>
          <a:xfrm>
            <a:off x="6727058" y="3822956"/>
            <a:ext cx="7119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65%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B7D591-46F7-D511-3B0D-551A935078D8}"/>
              </a:ext>
            </a:extLst>
          </p:cNvPr>
          <p:cNvSpPr/>
          <p:nvPr/>
        </p:nvSpPr>
        <p:spPr>
          <a:xfrm>
            <a:off x="6436063" y="4794506"/>
            <a:ext cx="5136811" cy="971550"/>
          </a:xfrm>
          <a:prstGeom prst="roundRect">
            <a:avLst>
              <a:gd name="adj" fmla="val 15145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E365C71-5B53-196F-75CC-A9BEAD70BCDE}"/>
              </a:ext>
            </a:extLst>
          </p:cNvPr>
          <p:cNvGrpSpPr/>
          <p:nvPr/>
        </p:nvGrpSpPr>
        <p:grpSpPr>
          <a:xfrm>
            <a:off x="7689082" y="4977763"/>
            <a:ext cx="3724003" cy="605036"/>
            <a:chOff x="7689082" y="3128663"/>
            <a:chExt cx="3724003" cy="60503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DAD9FF-F3F4-D1AC-9A2C-947C894927B8}"/>
                </a:ext>
              </a:extLst>
            </p:cNvPr>
            <p:cNvSpPr txBox="1"/>
            <p:nvPr/>
          </p:nvSpPr>
          <p:spPr>
            <a:xfrm>
              <a:off x="7689082" y="3429000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End with a clear and strong call-to-action.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46AE9C-7ACF-75F1-F2E9-3E800413E9F1}"/>
                </a:ext>
              </a:extLst>
            </p:cNvPr>
            <p:cNvSpPr txBox="1"/>
            <p:nvPr/>
          </p:nvSpPr>
          <p:spPr>
            <a:xfrm>
              <a:off x="7689082" y="3128663"/>
              <a:ext cx="3724003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Market Opportunity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5FCE749-6867-1B1C-2987-BE5E879144DD}"/>
              </a:ext>
            </a:extLst>
          </p:cNvPr>
          <p:cNvSpPr txBox="1"/>
          <p:nvPr/>
        </p:nvSpPr>
        <p:spPr>
          <a:xfrm>
            <a:off x="6727058" y="5057143"/>
            <a:ext cx="7119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83%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E4FD0C-5CBD-2DC4-EC46-4F1E76094379}"/>
              </a:ext>
            </a:extLst>
          </p:cNvPr>
          <p:cNvGrpSpPr/>
          <p:nvPr/>
        </p:nvGrpSpPr>
        <p:grpSpPr>
          <a:xfrm>
            <a:off x="505164" y="3145332"/>
            <a:ext cx="4833257" cy="2680238"/>
            <a:chOff x="505164" y="3145332"/>
            <a:chExt cx="4833257" cy="26802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3DC5A2-F8CA-64DB-A21D-E2BBC8373B45}"/>
                </a:ext>
              </a:extLst>
            </p:cNvPr>
            <p:cNvSpPr txBox="1"/>
            <p:nvPr/>
          </p:nvSpPr>
          <p:spPr>
            <a:xfrm>
              <a:off x="505164" y="3429000"/>
              <a:ext cx="48078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defRPr>
              </a:lvl1pPr>
            </a:lstStyle>
            <a:p>
              <a:r>
                <a:rPr lang="en-US" sz="4800" dirty="0">
                  <a:solidFill>
                    <a:schemeClr val="bg1"/>
                  </a:solidFill>
                </a:rPr>
                <a:t>Mastering Elevator Pitching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17FD15-3719-70A9-9766-8CC0AB11DE5B}"/>
                </a:ext>
              </a:extLst>
            </p:cNvPr>
            <p:cNvSpPr txBox="1"/>
            <p:nvPr/>
          </p:nvSpPr>
          <p:spPr>
            <a:xfrm>
              <a:off x="548822" y="5077673"/>
              <a:ext cx="4789599" cy="74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An Elevator Pitch Deck is a brief and impactful presentation that introduces your business idea in a clear and compelling way, usually within one to three minutes. 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DC22CE-1C67-CA65-BD28-F75B2C738664}"/>
                </a:ext>
              </a:extLst>
            </p:cNvPr>
            <p:cNvSpPr txBox="1"/>
            <p:nvPr/>
          </p:nvSpPr>
          <p:spPr>
            <a:xfrm>
              <a:off x="545647" y="3145332"/>
              <a:ext cx="4789599" cy="30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Elevator Pitch Deck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A6D400-A7B0-2F03-7DBA-594A2F977293}"/>
              </a:ext>
            </a:extLst>
          </p:cNvPr>
          <p:cNvGrpSpPr/>
          <p:nvPr/>
        </p:nvGrpSpPr>
        <p:grpSpPr>
          <a:xfrm>
            <a:off x="381001" y="302488"/>
            <a:ext cx="890073" cy="138547"/>
            <a:chOff x="381001" y="302488"/>
            <a:chExt cx="890073" cy="13854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7039CDB-428A-93E7-C190-B9F9B7A35AF8}"/>
                </a:ext>
              </a:extLst>
            </p:cNvPr>
            <p:cNvSpPr/>
            <p:nvPr/>
          </p:nvSpPr>
          <p:spPr>
            <a:xfrm>
              <a:off x="456606" y="302864"/>
              <a:ext cx="157881" cy="133045"/>
            </a:xfrm>
            <a:custGeom>
              <a:avLst/>
              <a:gdLst>
                <a:gd name="connsiteX0" fmla="*/ 48660 w 157881"/>
                <a:gd name="connsiteY0" fmla="*/ 5014 h 133045"/>
                <a:gd name="connsiteX1" fmla="*/ 60301 w 157881"/>
                <a:gd name="connsiteY1" fmla="*/ 0 h 133045"/>
                <a:gd name="connsiteX2" fmla="*/ 116663 w 157881"/>
                <a:gd name="connsiteY2" fmla="*/ 0 h 133045"/>
                <a:gd name="connsiteX3" fmla="*/ 145750 w 157881"/>
                <a:gd name="connsiteY3" fmla="*/ 73058 h 133045"/>
                <a:gd name="connsiteX4" fmla="*/ 89300 w 157881"/>
                <a:gd name="connsiteY4" fmla="*/ 131783 h 133045"/>
                <a:gd name="connsiteX5" fmla="*/ 82277 w 157881"/>
                <a:gd name="connsiteY5" fmla="*/ 128757 h 133045"/>
                <a:gd name="connsiteX6" fmla="*/ 82277 w 157881"/>
                <a:gd name="connsiteY6" fmla="*/ 77034 h 133045"/>
                <a:gd name="connsiteX7" fmla="*/ 88801 w 157881"/>
                <a:gd name="connsiteY7" fmla="*/ 70247 h 133045"/>
                <a:gd name="connsiteX8" fmla="*/ 82983 w 157881"/>
                <a:gd name="connsiteY8" fmla="*/ 55635 h 133045"/>
                <a:gd name="connsiteX9" fmla="*/ 0 w 157881"/>
                <a:gd name="connsiteY9" fmla="*/ 55635 h 133045"/>
                <a:gd name="connsiteX10" fmla="*/ 48660 w 157881"/>
                <a:gd name="connsiteY10" fmla="*/ 5014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1" h="133045">
                  <a:moveTo>
                    <a:pt x="48660" y="5014"/>
                  </a:moveTo>
                  <a:cubicBezTo>
                    <a:pt x="51746" y="1804"/>
                    <a:pt x="55937" y="0"/>
                    <a:pt x="60301" y="0"/>
                  </a:cubicBezTo>
                  <a:cubicBezTo>
                    <a:pt x="79936" y="0"/>
                    <a:pt x="98440" y="0"/>
                    <a:pt x="116663" y="0"/>
                  </a:cubicBezTo>
                  <a:cubicBezTo>
                    <a:pt x="153313" y="0"/>
                    <a:pt x="171665" y="46098"/>
                    <a:pt x="145750" y="73058"/>
                  </a:cubicBezTo>
                  <a:lnTo>
                    <a:pt x="89300" y="131783"/>
                  </a:lnTo>
                  <a:cubicBezTo>
                    <a:pt x="86708" y="134479"/>
                    <a:pt x="82277" y="132570"/>
                    <a:pt x="82277" y="128757"/>
                  </a:cubicBezTo>
                  <a:lnTo>
                    <a:pt x="82277" y="77034"/>
                  </a:lnTo>
                  <a:lnTo>
                    <a:pt x="88801" y="70247"/>
                  </a:lnTo>
                  <a:cubicBezTo>
                    <a:pt x="93984" y="64855"/>
                    <a:pt x="90313" y="55635"/>
                    <a:pt x="82983" y="55635"/>
                  </a:cubicBezTo>
                  <a:lnTo>
                    <a:pt x="0" y="55635"/>
                  </a:lnTo>
                  <a:lnTo>
                    <a:pt x="48660" y="5014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2A3089B-4C5D-C37D-1AE7-9AA4AC38F657}"/>
                </a:ext>
              </a:extLst>
            </p:cNvPr>
            <p:cNvSpPr/>
            <p:nvPr/>
          </p:nvSpPr>
          <p:spPr>
            <a:xfrm>
              <a:off x="381001" y="302488"/>
              <a:ext cx="157882" cy="133045"/>
            </a:xfrm>
            <a:custGeom>
              <a:avLst/>
              <a:gdLst>
                <a:gd name="connsiteX0" fmla="*/ 109222 w 157882"/>
                <a:gd name="connsiteY0" fmla="*/ 128031 h 133045"/>
                <a:gd name="connsiteX1" fmla="*/ 97581 w 157882"/>
                <a:gd name="connsiteY1" fmla="*/ 133045 h 133045"/>
                <a:gd name="connsiteX2" fmla="*/ 41219 w 157882"/>
                <a:gd name="connsiteY2" fmla="*/ 133045 h 133045"/>
                <a:gd name="connsiteX3" fmla="*/ 12132 w 157882"/>
                <a:gd name="connsiteY3" fmla="*/ 59987 h 133045"/>
                <a:gd name="connsiteX4" fmla="*/ 68583 w 157882"/>
                <a:gd name="connsiteY4" fmla="*/ 1262 h 133045"/>
                <a:gd name="connsiteX5" fmla="*/ 75605 w 157882"/>
                <a:gd name="connsiteY5" fmla="*/ 4288 h 133045"/>
                <a:gd name="connsiteX6" fmla="*/ 75605 w 157882"/>
                <a:gd name="connsiteY6" fmla="*/ 56011 h 133045"/>
                <a:gd name="connsiteX7" fmla="*/ 69082 w 157882"/>
                <a:gd name="connsiteY7" fmla="*/ 62798 h 133045"/>
                <a:gd name="connsiteX8" fmla="*/ 74899 w 157882"/>
                <a:gd name="connsiteY8" fmla="*/ 77410 h 133045"/>
                <a:gd name="connsiteX9" fmla="*/ 157882 w 157882"/>
                <a:gd name="connsiteY9" fmla="*/ 77410 h 133045"/>
                <a:gd name="connsiteX10" fmla="*/ 109222 w 157882"/>
                <a:gd name="connsiteY10" fmla="*/ 128031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2" h="133045">
                  <a:moveTo>
                    <a:pt x="109222" y="128031"/>
                  </a:moveTo>
                  <a:cubicBezTo>
                    <a:pt x="106136" y="131242"/>
                    <a:pt x="101945" y="133045"/>
                    <a:pt x="97581" y="133045"/>
                  </a:cubicBezTo>
                  <a:cubicBezTo>
                    <a:pt x="77946" y="133045"/>
                    <a:pt x="59442" y="133045"/>
                    <a:pt x="41219" y="133045"/>
                  </a:cubicBezTo>
                  <a:cubicBezTo>
                    <a:pt x="4569" y="133045"/>
                    <a:pt x="-13784" y="86948"/>
                    <a:pt x="12132" y="59987"/>
                  </a:cubicBezTo>
                  <a:lnTo>
                    <a:pt x="68583" y="1262"/>
                  </a:lnTo>
                  <a:cubicBezTo>
                    <a:pt x="71174" y="-1434"/>
                    <a:pt x="75605" y="475"/>
                    <a:pt x="75605" y="4288"/>
                  </a:cubicBezTo>
                  <a:lnTo>
                    <a:pt x="75605" y="56011"/>
                  </a:lnTo>
                  <a:lnTo>
                    <a:pt x="69082" y="62798"/>
                  </a:lnTo>
                  <a:cubicBezTo>
                    <a:pt x="63898" y="68190"/>
                    <a:pt x="67569" y="77410"/>
                    <a:pt x="74899" y="77410"/>
                  </a:cubicBezTo>
                  <a:lnTo>
                    <a:pt x="157882" y="77410"/>
                  </a:lnTo>
                  <a:lnTo>
                    <a:pt x="109222" y="128031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9CB188C-AD44-FBCD-E1AE-B867435C7A6D}"/>
                </a:ext>
              </a:extLst>
            </p:cNvPr>
            <p:cNvSpPr/>
            <p:nvPr/>
          </p:nvSpPr>
          <p:spPr>
            <a:xfrm>
              <a:off x="941874" y="347318"/>
              <a:ext cx="19586" cy="66693"/>
            </a:xfrm>
            <a:custGeom>
              <a:avLst/>
              <a:gdLst>
                <a:gd name="connsiteX0" fmla="*/ 0 w 19586"/>
                <a:gd name="connsiteY0" fmla="*/ 0 h 66693"/>
                <a:gd name="connsiteX1" fmla="*/ 0 w 19586"/>
                <a:gd name="connsiteY1" fmla="*/ 66693 h 66693"/>
                <a:gd name="connsiteX2" fmla="*/ 19586 w 19586"/>
                <a:gd name="connsiteY2" fmla="*/ 66693 h 66693"/>
                <a:gd name="connsiteX3" fmla="*/ 19586 w 19586"/>
                <a:gd name="connsiteY3" fmla="*/ 0 h 66693"/>
                <a:gd name="connsiteX4" fmla="*/ 0 w 19586"/>
                <a:gd name="connsiteY4" fmla="*/ 0 h 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86" h="66693">
                  <a:moveTo>
                    <a:pt x="0" y="0"/>
                  </a:moveTo>
                  <a:lnTo>
                    <a:pt x="0" y="66693"/>
                  </a:lnTo>
                  <a:lnTo>
                    <a:pt x="19586" y="66693"/>
                  </a:lnTo>
                  <a:lnTo>
                    <a:pt x="195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021D790-77CF-B703-C8BB-57B0DB105513}"/>
                </a:ext>
              </a:extLst>
            </p:cNvPr>
            <p:cNvSpPr/>
            <p:nvPr/>
          </p:nvSpPr>
          <p:spPr>
            <a:xfrm>
              <a:off x="939765" y="315831"/>
              <a:ext cx="23865" cy="23863"/>
            </a:xfrm>
            <a:custGeom>
              <a:avLst/>
              <a:gdLst>
                <a:gd name="connsiteX0" fmla="*/ 3472 w 23865"/>
                <a:gd name="connsiteY0" fmla="*/ 20392 h 23863"/>
                <a:gd name="connsiteX1" fmla="*/ 11965 w 23865"/>
                <a:gd name="connsiteY1" fmla="*/ 23863 h 23863"/>
                <a:gd name="connsiteX2" fmla="*/ 20393 w 23865"/>
                <a:gd name="connsiteY2" fmla="*/ 20392 h 23863"/>
                <a:gd name="connsiteX3" fmla="*/ 23866 w 23865"/>
                <a:gd name="connsiteY3" fmla="*/ 11963 h 23863"/>
                <a:gd name="connsiteX4" fmla="*/ 20393 w 23865"/>
                <a:gd name="connsiteY4" fmla="*/ 3471 h 23863"/>
                <a:gd name="connsiteX5" fmla="*/ 11965 w 23865"/>
                <a:gd name="connsiteY5" fmla="*/ 0 h 23863"/>
                <a:gd name="connsiteX6" fmla="*/ 3472 w 23865"/>
                <a:gd name="connsiteY6" fmla="*/ 3471 h 23863"/>
                <a:gd name="connsiteX7" fmla="*/ 0 w 23865"/>
                <a:gd name="connsiteY7" fmla="*/ 11963 h 23863"/>
                <a:gd name="connsiteX8" fmla="*/ 3472 w 23865"/>
                <a:gd name="connsiteY8" fmla="*/ 20392 h 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65" h="23863">
                  <a:moveTo>
                    <a:pt x="3472" y="20392"/>
                  </a:moveTo>
                  <a:cubicBezTo>
                    <a:pt x="5787" y="22706"/>
                    <a:pt x="8616" y="23863"/>
                    <a:pt x="11965" y="23863"/>
                  </a:cubicBezTo>
                  <a:cubicBezTo>
                    <a:pt x="15310" y="23863"/>
                    <a:pt x="18122" y="22706"/>
                    <a:pt x="20393" y="20392"/>
                  </a:cubicBezTo>
                  <a:cubicBezTo>
                    <a:pt x="22708" y="18078"/>
                    <a:pt x="23866" y="15268"/>
                    <a:pt x="23866" y="11963"/>
                  </a:cubicBezTo>
                  <a:cubicBezTo>
                    <a:pt x="23866" y="8574"/>
                    <a:pt x="22708" y="5744"/>
                    <a:pt x="20393" y="3471"/>
                  </a:cubicBezTo>
                  <a:cubicBezTo>
                    <a:pt x="18122" y="1157"/>
                    <a:pt x="15310" y="0"/>
                    <a:pt x="11965" y="0"/>
                  </a:cubicBezTo>
                  <a:cubicBezTo>
                    <a:pt x="8616" y="0"/>
                    <a:pt x="5787" y="1157"/>
                    <a:pt x="3472" y="3471"/>
                  </a:cubicBezTo>
                  <a:cubicBezTo>
                    <a:pt x="1157" y="5744"/>
                    <a:pt x="0" y="8574"/>
                    <a:pt x="0" y="11963"/>
                  </a:cubicBezTo>
                  <a:cubicBezTo>
                    <a:pt x="0" y="15268"/>
                    <a:pt x="1157" y="18078"/>
                    <a:pt x="3472" y="20392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3FCCB4A-7087-E099-73D7-0C71DBC68CBF}"/>
                </a:ext>
              </a:extLst>
            </p:cNvPr>
            <p:cNvSpPr/>
            <p:nvPr/>
          </p:nvSpPr>
          <p:spPr>
            <a:xfrm>
              <a:off x="972510" y="346202"/>
              <a:ext cx="67381" cy="93841"/>
            </a:xfrm>
            <a:custGeom>
              <a:avLst/>
              <a:gdLst>
                <a:gd name="connsiteX0" fmla="*/ 0 w 67381"/>
                <a:gd name="connsiteY0" fmla="*/ 93842 h 93841"/>
                <a:gd name="connsiteX1" fmla="*/ 0 w 67381"/>
                <a:gd name="connsiteY1" fmla="*/ 1116 h 93841"/>
                <a:gd name="connsiteX2" fmla="*/ 18596 w 67381"/>
                <a:gd name="connsiteY2" fmla="*/ 1116 h 93841"/>
                <a:gd name="connsiteX3" fmla="*/ 18596 w 67381"/>
                <a:gd name="connsiteY3" fmla="*/ 7748 h 93841"/>
                <a:gd name="connsiteX4" fmla="*/ 18839 w 67381"/>
                <a:gd name="connsiteY4" fmla="*/ 7748 h 93841"/>
                <a:gd name="connsiteX5" fmla="*/ 22625 w 67381"/>
                <a:gd name="connsiteY5" fmla="*/ 4587 h 93841"/>
                <a:gd name="connsiteX6" fmla="*/ 37748 w 67381"/>
                <a:gd name="connsiteY6" fmla="*/ 0 h 93841"/>
                <a:gd name="connsiteX7" fmla="*/ 52068 w 67381"/>
                <a:gd name="connsiteY7" fmla="*/ 3905 h 93841"/>
                <a:gd name="connsiteX8" fmla="*/ 63225 w 67381"/>
                <a:gd name="connsiteY8" fmla="*/ 15496 h 93841"/>
                <a:gd name="connsiteX9" fmla="*/ 67378 w 67381"/>
                <a:gd name="connsiteY9" fmla="*/ 34648 h 93841"/>
                <a:gd name="connsiteX10" fmla="*/ 64960 w 67381"/>
                <a:gd name="connsiteY10" fmla="*/ 49772 h 93841"/>
                <a:gd name="connsiteX11" fmla="*/ 58265 w 67381"/>
                <a:gd name="connsiteY11" fmla="*/ 60371 h 93841"/>
                <a:gd name="connsiteX12" fmla="*/ 48842 w 67381"/>
                <a:gd name="connsiteY12" fmla="*/ 66693 h 93841"/>
                <a:gd name="connsiteX13" fmla="*/ 38305 w 67381"/>
                <a:gd name="connsiteY13" fmla="*/ 68801 h 93841"/>
                <a:gd name="connsiteX14" fmla="*/ 23182 w 67381"/>
                <a:gd name="connsiteY14" fmla="*/ 64090 h 93841"/>
                <a:gd name="connsiteX15" fmla="*/ 19990 w 67381"/>
                <a:gd name="connsiteY15" fmla="*/ 61487 h 93841"/>
                <a:gd name="connsiteX16" fmla="*/ 19586 w 67381"/>
                <a:gd name="connsiteY16" fmla="*/ 61487 h 93841"/>
                <a:gd name="connsiteX17" fmla="*/ 19586 w 67381"/>
                <a:gd name="connsiteY17" fmla="*/ 93842 h 93841"/>
                <a:gd name="connsiteX18" fmla="*/ 0 w 67381"/>
                <a:gd name="connsiteY18" fmla="*/ 93842 h 93841"/>
                <a:gd name="connsiteX19" fmla="*/ 33719 w 67381"/>
                <a:gd name="connsiteY19" fmla="*/ 52437 h 93841"/>
                <a:gd name="connsiteX20" fmla="*/ 41344 w 67381"/>
                <a:gd name="connsiteY20" fmla="*/ 50144 h 93841"/>
                <a:gd name="connsiteX21" fmla="*/ 46487 w 67381"/>
                <a:gd name="connsiteY21" fmla="*/ 43822 h 93841"/>
                <a:gd name="connsiteX22" fmla="*/ 48285 w 67381"/>
                <a:gd name="connsiteY22" fmla="*/ 34276 h 93841"/>
                <a:gd name="connsiteX23" fmla="*/ 46427 w 67381"/>
                <a:gd name="connsiteY23" fmla="*/ 24731 h 93841"/>
                <a:gd name="connsiteX24" fmla="*/ 41157 w 67381"/>
                <a:gd name="connsiteY24" fmla="*/ 18595 h 93841"/>
                <a:gd name="connsiteX25" fmla="*/ 33349 w 67381"/>
                <a:gd name="connsiteY25" fmla="*/ 16487 h 93841"/>
                <a:gd name="connsiteX26" fmla="*/ 25910 w 67381"/>
                <a:gd name="connsiteY26" fmla="*/ 18533 h 93841"/>
                <a:gd name="connsiteX27" fmla="*/ 20704 w 67381"/>
                <a:gd name="connsiteY27" fmla="*/ 24669 h 93841"/>
                <a:gd name="connsiteX28" fmla="*/ 18782 w 67381"/>
                <a:gd name="connsiteY28" fmla="*/ 34276 h 93841"/>
                <a:gd name="connsiteX29" fmla="*/ 20704 w 67381"/>
                <a:gd name="connsiteY29" fmla="*/ 43822 h 93841"/>
                <a:gd name="connsiteX30" fmla="*/ 26034 w 67381"/>
                <a:gd name="connsiteY30" fmla="*/ 50144 h 93841"/>
                <a:gd name="connsiteX31" fmla="*/ 33719 w 67381"/>
                <a:gd name="connsiteY31" fmla="*/ 52437 h 9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81" h="93841">
                  <a:moveTo>
                    <a:pt x="0" y="93842"/>
                  </a:moveTo>
                  <a:lnTo>
                    <a:pt x="0" y="1116"/>
                  </a:lnTo>
                  <a:lnTo>
                    <a:pt x="18596" y="1116"/>
                  </a:lnTo>
                  <a:lnTo>
                    <a:pt x="18596" y="7748"/>
                  </a:lnTo>
                  <a:lnTo>
                    <a:pt x="18839" y="7748"/>
                  </a:lnTo>
                  <a:cubicBezTo>
                    <a:pt x="20010" y="6594"/>
                    <a:pt x="21271" y="5540"/>
                    <a:pt x="22625" y="4587"/>
                  </a:cubicBezTo>
                  <a:cubicBezTo>
                    <a:pt x="27004" y="1529"/>
                    <a:pt x="32044" y="0"/>
                    <a:pt x="37748" y="0"/>
                  </a:cubicBezTo>
                  <a:cubicBezTo>
                    <a:pt x="42748" y="0"/>
                    <a:pt x="47521" y="1302"/>
                    <a:pt x="52068" y="3905"/>
                  </a:cubicBezTo>
                  <a:cubicBezTo>
                    <a:pt x="56654" y="6508"/>
                    <a:pt x="60373" y="10372"/>
                    <a:pt x="63225" y="15496"/>
                  </a:cubicBezTo>
                  <a:cubicBezTo>
                    <a:pt x="66074" y="20620"/>
                    <a:pt x="67458" y="27004"/>
                    <a:pt x="67378" y="34648"/>
                  </a:cubicBezTo>
                  <a:cubicBezTo>
                    <a:pt x="67418" y="40433"/>
                    <a:pt x="66611" y="45475"/>
                    <a:pt x="64960" y="49772"/>
                  </a:cubicBezTo>
                  <a:cubicBezTo>
                    <a:pt x="63305" y="54028"/>
                    <a:pt x="61074" y="57561"/>
                    <a:pt x="58265" y="60371"/>
                  </a:cubicBezTo>
                  <a:cubicBezTo>
                    <a:pt x="55457" y="63181"/>
                    <a:pt x="52315" y="65288"/>
                    <a:pt x="48842" y="66693"/>
                  </a:cubicBezTo>
                  <a:cubicBezTo>
                    <a:pt x="45373" y="68098"/>
                    <a:pt x="41861" y="68801"/>
                    <a:pt x="38305" y="68801"/>
                  </a:cubicBezTo>
                  <a:cubicBezTo>
                    <a:pt x="32685" y="68801"/>
                    <a:pt x="27645" y="67230"/>
                    <a:pt x="23182" y="64090"/>
                  </a:cubicBezTo>
                  <a:cubicBezTo>
                    <a:pt x="22058" y="63289"/>
                    <a:pt x="20994" y="62421"/>
                    <a:pt x="19990" y="61487"/>
                  </a:cubicBezTo>
                  <a:lnTo>
                    <a:pt x="19586" y="61487"/>
                  </a:lnTo>
                  <a:lnTo>
                    <a:pt x="19586" y="93842"/>
                  </a:lnTo>
                  <a:lnTo>
                    <a:pt x="0" y="93842"/>
                  </a:lnTo>
                  <a:close/>
                  <a:moveTo>
                    <a:pt x="33719" y="52437"/>
                  </a:moveTo>
                  <a:cubicBezTo>
                    <a:pt x="36611" y="52396"/>
                    <a:pt x="39152" y="51632"/>
                    <a:pt x="41344" y="50144"/>
                  </a:cubicBezTo>
                  <a:cubicBezTo>
                    <a:pt x="43532" y="48656"/>
                    <a:pt x="45250" y="46549"/>
                    <a:pt x="46487" y="43822"/>
                  </a:cubicBezTo>
                  <a:cubicBezTo>
                    <a:pt x="47728" y="41094"/>
                    <a:pt x="48329" y="37913"/>
                    <a:pt x="48285" y="34276"/>
                  </a:cubicBezTo>
                  <a:cubicBezTo>
                    <a:pt x="48329" y="30557"/>
                    <a:pt x="47708" y="27376"/>
                    <a:pt x="46427" y="24731"/>
                  </a:cubicBezTo>
                  <a:cubicBezTo>
                    <a:pt x="45186" y="22045"/>
                    <a:pt x="43432" y="19999"/>
                    <a:pt x="41157" y="18595"/>
                  </a:cubicBezTo>
                  <a:cubicBezTo>
                    <a:pt x="38886" y="17149"/>
                    <a:pt x="36281" y="16446"/>
                    <a:pt x="33349" y="16487"/>
                  </a:cubicBezTo>
                  <a:cubicBezTo>
                    <a:pt x="30580" y="16446"/>
                    <a:pt x="28099" y="17128"/>
                    <a:pt x="25910" y="18533"/>
                  </a:cubicBezTo>
                  <a:cubicBezTo>
                    <a:pt x="23719" y="19938"/>
                    <a:pt x="21985" y="21983"/>
                    <a:pt x="20704" y="24669"/>
                  </a:cubicBezTo>
                  <a:cubicBezTo>
                    <a:pt x="19423" y="27314"/>
                    <a:pt x="18782" y="30516"/>
                    <a:pt x="18782" y="34276"/>
                  </a:cubicBezTo>
                  <a:cubicBezTo>
                    <a:pt x="18782" y="37913"/>
                    <a:pt x="19423" y="41094"/>
                    <a:pt x="20704" y="43822"/>
                  </a:cubicBezTo>
                  <a:cubicBezTo>
                    <a:pt x="22025" y="46549"/>
                    <a:pt x="23802" y="48656"/>
                    <a:pt x="26034" y="50144"/>
                  </a:cubicBezTo>
                  <a:cubicBezTo>
                    <a:pt x="28265" y="51632"/>
                    <a:pt x="30827" y="52396"/>
                    <a:pt x="33719" y="52437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DEF6CDB-B37C-1FD3-CE21-4DA7C9011589}"/>
                </a:ext>
              </a:extLst>
            </p:cNvPr>
            <p:cNvSpPr/>
            <p:nvPr/>
          </p:nvSpPr>
          <p:spPr>
            <a:xfrm>
              <a:off x="1042940" y="346326"/>
              <a:ext cx="52251" cy="68676"/>
            </a:xfrm>
            <a:custGeom>
              <a:avLst/>
              <a:gdLst>
                <a:gd name="connsiteX0" fmla="*/ 15807 w 52251"/>
                <a:gd name="connsiteY0" fmla="*/ 66631 h 68676"/>
                <a:gd name="connsiteX1" fmla="*/ 27211 w 52251"/>
                <a:gd name="connsiteY1" fmla="*/ 68677 h 68676"/>
                <a:gd name="connsiteX2" fmla="*/ 39669 w 52251"/>
                <a:gd name="connsiteY2" fmla="*/ 66012 h 68676"/>
                <a:gd name="connsiteX3" fmla="*/ 48782 w 52251"/>
                <a:gd name="connsiteY3" fmla="*/ 58574 h 68676"/>
                <a:gd name="connsiteX4" fmla="*/ 52251 w 52251"/>
                <a:gd name="connsiteY4" fmla="*/ 47479 h 68676"/>
                <a:gd name="connsiteX5" fmla="*/ 50146 w 52251"/>
                <a:gd name="connsiteY5" fmla="*/ 39111 h 68676"/>
                <a:gd name="connsiteX6" fmla="*/ 44940 w 52251"/>
                <a:gd name="connsiteY6" fmla="*/ 33533 h 68676"/>
                <a:gd name="connsiteX7" fmla="*/ 38555 w 52251"/>
                <a:gd name="connsiteY7" fmla="*/ 30124 h 68676"/>
                <a:gd name="connsiteX8" fmla="*/ 32788 w 52251"/>
                <a:gd name="connsiteY8" fmla="*/ 28140 h 68676"/>
                <a:gd name="connsiteX9" fmla="*/ 26591 w 52251"/>
                <a:gd name="connsiteY9" fmla="*/ 26219 h 68676"/>
                <a:gd name="connsiteX10" fmla="*/ 21694 w 52251"/>
                <a:gd name="connsiteY10" fmla="*/ 23863 h 68676"/>
                <a:gd name="connsiteX11" fmla="*/ 19773 w 52251"/>
                <a:gd name="connsiteY11" fmla="*/ 20268 h 68676"/>
                <a:gd name="connsiteX12" fmla="*/ 21694 w 52251"/>
                <a:gd name="connsiteY12" fmla="*/ 16550 h 68676"/>
                <a:gd name="connsiteX13" fmla="*/ 26531 w 52251"/>
                <a:gd name="connsiteY13" fmla="*/ 15062 h 68676"/>
                <a:gd name="connsiteX14" fmla="*/ 32231 w 52251"/>
                <a:gd name="connsiteY14" fmla="*/ 16921 h 68676"/>
                <a:gd name="connsiteX15" fmla="*/ 35704 w 52251"/>
                <a:gd name="connsiteY15" fmla="*/ 20764 h 68676"/>
                <a:gd name="connsiteX16" fmla="*/ 50763 w 52251"/>
                <a:gd name="connsiteY16" fmla="*/ 14256 h 68676"/>
                <a:gd name="connsiteX17" fmla="*/ 41097 w 52251"/>
                <a:gd name="connsiteY17" fmla="*/ 3905 h 68676"/>
                <a:gd name="connsiteX18" fmla="*/ 25847 w 52251"/>
                <a:gd name="connsiteY18" fmla="*/ 0 h 68676"/>
                <a:gd name="connsiteX19" fmla="*/ 13699 w 52251"/>
                <a:gd name="connsiteY19" fmla="*/ 2541 h 68676"/>
                <a:gd name="connsiteX20" fmla="*/ 5330 w 52251"/>
                <a:gd name="connsiteY20" fmla="*/ 9607 h 68676"/>
                <a:gd name="connsiteX21" fmla="*/ 2295 w 52251"/>
                <a:gd name="connsiteY21" fmla="*/ 19958 h 68676"/>
                <a:gd name="connsiteX22" fmla="*/ 4897 w 52251"/>
                <a:gd name="connsiteY22" fmla="*/ 29442 h 68676"/>
                <a:gd name="connsiteX23" fmla="*/ 11654 w 52251"/>
                <a:gd name="connsiteY23" fmla="*/ 35888 h 68676"/>
                <a:gd name="connsiteX24" fmla="*/ 20580 w 52251"/>
                <a:gd name="connsiteY24" fmla="*/ 39793 h 68676"/>
                <a:gd name="connsiteX25" fmla="*/ 25043 w 52251"/>
                <a:gd name="connsiteY25" fmla="*/ 41033 h 68676"/>
                <a:gd name="connsiteX26" fmla="*/ 29753 w 52251"/>
                <a:gd name="connsiteY26" fmla="*/ 42644 h 68676"/>
                <a:gd name="connsiteX27" fmla="*/ 33409 w 52251"/>
                <a:gd name="connsiteY27" fmla="*/ 44875 h 68676"/>
                <a:gd name="connsiteX28" fmla="*/ 34836 w 52251"/>
                <a:gd name="connsiteY28" fmla="*/ 47975 h 68676"/>
                <a:gd name="connsiteX29" fmla="*/ 33842 w 52251"/>
                <a:gd name="connsiteY29" fmla="*/ 50640 h 68676"/>
                <a:gd name="connsiteX30" fmla="*/ 31241 w 52251"/>
                <a:gd name="connsiteY30" fmla="*/ 52685 h 68676"/>
                <a:gd name="connsiteX31" fmla="*/ 27335 w 52251"/>
                <a:gd name="connsiteY31" fmla="*/ 53429 h 68676"/>
                <a:gd name="connsiteX32" fmla="*/ 20020 w 52251"/>
                <a:gd name="connsiteY32" fmla="*/ 50826 h 68676"/>
                <a:gd name="connsiteX33" fmla="*/ 15373 w 52251"/>
                <a:gd name="connsiteY33" fmla="*/ 45309 h 68676"/>
                <a:gd name="connsiteX34" fmla="*/ 0 w 52251"/>
                <a:gd name="connsiteY34" fmla="*/ 52066 h 68676"/>
                <a:gd name="connsiteX35" fmla="*/ 6261 w 52251"/>
                <a:gd name="connsiteY35" fmla="*/ 60867 h 68676"/>
                <a:gd name="connsiteX36" fmla="*/ 15807 w 52251"/>
                <a:gd name="connsiteY36" fmla="*/ 6663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2251" h="68676">
                  <a:moveTo>
                    <a:pt x="15807" y="66631"/>
                  </a:moveTo>
                  <a:cubicBezTo>
                    <a:pt x="19443" y="67995"/>
                    <a:pt x="23245" y="68677"/>
                    <a:pt x="27211" y="68677"/>
                  </a:cubicBezTo>
                  <a:cubicBezTo>
                    <a:pt x="31758" y="68677"/>
                    <a:pt x="35910" y="67789"/>
                    <a:pt x="39669" y="66012"/>
                  </a:cubicBezTo>
                  <a:cubicBezTo>
                    <a:pt x="43472" y="64235"/>
                    <a:pt x="46507" y="61756"/>
                    <a:pt x="48782" y="58574"/>
                  </a:cubicBezTo>
                  <a:cubicBezTo>
                    <a:pt x="51097" y="55351"/>
                    <a:pt x="52251" y="51652"/>
                    <a:pt x="52251" y="47479"/>
                  </a:cubicBezTo>
                  <a:cubicBezTo>
                    <a:pt x="52251" y="44173"/>
                    <a:pt x="51551" y="41384"/>
                    <a:pt x="50146" y="39111"/>
                  </a:cubicBezTo>
                  <a:cubicBezTo>
                    <a:pt x="48782" y="36839"/>
                    <a:pt x="47044" y="34979"/>
                    <a:pt x="44940" y="33533"/>
                  </a:cubicBezTo>
                  <a:cubicBezTo>
                    <a:pt x="42872" y="32086"/>
                    <a:pt x="40744" y="30950"/>
                    <a:pt x="38555" y="30124"/>
                  </a:cubicBezTo>
                  <a:cubicBezTo>
                    <a:pt x="36364" y="29256"/>
                    <a:pt x="34443" y="28595"/>
                    <a:pt x="32788" y="28140"/>
                  </a:cubicBezTo>
                  <a:cubicBezTo>
                    <a:pt x="30640" y="27520"/>
                    <a:pt x="28576" y="26880"/>
                    <a:pt x="26591" y="26219"/>
                  </a:cubicBezTo>
                  <a:cubicBezTo>
                    <a:pt x="24610" y="25558"/>
                    <a:pt x="22975" y="24773"/>
                    <a:pt x="21694" y="23863"/>
                  </a:cubicBezTo>
                  <a:cubicBezTo>
                    <a:pt x="20413" y="22954"/>
                    <a:pt x="19773" y="21756"/>
                    <a:pt x="19773" y="20268"/>
                  </a:cubicBezTo>
                  <a:cubicBezTo>
                    <a:pt x="19773" y="18781"/>
                    <a:pt x="20413" y="17541"/>
                    <a:pt x="21694" y="16550"/>
                  </a:cubicBezTo>
                  <a:cubicBezTo>
                    <a:pt x="22975" y="15558"/>
                    <a:pt x="24586" y="15062"/>
                    <a:pt x="26531" y="15062"/>
                  </a:cubicBezTo>
                  <a:cubicBezTo>
                    <a:pt x="28842" y="15062"/>
                    <a:pt x="30744" y="15682"/>
                    <a:pt x="32231" y="16921"/>
                  </a:cubicBezTo>
                  <a:cubicBezTo>
                    <a:pt x="33762" y="18161"/>
                    <a:pt x="34916" y="19442"/>
                    <a:pt x="35704" y="20764"/>
                  </a:cubicBezTo>
                  <a:lnTo>
                    <a:pt x="50763" y="14256"/>
                  </a:lnTo>
                  <a:cubicBezTo>
                    <a:pt x="48866" y="9959"/>
                    <a:pt x="45640" y="6508"/>
                    <a:pt x="41097" y="3905"/>
                  </a:cubicBezTo>
                  <a:cubicBezTo>
                    <a:pt x="36591" y="1302"/>
                    <a:pt x="31507" y="0"/>
                    <a:pt x="25847" y="0"/>
                  </a:cubicBezTo>
                  <a:cubicBezTo>
                    <a:pt x="21304" y="0"/>
                    <a:pt x="17251" y="847"/>
                    <a:pt x="13699" y="2541"/>
                  </a:cubicBezTo>
                  <a:cubicBezTo>
                    <a:pt x="10187" y="4235"/>
                    <a:pt x="7398" y="6591"/>
                    <a:pt x="5330" y="9607"/>
                  </a:cubicBezTo>
                  <a:cubicBezTo>
                    <a:pt x="3306" y="12583"/>
                    <a:pt x="2295" y="16033"/>
                    <a:pt x="2295" y="19958"/>
                  </a:cubicBezTo>
                  <a:cubicBezTo>
                    <a:pt x="2295" y="23678"/>
                    <a:pt x="3162" y="26839"/>
                    <a:pt x="4897" y="29442"/>
                  </a:cubicBezTo>
                  <a:cubicBezTo>
                    <a:pt x="6634" y="32045"/>
                    <a:pt x="8886" y="34194"/>
                    <a:pt x="11654" y="35888"/>
                  </a:cubicBezTo>
                  <a:cubicBezTo>
                    <a:pt x="14463" y="37541"/>
                    <a:pt x="17438" y="38843"/>
                    <a:pt x="20580" y="39793"/>
                  </a:cubicBezTo>
                  <a:cubicBezTo>
                    <a:pt x="21944" y="40165"/>
                    <a:pt x="23432" y="40578"/>
                    <a:pt x="25043" y="41033"/>
                  </a:cubicBezTo>
                  <a:cubicBezTo>
                    <a:pt x="26694" y="41487"/>
                    <a:pt x="28265" y="42024"/>
                    <a:pt x="29753" y="42644"/>
                  </a:cubicBezTo>
                  <a:cubicBezTo>
                    <a:pt x="31241" y="43264"/>
                    <a:pt x="32458" y="44008"/>
                    <a:pt x="33409" y="44875"/>
                  </a:cubicBezTo>
                  <a:cubicBezTo>
                    <a:pt x="34359" y="45743"/>
                    <a:pt x="34836" y="46776"/>
                    <a:pt x="34836" y="47975"/>
                  </a:cubicBezTo>
                  <a:cubicBezTo>
                    <a:pt x="34836" y="48925"/>
                    <a:pt x="34506" y="49813"/>
                    <a:pt x="33842" y="50640"/>
                  </a:cubicBezTo>
                  <a:cubicBezTo>
                    <a:pt x="33225" y="51466"/>
                    <a:pt x="32355" y="52148"/>
                    <a:pt x="31241" y="52685"/>
                  </a:cubicBezTo>
                  <a:cubicBezTo>
                    <a:pt x="30123" y="53181"/>
                    <a:pt x="28822" y="53429"/>
                    <a:pt x="27335" y="53429"/>
                  </a:cubicBezTo>
                  <a:cubicBezTo>
                    <a:pt x="24526" y="53429"/>
                    <a:pt x="22088" y="52562"/>
                    <a:pt x="20020" y="50826"/>
                  </a:cubicBezTo>
                  <a:cubicBezTo>
                    <a:pt x="17955" y="49090"/>
                    <a:pt x="16407" y="47252"/>
                    <a:pt x="15373" y="45309"/>
                  </a:cubicBezTo>
                  <a:lnTo>
                    <a:pt x="0" y="52066"/>
                  </a:lnTo>
                  <a:cubicBezTo>
                    <a:pt x="1404" y="55413"/>
                    <a:pt x="3492" y="58346"/>
                    <a:pt x="6261" y="60867"/>
                  </a:cubicBezTo>
                  <a:cubicBezTo>
                    <a:pt x="9029" y="63346"/>
                    <a:pt x="12211" y="65268"/>
                    <a:pt x="15807" y="6663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07DACD3-B14E-E0FB-1CEF-CBF62B276E45}"/>
                </a:ext>
              </a:extLst>
            </p:cNvPr>
            <p:cNvSpPr/>
            <p:nvPr/>
          </p:nvSpPr>
          <p:spPr>
            <a:xfrm>
              <a:off x="1174814" y="346326"/>
              <a:ext cx="96260" cy="67685"/>
            </a:xfrm>
            <a:custGeom>
              <a:avLst/>
              <a:gdLst>
                <a:gd name="connsiteX0" fmla="*/ 0 w 96260"/>
                <a:gd name="connsiteY0" fmla="*/ 67685 h 67685"/>
                <a:gd name="connsiteX1" fmla="*/ 0 w 96260"/>
                <a:gd name="connsiteY1" fmla="*/ 992 h 67685"/>
                <a:gd name="connsiteX2" fmla="*/ 18656 w 96260"/>
                <a:gd name="connsiteY2" fmla="*/ 992 h 67685"/>
                <a:gd name="connsiteX3" fmla="*/ 18656 w 96260"/>
                <a:gd name="connsiteY3" fmla="*/ 9484 h 67685"/>
                <a:gd name="connsiteX4" fmla="*/ 18996 w 96260"/>
                <a:gd name="connsiteY4" fmla="*/ 9484 h 67685"/>
                <a:gd name="connsiteX5" fmla="*/ 23926 w 96260"/>
                <a:gd name="connsiteY5" fmla="*/ 4339 h 67685"/>
                <a:gd name="connsiteX6" fmla="*/ 37128 w 96260"/>
                <a:gd name="connsiteY6" fmla="*/ 0 h 67685"/>
                <a:gd name="connsiteX7" fmla="*/ 47852 w 96260"/>
                <a:gd name="connsiteY7" fmla="*/ 3099 h 67685"/>
                <a:gd name="connsiteX8" fmla="*/ 53385 w 96260"/>
                <a:gd name="connsiteY8" fmla="*/ 9297 h 67685"/>
                <a:gd name="connsiteX9" fmla="*/ 53735 w 96260"/>
                <a:gd name="connsiteY9" fmla="*/ 9297 h 67685"/>
                <a:gd name="connsiteX10" fmla="*/ 61424 w 96260"/>
                <a:gd name="connsiteY10" fmla="*/ 2975 h 67685"/>
                <a:gd name="connsiteX11" fmla="*/ 74256 w 96260"/>
                <a:gd name="connsiteY11" fmla="*/ 0 h 67685"/>
                <a:gd name="connsiteX12" fmla="*/ 85163 w 96260"/>
                <a:gd name="connsiteY12" fmla="*/ 2356 h 67685"/>
                <a:gd name="connsiteX13" fmla="*/ 91857 w 96260"/>
                <a:gd name="connsiteY13" fmla="*/ 8430 h 67685"/>
                <a:gd name="connsiteX14" fmla="*/ 95266 w 96260"/>
                <a:gd name="connsiteY14" fmla="*/ 16612 h 67685"/>
                <a:gd name="connsiteX15" fmla="*/ 96260 w 96260"/>
                <a:gd name="connsiteY15" fmla="*/ 25165 h 67685"/>
                <a:gd name="connsiteX16" fmla="*/ 96260 w 96260"/>
                <a:gd name="connsiteY16" fmla="*/ 67685 h 67685"/>
                <a:gd name="connsiteX17" fmla="*/ 76547 w 96260"/>
                <a:gd name="connsiteY17" fmla="*/ 67685 h 67685"/>
                <a:gd name="connsiteX18" fmla="*/ 76547 w 96260"/>
                <a:gd name="connsiteY18" fmla="*/ 27582 h 67685"/>
                <a:gd name="connsiteX19" fmla="*/ 74256 w 96260"/>
                <a:gd name="connsiteY19" fmla="*/ 19215 h 67685"/>
                <a:gd name="connsiteX20" fmla="*/ 67685 w 96260"/>
                <a:gd name="connsiteY20" fmla="*/ 16240 h 67685"/>
                <a:gd name="connsiteX21" fmla="*/ 62601 w 96260"/>
                <a:gd name="connsiteY21" fmla="*/ 17541 h 67685"/>
                <a:gd name="connsiteX22" fmla="*/ 59132 w 96260"/>
                <a:gd name="connsiteY22" fmla="*/ 21322 h 67685"/>
                <a:gd name="connsiteX23" fmla="*/ 57892 w 96260"/>
                <a:gd name="connsiteY23" fmla="*/ 27582 h 67685"/>
                <a:gd name="connsiteX24" fmla="*/ 57892 w 96260"/>
                <a:gd name="connsiteY24" fmla="*/ 67685 h 67685"/>
                <a:gd name="connsiteX25" fmla="*/ 38305 w 96260"/>
                <a:gd name="connsiteY25" fmla="*/ 67685 h 67685"/>
                <a:gd name="connsiteX26" fmla="*/ 38305 w 96260"/>
                <a:gd name="connsiteY26" fmla="*/ 27582 h 67685"/>
                <a:gd name="connsiteX27" fmla="*/ 36010 w 96260"/>
                <a:gd name="connsiteY27" fmla="*/ 19215 h 67685"/>
                <a:gd name="connsiteX28" fmla="*/ 29379 w 96260"/>
                <a:gd name="connsiteY28" fmla="*/ 16240 h 67685"/>
                <a:gd name="connsiteX29" fmla="*/ 22375 w 96260"/>
                <a:gd name="connsiteY29" fmla="*/ 19153 h 67685"/>
                <a:gd name="connsiteX30" fmla="*/ 19586 w 96260"/>
                <a:gd name="connsiteY30" fmla="*/ 27707 h 67685"/>
                <a:gd name="connsiteX31" fmla="*/ 19586 w 96260"/>
                <a:gd name="connsiteY31" fmla="*/ 67685 h 67685"/>
                <a:gd name="connsiteX32" fmla="*/ 0 w 96260"/>
                <a:gd name="connsiteY32" fmla="*/ 67685 h 6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260" h="67685">
                  <a:moveTo>
                    <a:pt x="0" y="67685"/>
                  </a:moveTo>
                  <a:lnTo>
                    <a:pt x="0" y="992"/>
                  </a:lnTo>
                  <a:lnTo>
                    <a:pt x="18656" y="992"/>
                  </a:lnTo>
                  <a:lnTo>
                    <a:pt x="18656" y="9484"/>
                  </a:lnTo>
                  <a:lnTo>
                    <a:pt x="18996" y="9484"/>
                  </a:lnTo>
                  <a:cubicBezTo>
                    <a:pt x="20457" y="7455"/>
                    <a:pt x="22098" y="5740"/>
                    <a:pt x="23926" y="4339"/>
                  </a:cubicBezTo>
                  <a:cubicBezTo>
                    <a:pt x="27645" y="1446"/>
                    <a:pt x="32044" y="0"/>
                    <a:pt x="37128" y="0"/>
                  </a:cubicBezTo>
                  <a:cubicBezTo>
                    <a:pt x="41341" y="0"/>
                    <a:pt x="44916" y="1033"/>
                    <a:pt x="47852" y="3099"/>
                  </a:cubicBezTo>
                  <a:cubicBezTo>
                    <a:pt x="50113" y="4639"/>
                    <a:pt x="51958" y="6705"/>
                    <a:pt x="53385" y="9297"/>
                  </a:cubicBezTo>
                  <a:lnTo>
                    <a:pt x="53735" y="9297"/>
                  </a:lnTo>
                  <a:cubicBezTo>
                    <a:pt x="55847" y="6606"/>
                    <a:pt x="58412" y="4498"/>
                    <a:pt x="61424" y="2975"/>
                  </a:cubicBezTo>
                  <a:cubicBezTo>
                    <a:pt x="65350" y="992"/>
                    <a:pt x="69626" y="0"/>
                    <a:pt x="74256" y="0"/>
                  </a:cubicBezTo>
                  <a:cubicBezTo>
                    <a:pt x="78675" y="0"/>
                    <a:pt x="82314" y="785"/>
                    <a:pt x="85163" y="2356"/>
                  </a:cubicBezTo>
                  <a:cubicBezTo>
                    <a:pt x="88015" y="3884"/>
                    <a:pt x="90246" y="5909"/>
                    <a:pt x="91857" y="8430"/>
                  </a:cubicBezTo>
                  <a:cubicBezTo>
                    <a:pt x="93468" y="10909"/>
                    <a:pt x="94606" y="13636"/>
                    <a:pt x="95266" y="16612"/>
                  </a:cubicBezTo>
                  <a:cubicBezTo>
                    <a:pt x="95930" y="19545"/>
                    <a:pt x="96260" y="22396"/>
                    <a:pt x="96260" y="25165"/>
                  </a:cubicBezTo>
                  <a:lnTo>
                    <a:pt x="96260" y="67685"/>
                  </a:lnTo>
                  <a:lnTo>
                    <a:pt x="76547" y="67685"/>
                  </a:lnTo>
                  <a:lnTo>
                    <a:pt x="76547" y="27582"/>
                  </a:lnTo>
                  <a:cubicBezTo>
                    <a:pt x="76547" y="23946"/>
                    <a:pt x="75783" y="21157"/>
                    <a:pt x="74256" y="19215"/>
                  </a:cubicBezTo>
                  <a:cubicBezTo>
                    <a:pt x="72768" y="17231"/>
                    <a:pt x="70577" y="16240"/>
                    <a:pt x="67685" y="16240"/>
                  </a:cubicBezTo>
                  <a:cubicBezTo>
                    <a:pt x="65783" y="16240"/>
                    <a:pt x="64089" y="16674"/>
                    <a:pt x="62601" y="17541"/>
                  </a:cubicBezTo>
                  <a:cubicBezTo>
                    <a:pt x="61157" y="18368"/>
                    <a:pt x="60000" y="19628"/>
                    <a:pt x="59132" y="21322"/>
                  </a:cubicBezTo>
                  <a:cubicBezTo>
                    <a:pt x="58305" y="23016"/>
                    <a:pt x="57892" y="25103"/>
                    <a:pt x="57892" y="27582"/>
                  </a:cubicBezTo>
                  <a:lnTo>
                    <a:pt x="57892" y="67685"/>
                  </a:lnTo>
                  <a:lnTo>
                    <a:pt x="38305" y="67685"/>
                  </a:lnTo>
                  <a:lnTo>
                    <a:pt x="38305" y="27582"/>
                  </a:lnTo>
                  <a:cubicBezTo>
                    <a:pt x="38305" y="23946"/>
                    <a:pt x="37541" y="21157"/>
                    <a:pt x="36010" y="19215"/>
                  </a:cubicBezTo>
                  <a:cubicBezTo>
                    <a:pt x="34483" y="17231"/>
                    <a:pt x="32271" y="16240"/>
                    <a:pt x="29379" y="16240"/>
                  </a:cubicBezTo>
                  <a:cubicBezTo>
                    <a:pt x="26571" y="16240"/>
                    <a:pt x="24236" y="17211"/>
                    <a:pt x="22375" y="19153"/>
                  </a:cubicBezTo>
                  <a:cubicBezTo>
                    <a:pt x="20517" y="21053"/>
                    <a:pt x="19586" y="23905"/>
                    <a:pt x="19586" y="27707"/>
                  </a:cubicBezTo>
                  <a:lnTo>
                    <a:pt x="19586" y="67685"/>
                  </a:lnTo>
                  <a:lnTo>
                    <a:pt x="0" y="67685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E5C0D18-B66E-2459-3343-28E640B2BC2D}"/>
                </a:ext>
              </a:extLst>
            </p:cNvPr>
            <p:cNvSpPr/>
            <p:nvPr/>
          </p:nvSpPr>
          <p:spPr>
            <a:xfrm>
              <a:off x="1102089" y="347318"/>
              <a:ext cx="65763" cy="67684"/>
            </a:xfrm>
            <a:custGeom>
              <a:avLst/>
              <a:gdLst>
                <a:gd name="connsiteX0" fmla="*/ 24793 w 65763"/>
                <a:gd name="connsiteY0" fmla="*/ 67685 h 67684"/>
                <a:gd name="connsiteX1" fmla="*/ 12275 w 65763"/>
                <a:gd name="connsiteY1" fmla="*/ 64772 h 67684"/>
                <a:gd name="connsiteX2" fmla="*/ 3286 w 65763"/>
                <a:gd name="connsiteY2" fmla="*/ 56094 h 67684"/>
                <a:gd name="connsiteX3" fmla="*/ 0 w 65763"/>
                <a:gd name="connsiteY3" fmla="*/ 41900 h 67684"/>
                <a:gd name="connsiteX4" fmla="*/ 0 w 65763"/>
                <a:gd name="connsiteY4" fmla="*/ 0 h 67684"/>
                <a:gd name="connsiteX5" fmla="*/ 19586 w 65763"/>
                <a:gd name="connsiteY5" fmla="*/ 0 h 67684"/>
                <a:gd name="connsiteX6" fmla="*/ 19586 w 65763"/>
                <a:gd name="connsiteY6" fmla="*/ 39297 h 67684"/>
                <a:gd name="connsiteX7" fmla="*/ 22562 w 65763"/>
                <a:gd name="connsiteY7" fmla="*/ 48098 h 67684"/>
                <a:gd name="connsiteX8" fmla="*/ 29940 w 65763"/>
                <a:gd name="connsiteY8" fmla="*/ 51074 h 67684"/>
                <a:gd name="connsiteX9" fmla="*/ 35580 w 65763"/>
                <a:gd name="connsiteY9" fmla="*/ 49648 h 67684"/>
                <a:gd name="connsiteX10" fmla="*/ 39423 w 65763"/>
                <a:gd name="connsiteY10" fmla="*/ 45619 h 67684"/>
                <a:gd name="connsiteX11" fmla="*/ 40847 w 65763"/>
                <a:gd name="connsiteY11" fmla="*/ 39297 h 67684"/>
                <a:gd name="connsiteX12" fmla="*/ 40847 w 65763"/>
                <a:gd name="connsiteY12" fmla="*/ 0 h 67684"/>
                <a:gd name="connsiteX13" fmla="*/ 60433 w 65763"/>
                <a:gd name="connsiteY13" fmla="*/ 0 h 67684"/>
                <a:gd name="connsiteX14" fmla="*/ 60433 w 65763"/>
                <a:gd name="connsiteY14" fmla="*/ 43326 h 67684"/>
                <a:gd name="connsiteX15" fmla="*/ 61487 w 65763"/>
                <a:gd name="connsiteY15" fmla="*/ 48532 h 67684"/>
                <a:gd name="connsiteX16" fmla="*/ 65763 w 65763"/>
                <a:gd name="connsiteY16" fmla="*/ 51321 h 67684"/>
                <a:gd name="connsiteX17" fmla="*/ 58822 w 65763"/>
                <a:gd name="connsiteY17" fmla="*/ 67685 h 67684"/>
                <a:gd name="connsiteX18" fmla="*/ 48038 w 65763"/>
                <a:gd name="connsiteY18" fmla="*/ 62664 h 67684"/>
                <a:gd name="connsiteX19" fmla="*/ 45437 w 65763"/>
                <a:gd name="connsiteY19" fmla="*/ 59069 h 67684"/>
                <a:gd name="connsiteX20" fmla="*/ 44940 w 65763"/>
                <a:gd name="connsiteY20" fmla="*/ 59069 h 67684"/>
                <a:gd name="connsiteX21" fmla="*/ 39176 w 65763"/>
                <a:gd name="connsiteY21" fmla="*/ 63718 h 67684"/>
                <a:gd name="connsiteX22" fmla="*/ 24793 w 65763"/>
                <a:gd name="connsiteY22" fmla="*/ 67685 h 6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3" h="67684">
                  <a:moveTo>
                    <a:pt x="24793" y="67685"/>
                  </a:moveTo>
                  <a:cubicBezTo>
                    <a:pt x="20207" y="67685"/>
                    <a:pt x="16034" y="66714"/>
                    <a:pt x="12275" y="64772"/>
                  </a:cubicBezTo>
                  <a:cubicBezTo>
                    <a:pt x="8512" y="62788"/>
                    <a:pt x="5517" y="59896"/>
                    <a:pt x="3286" y="56094"/>
                  </a:cubicBezTo>
                  <a:cubicBezTo>
                    <a:pt x="1097" y="52251"/>
                    <a:pt x="0" y="47520"/>
                    <a:pt x="0" y="41900"/>
                  </a:cubicBezTo>
                  <a:lnTo>
                    <a:pt x="0" y="0"/>
                  </a:lnTo>
                  <a:lnTo>
                    <a:pt x="19586" y="0"/>
                  </a:lnTo>
                  <a:lnTo>
                    <a:pt x="19586" y="39297"/>
                  </a:lnTo>
                  <a:cubicBezTo>
                    <a:pt x="19586" y="43140"/>
                    <a:pt x="20580" y="46074"/>
                    <a:pt x="22562" y="48098"/>
                  </a:cubicBezTo>
                  <a:cubicBezTo>
                    <a:pt x="24586" y="50082"/>
                    <a:pt x="27048" y="51074"/>
                    <a:pt x="29940" y="51074"/>
                  </a:cubicBezTo>
                  <a:cubicBezTo>
                    <a:pt x="32088" y="51074"/>
                    <a:pt x="33969" y="50598"/>
                    <a:pt x="35580" y="49648"/>
                  </a:cubicBezTo>
                  <a:cubicBezTo>
                    <a:pt x="37231" y="48698"/>
                    <a:pt x="38512" y="47355"/>
                    <a:pt x="39423" y="45619"/>
                  </a:cubicBezTo>
                  <a:cubicBezTo>
                    <a:pt x="40373" y="43842"/>
                    <a:pt x="40847" y="41735"/>
                    <a:pt x="40847" y="39297"/>
                  </a:cubicBezTo>
                  <a:lnTo>
                    <a:pt x="40847" y="0"/>
                  </a:lnTo>
                  <a:lnTo>
                    <a:pt x="60433" y="0"/>
                  </a:lnTo>
                  <a:lnTo>
                    <a:pt x="60433" y="43326"/>
                  </a:lnTo>
                  <a:cubicBezTo>
                    <a:pt x="60433" y="45722"/>
                    <a:pt x="60787" y="47458"/>
                    <a:pt x="61487" y="48532"/>
                  </a:cubicBezTo>
                  <a:cubicBezTo>
                    <a:pt x="62191" y="49607"/>
                    <a:pt x="63615" y="50537"/>
                    <a:pt x="65763" y="51321"/>
                  </a:cubicBezTo>
                  <a:lnTo>
                    <a:pt x="58822" y="67685"/>
                  </a:lnTo>
                  <a:cubicBezTo>
                    <a:pt x="53906" y="66404"/>
                    <a:pt x="50310" y="64731"/>
                    <a:pt x="48038" y="62664"/>
                  </a:cubicBezTo>
                  <a:cubicBezTo>
                    <a:pt x="46894" y="61623"/>
                    <a:pt x="46027" y="60425"/>
                    <a:pt x="45437" y="59069"/>
                  </a:cubicBezTo>
                  <a:lnTo>
                    <a:pt x="44940" y="59069"/>
                  </a:lnTo>
                  <a:cubicBezTo>
                    <a:pt x="43208" y="60809"/>
                    <a:pt x="41287" y="62359"/>
                    <a:pt x="39176" y="63718"/>
                  </a:cubicBezTo>
                  <a:cubicBezTo>
                    <a:pt x="35000" y="66363"/>
                    <a:pt x="30207" y="67685"/>
                    <a:pt x="24793" y="67685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FC158AD-4B36-0E4B-8CC9-E45957CD5B95}"/>
                </a:ext>
              </a:extLst>
            </p:cNvPr>
            <p:cNvSpPr/>
            <p:nvPr/>
          </p:nvSpPr>
          <p:spPr>
            <a:xfrm>
              <a:off x="864689" y="346326"/>
              <a:ext cx="69542" cy="68676"/>
            </a:xfrm>
            <a:custGeom>
              <a:avLst/>
              <a:gdLst>
                <a:gd name="connsiteX0" fmla="*/ 34773 w 69542"/>
                <a:gd name="connsiteY0" fmla="*/ 68677 h 68676"/>
                <a:gd name="connsiteX1" fmla="*/ 17231 w 69542"/>
                <a:gd name="connsiteY1" fmla="*/ 64276 h 68676"/>
                <a:gd name="connsiteX2" fmla="*/ 4646 w 69542"/>
                <a:gd name="connsiteY2" fmla="*/ 52128 h 68676"/>
                <a:gd name="connsiteX3" fmla="*/ 0 w 69542"/>
                <a:gd name="connsiteY3" fmla="*/ 34277 h 68676"/>
                <a:gd name="connsiteX4" fmla="*/ 4646 w 69542"/>
                <a:gd name="connsiteY4" fmla="*/ 16425 h 68676"/>
                <a:gd name="connsiteX5" fmla="*/ 17231 w 69542"/>
                <a:gd name="connsiteY5" fmla="*/ 4339 h 68676"/>
                <a:gd name="connsiteX6" fmla="*/ 34773 w 69542"/>
                <a:gd name="connsiteY6" fmla="*/ 0 h 68676"/>
                <a:gd name="connsiteX7" fmla="*/ 52438 w 69542"/>
                <a:gd name="connsiteY7" fmla="*/ 4339 h 68676"/>
                <a:gd name="connsiteX8" fmla="*/ 64896 w 69542"/>
                <a:gd name="connsiteY8" fmla="*/ 16425 h 68676"/>
                <a:gd name="connsiteX9" fmla="*/ 69543 w 69542"/>
                <a:gd name="connsiteY9" fmla="*/ 34277 h 68676"/>
                <a:gd name="connsiteX10" fmla="*/ 64896 w 69542"/>
                <a:gd name="connsiteY10" fmla="*/ 52128 h 68676"/>
                <a:gd name="connsiteX11" fmla="*/ 52375 w 69542"/>
                <a:gd name="connsiteY11" fmla="*/ 64276 h 68676"/>
                <a:gd name="connsiteX12" fmla="*/ 34773 w 69542"/>
                <a:gd name="connsiteY12" fmla="*/ 68677 h 68676"/>
                <a:gd name="connsiteX13" fmla="*/ 34773 w 69542"/>
                <a:gd name="connsiteY13" fmla="*/ 51941 h 68676"/>
                <a:gd name="connsiteX14" fmla="*/ 43015 w 69542"/>
                <a:gd name="connsiteY14" fmla="*/ 49710 h 68676"/>
                <a:gd name="connsiteX15" fmla="*/ 48779 w 69542"/>
                <a:gd name="connsiteY15" fmla="*/ 43512 h 68676"/>
                <a:gd name="connsiteX16" fmla="*/ 50887 w 69542"/>
                <a:gd name="connsiteY16" fmla="*/ 34277 h 68676"/>
                <a:gd name="connsiteX17" fmla="*/ 48842 w 69542"/>
                <a:gd name="connsiteY17" fmla="*/ 25227 h 68676"/>
                <a:gd name="connsiteX18" fmla="*/ 43202 w 69542"/>
                <a:gd name="connsiteY18" fmla="*/ 19029 h 68676"/>
                <a:gd name="connsiteX19" fmla="*/ 34896 w 69542"/>
                <a:gd name="connsiteY19" fmla="*/ 16735 h 68676"/>
                <a:gd name="connsiteX20" fmla="*/ 26527 w 69542"/>
                <a:gd name="connsiteY20" fmla="*/ 18967 h 68676"/>
                <a:gd name="connsiteX21" fmla="*/ 20764 w 69542"/>
                <a:gd name="connsiteY21" fmla="*/ 25103 h 68676"/>
                <a:gd name="connsiteX22" fmla="*/ 18656 w 69542"/>
                <a:gd name="connsiteY22" fmla="*/ 34277 h 68676"/>
                <a:gd name="connsiteX23" fmla="*/ 20764 w 69542"/>
                <a:gd name="connsiteY23" fmla="*/ 43512 h 68676"/>
                <a:gd name="connsiteX24" fmla="*/ 26591 w 69542"/>
                <a:gd name="connsiteY24" fmla="*/ 49710 h 68676"/>
                <a:gd name="connsiteX25" fmla="*/ 34773 w 69542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2" h="68676">
                  <a:moveTo>
                    <a:pt x="34773" y="68677"/>
                  </a:moveTo>
                  <a:cubicBezTo>
                    <a:pt x="28365" y="68677"/>
                    <a:pt x="22518" y="67210"/>
                    <a:pt x="17231" y="64276"/>
                  </a:cubicBezTo>
                  <a:cubicBezTo>
                    <a:pt x="11981" y="61342"/>
                    <a:pt x="7788" y="57293"/>
                    <a:pt x="4646" y="52128"/>
                  </a:cubicBezTo>
                  <a:cubicBezTo>
                    <a:pt x="1548" y="46962"/>
                    <a:pt x="0" y="41012"/>
                    <a:pt x="0" y="34277"/>
                  </a:cubicBezTo>
                  <a:cubicBezTo>
                    <a:pt x="0" y="27541"/>
                    <a:pt x="1548" y="21591"/>
                    <a:pt x="4646" y="16425"/>
                  </a:cubicBezTo>
                  <a:cubicBezTo>
                    <a:pt x="7788" y="11260"/>
                    <a:pt x="11981" y="7231"/>
                    <a:pt x="17231" y="4339"/>
                  </a:cubicBezTo>
                  <a:cubicBezTo>
                    <a:pt x="22518" y="1446"/>
                    <a:pt x="28365" y="0"/>
                    <a:pt x="34773" y="0"/>
                  </a:cubicBezTo>
                  <a:cubicBezTo>
                    <a:pt x="41301" y="0"/>
                    <a:pt x="47188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3" y="27541"/>
                    <a:pt x="69543" y="34277"/>
                  </a:cubicBezTo>
                  <a:cubicBezTo>
                    <a:pt x="69543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28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79" y="43512"/>
                  </a:cubicBezTo>
                  <a:cubicBezTo>
                    <a:pt x="50183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597" y="20516"/>
                    <a:pt x="43202" y="19029"/>
                  </a:cubicBezTo>
                  <a:cubicBezTo>
                    <a:pt x="40804" y="17500"/>
                    <a:pt x="38035" y="16735"/>
                    <a:pt x="34896" y="16735"/>
                  </a:cubicBezTo>
                  <a:cubicBezTo>
                    <a:pt x="31798" y="16735"/>
                    <a:pt x="29006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08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2E07DB7-DAEE-732B-566B-F4A24E19ADF6}"/>
                </a:ext>
              </a:extLst>
            </p:cNvPr>
            <p:cNvSpPr/>
            <p:nvPr/>
          </p:nvSpPr>
          <p:spPr>
            <a:xfrm>
              <a:off x="790290" y="346264"/>
              <a:ext cx="67004" cy="94771"/>
            </a:xfrm>
            <a:custGeom>
              <a:avLst/>
              <a:gdLst>
                <a:gd name="connsiteX0" fmla="*/ 16427 w 67004"/>
                <a:gd name="connsiteY0" fmla="*/ 92726 h 94771"/>
                <a:gd name="connsiteX1" fmla="*/ 31674 w 67004"/>
                <a:gd name="connsiteY1" fmla="*/ 94771 h 94771"/>
                <a:gd name="connsiteX2" fmla="*/ 45870 w 67004"/>
                <a:gd name="connsiteY2" fmla="*/ 92788 h 94771"/>
                <a:gd name="connsiteX3" fmla="*/ 57024 w 67004"/>
                <a:gd name="connsiteY3" fmla="*/ 86961 h 94771"/>
                <a:gd name="connsiteX4" fmla="*/ 64402 w 67004"/>
                <a:gd name="connsiteY4" fmla="*/ 77292 h 94771"/>
                <a:gd name="connsiteX5" fmla="*/ 67004 w 67004"/>
                <a:gd name="connsiteY5" fmla="*/ 63904 h 94771"/>
                <a:gd name="connsiteX6" fmla="*/ 67004 w 67004"/>
                <a:gd name="connsiteY6" fmla="*/ 992 h 94771"/>
                <a:gd name="connsiteX7" fmla="*/ 49216 w 67004"/>
                <a:gd name="connsiteY7" fmla="*/ 992 h 94771"/>
                <a:gd name="connsiteX8" fmla="*/ 49216 w 67004"/>
                <a:gd name="connsiteY8" fmla="*/ 7500 h 94771"/>
                <a:gd name="connsiteX9" fmla="*/ 48846 w 67004"/>
                <a:gd name="connsiteY9" fmla="*/ 7500 h 94771"/>
                <a:gd name="connsiteX10" fmla="*/ 45000 w 67004"/>
                <a:gd name="connsiteY10" fmla="*/ 4401 h 94771"/>
                <a:gd name="connsiteX11" fmla="*/ 29940 w 67004"/>
                <a:gd name="connsiteY11" fmla="*/ 0 h 94771"/>
                <a:gd name="connsiteX12" fmla="*/ 15620 w 67004"/>
                <a:gd name="connsiteY12" fmla="*/ 3781 h 94771"/>
                <a:gd name="connsiteX13" fmla="*/ 4340 w 67004"/>
                <a:gd name="connsiteY13" fmla="*/ 14938 h 94771"/>
                <a:gd name="connsiteX14" fmla="*/ 0 w 67004"/>
                <a:gd name="connsiteY14" fmla="*/ 33471 h 94771"/>
                <a:gd name="connsiteX15" fmla="*/ 2542 w 67004"/>
                <a:gd name="connsiteY15" fmla="*/ 48037 h 94771"/>
                <a:gd name="connsiteX16" fmla="*/ 9299 w 67004"/>
                <a:gd name="connsiteY16" fmla="*/ 58388 h 94771"/>
                <a:gd name="connsiteX17" fmla="*/ 18782 w 67004"/>
                <a:gd name="connsiteY17" fmla="*/ 64524 h 94771"/>
                <a:gd name="connsiteX18" fmla="*/ 29256 w 67004"/>
                <a:gd name="connsiteY18" fmla="*/ 66507 h 94771"/>
                <a:gd name="connsiteX19" fmla="*/ 44383 w 67004"/>
                <a:gd name="connsiteY19" fmla="*/ 61859 h 94771"/>
                <a:gd name="connsiteX20" fmla="*/ 48299 w 67004"/>
                <a:gd name="connsiteY20" fmla="*/ 58573 h 94771"/>
                <a:gd name="connsiteX21" fmla="*/ 48595 w 67004"/>
                <a:gd name="connsiteY21" fmla="*/ 58573 h 94771"/>
                <a:gd name="connsiteX22" fmla="*/ 48595 w 67004"/>
                <a:gd name="connsiteY22" fmla="*/ 65020 h 94771"/>
                <a:gd name="connsiteX23" fmla="*/ 45497 w 67004"/>
                <a:gd name="connsiteY23" fmla="*/ 72705 h 94771"/>
                <a:gd name="connsiteX24" fmla="*/ 37998 w 67004"/>
                <a:gd name="connsiteY24" fmla="*/ 77044 h 94771"/>
                <a:gd name="connsiteX25" fmla="*/ 29506 w 67004"/>
                <a:gd name="connsiteY25" fmla="*/ 78408 h 94771"/>
                <a:gd name="connsiteX26" fmla="*/ 20083 w 67004"/>
                <a:gd name="connsiteY26" fmla="*/ 76858 h 94771"/>
                <a:gd name="connsiteX27" fmla="*/ 12028 w 67004"/>
                <a:gd name="connsiteY27" fmla="*/ 73263 h 94771"/>
                <a:gd name="connsiteX28" fmla="*/ 5580 w 67004"/>
                <a:gd name="connsiteY28" fmla="*/ 88635 h 94771"/>
                <a:gd name="connsiteX29" fmla="*/ 16427 w 67004"/>
                <a:gd name="connsiteY29" fmla="*/ 92726 h 94771"/>
                <a:gd name="connsiteX30" fmla="*/ 41964 w 67004"/>
                <a:gd name="connsiteY30" fmla="*/ 48346 h 94771"/>
                <a:gd name="connsiteX31" fmla="*/ 34092 w 67004"/>
                <a:gd name="connsiteY31" fmla="*/ 50578 h 94771"/>
                <a:gd name="connsiteX32" fmla="*/ 26344 w 67004"/>
                <a:gd name="connsiteY32" fmla="*/ 48346 h 94771"/>
                <a:gd name="connsiteX33" fmla="*/ 21077 w 67004"/>
                <a:gd name="connsiteY33" fmla="*/ 42086 h 94771"/>
                <a:gd name="connsiteX34" fmla="*/ 19153 w 67004"/>
                <a:gd name="connsiteY34" fmla="*/ 32851 h 94771"/>
                <a:gd name="connsiteX35" fmla="*/ 21077 w 67004"/>
                <a:gd name="connsiteY35" fmla="*/ 23801 h 94771"/>
                <a:gd name="connsiteX36" fmla="*/ 26531 w 67004"/>
                <a:gd name="connsiteY36" fmla="*/ 17913 h 94771"/>
                <a:gd name="connsiteX37" fmla="*/ 34403 w 67004"/>
                <a:gd name="connsiteY37" fmla="*/ 15805 h 94771"/>
                <a:gd name="connsiteX38" fmla="*/ 42151 w 67004"/>
                <a:gd name="connsiteY38" fmla="*/ 17851 h 94771"/>
                <a:gd name="connsiteX39" fmla="*/ 47418 w 67004"/>
                <a:gd name="connsiteY39" fmla="*/ 23739 h 94771"/>
                <a:gd name="connsiteX40" fmla="*/ 49339 w 67004"/>
                <a:gd name="connsiteY40" fmla="*/ 32851 h 94771"/>
                <a:gd name="connsiteX41" fmla="*/ 47358 w 67004"/>
                <a:gd name="connsiteY41" fmla="*/ 42148 h 94771"/>
                <a:gd name="connsiteX42" fmla="*/ 41964 w 67004"/>
                <a:gd name="connsiteY42" fmla="*/ 48346 h 9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7004" h="94771">
                  <a:moveTo>
                    <a:pt x="16427" y="92726"/>
                  </a:moveTo>
                  <a:cubicBezTo>
                    <a:pt x="21054" y="94089"/>
                    <a:pt x="26137" y="94771"/>
                    <a:pt x="31674" y="94771"/>
                  </a:cubicBezTo>
                  <a:cubicBezTo>
                    <a:pt x="36841" y="94771"/>
                    <a:pt x="41571" y="94110"/>
                    <a:pt x="45870" y="92788"/>
                  </a:cubicBezTo>
                  <a:cubicBezTo>
                    <a:pt x="50166" y="91507"/>
                    <a:pt x="53885" y="89565"/>
                    <a:pt x="57024" y="86961"/>
                  </a:cubicBezTo>
                  <a:cubicBezTo>
                    <a:pt x="60206" y="84358"/>
                    <a:pt x="62665" y="81135"/>
                    <a:pt x="64402" y="77292"/>
                  </a:cubicBezTo>
                  <a:cubicBezTo>
                    <a:pt x="66137" y="73449"/>
                    <a:pt x="67004" y="68987"/>
                    <a:pt x="67004" y="63904"/>
                  </a:cubicBezTo>
                  <a:lnTo>
                    <a:pt x="67004" y="992"/>
                  </a:lnTo>
                  <a:lnTo>
                    <a:pt x="49216" y="992"/>
                  </a:lnTo>
                  <a:lnTo>
                    <a:pt x="49216" y="7500"/>
                  </a:lnTo>
                  <a:lnTo>
                    <a:pt x="48846" y="7500"/>
                  </a:lnTo>
                  <a:cubicBezTo>
                    <a:pt x="47661" y="6367"/>
                    <a:pt x="46381" y="5334"/>
                    <a:pt x="45000" y="4401"/>
                  </a:cubicBezTo>
                  <a:cubicBezTo>
                    <a:pt x="40703" y="1467"/>
                    <a:pt x="35684" y="0"/>
                    <a:pt x="29940" y="0"/>
                  </a:cubicBezTo>
                  <a:cubicBezTo>
                    <a:pt x="24980" y="0"/>
                    <a:pt x="20207" y="1260"/>
                    <a:pt x="15620" y="3781"/>
                  </a:cubicBezTo>
                  <a:cubicBezTo>
                    <a:pt x="11034" y="6260"/>
                    <a:pt x="7275" y="9979"/>
                    <a:pt x="4340" y="14938"/>
                  </a:cubicBezTo>
                  <a:cubicBezTo>
                    <a:pt x="1448" y="19855"/>
                    <a:pt x="0" y="26032"/>
                    <a:pt x="0" y="33471"/>
                  </a:cubicBezTo>
                  <a:cubicBezTo>
                    <a:pt x="0" y="39049"/>
                    <a:pt x="847" y="43904"/>
                    <a:pt x="2542" y="48037"/>
                  </a:cubicBezTo>
                  <a:cubicBezTo>
                    <a:pt x="4236" y="52169"/>
                    <a:pt x="6488" y="55619"/>
                    <a:pt x="9299" y="58388"/>
                  </a:cubicBezTo>
                  <a:cubicBezTo>
                    <a:pt x="12151" y="61115"/>
                    <a:pt x="15310" y="63160"/>
                    <a:pt x="18782" y="64524"/>
                  </a:cubicBezTo>
                  <a:cubicBezTo>
                    <a:pt x="22255" y="65846"/>
                    <a:pt x="25744" y="66507"/>
                    <a:pt x="29256" y="66507"/>
                  </a:cubicBezTo>
                  <a:cubicBezTo>
                    <a:pt x="34920" y="66507"/>
                    <a:pt x="39960" y="64958"/>
                    <a:pt x="44383" y="61859"/>
                  </a:cubicBezTo>
                  <a:cubicBezTo>
                    <a:pt x="45780" y="60865"/>
                    <a:pt x="47088" y="59770"/>
                    <a:pt x="48299" y="58573"/>
                  </a:cubicBezTo>
                  <a:lnTo>
                    <a:pt x="48595" y="58573"/>
                  </a:lnTo>
                  <a:lnTo>
                    <a:pt x="48595" y="65020"/>
                  </a:lnTo>
                  <a:cubicBezTo>
                    <a:pt x="48595" y="68201"/>
                    <a:pt x="47565" y="70763"/>
                    <a:pt x="45497" y="72705"/>
                  </a:cubicBezTo>
                  <a:cubicBezTo>
                    <a:pt x="43432" y="74689"/>
                    <a:pt x="40930" y="76135"/>
                    <a:pt x="37998" y="77044"/>
                  </a:cubicBezTo>
                  <a:cubicBezTo>
                    <a:pt x="35063" y="77954"/>
                    <a:pt x="32231" y="78408"/>
                    <a:pt x="29506" y="78408"/>
                  </a:cubicBezTo>
                  <a:cubicBezTo>
                    <a:pt x="26324" y="78408"/>
                    <a:pt x="23182" y="77891"/>
                    <a:pt x="20083" y="76858"/>
                  </a:cubicBezTo>
                  <a:cubicBezTo>
                    <a:pt x="17025" y="75866"/>
                    <a:pt x="14339" y="74668"/>
                    <a:pt x="12028" y="73263"/>
                  </a:cubicBezTo>
                  <a:lnTo>
                    <a:pt x="5580" y="88635"/>
                  </a:lnTo>
                  <a:cubicBezTo>
                    <a:pt x="8225" y="90040"/>
                    <a:pt x="11841" y="91404"/>
                    <a:pt x="16427" y="92726"/>
                  </a:cubicBezTo>
                  <a:close/>
                  <a:moveTo>
                    <a:pt x="41964" y="48346"/>
                  </a:moveTo>
                  <a:cubicBezTo>
                    <a:pt x="39693" y="49834"/>
                    <a:pt x="37068" y="50578"/>
                    <a:pt x="34092" y="50578"/>
                  </a:cubicBezTo>
                  <a:cubicBezTo>
                    <a:pt x="31157" y="50578"/>
                    <a:pt x="28575" y="49834"/>
                    <a:pt x="26344" y="48346"/>
                  </a:cubicBezTo>
                  <a:cubicBezTo>
                    <a:pt x="24113" y="46817"/>
                    <a:pt x="22358" y="44731"/>
                    <a:pt x="21077" y="42086"/>
                  </a:cubicBezTo>
                  <a:cubicBezTo>
                    <a:pt x="19796" y="39400"/>
                    <a:pt x="19153" y="36322"/>
                    <a:pt x="19153" y="32851"/>
                  </a:cubicBezTo>
                  <a:cubicBezTo>
                    <a:pt x="19153" y="29380"/>
                    <a:pt x="19796" y="26363"/>
                    <a:pt x="21077" y="23801"/>
                  </a:cubicBezTo>
                  <a:cubicBezTo>
                    <a:pt x="22398" y="21239"/>
                    <a:pt x="24216" y="19276"/>
                    <a:pt x="26531" y="17913"/>
                  </a:cubicBezTo>
                  <a:cubicBezTo>
                    <a:pt x="28846" y="16508"/>
                    <a:pt x="31467" y="15805"/>
                    <a:pt x="34403" y="15805"/>
                  </a:cubicBezTo>
                  <a:cubicBezTo>
                    <a:pt x="37335" y="15805"/>
                    <a:pt x="39920" y="16487"/>
                    <a:pt x="42151" y="17851"/>
                  </a:cubicBezTo>
                  <a:cubicBezTo>
                    <a:pt x="44383" y="19215"/>
                    <a:pt x="46137" y="21177"/>
                    <a:pt x="47418" y="23739"/>
                  </a:cubicBezTo>
                  <a:cubicBezTo>
                    <a:pt x="48699" y="26260"/>
                    <a:pt x="49339" y="29297"/>
                    <a:pt x="49339" y="32851"/>
                  </a:cubicBezTo>
                  <a:cubicBezTo>
                    <a:pt x="49339" y="36363"/>
                    <a:pt x="48679" y="39462"/>
                    <a:pt x="47358" y="42148"/>
                  </a:cubicBezTo>
                  <a:cubicBezTo>
                    <a:pt x="46034" y="44793"/>
                    <a:pt x="44236" y="46859"/>
                    <a:pt x="41964" y="48346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9137F0B-D5D1-AD18-F729-47BEB964287F}"/>
                </a:ext>
              </a:extLst>
            </p:cNvPr>
            <p:cNvSpPr/>
            <p:nvPr/>
          </p:nvSpPr>
          <p:spPr>
            <a:xfrm>
              <a:off x="715771" y="346326"/>
              <a:ext cx="69545" cy="68676"/>
            </a:xfrm>
            <a:custGeom>
              <a:avLst/>
              <a:gdLst>
                <a:gd name="connsiteX0" fmla="*/ 34773 w 69545"/>
                <a:gd name="connsiteY0" fmla="*/ 68677 h 68676"/>
                <a:gd name="connsiteX1" fmla="*/ 17231 w 69545"/>
                <a:gd name="connsiteY1" fmla="*/ 64276 h 68676"/>
                <a:gd name="connsiteX2" fmla="*/ 4650 w 69545"/>
                <a:gd name="connsiteY2" fmla="*/ 52128 h 68676"/>
                <a:gd name="connsiteX3" fmla="*/ 0 w 69545"/>
                <a:gd name="connsiteY3" fmla="*/ 34277 h 68676"/>
                <a:gd name="connsiteX4" fmla="*/ 4650 w 69545"/>
                <a:gd name="connsiteY4" fmla="*/ 16425 h 68676"/>
                <a:gd name="connsiteX5" fmla="*/ 17231 w 69545"/>
                <a:gd name="connsiteY5" fmla="*/ 4339 h 68676"/>
                <a:gd name="connsiteX6" fmla="*/ 34773 w 69545"/>
                <a:gd name="connsiteY6" fmla="*/ 0 h 68676"/>
                <a:gd name="connsiteX7" fmla="*/ 52438 w 69545"/>
                <a:gd name="connsiteY7" fmla="*/ 4339 h 68676"/>
                <a:gd name="connsiteX8" fmla="*/ 64896 w 69545"/>
                <a:gd name="connsiteY8" fmla="*/ 16425 h 68676"/>
                <a:gd name="connsiteX9" fmla="*/ 69546 w 69545"/>
                <a:gd name="connsiteY9" fmla="*/ 34277 h 68676"/>
                <a:gd name="connsiteX10" fmla="*/ 64896 w 69545"/>
                <a:gd name="connsiteY10" fmla="*/ 52128 h 68676"/>
                <a:gd name="connsiteX11" fmla="*/ 52375 w 69545"/>
                <a:gd name="connsiteY11" fmla="*/ 64276 h 68676"/>
                <a:gd name="connsiteX12" fmla="*/ 34773 w 69545"/>
                <a:gd name="connsiteY12" fmla="*/ 68677 h 68676"/>
                <a:gd name="connsiteX13" fmla="*/ 34773 w 69545"/>
                <a:gd name="connsiteY13" fmla="*/ 51941 h 68676"/>
                <a:gd name="connsiteX14" fmla="*/ 43015 w 69545"/>
                <a:gd name="connsiteY14" fmla="*/ 49710 h 68676"/>
                <a:gd name="connsiteX15" fmla="*/ 48782 w 69545"/>
                <a:gd name="connsiteY15" fmla="*/ 43512 h 68676"/>
                <a:gd name="connsiteX16" fmla="*/ 50887 w 69545"/>
                <a:gd name="connsiteY16" fmla="*/ 34277 h 68676"/>
                <a:gd name="connsiteX17" fmla="*/ 48842 w 69545"/>
                <a:gd name="connsiteY17" fmla="*/ 25227 h 68676"/>
                <a:gd name="connsiteX18" fmla="*/ 43202 w 69545"/>
                <a:gd name="connsiteY18" fmla="*/ 19029 h 68676"/>
                <a:gd name="connsiteX19" fmla="*/ 34896 w 69545"/>
                <a:gd name="connsiteY19" fmla="*/ 16735 h 68676"/>
                <a:gd name="connsiteX20" fmla="*/ 26527 w 69545"/>
                <a:gd name="connsiteY20" fmla="*/ 18967 h 68676"/>
                <a:gd name="connsiteX21" fmla="*/ 20764 w 69545"/>
                <a:gd name="connsiteY21" fmla="*/ 25103 h 68676"/>
                <a:gd name="connsiteX22" fmla="*/ 18656 w 69545"/>
                <a:gd name="connsiteY22" fmla="*/ 34277 h 68676"/>
                <a:gd name="connsiteX23" fmla="*/ 20764 w 69545"/>
                <a:gd name="connsiteY23" fmla="*/ 43512 h 68676"/>
                <a:gd name="connsiteX24" fmla="*/ 26591 w 69545"/>
                <a:gd name="connsiteY24" fmla="*/ 49710 h 68676"/>
                <a:gd name="connsiteX25" fmla="*/ 34773 w 69545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5" h="68676">
                  <a:moveTo>
                    <a:pt x="34773" y="68677"/>
                  </a:moveTo>
                  <a:cubicBezTo>
                    <a:pt x="28369" y="68677"/>
                    <a:pt x="22522" y="67210"/>
                    <a:pt x="17231" y="64276"/>
                  </a:cubicBezTo>
                  <a:cubicBezTo>
                    <a:pt x="11985" y="61342"/>
                    <a:pt x="7788" y="57293"/>
                    <a:pt x="4650" y="52128"/>
                  </a:cubicBezTo>
                  <a:cubicBezTo>
                    <a:pt x="1551" y="46962"/>
                    <a:pt x="0" y="41012"/>
                    <a:pt x="0" y="34277"/>
                  </a:cubicBezTo>
                  <a:cubicBezTo>
                    <a:pt x="0" y="27541"/>
                    <a:pt x="1551" y="21591"/>
                    <a:pt x="4650" y="16425"/>
                  </a:cubicBezTo>
                  <a:cubicBezTo>
                    <a:pt x="7788" y="11260"/>
                    <a:pt x="11985" y="7231"/>
                    <a:pt x="17231" y="4339"/>
                  </a:cubicBezTo>
                  <a:cubicBezTo>
                    <a:pt x="22522" y="1446"/>
                    <a:pt x="28369" y="0"/>
                    <a:pt x="34773" y="0"/>
                  </a:cubicBezTo>
                  <a:cubicBezTo>
                    <a:pt x="41301" y="0"/>
                    <a:pt x="47191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6" y="27541"/>
                    <a:pt x="69546" y="34277"/>
                  </a:cubicBezTo>
                  <a:cubicBezTo>
                    <a:pt x="69546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32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82" y="43512"/>
                  </a:cubicBezTo>
                  <a:cubicBezTo>
                    <a:pt x="50186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600" y="20516"/>
                    <a:pt x="43202" y="19029"/>
                  </a:cubicBezTo>
                  <a:cubicBezTo>
                    <a:pt x="40807" y="17500"/>
                    <a:pt x="38035" y="16735"/>
                    <a:pt x="34896" y="16735"/>
                  </a:cubicBezTo>
                  <a:cubicBezTo>
                    <a:pt x="31798" y="16735"/>
                    <a:pt x="29009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11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AA3F921-3F72-1032-28E8-FAE51C3D4BEE}"/>
                </a:ext>
              </a:extLst>
            </p:cNvPr>
            <p:cNvSpPr/>
            <p:nvPr/>
          </p:nvSpPr>
          <p:spPr>
            <a:xfrm>
              <a:off x="662820" y="322649"/>
              <a:ext cx="53244" cy="91362"/>
            </a:xfrm>
            <a:custGeom>
              <a:avLst/>
              <a:gdLst>
                <a:gd name="connsiteX0" fmla="*/ 0 w 53244"/>
                <a:gd name="connsiteY0" fmla="*/ 0 h 91362"/>
                <a:gd name="connsiteX1" fmla="*/ 0 w 53244"/>
                <a:gd name="connsiteY1" fmla="*/ 91362 h 91362"/>
                <a:gd name="connsiteX2" fmla="*/ 53244 w 53244"/>
                <a:gd name="connsiteY2" fmla="*/ 91362 h 91362"/>
                <a:gd name="connsiteX3" fmla="*/ 53244 w 53244"/>
                <a:gd name="connsiteY3" fmla="*/ 73263 h 91362"/>
                <a:gd name="connsiteX4" fmla="*/ 20330 w 53244"/>
                <a:gd name="connsiteY4" fmla="*/ 73263 h 91362"/>
                <a:gd name="connsiteX5" fmla="*/ 20330 w 53244"/>
                <a:gd name="connsiteY5" fmla="*/ 0 h 91362"/>
                <a:gd name="connsiteX6" fmla="*/ 0 w 53244"/>
                <a:gd name="connsiteY6" fmla="*/ 0 h 9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44" h="91362">
                  <a:moveTo>
                    <a:pt x="0" y="0"/>
                  </a:moveTo>
                  <a:lnTo>
                    <a:pt x="0" y="91362"/>
                  </a:lnTo>
                  <a:lnTo>
                    <a:pt x="53244" y="91362"/>
                  </a:lnTo>
                  <a:lnTo>
                    <a:pt x="53244" y="73263"/>
                  </a:lnTo>
                  <a:lnTo>
                    <a:pt x="20330" y="73263"/>
                  </a:lnTo>
                  <a:lnTo>
                    <a:pt x="20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595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D96BC4-6F83-DC8F-3540-CD465BCC1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5" r="72976" b="10975"/>
          <a:stretch>
            <a:fillRect/>
          </a:stretch>
        </p:blipFill>
        <p:spPr>
          <a:xfrm>
            <a:off x="0" y="752635"/>
            <a:ext cx="3294742" cy="5352728"/>
          </a:xfrm>
          <a:custGeom>
            <a:avLst/>
            <a:gdLst>
              <a:gd name="connsiteX0" fmla="*/ 0 w 3294742"/>
              <a:gd name="connsiteY0" fmla="*/ 0 h 5352728"/>
              <a:gd name="connsiteX1" fmla="*/ 3093960 w 3294742"/>
              <a:gd name="connsiteY1" fmla="*/ 0 h 5352728"/>
              <a:gd name="connsiteX2" fmla="*/ 3294742 w 3294742"/>
              <a:gd name="connsiteY2" fmla="*/ 200782 h 5352728"/>
              <a:gd name="connsiteX3" fmla="*/ 3294742 w 3294742"/>
              <a:gd name="connsiteY3" fmla="*/ 5151946 h 5352728"/>
              <a:gd name="connsiteX4" fmla="*/ 3093960 w 3294742"/>
              <a:gd name="connsiteY4" fmla="*/ 5352728 h 5352728"/>
              <a:gd name="connsiteX5" fmla="*/ 0 w 3294742"/>
              <a:gd name="connsiteY5" fmla="*/ 5352728 h 535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4742" h="5352728">
                <a:moveTo>
                  <a:pt x="0" y="0"/>
                </a:moveTo>
                <a:lnTo>
                  <a:pt x="3093960" y="0"/>
                </a:lnTo>
                <a:cubicBezTo>
                  <a:pt x="3204849" y="0"/>
                  <a:pt x="3294742" y="89893"/>
                  <a:pt x="3294742" y="200782"/>
                </a:cubicBezTo>
                <a:lnTo>
                  <a:pt x="3294742" y="5151946"/>
                </a:lnTo>
                <a:cubicBezTo>
                  <a:pt x="3294742" y="5262835"/>
                  <a:pt x="3204849" y="5352728"/>
                  <a:pt x="3093960" y="5352728"/>
                </a:cubicBezTo>
                <a:lnTo>
                  <a:pt x="0" y="5352728"/>
                </a:lnTo>
                <a:close/>
              </a:path>
            </a:pathLst>
          </a:cu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F92EE7F-5F69-FA68-4C8B-EA6A105511F8}"/>
              </a:ext>
            </a:extLst>
          </p:cNvPr>
          <p:cNvGrpSpPr/>
          <p:nvPr/>
        </p:nvGrpSpPr>
        <p:grpSpPr>
          <a:xfrm>
            <a:off x="3670020" y="4255627"/>
            <a:ext cx="6997980" cy="1849737"/>
            <a:chOff x="3670020" y="752636"/>
            <a:chExt cx="6997980" cy="18497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6C584FC-D0B5-8A96-E949-7AF7B373A7D5}"/>
                </a:ext>
              </a:extLst>
            </p:cNvPr>
            <p:cNvSpPr txBox="1"/>
            <p:nvPr/>
          </p:nvSpPr>
          <p:spPr>
            <a:xfrm>
              <a:off x="3670020" y="752636"/>
              <a:ext cx="699798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defRPr>
              </a:lvl1pPr>
            </a:lstStyle>
            <a:p>
              <a:r>
                <a:rPr lang="en-US" dirty="0">
                  <a:solidFill>
                    <a:schemeClr val="accent5"/>
                  </a:solidFill>
                </a:rPr>
                <a:t>Building Confidence </a:t>
              </a:r>
              <a:r>
                <a:rPr lang="en-US" dirty="0"/>
                <a:t>Through Clear Communication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3405E9-C938-E0DC-3950-B4DAB96755DF}"/>
                </a:ext>
              </a:extLst>
            </p:cNvPr>
            <p:cNvSpPr txBox="1"/>
            <p:nvPr/>
          </p:nvSpPr>
          <p:spPr>
            <a:xfrm>
              <a:off x="3673195" y="2076075"/>
              <a:ext cx="4845610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1FC0E7-22A6-5D3E-4EAB-134F62F530C7}"/>
              </a:ext>
            </a:extLst>
          </p:cNvPr>
          <p:cNvGrpSpPr/>
          <p:nvPr/>
        </p:nvGrpSpPr>
        <p:grpSpPr>
          <a:xfrm>
            <a:off x="3657320" y="1045484"/>
            <a:ext cx="5461279" cy="1831394"/>
            <a:chOff x="3657320" y="4027412"/>
            <a:chExt cx="5461279" cy="18313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0B3D11-5C4F-11DE-6E34-0D52690A1F83}"/>
                </a:ext>
              </a:extLst>
            </p:cNvPr>
            <p:cNvSpPr txBox="1"/>
            <p:nvPr/>
          </p:nvSpPr>
          <p:spPr>
            <a:xfrm>
              <a:off x="3657320" y="4027412"/>
              <a:ext cx="436771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defRPr>
              </a:lvl1pPr>
            </a:lstStyle>
            <a:p>
              <a:r>
                <a:rPr lang="en-US" dirty="0">
                  <a:latin typeface="+mn-lt"/>
                </a:rPr>
                <a:t>350.265</a:t>
              </a:r>
              <a:r>
                <a:rPr lang="en-US" dirty="0">
                  <a:solidFill>
                    <a:schemeClr val="accent5"/>
                  </a:solidFill>
                  <a:latin typeface="+mn-lt"/>
                </a:rPr>
                <a:t>+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734861-8C3A-E794-40BF-FBB1A0C48B43}"/>
                </a:ext>
              </a:extLst>
            </p:cNvPr>
            <p:cNvSpPr txBox="1"/>
            <p:nvPr/>
          </p:nvSpPr>
          <p:spPr>
            <a:xfrm>
              <a:off x="3673195" y="4899329"/>
              <a:ext cx="4845610" cy="340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chemeClr val="accent5"/>
                  </a:solidFill>
                </a:rPr>
                <a:t>We grow fast with strategy</a:t>
              </a:r>
              <a:endParaRPr lang="en-US" sz="1400" dirty="0">
                <a:solidFill>
                  <a:schemeClr val="accent5"/>
                </a:solidFill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196D7A-45BB-6C2F-AEB8-B1AC3F60DEE8}"/>
                </a:ext>
              </a:extLst>
            </p:cNvPr>
            <p:cNvSpPr txBox="1"/>
            <p:nvPr/>
          </p:nvSpPr>
          <p:spPr>
            <a:xfrm>
              <a:off x="3673194" y="5334495"/>
              <a:ext cx="5445405" cy="524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Clearly define the problem your target market faces and how your product or service offers a unique and effective solution.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86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F70BE9-03DE-3349-0C37-2B002103B371}"/>
              </a:ext>
            </a:extLst>
          </p:cNvPr>
          <p:cNvSpPr txBox="1"/>
          <p:nvPr/>
        </p:nvSpPr>
        <p:spPr>
          <a:xfrm>
            <a:off x="811530" y="756562"/>
            <a:ext cx="64301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Quickly Capturing Investor </a:t>
            </a:r>
            <a:r>
              <a:rPr lang="en-US" dirty="0">
                <a:solidFill>
                  <a:schemeClr val="accent5"/>
                </a:solidFill>
              </a:rPr>
              <a:t>Attention and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60545-C524-CE02-1D5C-43396C03CB4C}"/>
              </a:ext>
            </a:extLst>
          </p:cNvPr>
          <p:cNvSpPr txBox="1"/>
          <p:nvPr/>
        </p:nvSpPr>
        <p:spPr>
          <a:xfrm>
            <a:off x="827125" y="2080001"/>
            <a:ext cx="484561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E04095-6DF5-2AAB-C2BE-878F2EFDDADF}"/>
              </a:ext>
            </a:extLst>
          </p:cNvPr>
          <p:cNvSpPr/>
          <p:nvPr/>
        </p:nvSpPr>
        <p:spPr>
          <a:xfrm>
            <a:off x="6252210" y="2842751"/>
            <a:ext cx="2362200" cy="2613400"/>
          </a:xfrm>
          <a:prstGeom prst="roundRect">
            <a:avLst>
              <a:gd name="adj" fmla="val 5377"/>
            </a:avLst>
          </a:prstGeom>
          <a:solidFill>
            <a:schemeClr val="accent4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2BC23A-F8DD-DD1B-0CBA-3EDC648862A4}"/>
              </a:ext>
            </a:extLst>
          </p:cNvPr>
          <p:cNvGrpSpPr/>
          <p:nvPr/>
        </p:nvGrpSpPr>
        <p:grpSpPr>
          <a:xfrm>
            <a:off x="6460865" y="3912263"/>
            <a:ext cx="1935366" cy="1107425"/>
            <a:chOff x="5158966" y="4149451"/>
            <a:chExt cx="1935366" cy="11074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2F565F-344E-CBCA-C385-D88111174C8E}"/>
                </a:ext>
              </a:extLst>
            </p:cNvPr>
            <p:cNvSpPr txBox="1"/>
            <p:nvPr/>
          </p:nvSpPr>
          <p:spPr>
            <a:xfrm>
              <a:off x="5162140" y="4149451"/>
              <a:ext cx="1932192" cy="58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+3650</a:t>
              </a:r>
              <a:endParaRPr lang="en-US" sz="2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4B5464-A466-DADC-8756-08121DF6BA22}"/>
                </a:ext>
              </a:extLst>
            </p:cNvPr>
            <p:cNvSpPr txBox="1"/>
            <p:nvPr/>
          </p:nvSpPr>
          <p:spPr>
            <a:xfrm>
              <a:off x="5158966" y="4730578"/>
              <a:ext cx="1932192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Explain the problem and how your solution helps.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308386-9038-B9B9-9C97-02DDB4A03B2A}"/>
              </a:ext>
            </a:extLst>
          </p:cNvPr>
          <p:cNvSpPr/>
          <p:nvPr/>
        </p:nvSpPr>
        <p:spPr>
          <a:xfrm>
            <a:off x="3577590" y="3079939"/>
            <a:ext cx="2362200" cy="2613400"/>
          </a:xfrm>
          <a:prstGeom prst="roundRect">
            <a:avLst>
              <a:gd name="adj" fmla="val 5377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BE100B-5452-CDE5-669D-BEB67DC84DD1}"/>
              </a:ext>
            </a:extLst>
          </p:cNvPr>
          <p:cNvGrpSpPr/>
          <p:nvPr/>
        </p:nvGrpSpPr>
        <p:grpSpPr>
          <a:xfrm>
            <a:off x="3786244" y="4149451"/>
            <a:ext cx="2043055" cy="1107425"/>
            <a:chOff x="5158965" y="4149451"/>
            <a:chExt cx="2043055" cy="11074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F5A003-45D2-DE1E-F3D2-7D5A0DA81D28}"/>
                </a:ext>
              </a:extLst>
            </p:cNvPr>
            <p:cNvSpPr txBox="1"/>
            <p:nvPr/>
          </p:nvSpPr>
          <p:spPr>
            <a:xfrm>
              <a:off x="5162140" y="4149451"/>
              <a:ext cx="1932192" cy="58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>
                  <a:solidFill>
                    <a:schemeClr val="accent3"/>
                  </a:solidFill>
                </a:rPr>
                <a:t>+4268</a:t>
              </a:r>
              <a:endParaRPr lang="en-US" sz="2800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343776-826C-817D-B229-E0D89DE3F58C}"/>
                </a:ext>
              </a:extLst>
            </p:cNvPr>
            <p:cNvSpPr txBox="1"/>
            <p:nvPr/>
          </p:nvSpPr>
          <p:spPr>
            <a:xfrm>
              <a:off x="5158965" y="4730578"/>
              <a:ext cx="2043055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Show why your business is unique and valuable.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77316A-4B41-1AFA-5D27-E049C76D8578}"/>
              </a:ext>
            </a:extLst>
          </p:cNvPr>
          <p:cNvSpPr/>
          <p:nvPr/>
        </p:nvSpPr>
        <p:spPr>
          <a:xfrm>
            <a:off x="902970" y="3079939"/>
            <a:ext cx="2362200" cy="2613400"/>
          </a:xfrm>
          <a:prstGeom prst="roundRect">
            <a:avLst>
              <a:gd name="adj" fmla="val 5377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B6B87B-ED80-DDF3-2383-97D08CE4AABB}"/>
              </a:ext>
            </a:extLst>
          </p:cNvPr>
          <p:cNvGrpSpPr/>
          <p:nvPr/>
        </p:nvGrpSpPr>
        <p:grpSpPr>
          <a:xfrm>
            <a:off x="1111625" y="4149451"/>
            <a:ext cx="1935366" cy="1107425"/>
            <a:chOff x="5158966" y="4149451"/>
            <a:chExt cx="1935366" cy="110742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254171-F3DE-E1D3-E544-718E7C65AA88}"/>
                </a:ext>
              </a:extLst>
            </p:cNvPr>
            <p:cNvSpPr txBox="1"/>
            <p:nvPr/>
          </p:nvSpPr>
          <p:spPr>
            <a:xfrm>
              <a:off x="5162140" y="4149451"/>
              <a:ext cx="1932192" cy="58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>
                  <a:solidFill>
                    <a:schemeClr val="accent3"/>
                  </a:solidFill>
                </a:rPr>
                <a:t>+1825</a:t>
              </a:r>
              <a:endParaRPr lang="en-US" sz="2800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6A7060-CB0C-3E5A-769C-A34E8629B874}"/>
                </a:ext>
              </a:extLst>
            </p:cNvPr>
            <p:cNvSpPr txBox="1"/>
            <p:nvPr/>
          </p:nvSpPr>
          <p:spPr>
            <a:xfrm>
              <a:off x="5158966" y="4730578"/>
              <a:ext cx="1932192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Clearly explain your idea in three short minutes.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4BDE0A-16A8-1141-EF4A-C2AE3F104288}"/>
              </a:ext>
            </a:extLst>
          </p:cNvPr>
          <p:cNvSpPr/>
          <p:nvPr/>
        </p:nvSpPr>
        <p:spPr>
          <a:xfrm>
            <a:off x="8926830" y="3079939"/>
            <a:ext cx="2362200" cy="2613400"/>
          </a:xfrm>
          <a:prstGeom prst="roundRect">
            <a:avLst>
              <a:gd name="adj" fmla="val 5377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01013-5E44-9EE8-B894-951B49BC1800}"/>
              </a:ext>
            </a:extLst>
          </p:cNvPr>
          <p:cNvGrpSpPr/>
          <p:nvPr/>
        </p:nvGrpSpPr>
        <p:grpSpPr>
          <a:xfrm>
            <a:off x="1215635" y="3344570"/>
            <a:ext cx="8268250" cy="481877"/>
            <a:chOff x="1215635" y="3344570"/>
            <a:chExt cx="8268250" cy="481877"/>
          </a:xfrm>
        </p:grpSpPr>
        <p:sp>
          <p:nvSpPr>
            <p:cNvPr id="2" name="Graphic 6">
              <a:extLst>
                <a:ext uri="{FF2B5EF4-FFF2-40B4-BE49-F238E27FC236}">
                  <a16:creationId xmlns:a16="http://schemas.microsoft.com/office/drawing/2014/main" id="{F8570DF3-0FF8-26B7-D2FC-47FA01B0A784}"/>
                </a:ext>
              </a:extLst>
            </p:cNvPr>
            <p:cNvSpPr/>
            <p:nvPr/>
          </p:nvSpPr>
          <p:spPr>
            <a:xfrm>
              <a:off x="6564630" y="3344570"/>
              <a:ext cx="244680" cy="244680"/>
            </a:xfrm>
            <a:custGeom>
              <a:avLst/>
              <a:gdLst>
                <a:gd name="connsiteX0" fmla="*/ 71365 w 244680"/>
                <a:gd name="connsiteY0" fmla="*/ 142730 h 244680"/>
                <a:gd name="connsiteX1" fmla="*/ 112145 w 244680"/>
                <a:gd name="connsiteY1" fmla="*/ 101950 h 244680"/>
                <a:gd name="connsiteX2" fmla="*/ 71365 w 244680"/>
                <a:gd name="connsiteY2" fmla="*/ 61170 h 244680"/>
                <a:gd name="connsiteX3" fmla="*/ 30585 w 244680"/>
                <a:gd name="connsiteY3" fmla="*/ 101950 h 244680"/>
                <a:gd name="connsiteX4" fmla="*/ 71365 w 244680"/>
                <a:gd name="connsiteY4" fmla="*/ 142730 h 244680"/>
                <a:gd name="connsiteX5" fmla="*/ 71365 w 244680"/>
                <a:gd name="connsiteY5" fmla="*/ 81560 h 244680"/>
                <a:gd name="connsiteX6" fmla="*/ 91755 w 244680"/>
                <a:gd name="connsiteY6" fmla="*/ 101950 h 244680"/>
                <a:gd name="connsiteX7" fmla="*/ 71365 w 244680"/>
                <a:gd name="connsiteY7" fmla="*/ 122340 h 244680"/>
                <a:gd name="connsiteX8" fmla="*/ 50975 w 244680"/>
                <a:gd name="connsiteY8" fmla="*/ 101950 h 244680"/>
                <a:gd name="connsiteX9" fmla="*/ 71365 w 244680"/>
                <a:gd name="connsiteY9" fmla="*/ 81560 h 244680"/>
                <a:gd name="connsiteX10" fmla="*/ 142730 w 244680"/>
                <a:gd name="connsiteY10" fmla="*/ 234485 h 244680"/>
                <a:gd name="connsiteX11" fmla="*/ 132535 w 244680"/>
                <a:gd name="connsiteY11" fmla="*/ 244680 h 244680"/>
                <a:gd name="connsiteX12" fmla="*/ 122340 w 244680"/>
                <a:gd name="connsiteY12" fmla="*/ 234485 h 244680"/>
                <a:gd name="connsiteX13" fmla="*/ 71365 w 244680"/>
                <a:gd name="connsiteY13" fmla="*/ 183510 h 244680"/>
                <a:gd name="connsiteX14" fmla="*/ 20390 w 244680"/>
                <a:gd name="connsiteY14" fmla="*/ 234485 h 244680"/>
                <a:gd name="connsiteX15" fmla="*/ 10195 w 244680"/>
                <a:gd name="connsiteY15" fmla="*/ 244680 h 244680"/>
                <a:gd name="connsiteX16" fmla="*/ 0 w 244680"/>
                <a:gd name="connsiteY16" fmla="*/ 234485 h 244680"/>
                <a:gd name="connsiteX17" fmla="*/ 71365 w 244680"/>
                <a:gd name="connsiteY17" fmla="*/ 163120 h 244680"/>
                <a:gd name="connsiteX18" fmla="*/ 142730 w 244680"/>
                <a:gd name="connsiteY18" fmla="*/ 234485 h 244680"/>
                <a:gd name="connsiteX19" fmla="*/ 244680 w 244680"/>
                <a:gd name="connsiteY19" fmla="*/ 50975 h 244680"/>
                <a:gd name="connsiteX20" fmla="*/ 244680 w 244680"/>
                <a:gd name="connsiteY20" fmla="*/ 132535 h 244680"/>
                <a:gd name="connsiteX21" fmla="*/ 193705 w 244680"/>
                <a:gd name="connsiteY21" fmla="*/ 183510 h 244680"/>
                <a:gd name="connsiteX22" fmla="*/ 152925 w 244680"/>
                <a:gd name="connsiteY22" fmla="*/ 183510 h 244680"/>
                <a:gd name="connsiteX23" fmla="*/ 142730 w 244680"/>
                <a:gd name="connsiteY23" fmla="*/ 173315 h 244680"/>
                <a:gd name="connsiteX24" fmla="*/ 152925 w 244680"/>
                <a:gd name="connsiteY24" fmla="*/ 163120 h 244680"/>
                <a:gd name="connsiteX25" fmla="*/ 193705 w 244680"/>
                <a:gd name="connsiteY25" fmla="*/ 163120 h 244680"/>
                <a:gd name="connsiteX26" fmla="*/ 224290 w 244680"/>
                <a:gd name="connsiteY26" fmla="*/ 132535 h 244680"/>
                <a:gd name="connsiteX27" fmla="*/ 224290 w 244680"/>
                <a:gd name="connsiteY27" fmla="*/ 50975 h 244680"/>
                <a:gd name="connsiteX28" fmla="*/ 193705 w 244680"/>
                <a:gd name="connsiteY28" fmla="*/ 20390 h 244680"/>
                <a:gd name="connsiteX29" fmla="*/ 96445 w 244680"/>
                <a:gd name="connsiteY29" fmla="*/ 20390 h 244680"/>
                <a:gd name="connsiteX30" fmla="*/ 69938 w 244680"/>
                <a:gd name="connsiteY30" fmla="*/ 35683 h 244680"/>
                <a:gd name="connsiteX31" fmla="*/ 55971 w 244680"/>
                <a:gd name="connsiteY31" fmla="*/ 39455 h 244680"/>
                <a:gd name="connsiteX32" fmla="*/ 52300 w 244680"/>
                <a:gd name="connsiteY32" fmla="*/ 25488 h 244680"/>
                <a:gd name="connsiteX33" fmla="*/ 96445 w 244680"/>
                <a:gd name="connsiteY33" fmla="*/ 0 h 244680"/>
                <a:gd name="connsiteX34" fmla="*/ 193705 w 244680"/>
                <a:gd name="connsiteY34" fmla="*/ 0 h 244680"/>
                <a:gd name="connsiteX35" fmla="*/ 244680 w 244680"/>
                <a:gd name="connsiteY35" fmla="*/ 50975 h 244680"/>
                <a:gd name="connsiteX36" fmla="*/ 139366 w 244680"/>
                <a:gd name="connsiteY36" fmla="*/ 111329 h 244680"/>
                <a:gd name="connsiteX37" fmla="*/ 169135 w 244680"/>
                <a:gd name="connsiteY37" fmla="*/ 81560 h 244680"/>
                <a:gd name="connsiteX38" fmla="*/ 152925 w 244680"/>
                <a:gd name="connsiteY38" fmla="*/ 81560 h 244680"/>
                <a:gd name="connsiteX39" fmla="*/ 142730 w 244680"/>
                <a:gd name="connsiteY39" fmla="*/ 71365 h 244680"/>
                <a:gd name="connsiteX40" fmla="*/ 152925 w 244680"/>
                <a:gd name="connsiteY40" fmla="*/ 61170 h 244680"/>
                <a:gd name="connsiteX41" fmla="*/ 183510 w 244680"/>
                <a:gd name="connsiteY41" fmla="*/ 61170 h 244680"/>
                <a:gd name="connsiteX42" fmla="*/ 203900 w 244680"/>
                <a:gd name="connsiteY42" fmla="*/ 81560 h 244680"/>
                <a:gd name="connsiteX43" fmla="*/ 203900 w 244680"/>
                <a:gd name="connsiteY43" fmla="*/ 112145 h 244680"/>
                <a:gd name="connsiteX44" fmla="*/ 193705 w 244680"/>
                <a:gd name="connsiteY44" fmla="*/ 122340 h 244680"/>
                <a:gd name="connsiteX45" fmla="*/ 183510 w 244680"/>
                <a:gd name="connsiteY45" fmla="*/ 112145 h 244680"/>
                <a:gd name="connsiteX46" fmla="*/ 183510 w 244680"/>
                <a:gd name="connsiteY46" fmla="*/ 95935 h 244680"/>
                <a:gd name="connsiteX47" fmla="*/ 153741 w 244680"/>
                <a:gd name="connsiteY47" fmla="*/ 125704 h 244680"/>
                <a:gd name="connsiteX48" fmla="*/ 136307 w 244680"/>
                <a:gd name="connsiteY48" fmla="*/ 132943 h 244680"/>
                <a:gd name="connsiteX49" fmla="*/ 129578 w 244680"/>
                <a:gd name="connsiteY49" fmla="*/ 132025 h 244680"/>
                <a:gd name="connsiteX50" fmla="*/ 122544 w 244680"/>
                <a:gd name="connsiteY50" fmla="*/ 119485 h 244680"/>
                <a:gd name="connsiteX51" fmla="*/ 135186 w 244680"/>
                <a:gd name="connsiteY51" fmla="*/ 112451 h 244680"/>
                <a:gd name="connsiteX52" fmla="*/ 139366 w 244680"/>
                <a:gd name="connsiteY52" fmla="*/ 111329 h 24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44680" h="244680">
                  <a:moveTo>
                    <a:pt x="71365" y="142730"/>
                  </a:moveTo>
                  <a:cubicBezTo>
                    <a:pt x="93896" y="142730"/>
                    <a:pt x="112145" y="124481"/>
                    <a:pt x="112145" y="101950"/>
                  </a:cubicBezTo>
                  <a:cubicBezTo>
                    <a:pt x="112145" y="79419"/>
                    <a:pt x="93896" y="61170"/>
                    <a:pt x="71365" y="61170"/>
                  </a:cubicBezTo>
                  <a:cubicBezTo>
                    <a:pt x="48834" y="61170"/>
                    <a:pt x="30585" y="79419"/>
                    <a:pt x="30585" y="101950"/>
                  </a:cubicBezTo>
                  <a:cubicBezTo>
                    <a:pt x="30585" y="124481"/>
                    <a:pt x="48834" y="142730"/>
                    <a:pt x="71365" y="142730"/>
                  </a:cubicBezTo>
                  <a:close/>
                  <a:moveTo>
                    <a:pt x="71365" y="81560"/>
                  </a:moveTo>
                  <a:cubicBezTo>
                    <a:pt x="82580" y="81560"/>
                    <a:pt x="91755" y="90736"/>
                    <a:pt x="91755" y="101950"/>
                  </a:cubicBezTo>
                  <a:cubicBezTo>
                    <a:pt x="91755" y="113165"/>
                    <a:pt x="82580" y="122340"/>
                    <a:pt x="71365" y="122340"/>
                  </a:cubicBezTo>
                  <a:cubicBezTo>
                    <a:pt x="60151" y="122340"/>
                    <a:pt x="50975" y="113165"/>
                    <a:pt x="50975" y="101950"/>
                  </a:cubicBezTo>
                  <a:cubicBezTo>
                    <a:pt x="50975" y="90736"/>
                    <a:pt x="60151" y="81560"/>
                    <a:pt x="71365" y="81560"/>
                  </a:cubicBezTo>
                  <a:close/>
                  <a:moveTo>
                    <a:pt x="142730" y="234485"/>
                  </a:moveTo>
                  <a:cubicBezTo>
                    <a:pt x="142730" y="240092"/>
                    <a:pt x="138142" y="244680"/>
                    <a:pt x="132535" y="244680"/>
                  </a:cubicBezTo>
                  <a:cubicBezTo>
                    <a:pt x="126928" y="244680"/>
                    <a:pt x="122340" y="240092"/>
                    <a:pt x="122340" y="234485"/>
                  </a:cubicBezTo>
                  <a:cubicBezTo>
                    <a:pt x="122340" y="206347"/>
                    <a:pt x="99503" y="183510"/>
                    <a:pt x="71365" y="183510"/>
                  </a:cubicBezTo>
                  <a:cubicBezTo>
                    <a:pt x="43227" y="183510"/>
                    <a:pt x="20390" y="206347"/>
                    <a:pt x="20390" y="234485"/>
                  </a:cubicBezTo>
                  <a:cubicBezTo>
                    <a:pt x="20390" y="240092"/>
                    <a:pt x="15802" y="244680"/>
                    <a:pt x="10195" y="244680"/>
                  </a:cubicBezTo>
                  <a:cubicBezTo>
                    <a:pt x="4588" y="244680"/>
                    <a:pt x="0" y="240092"/>
                    <a:pt x="0" y="234485"/>
                  </a:cubicBezTo>
                  <a:cubicBezTo>
                    <a:pt x="0" y="195132"/>
                    <a:pt x="32012" y="163120"/>
                    <a:pt x="71365" y="163120"/>
                  </a:cubicBezTo>
                  <a:cubicBezTo>
                    <a:pt x="110718" y="163120"/>
                    <a:pt x="142730" y="195132"/>
                    <a:pt x="142730" y="234485"/>
                  </a:cubicBezTo>
                  <a:close/>
                  <a:moveTo>
                    <a:pt x="244680" y="50975"/>
                  </a:moveTo>
                  <a:lnTo>
                    <a:pt x="244680" y="132535"/>
                  </a:lnTo>
                  <a:cubicBezTo>
                    <a:pt x="244680" y="160673"/>
                    <a:pt x="221843" y="183510"/>
                    <a:pt x="193705" y="183510"/>
                  </a:cubicBezTo>
                  <a:lnTo>
                    <a:pt x="152925" y="183510"/>
                  </a:lnTo>
                  <a:cubicBezTo>
                    <a:pt x="147318" y="183510"/>
                    <a:pt x="142730" y="178922"/>
                    <a:pt x="142730" y="173315"/>
                  </a:cubicBezTo>
                  <a:cubicBezTo>
                    <a:pt x="142730" y="167708"/>
                    <a:pt x="147318" y="163120"/>
                    <a:pt x="152925" y="163120"/>
                  </a:cubicBezTo>
                  <a:lnTo>
                    <a:pt x="193705" y="163120"/>
                  </a:lnTo>
                  <a:cubicBezTo>
                    <a:pt x="210527" y="163120"/>
                    <a:pt x="224290" y="149357"/>
                    <a:pt x="224290" y="132535"/>
                  </a:cubicBezTo>
                  <a:lnTo>
                    <a:pt x="224290" y="50975"/>
                  </a:lnTo>
                  <a:cubicBezTo>
                    <a:pt x="224290" y="34153"/>
                    <a:pt x="210527" y="20390"/>
                    <a:pt x="193705" y="20390"/>
                  </a:cubicBezTo>
                  <a:lnTo>
                    <a:pt x="96445" y="20390"/>
                  </a:lnTo>
                  <a:cubicBezTo>
                    <a:pt x="85536" y="20390"/>
                    <a:pt x="75443" y="26303"/>
                    <a:pt x="69938" y="35683"/>
                  </a:cubicBezTo>
                  <a:cubicBezTo>
                    <a:pt x="67083" y="40576"/>
                    <a:pt x="60864" y="42207"/>
                    <a:pt x="55971" y="39455"/>
                  </a:cubicBezTo>
                  <a:cubicBezTo>
                    <a:pt x="51077" y="36600"/>
                    <a:pt x="49446" y="30381"/>
                    <a:pt x="52300" y="25488"/>
                  </a:cubicBezTo>
                  <a:cubicBezTo>
                    <a:pt x="61476" y="9787"/>
                    <a:pt x="78400" y="0"/>
                    <a:pt x="96445" y="0"/>
                  </a:cubicBezTo>
                  <a:lnTo>
                    <a:pt x="193705" y="0"/>
                  </a:lnTo>
                  <a:cubicBezTo>
                    <a:pt x="221843" y="0"/>
                    <a:pt x="244680" y="22837"/>
                    <a:pt x="244680" y="50975"/>
                  </a:cubicBezTo>
                  <a:close/>
                  <a:moveTo>
                    <a:pt x="139366" y="111329"/>
                  </a:moveTo>
                  <a:lnTo>
                    <a:pt x="169135" y="81560"/>
                  </a:lnTo>
                  <a:lnTo>
                    <a:pt x="152925" y="81560"/>
                  </a:lnTo>
                  <a:cubicBezTo>
                    <a:pt x="147318" y="81560"/>
                    <a:pt x="142730" y="76972"/>
                    <a:pt x="142730" y="71365"/>
                  </a:cubicBezTo>
                  <a:cubicBezTo>
                    <a:pt x="142730" y="65758"/>
                    <a:pt x="147318" y="61170"/>
                    <a:pt x="152925" y="61170"/>
                  </a:cubicBezTo>
                  <a:lnTo>
                    <a:pt x="183510" y="61170"/>
                  </a:lnTo>
                  <a:cubicBezTo>
                    <a:pt x="194725" y="61170"/>
                    <a:pt x="203900" y="70346"/>
                    <a:pt x="203900" y="81560"/>
                  </a:cubicBezTo>
                  <a:lnTo>
                    <a:pt x="203900" y="112145"/>
                  </a:lnTo>
                  <a:cubicBezTo>
                    <a:pt x="203900" y="117752"/>
                    <a:pt x="199312" y="122340"/>
                    <a:pt x="193705" y="122340"/>
                  </a:cubicBezTo>
                  <a:cubicBezTo>
                    <a:pt x="188098" y="122340"/>
                    <a:pt x="183510" y="117752"/>
                    <a:pt x="183510" y="112145"/>
                  </a:cubicBezTo>
                  <a:lnTo>
                    <a:pt x="183510" y="95935"/>
                  </a:lnTo>
                  <a:lnTo>
                    <a:pt x="153741" y="125704"/>
                  </a:lnTo>
                  <a:cubicBezTo>
                    <a:pt x="149051" y="130394"/>
                    <a:pt x="142730" y="132943"/>
                    <a:pt x="136307" y="132943"/>
                  </a:cubicBezTo>
                  <a:cubicBezTo>
                    <a:pt x="134064" y="132943"/>
                    <a:pt x="131821" y="132637"/>
                    <a:pt x="129578" y="132025"/>
                  </a:cubicBezTo>
                  <a:cubicBezTo>
                    <a:pt x="124175" y="130496"/>
                    <a:pt x="121015" y="124889"/>
                    <a:pt x="122544" y="119485"/>
                  </a:cubicBezTo>
                  <a:cubicBezTo>
                    <a:pt x="124073" y="114082"/>
                    <a:pt x="129680" y="110922"/>
                    <a:pt x="135186" y="112451"/>
                  </a:cubicBezTo>
                  <a:cubicBezTo>
                    <a:pt x="136409" y="112757"/>
                    <a:pt x="138040" y="112655"/>
                    <a:pt x="139366" y="111329"/>
                  </a:cubicBezTo>
                  <a:close/>
                </a:path>
              </a:pathLst>
            </a:custGeom>
            <a:solidFill>
              <a:schemeClr val="bg1"/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11">
              <a:extLst>
                <a:ext uri="{FF2B5EF4-FFF2-40B4-BE49-F238E27FC236}">
                  <a16:creationId xmlns:a16="http://schemas.microsoft.com/office/drawing/2014/main" id="{48DA8DE9-F7C0-436B-6A9A-1D6450987D1E}"/>
                </a:ext>
              </a:extLst>
            </p:cNvPr>
            <p:cNvSpPr/>
            <p:nvPr/>
          </p:nvSpPr>
          <p:spPr>
            <a:xfrm>
              <a:off x="3890007" y="3642928"/>
              <a:ext cx="244692" cy="122340"/>
            </a:xfrm>
            <a:custGeom>
              <a:avLst/>
              <a:gdLst>
                <a:gd name="connsiteX0" fmla="*/ 214098 w 244692"/>
                <a:gd name="connsiteY0" fmla="*/ 0 h 122340"/>
                <a:gd name="connsiteX1" fmla="*/ 152928 w 244692"/>
                <a:gd name="connsiteY1" fmla="*/ 0 h 122340"/>
                <a:gd name="connsiteX2" fmla="*/ 142733 w 244692"/>
                <a:gd name="connsiteY2" fmla="*/ 10195 h 122340"/>
                <a:gd name="connsiteX3" fmla="*/ 152928 w 244692"/>
                <a:gd name="connsiteY3" fmla="*/ 20390 h 122340"/>
                <a:gd name="connsiteX4" fmla="*/ 209877 w 244692"/>
                <a:gd name="connsiteY4" fmla="*/ 20390 h 122340"/>
                <a:gd name="connsiteX5" fmla="*/ 142977 w 244692"/>
                <a:gd name="connsiteY5" fmla="*/ 87290 h 122340"/>
                <a:gd name="connsiteX6" fmla="*/ 122108 w 244692"/>
                <a:gd name="connsiteY6" fmla="*/ 87290 h 122340"/>
                <a:gd name="connsiteX7" fmla="*/ 96223 w 244692"/>
                <a:gd name="connsiteY7" fmla="*/ 61404 h 122340"/>
                <a:gd name="connsiteX8" fmla="*/ 46522 w 244692"/>
                <a:gd name="connsiteY8" fmla="*/ 61404 h 122340"/>
                <a:gd name="connsiteX9" fmla="*/ 2990 w 244692"/>
                <a:gd name="connsiteY9" fmla="*/ 104937 h 122340"/>
                <a:gd name="connsiteX10" fmla="*/ 2990 w 244692"/>
                <a:gd name="connsiteY10" fmla="*/ 119353 h 122340"/>
                <a:gd name="connsiteX11" fmla="*/ 10198 w 244692"/>
                <a:gd name="connsiteY11" fmla="*/ 122340 h 122340"/>
                <a:gd name="connsiteX12" fmla="*/ 17405 w 244692"/>
                <a:gd name="connsiteY12" fmla="*/ 119353 h 122340"/>
                <a:gd name="connsiteX13" fmla="*/ 60938 w 244692"/>
                <a:gd name="connsiteY13" fmla="*/ 75820 h 122340"/>
                <a:gd name="connsiteX14" fmla="*/ 81807 w 244692"/>
                <a:gd name="connsiteY14" fmla="*/ 75820 h 122340"/>
                <a:gd name="connsiteX15" fmla="*/ 107692 w 244692"/>
                <a:gd name="connsiteY15" fmla="*/ 101705 h 122340"/>
                <a:gd name="connsiteX16" fmla="*/ 157393 w 244692"/>
                <a:gd name="connsiteY16" fmla="*/ 101705 h 122340"/>
                <a:gd name="connsiteX17" fmla="*/ 224303 w 244692"/>
                <a:gd name="connsiteY17" fmla="*/ 34806 h 122340"/>
                <a:gd name="connsiteX18" fmla="*/ 224303 w 244692"/>
                <a:gd name="connsiteY18" fmla="*/ 91755 h 122340"/>
                <a:gd name="connsiteX19" fmla="*/ 234498 w 244692"/>
                <a:gd name="connsiteY19" fmla="*/ 101950 h 122340"/>
                <a:gd name="connsiteX20" fmla="*/ 244693 w 244692"/>
                <a:gd name="connsiteY20" fmla="*/ 91755 h 122340"/>
                <a:gd name="connsiteX21" fmla="*/ 244693 w 244692"/>
                <a:gd name="connsiteY21" fmla="*/ 30585 h 122340"/>
                <a:gd name="connsiteX22" fmla="*/ 214108 w 244692"/>
                <a:gd name="connsiteY22" fmla="*/ 0 h 12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4692" h="122340">
                  <a:moveTo>
                    <a:pt x="214098" y="0"/>
                  </a:moveTo>
                  <a:lnTo>
                    <a:pt x="152928" y="0"/>
                  </a:lnTo>
                  <a:cubicBezTo>
                    <a:pt x="147290" y="0"/>
                    <a:pt x="142733" y="4557"/>
                    <a:pt x="142733" y="10195"/>
                  </a:cubicBezTo>
                  <a:cubicBezTo>
                    <a:pt x="142733" y="15833"/>
                    <a:pt x="147290" y="20390"/>
                    <a:pt x="152928" y="20390"/>
                  </a:cubicBezTo>
                  <a:lnTo>
                    <a:pt x="209877" y="20390"/>
                  </a:lnTo>
                  <a:lnTo>
                    <a:pt x="142977" y="87290"/>
                  </a:lnTo>
                  <a:cubicBezTo>
                    <a:pt x="137227" y="93040"/>
                    <a:pt x="127868" y="93040"/>
                    <a:pt x="122108" y="87290"/>
                  </a:cubicBezTo>
                  <a:lnTo>
                    <a:pt x="96223" y="61404"/>
                  </a:lnTo>
                  <a:cubicBezTo>
                    <a:pt x="82521" y="47702"/>
                    <a:pt x="60224" y="47702"/>
                    <a:pt x="46522" y="61404"/>
                  </a:cubicBezTo>
                  <a:lnTo>
                    <a:pt x="2990" y="104937"/>
                  </a:lnTo>
                  <a:cubicBezTo>
                    <a:pt x="-997" y="108923"/>
                    <a:pt x="-997" y="115367"/>
                    <a:pt x="2990" y="119353"/>
                  </a:cubicBezTo>
                  <a:cubicBezTo>
                    <a:pt x="4978" y="121341"/>
                    <a:pt x="7588" y="122340"/>
                    <a:pt x="10198" y="122340"/>
                  </a:cubicBezTo>
                  <a:cubicBezTo>
                    <a:pt x="12807" y="122340"/>
                    <a:pt x="15417" y="121341"/>
                    <a:pt x="17405" y="119353"/>
                  </a:cubicBezTo>
                  <a:lnTo>
                    <a:pt x="60938" y="75820"/>
                  </a:lnTo>
                  <a:cubicBezTo>
                    <a:pt x="66515" y="70244"/>
                    <a:pt x="76231" y="70244"/>
                    <a:pt x="81807" y="75820"/>
                  </a:cubicBezTo>
                  <a:lnTo>
                    <a:pt x="107692" y="101705"/>
                  </a:lnTo>
                  <a:cubicBezTo>
                    <a:pt x="121394" y="115407"/>
                    <a:pt x="143691" y="115407"/>
                    <a:pt x="157393" y="101705"/>
                  </a:cubicBezTo>
                  <a:lnTo>
                    <a:pt x="224303" y="34806"/>
                  </a:lnTo>
                  <a:lnTo>
                    <a:pt x="224303" y="91755"/>
                  </a:lnTo>
                  <a:cubicBezTo>
                    <a:pt x="224303" y="97393"/>
                    <a:pt x="228860" y="101950"/>
                    <a:pt x="234498" y="101950"/>
                  </a:cubicBezTo>
                  <a:cubicBezTo>
                    <a:pt x="240136" y="101950"/>
                    <a:pt x="244693" y="97393"/>
                    <a:pt x="244693" y="91755"/>
                  </a:cubicBezTo>
                  <a:lnTo>
                    <a:pt x="244693" y="30585"/>
                  </a:lnTo>
                  <a:cubicBezTo>
                    <a:pt x="244693" y="13722"/>
                    <a:pt x="230970" y="0"/>
                    <a:pt x="214108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0E8795E-9F37-137B-504B-8AF13959E64C}"/>
                </a:ext>
              </a:extLst>
            </p:cNvPr>
            <p:cNvSpPr/>
            <p:nvPr/>
          </p:nvSpPr>
          <p:spPr>
            <a:xfrm>
              <a:off x="1215635" y="3604907"/>
              <a:ext cx="221259" cy="221212"/>
            </a:xfrm>
            <a:custGeom>
              <a:avLst/>
              <a:gdLst>
                <a:gd name="connsiteX0" fmla="*/ 190533 w 221259"/>
                <a:gd name="connsiteY0" fmla="*/ 99190 h 221212"/>
                <a:gd name="connsiteX1" fmla="*/ 142484 w 221259"/>
                <a:gd name="connsiteY1" fmla="*/ 99190 h 221212"/>
                <a:gd name="connsiteX2" fmla="*/ 122094 w 221259"/>
                <a:gd name="connsiteY2" fmla="*/ 78800 h 221212"/>
                <a:gd name="connsiteX3" fmla="*/ 122094 w 221259"/>
                <a:gd name="connsiteY3" fmla="*/ 30619 h 221212"/>
                <a:gd name="connsiteX4" fmla="*/ 110207 w 221259"/>
                <a:gd name="connsiteY4" fmla="*/ 6324 h 221212"/>
                <a:gd name="connsiteX5" fmla="*/ 84913 w 221259"/>
                <a:gd name="connsiteY5" fmla="*/ 880 h 221212"/>
                <a:gd name="connsiteX6" fmla="*/ 3320 w 221259"/>
                <a:gd name="connsiteY6" fmla="*/ 136357 h 221212"/>
                <a:gd name="connsiteX7" fmla="*/ 90551 w 221259"/>
                <a:gd name="connsiteY7" fmla="*/ 219196 h 221212"/>
                <a:gd name="connsiteX8" fmla="*/ 220374 w 221259"/>
                <a:gd name="connsiteY8" fmla="*/ 136474 h 221212"/>
                <a:gd name="connsiteX9" fmla="*/ 214940 w 221259"/>
                <a:gd name="connsiteY9" fmla="*/ 111139 h 221212"/>
                <a:gd name="connsiteX10" fmla="*/ 190533 w 221259"/>
                <a:gd name="connsiteY10" fmla="*/ 99190 h 221212"/>
                <a:gd name="connsiteX11" fmla="*/ 200606 w 221259"/>
                <a:gd name="connsiteY11" fmla="*/ 131488 h 221212"/>
                <a:gd name="connsiteX12" fmla="*/ 89825 w 221259"/>
                <a:gd name="connsiteY12" fmla="*/ 198194 h 221212"/>
                <a:gd name="connsiteX13" fmla="*/ 23118 w 221259"/>
                <a:gd name="connsiteY13" fmla="*/ 87413 h 221212"/>
                <a:gd name="connsiteX14" fmla="*/ 89898 w 221259"/>
                <a:gd name="connsiteY14" fmla="*/ 20689 h 221212"/>
                <a:gd name="connsiteX15" fmla="*/ 97687 w 221259"/>
                <a:gd name="connsiteY15" fmla="*/ 22442 h 221212"/>
                <a:gd name="connsiteX16" fmla="*/ 101765 w 221259"/>
                <a:gd name="connsiteY16" fmla="*/ 30660 h 221212"/>
                <a:gd name="connsiteX17" fmla="*/ 101765 w 221259"/>
                <a:gd name="connsiteY17" fmla="*/ 78800 h 221212"/>
                <a:gd name="connsiteX18" fmla="*/ 142545 w 221259"/>
                <a:gd name="connsiteY18" fmla="*/ 119580 h 221212"/>
                <a:gd name="connsiteX19" fmla="*/ 190584 w 221259"/>
                <a:gd name="connsiteY19" fmla="*/ 119580 h 221212"/>
                <a:gd name="connsiteX20" fmla="*/ 198903 w 221259"/>
                <a:gd name="connsiteY20" fmla="*/ 123658 h 221212"/>
                <a:gd name="connsiteX21" fmla="*/ 200596 w 221259"/>
                <a:gd name="connsiteY21" fmla="*/ 131488 h 22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1259" h="221212">
                  <a:moveTo>
                    <a:pt x="190533" y="99190"/>
                  </a:moveTo>
                  <a:lnTo>
                    <a:pt x="142484" y="99190"/>
                  </a:lnTo>
                  <a:cubicBezTo>
                    <a:pt x="131223" y="99190"/>
                    <a:pt x="122094" y="90062"/>
                    <a:pt x="122094" y="78800"/>
                  </a:cubicBezTo>
                  <a:lnTo>
                    <a:pt x="122094" y="30619"/>
                  </a:lnTo>
                  <a:cubicBezTo>
                    <a:pt x="122123" y="21113"/>
                    <a:pt x="117730" y="12135"/>
                    <a:pt x="110207" y="6324"/>
                  </a:cubicBezTo>
                  <a:cubicBezTo>
                    <a:pt x="103078" y="679"/>
                    <a:pt x="93732" y="-1332"/>
                    <a:pt x="84913" y="880"/>
                  </a:cubicBezTo>
                  <a:cubicBezTo>
                    <a:pt x="24971" y="15760"/>
                    <a:pt x="-11560" y="76415"/>
                    <a:pt x="3320" y="136357"/>
                  </a:cubicBezTo>
                  <a:cubicBezTo>
                    <a:pt x="13804" y="178590"/>
                    <a:pt x="47834" y="210906"/>
                    <a:pt x="90551" y="219196"/>
                  </a:cubicBezTo>
                  <a:cubicBezTo>
                    <a:pt x="148906" y="230365"/>
                    <a:pt x="205845" y="194084"/>
                    <a:pt x="220374" y="136474"/>
                  </a:cubicBezTo>
                  <a:cubicBezTo>
                    <a:pt x="222594" y="127643"/>
                    <a:pt x="220587" y="118282"/>
                    <a:pt x="214940" y="111139"/>
                  </a:cubicBezTo>
                  <a:cubicBezTo>
                    <a:pt x="209063" y="103629"/>
                    <a:pt x="200069" y="99227"/>
                    <a:pt x="190533" y="99190"/>
                  </a:cubicBezTo>
                  <a:close/>
                  <a:moveTo>
                    <a:pt x="200606" y="131488"/>
                  </a:moveTo>
                  <a:cubicBezTo>
                    <a:pt x="188435" y="180500"/>
                    <a:pt x="138836" y="210366"/>
                    <a:pt x="89825" y="198194"/>
                  </a:cubicBezTo>
                  <a:cubicBezTo>
                    <a:pt x="40813" y="186023"/>
                    <a:pt x="10948" y="136426"/>
                    <a:pt x="23118" y="87413"/>
                  </a:cubicBezTo>
                  <a:cubicBezTo>
                    <a:pt x="31289" y="54513"/>
                    <a:pt x="56991" y="28832"/>
                    <a:pt x="89898" y="20689"/>
                  </a:cubicBezTo>
                  <a:cubicBezTo>
                    <a:pt x="92626" y="20007"/>
                    <a:pt x="95515" y="20658"/>
                    <a:pt x="97687" y="22442"/>
                  </a:cubicBezTo>
                  <a:cubicBezTo>
                    <a:pt x="100251" y="24397"/>
                    <a:pt x="101759" y="27435"/>
                    <a:pt x="101765" y="30660"/>
                  </a:cubicBezTo>
                  <a:lnTo>
                    <a:pt x="101765" y="78800"/>
                  </a:lnTo>
                  <a:cubicBezTo>
                    <a:pt x="101765" y="101322"/>
                    <a:pt x="120023" y="119580"/>
                    <a:pt x="142545" y="119580"/>
                  </a:cubicBezTo>
                  <a:lnTo>
                    <a:pt x="190584" y="119580"/>
                  </a:lnTo>
                  <a:cubicBezTo>
                    <a:pt x="193835" y="119594"/>
                    <a:pt x="196901" y="121096"/>
                    <a:pt x="198903" y="123658"/>
                  </a:cubicBezTo>
                  <a:cubicBezTo>
                    <a:pt x="200660" y="125861"/>
                    <a:pt x="201286" y="128757"/>
                    <a:pt x="200596" y="131488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B44FC8E-05EA-E6F4-FFBC-EC85A0E54B28}"/>
                </a:ext>
              </a:extLst>
            </p:cNvPr>
            <p:cNvSpPr/>
            <p:nvPr/>
          </p:nvSpPr>
          <p:spPr>
            <a:xfrm>
              <a:off x="1358313" y="3584815"/>
              <a:ext cx="98969" cy="98892"/>
            </a:xfrm>
            <a:custGeom>
              <a:avLst/>
              <a:gdLst>
                <a:gd name="connsiteX0" fmla="*/ 98198 w 98969"/>
                <a:gd name="connsiteY0" fmla="*/ 72854 h 98892"/>
                <a:gd name="connsiteX1" fmla="*/ 26130 w 98969"/>
                <a:gd name="connsiteY1" fmla="*/ 735 h 98892"/>
                <a:gd name="connsiteX2" fmla="*/ 20584 w 98969"/>
                <a:gd name="connsiteY2" fmla="*/ 1 h 98892"/>
                <a:gd name="connsiteX3" fmla="*/ 1 w 98969"/>
                <a:gd name="connsiteY3" fmla="*/ 20196 h 98892"/>
                <a:gd name="connsiteX4" fmla="*/ 0 w 98969"/>
                <a:gd name="connsiteY4" fmla="*/ 20391 h 98892"/>
                <a:gd name="connsiteX5" fmla="*/ 0 w 98969"/>
                <a:gd name="connsiteY5" fmla="*/ 68307 h 98892"/>
                <a:gd name="connsiteX6" fmla="*/ 30585 w 98969"/>
                <a:gd name="connsiteY6" fmla="*/ 98892 h 98892"/>
                <a:gd name="connsiteX7" fmla="*/ 78695 w 98969"/>
                <a:gd name="connsiteY7" fmla="*/ 98892 h 98892"/>
                <a:gd name="connsiteX8" fmla="*/ 98969 w 98969"/>
                <a:gd name="connsiteY8" fmla="*/ 78225 h 98892"/>
                <a:gd name="connsiteX9" fmla="*/ 98198 w 98969"/>
                <a:gd name="connsiteY9" fmla="*/ 72854 h 98892"/>
                <a:gd name="connsiteX10" fmla="*/ 72731 w 98969"/>
                <a:gd name="connsiteY10" fmla="*/ 78502 h 98892"/>
                <a:gd name="connsiteX11" fmla="*/ 30544 w 98969"/>
                <a:gd name="connsiteY11" fmla="*/ 78502 h 98892"/>
                <a:gd name="connsiteX12" fmla="*/ 20349 w 98969"/>
                <a:gd name="connsiteY12" fmla="*/ 68307 h 98892"/>
                <a:gd name="connsiteX13" fmla="*/ 20268 w 98969"/>
                <a:gd name="connsiteY13" fmla="*/ 20462 h 98892"/>
                <a:gd name="connsiteX14" fmla="*/ 20523 w 98969"/>
                <a:gd name="connsiteY14" fmla="*/ 20371 h 98892"/>
                <a:gd name="connsiteX15" fmla="*/ 20788 w 98969"/>
                <a:gd name="connsiteY15" fmla="*/ 20371 h 98892"/>
                <a:gd name="connsiteX16" fmla="*/ 78654 w 98969"/>
                <a:gd name="connsiteY16" fmla="*/ 78502 h 98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8969" h="98892">
                  <a:moveTo>
                    <a:pt x="98198" y="72854"/>
                  </a:moveTo>
                  <a:cubicBezTo>
                    <a:pt x="88648" y="37745"/>
                    <a:pt x="61232" y="10310"/>
                    <a:pt x="26130" y="735"/>
                  </a:cubicBezTo>
                  <a:cubicBezTo>
                    <a:pt x="24321" y="249"/>
                    <a:pt x="22457" y="2"/>
                    <a:pt x="20584" y="1"/>
                  </a:cubicBezTo>
                  <a:cubicBezTo>
                    <a:pt x="9323" y="-106"/>
                    <a:pt x="108" y="8936"/>
                    <a:pt x="1" y="20196"/>
                  </a:cubicBezTo>
                  <a:cubicBezTo>
                    <a:pt x="0" y="20261"/>
                    <a:pt x="0" y="20326"/>
                    <a:pt x="0" y="20391"/>
                  </a:cubicBezTo>
                  <a:lnTo>
                    <a:pt x="0" y="68307"/>
                  </a:lnTo>
                  <a:cubicBezTo>
                    <a:pt x="0" y="85199"/>
                    <a:pt x="13693" y="98892"/>
                    <a:pt x="30585" y="98892"/>
                  </a:cubicBezTo>
                  <a:lnTo>
                    <a:pt x="78695" y="98892"/>
                  </a:lnTo>
                  <a:cubicBezTo>
                    <a:pt x="90000" y="98784"/>
                    <a:pt x="99078" y="89530"/>
                    <a:pt x="98969" y="78225"/>
                  </a:cubicBezTo>
                  <a:cubicBezTo>
                    <a:pt x="98952" y="76408"/>
                    <a:pt x="98693" y="74602"/>
                    <a:pt x="98198" y="72854"/>
                  </a:cubicBezTo>
                  <a:close/>
                  <a:moveTo>
                    <a:pt x="72731" y="78502"/>
                  </a:moveTo>
                  <a:lnTo>
                    <a:pt x="30544" y="78502"/>
                  </a:lnTo>
                  <a:cubicBezTo>
                    <a:pt x="24914" y="78502"/>
                    <a:pt x="20349" y="73938"/>
                    <a:pt x="20349" y="68307"/>
                  </a:cubicBezTo>
                  <a:lnTo>
                    <a:pt x="20268" y="20462"/>
                  </a:lnTo>
                  <a:cubicBezTo>
                    <a:pt x="20342" y="20408"/>
                    <a:pt x="20431" y="20377"/>
                    <a:pt x="20523" y="20371"/>
                  </a:cubicBezTo>
                  <a:lnTo>
                    <a:pt x="20788" y="20371"/>
                  </a:lnTo>
                  <a:cubicBezTo>
                    <a:pt x="49047" y="28069"/>
                    <a:pt x="71085" y="50208"/>
                    <a:pt x="78654" y="7850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1">
              <a:extLst>
                <a:ext uri="{FF2B5EF4-FFF2-40B4-BE49-F238E27FC236}">
                  <a16:creationId xmlns:a16="http://schemas.microsoft.com/office/drawing/2014/main" id="{A4324D3C-E2A5-98A3-7140-2208B86CF28A}"/>
                </a:ext>
              </a:extLst>
            </p:cNvPr>
            <p:cNvSpPr/>
            <p:nvPr/>
          </p:nvSpPr>
          <p:spPr>
            <a:xfrm>
              <a:off x="9239246" y="3581734"/>
              <a:ext cx="244639" cy="244713"/>
            </a:xfrm>
            <a:custGeom>
              <a:avLst/>
              <a:gdLst>
                <a:gd name="connsiteX0" fmla="*/ 94531 w 244639"/>
                <a:gd name="connsiteY0" fmla="*/ 42700 h 244713"/>
                <a:gd name="connsiteX1" fmla="*/ 94960 w 244639"/>
                <a:gd name="connsiteY1" fmla="*/ 28284 h 244713"/>
                <a:gd name="connsiteX2" fmla="*/ 119234 w 244639"/>
                <a:gd name="connsiteY2" fmla="*/ 5406 h 244713"/>
                <a:gd name="connsiteX3" fmla="*/ 146047 w 244639"/>
                <a:gd name="connsiteY3" fmla="*/ 5620 h 244713"/>
                <a:gd name="connsiteX4" fmla="*/ 170107 w 244639"/>
                <a:gd name="connsiteY4" fmla="*/ 28284 h 244713"/>
                <a:gd name="connsiteX5" fmla="*/ 170535 w 244639"/>
                <a:gd name="connsiteY5" fmla="*/ 42700 h 244713"/>
                <a:gd name="connsiteX6" fmla="*/ 163113 w 244639"/>
                <a:gd name="connsiteY6" fmla="*/ 45901 h 244713"/>
                <a:gd name="connsiteX7" fmla="*/ 156119 w 244639"/>
                <a:gd name="connsiteY7" fmla="*/ 43128 h 244713"/>
                <a:gd name="connsiteX8" fmla="*/ 142723 w 244639"/>
                <a:gd name="connsiteY8" fmla="*/ 30506 h 244713"/>
                <a:gd name="connsiteX9" fmla="*/ 142723 w 244639"/>
                <a:gd name="connsiteY9" fmla="*/ 81583 h 244713"/>
                <a:gd name="connsiteX10" fmla="*/ 132528 w 244639"/>
                <a:gd name="connsiteY10" fmla="*/ 91778 h 244713"/>
                <a:gd name="connsiteX11" fmla="*/ 122333 w 244639"/>
                <a:gd name="connsiteY11" fmla="*/ 81583 h 244713"/>
                <a:gd name="connsiteX12" fmla="*/ 122333 w 244639"/>
                <a:gd name="connsiteY12" fmla="*/ 30496 h 244713"/>
                <a:gd name="connsiteX13" fmla="*/ 108937 w 244639"/>
                <a:gd name="connsiteY13" fmla="*/ 43128 h 244713"/>
                <a:gd name="connsiteX14" fmla="*/ 94521 w 244639"/>
                <a:gd name="connsiteY14" fmla="*/ 42700 h 244713"/>
                <a:gd name="connsiteX15" fmla="*/ 17192 w 244639"/>
                <a:gd name="connsiteY15" fmla="*/ 63518 h 244713"/>
                <a:gd name="connsiteX16" fmla="*/ 30588 w 244639"/>
                <a:gd name="connsiteY16" fmla="*/ 50886 h 244713"/>
                <a:gd name="connsiteX17" fmla="*/ 30588 w 244639"/>
                <a:gd name="connsiteY17" fmla="*/ 81583 h 244713"/>
                <a:gd name="connsiteX18" fmla="*/ 40783 w 244639"/>
                <a:gd name="connsiteY18" fmla="*/ 91778 h 244713"/>
                <a:gd name="connsiteX19" fmla="*/ 50978 w 244639"/>
                <a:gd name="connsiteY19" fmla="*/ 81583 h 244713"/>
                <a:gd name="connsiteX20" fmla="*/ 50978 w 244639"/>
                <a:gd name="connsiteY20" fmla="*/ 50896 h 244713"/>
                <a:gd name="connsiteX21" fmla="*/ 64375 w 244639"/>
                <a:gd name="connsiteY21" fmla="*/ 63518 h 244713"/>
                <a:gd name="connsiteX22" fmla="*/ 71368 w 244639"/>
                <a:gd name="connsiteY22" fmla="*/ 66291 h 244713"/>
                <a:gd name="connsiteX23" fmla="*/ 78790 w 244639"/>
                <a:gd name="connsiteY23" fmla="*/ 63090 h 244713"/>
                <a:gd name="connsiteX24" fmla="*/ 78362 w 244639"/>
                <a:gd name="connsiteY24" fmla="*/ 48674 h 244713"/>
                <a:gd name="connsiteX25" fmla="*/ 54302 w 244639"/>
                <a:gd name="connsiteY25" fmla="*/ 26010 h 244713"/>
                <a:gd name="connsiteX26" fmla="*/ 27489 w 244639"/>
                <a:gd name="connsiteY26" fmla="*/ 25796 h 244713"/>
                <a:gd name="connsiteX27" fmla="*/ 3205 w 244639"/>
                <a:gd name="connsiteY27" fmla="*/ 48674 h 244713"/>
                <a:gd name="connsiteX28" fmla="*/ 2776 w 244639"/>
                <a:gd name="connsiteY28" fmla="*/ 63090 h 244713"/>
                <a:gd name="connsiteX29" fmla="*/ 17192 w 244639"/>
                <a:gd name="connsiteY29" fmla="*/ 63518 h 244713"/>
                <a:gd name="connsiteX30" fmla="*/ 236894 w 244639"/>
                <a:gd name="connsiteY30" fmla="*/ 132711 h 244713"/>
                <a:gd name="connsiteX31" fmla="*/ 167517 w 244639"/>
                <a:gd name="connsiteY31" fmla="*/ 210581 h 244713"/>
                <a:gd name="connsiteX32" fmla="*/ 91401 w 244639"/>
                <a:gd name="connsiteY32" fmla="*/ 244713 h 244713"/>
                <a:gd name="connsiteX33" fmla="*/ 40783 w 244639"/>
                <a:gd name="connsiteY33" fmla="*/ 244713 h 244713"/>
                <a:gd name="connsiteX34" fmla="*/ 3 w 244639"/>
                <a:gd name="connsiteY34" fmla="*/ 203933 h 244713"/>
                <a:gd name="connsiteX35" fmla="*/ 3 w 244639"/>
                <a:gd name="connsiteY35" fmla="*/ 152958 h 244713"/>
                <a:gd name="connsiteX36" fmla="*/ 40783 w 244639"/>
                <a:gd name="connsiteY36" fmla="*/ 112178 h 244713"/>
                <a:gd name="connsiteX37" fmla="*/ 131091 w 244639"/>
                <a:gd name="connsiteY37" fmla="*/ 112178 h 244713"/>
                <a:gd name="connsiteX38" fmla="*/ 158505 w 244639"/>
                <a:gd name="connsiteY38" fmla="*/ 127665 h 244713"/>
                <a:gd name="connsiteX39" fmla="*/ 191292 w 244639"/>
                <a:gd name="connsiteY39" fmla="*/ 91636 h 244713"/>
                <a:gd name="connsiteX40" fmla="*/ 212559 w 244639"/>
                <a:gd name="connsiteY40" fmla="*/ 81634 h 244713"/>
                <a:gd name="connsiteX41" fmla="*/ 234662 w 244639"/>
                <a:gd name="connsiteY41" fmla="*/ 89607 h 244713"/>
                <a:gd name="connsiteX42" fmla="*/ 236894 w 244639"/>
                <a:gd name="connsiteY42" fmla="*/ 132721 h 244713"/>
                <a:gd name="connsiteX43" fmla="*/ 220929 w 244639"/>
                <a:gd name="connsiteY43" fmla="*/ 104665 h 244713"/>
                <a:gd name="connsiteX44" fmla="*/ 213507 w 244639"/>
                <a:gd name="connsiteY44" fmla="*/ 101994 h 244713"/>
                <a:gd name="connsiteX45" fmla="*/ 206370 w 244639"/>
                <a:gd name="connsiteY45" fmla="*/ 105348 h 244713"/>
                <a:gd name="connsiteX46" fmla="*/ 161247 w 244639"/>
                <a:gd name="connsiteY46" fmla="*/ 154936 h 244713"/>
                <a:gd name="connsiteX47" fmla="*/ 135607 w 244639"/>
                <a:gd name="connsiteY47" fmla="*/ 175928 h 244713"/>
                <a:gd name="connsiteX48" fmla="*/ 83001 w 244639"/>
                <a:gd name="connsiteY48" fmla="*/ 183442 h 244713"/>
                <a:gd name="connsiteX49" fmla="*/ 71470 w 244639"/>
                <a:gd name="connsiteY49" fmla="*/ 174786 h 244713"/>
                <a:gd name="connsiteX50" fmla="*/ 80116 w 244639"/>
                <a:gd name="connsiteY50" fmla="*/ 163245 h 244713"/>
                <a:gd name="connsiteX51" fmla="*/ 132732 w 244639"/>
                <a:gd name="connsiteY51" fmla="*/ 155731 h 244713"/>
                <a:gd name="connsiteX52" fmla="*/ 142733 w 244639"/>
                <a:gd name="connsiteY52" fmla="*/ 144211 h 244713"/>
                <a:gd name="connsiteX53" fmla="*/ 131091 w 244639"/>
                <a:gd name="connsiteY53" fmla="*/ 132558 h 244713"/>
                <a:gd name="connsiteX54" fmla="*/ 40783 w 244639"/>
                <a:gd name="connsiteY54" fmla="*/ 132558 h 244713"/>
                <a:gd name="connsiteX55" fmla="*/ 20393 w 244639"/>
                <a:gd name="connsiteY55" fmla="*/ 152948 h 244713"/>
                <a:gd name="connsiteX56" fmla="*/ 20393 w 244639"/>
                <a:gd name="connsiteY56" fmla="*/ 203923 h 244713"/>
                <a:gd name="connsiteX57" fmla="*/ 40783 w 244639"/>
                <a:gd name="connsiteY57" fmla="*/ 224313 h 244713"/>
                <a:gd name="connsiteX58" fmla="*/ 91401 w 244639"/>
                <a:gd name="connsiteY58" fmla="*/ 224313 h 244713"/>
                <a:gd name="connsiteX59" fmla="*/ 152296 w 244639"/>
                <a:gd name="connsiteY59" fmla="*/ 197011 h 244713"/>
                <a:gd name="connsiteX60" fmla="*/ 221673 w 244639"/>
                <a:gd name="connsiteY60" fmla="*/ 119142 h 244713"/>
                <a:gd name="connsiteX61" fmla="*/ 220929 w 244639"/>
                <a:gd name="connsiteY61" fmla="*/ 104655 h 24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4639" h="244713">
                  <a:moveTo>
                    <a:pt x="94531" y="42700"/>
                  </a:moveTo>
                  <a:cubicBezTo>
                    <a:pt x="90678" y="38601"/>
                    <a:pt x="90861" y="32148"/>
                    <a:pt x="94960" y="28284"/>
                  </a:cubicBezTo>
                  <a:lnTo>
                    <a:pt x="119234" y="5406"/>
                  </a:lnTo>
                  <a:cubicBezTo>
                    <a:pt x="126462" y="-1842"/>
                    <a:pt x="138594" y="-1832"/>
                    <a:pt x="146047" y="5620"/>
                  </a:cubicBezTo>
                  <a:lnTo>
                    <a:pt x="170107" y="28284"/>
                  </a:lnTo>
                  <a:cubicBezTo>
                    <a:pt x="174205" y="32148"/>
                    <a:pt x="174399" y="38601"/>
                    <a:pt x="170535" y="42700"/>
                  </a:cubicBezTo>
                  <a:cubicBezTo>
                    <a:pt x="168527" y="44830"/>
                    <a:pt x="165825" y="45901"/>
                    <a:pt x="163113" y="45901"/>
                  </a:cubicBezTo>
                  <a:cubicBezTo>
                    <a:pt x="160605" y="45901"/>
                    <a:pt x="158087" y="44983"/>
                    <a:pt x="156119" y="43128"/>
                  </a:cubicBezTo>
                  <a:lnTo>
                    <a:pt x="142723" y="30506"/>
                  </a:lnTo>
                  <a:lnTo>
                    <a:pt x="142723" y="81583"/>
                  </a:lnTo>
                  <a:cubicBezTo>
                    <a:pt x="142723" y="87211"/>
                    <a:pt x="138156" y="91778"/>
                    <a:pt x="132528" y="91778"/>
                  </a:cubicBezTo>
                  <a:cubicBezTo>
                    <a:pt x="126900" y="91778"/>
                    <a:pt x="122333" y="87211"/>
                    <a:pt x="122333" y="81583"/>
                  </a:cubicBezTo>
                  <a:lnTo>
                    <a:pt x="122333" y="30496"/>
                  </a:lnTo>
                  <a:lnTo>
                    <a:pt x="108937" y="43128"/>
                  </a:lnTo>
                  <a:cubicBezTo>
                    <a:pt x="104849" y="46971"/>
                    <a:pt x="98385" y="46808"/>
                    <a:pt x="94521" y="42700"/>
                  </a:cubicBezTo>
                  <a:close/>
                  <a:moveTo>
                    <a:pt x="17192" y="63518"/>
                  </a:moveTo>
                  <a:lnTo>
                    <a:pt x="30588" y="50886"/>
                  </a:lnTo>
                  <a:lnTo>
                    <a:pt x="30588" y="81583"/>
                  </a:lnTo>
                  <a:cubicBezTo>
                    <a:pt x="30588" y="87211"/>
                    <a:pt x="35156" y="91778"/>
                    <a:pt x="40783" y="91778"/>
                  </a:cubicBezTo>
                  <a:cubicBezTo>
                    <a:pt x="46411" y="91778"/>
                    <a:pt x="50978" y="87211"/>
                    <a:pt x="50978" y="81583"/>
                  </a:cubicBezTo>
                  <a:lnTo>
                    <a:pt x="50978" y="50896"/>
                  </a:lnTo>
                  <a:lnTo>
                    <a:pt x="64375" y="63518"/>
                  </a:lnTo>
                  <a:cubicBezTo>
                    <a:pt x="66342" y="65373"/>
                    <a:pt x="68850" y="66291"/>
                    <a:pt x="71368" y="66291"/>
                  </a:cubicBezTo>
                  <a:cubicBezTo>
                    <a:pt x="74080" y="66291"/>
                    <a:pt x="76782" y="65220"/>
                    <a:pt x="78790" y="63090"/>
                  </a:cubicBezTo>
                  <a:cubicBezTo>
                    <a:pt x="82644" y="58991"/>
                    <a:pt x="82460" y="52538"/>
                    <a:pt x="78362" y="48674"/>
                  </a:cubicBezTo>
                  <a:lnTo>
                    <a:pt x="54302" y="26010"/>
                  </a:lnTo>
                  <a:cubicBezTo>
                    <a:pt x="46839" y="18558"/>
                    <a:pt x="34727" y="18548"/>
                    <a:pt x="27489" y="25796"/>
                  </a:cubicBezTo>
                  <a:lnTo>
                    <a:pt x="3205" y="48674"/>
                  </a:lnTo>
                  <a:cubicBezTo>
                    <a:pt x="-894" y="52538"/>
                    <a:pt x="-1088" y="58991"/>
                    <a:pt x="2776" y="63090"/>
                  </a:cubicBezTo>
                  <a:cubicBezTo>
                    <a:pt x="6640" y="67198"/>
                    <a:pt x="13104" y="67371"/>
                    <a:pt x="17192" y="63518"/>
                  </a:cubicBezTo>
                  <a:close/>
                  <a:moveTo>
                    <a:pt x="236894" y="132711"/>
                  </a:moveTo>
                  <a:lnTo>
                    <a:pt x="167517" y="210581"/>
                  </a:lnTo>
                  <a:cubicBezTo>
                    <a:pt x="148188" y="232276"/>
                    <a:pt x="120437" y="244713"/>
                    <a:pt x="91401" y="244713"/>
                  </a:cubicBezTo>
                  <a:lnTo>
                    <a:pt x="40783" y="244713"/>
                  </a:lnTo>
                  <a:cubicBezTo>
                    <a:pt x="18293" y="244713"/>
                    <a:pt x="3" y="226424"/>
                    <a:pt x="3" y="203933"/>
                  </a:cubicBezTo>
                  <a:lnTo>
                    <a:pt x="3" y="152958"/>
                  </a:lnTo>
                  <a:cubicBezTo>
                    <a:pt x="3" y="130468"/>
                    <a:pt x="18293" y="112178"/>
                    <a:pt x="40783" y="112178"/>
                  </a:cubicBezTo>
                  <a:lnTo>
                    <a:pt x="131091" y="112178"/>
                  </a:lnTo>
                  <a:cubicBezTo>
                    <a:pt x="142703" y="112178"/>
                    <a:pt x="152888" y="118387"/>
                    <a:pt x="158505" y="127665"/>
                  </a:cubicBezTo>
                  <a:lnTo>
                    <a:pt x="191292" y="91636"/>
                  </a:lnTo>
                  <a:cubicBezTo>
                    <a:pt x="196818" y="85570"/>
                    <a:pt x="204362" y="82011"/>
                    <a:pt x="212559" y="81634"/>
                  </a:cubicBezTo>
                  <a:cubicBezTo>
                    <a:pt x="220796" y="81206"/>
                    <a:pt x="228606" y="84081"/>
                    <a:pt x="234662" y="89607"/>
                  </a:cubicBezTo>
                  <a:cubicBezTo>
                    <a:pt x="247038" y="100893"/>
                    <a:pt x="248037" y="120233"/>
                    <a:pt x="236894" y="132721"/>
                  </a:cubicBezTo>
                  <a:close/>
                  <a:moveTo>
                    <a:pt x="220929" y="104665"/>
                  </a:moveTo>
                  <a:cubicBezTo>
                    <a:pt x="218900" y="102809"/>
                    <a:pt x="216249" y="101871"/>
                    <a:pt x="213507" y="101994"/>
                  </a:cubicBezTo>
                  <a:cubicBezTo>
                    <a:pt x="210754" y="102126"/>
                    <a:pt x="208226" y="103309"/>
                    <a:pt x="206370" y="105348"/>
                  </a:cubicBezTo>
                  <a:lnTo>
                    <a:pt x="161247" y="154936"/>
                  </a:lnTo>
                  <a:cubicBezTo>
                    <a:pt x="157322" y="165845"/>
                    <a:pt x="147596" y="174215"/>
                    <a:pt x="135607" y="175928"/>
                  </a:cubicBezTo>
                  <a:lnTo>
                    <a:pt x="83001" y="183442"/>
                  </a:lnTo>
                  <a:cubicBezTo>
                    <a:pt x="77445" y="184247"/>
                    <a:pt x="72265" y="180373"/>
                    <a:pt x="71470" y="174786"/>
                  </a:cubicBezTo>
                  <a:cubicBezTo>
                    <a:pt x="70675" y="169209"/>
                    <a:pt x="74549" y="164040"/>
                    <a:pt x="80116" y="163245"/>
                  </a:cubicBezTo>
                  <a:lnTo>
                    <a:pt x="132732" y="155731"/>
                  </a:lnTo>
                  <a:cubicBezTo>
                    <a:pt x="138441" y="154926"/>
                    <a:pt x="142733" y="149971"/>
                    <a:pt x="142733" y="144211"/>
                  </a:cubicBezTo>
                  <a:cubicBezTo>
                    <a:pt x="142733" y="137788"/>
                    <a:pt x="137513" y="132558"/>
                    <a:pt x="131091" y="132558"/>
                  </a:cubicBezTo>
                  <a:lnTo>
                    <a:pt x="40783" y="132558"/>
                  </a:lnTo>
                  <a:cubicBezTo>
                    <a:pt x="29538" y="132558"/>
                    <a:pt x="20393" y="141703"/>
                    <a:pt x="20393" y="152948"/>
                  </a:cubicBezTo>
                  <a:lnTo>
                    <a:pt x="20393" y="203923"/>
                  </a:lnTo>
                  <a:cubicBezTo>
                    <a:pt x="20393" y="215168"/>
                    <a:pt x="29538" y="224313"/>
                    <a:pt x="40783" y="224313"/>
                  </a:cubicBezTo>
                  <a:lnTo>
                    <a:pt x="91401" y="224313"/>
                  </a:lnTo>
                  <a:cubicBezTo>
                    <a:pt x="114636" y="224313"/>
                    <a:pt x="136830" y="214353"/>
                    <a:pt x="152296" y="197011"/>
                  </a:cubicBezTo>
                  <a:lnTo>
                    <a:pt x="221673" y="119142"/>
                  </a:lnTo>
                  <a:cubicBezTo>
                    <a:pt x="225415" y="114941"/>
                    <a:pt x="225078" y="108447"/>
                    <a:pt x="220929" y="1046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52B8E0-8087-7D21-1BD9-AFDC915A70F4}"/>
              </a:ext>
            </a:extLst>
          </p:cNvPr>
          <p:cNvGrpSpPr/>
          <p:nvPr/>
        </p:nvGrpSpPr>
        <p:grpSpPr>
          <a:xfrm>
            <a:off x="9135484" y="4149451"/>
            <a:ext cx="2053215" cy="1107425"/>
            <a:chOff x="5158965" y="4149451"/>
            <a:chExt cx="2053215" cy="110742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4A30DB-8771-5413-3CF7-F87CFA5E50E2}"/>
                </a:ext>
              </a:extLst>
            </p:cNvPr>
            <p:cNvSpPr txBox="1"/>
            <p:nvPr/>
          </p:nvSpPr>
          <p:spPr>
            <a:xfrm>
              <a:off x="5162140" y="4149451"/>
              <a:ext cx="1932192" cy="58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dirty="0">
                  <a:solidFill>
                    <a:schemeClr val="accent3"/>
                  </a:solidFill>
                </a:rPr>
                <a:t>+1539</a:t>
              </a:r>
              <a:endParaRPr lang="en-US" sz="2800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671B55-F41D-40D9-209B-E0A3305DBCC1}"/>
                </a:ext>
              </a:extLst>
            </p:cNvPr>
            <p:cNvSpPr txBox="1"/>
            <p:nvPr/>
          </p:nvSpPr>
          <p:spPr>
            <a:xfrm>
              <a:off x="5158965" y="4730578"/>
              <a:ext cx="2053215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 clean visuals to share your message clearly.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724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50500">
              <a:srgbClr val="274B0D"/>
            </a:gs>
            <a:gs pos="100000">
              <a:schemeClr val="accent4"/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FCC379-C3EE-FB8F-94E7-D76DF5EA955E}"/>
              </a:ext>
            </a:extLst>
          </p:cNvPr>
          <p:cNvSpPr txBox="1"/>
          <p:nvPr/>
        </p:nvSpPr>
        <p:spPr>
          <a:xfrm>
            <a:off x="742810" y="1219200"/>
            <a:ext cx="6655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bg2"/>
                </a:solidFill>
              </a:rPr>
              <a:t>Connecting Emotion and Logic in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19840-7D1D-37B8-A169-C1CCEBA33AAC}"/>
              </a:ext>
            </a:extLst>
          </p:cNvPr>
          <p:cNvSpPr txBox="1"/>
          <p:nvPr/>
        </p:nvSpPr>
        <p:spPr>
          <a:xfrm>
            <a:off x="784085" y="2618839"/>
            <a:ext cx="484561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2"/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719C4A-F7B2-4184-DC0A-A42C049542DA}"/>
              </a:ext>
            </a:extLst>
          </p:cNvPr>
          <p:cNvGrpSpPr/>
          <p:nvPr/>
        </p:nvGrpSpPr>
        <p:grpSpPr>
          <a:xfrm>
            <a:off x="381001" y="302488"/>
            <a:ext cx="890073" cy="138547"/>
            <a:chOff x="381001" y="302488"/>
            <a:chExt cx="890073" cy="13854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8F11698-98D9-F3A5-2B67-A27D84EB7D7A}"/>
                </a:ext>
              </a:extLst>
            </p:cNvPr>
            <p:cNvSpPr/>
            <p:nvPr/>
          </p:nvSpPr>
          <p:spPr>
            <a:xfrm>
              <a:off x="456606" y="302864"/>
              <a:ext cx="157881" cy="133045"/>
            </a:xfrm>
            <a:custGeom>
              <a:avLst/>
              <a:gdLst>
                <a:gd name="connsiteX0" fmla="*/ 48660 w 157881"/>
                <a:gd name="connsiteY0" fmla="*/ 5014 h 133045"/>
                <a:gd name="connsiteX1" fmla="*/ 60301 w 157881"/>
                <a:gd name="connsiteY1" fmla="*/ 0 h 133045"/>
                <a:gd name="connsiteX2" fmla="*/ 116663 w 157881"/>
                <a:gd name="connsiteY2" fmla="*/ 0 h 133045"/>
                <a:gd name="connsiteX3" fmla="*/ 145750 w 157881"/>
                <a:gd name="connsiteY3" fmla="*/ 73058 h 133045"/>
                <a:gd name="connsiteX4" fmla="*/ 89300 w 157881"/>
                <a:gd name="connsiteY4" fmla="*/ 131783 h 133045"/>
                <a:gd name="connsiteX5" fmla="*/ 82277 w 157881"/>
                <a:gd name="connsiteY5" fmla="*/ 128757 h 133045"/>
                <a:gd name="connsiteX6" fmla="*/ 82277 w 157881"/>
                <a:gd name="connsiteY6" fmla="*/ 77034 h 133045"/>
                <a:gd name="connsiteX7" fmla="*/ 88801 w 157881"/>
                <a:gd name="connsiteY7" fmla="*/ 70247 h 133045"/>
                <a:gd name="connsiteX8" fmla="*/ 82983 w 157881"/>
                <a:gd name="connsiteY8" fmla="*/ 55635 h 133045"/>
                <a:gd name="connsiteX9" fmla="*/ 0 w 157881"/>
                <a:gd name="connsiteY9" fmla="*/ 55635 h 133045"/>
                <a:gd name="connsiteX10" fmla="*/ 48660 w 157881"/>
                <a:gd name="connsiteY10" fmla="*/ 5014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1" h="133045">
                  <a:moveTo>
                    <a:pt x="48660" y="5014"/>
                  </a:moveTo>
                  <a:cubicBezTo>
                    <a:pt x="51746" y="1804"/>
                    <a:pt x="55937" y="0"/>
                    <a:pt x="60301" y="0"/>
                  </a:cubicBezTo>
                  <a:cubicBezTo>
                    <a:pt x="79936" y="0"/>
                    <a:pt x="98440" y="0"/>
                    <a:pt x="116663" y="0"/>
                  </a:cubicBezTo>
                  <a:cubicBezTo>
                    <a:pt x="153313" y="0"/>
                    <a:pt x="171665" y="46098"/>
                    <a:pt x="145750" y="73058"/>
                  </a:cubicBezTo>
                  <a:lnTo>
                    <a:pt x="89300" y="131783"/>
                  </a:lnTo>
                  <a:cubicBezTo>
                    <a:pt x="86708" y="134479"/>
                    <a:pt x="82277" y="132570"/>
                    <a:pt x="82277" y="128757"/>
                  </a:cubicBezTo>
                  <a:lnTo>
                    <a:pt x="82277" y="77034"/>
                  </a:lnTo>
                  <a:lnTo>
                    <a:pt x="88801" y="70247"/>
                  </a:lnTo>
                  <a:cubicBezTo>
                    <a:pt x="93984" y="64855"/>
                    <a:pt x="90313" y="55635"/>
                    <a:pt x="82983" y="55635"/>
                  </a:cubicBezTo>
                  <a:lnTo>
                    <a:pt x="0" y="55635"/>
                  </a:lnTo>
                  <a:lnTo>
                    <a:pt x="48660" y="5014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8A93F04-C087-F5DF-8209-12391D94553A}"/>
                </a:ext>
              </a:extLst>
            </p:cNvPr>
            <p:cNvSpPr/>
            <p:nvPr/>
          </p:nvSpPr>
          <p:spPr>
            <a:xfrm>
              <a:off x="381001" y="302488"/>
              <a:ext cx="157882" cy="133045"/>
            </a:xfrm>
            <a:custGeom>
              <a:avLst/>
              <a:gdLst>
                <a:gd name="connsiteX0" fmla="*/ 109222 w 157882"/>
                <a:gd name="connsiteY0" fmla="*/ 128031 h 133045"/>
                <a:gd name="connsiteX1" fmla="*/ 97581 w 157882"/>
                <a:gd name="connsiteY1" fmla="*/ 133045 h 133045"/>
                <a:gd name="connsiteX2" fmla="*/ 41219 w 157882"/>
                <a:gd name="connsiteY2" fmla="*/ 133045 h 133045"/>
                <a:gd name="connsiteX3" fmla="*/ 12132 w 157882"/>
                <a:gd name="connsiteY3" fmla="*/ 59987 h 133045"/>
                <a:gd name="connsiteX4" fmla="*/ 68583 w 157882"/>
                <a:gd name="connsiteY4" fmla="*/ 1262 h 133045"/>
                <a:gd name="connsiteX5" fmla="*/ 75605 w 157882"/>
                <a:gd name="connsiteY5" fmla="*/ 4288 h 133045"/>
                <a:gd name="connsiteX6" fmla="*/ 75605 w 157882"/>
                <a:gd name="connsiteY6" fmla="*/ 56011 h 133045"/>
                <a:gd name="connsiteX7" fmla="*/ 69082 w 157882"/>
                <a:gd name="connsiteY7" fmla="*/ 62798 h 133045"/>
                <a:gd name="connsiteX8" fmla="*/ 74899 w 157882"/>
                <a:gd name="connsiteY8" fmla="*/ 77410 h 133045"/>
                <a:gd name="connsiteX9" fmla="*/ 157882 w 157882"/>
                <a:gd name="connsiteY9" fmla="*/ 77410 h 133045"/>
                <a:gd name="connsiteX10" fmla="*/ 109222 w 157882"/>
                <a:gd name="connsiteY10" fmla="*/ 128031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2" h="133045">
                  <a:moveTo>
                    <a:pt x="109222" y="128031"/>
                  </a:moveTo>
                  <a:cubicBezTo>
                    <a:pt x="106136" y="131242"/>
                    <a:pt x="101945" y="133045"/>
                    <a:pt x="97581" y="133045"/>
                  </a:cubicBezTo>
                  <a:cubicBezTo>
                    <a:pt x="77946" y="133045"/>
                    <a:pt x="59442" y="133045"/>
                    <a:pt x="41219" y="133045"/>
                  </a:cubicBezTo>
                  <a:cubicBezTo>
                    <a:pt x="4569" y="133045"/>
                    <a:pt x="-13784" y="86948"/>
                    <a:pt x="12132" y="59987"/>
                  </a:cubicBezTo>
                  <a:lnTo>
                    <a:pt x="68583" y="1262"/>
                  </a:lnTo>
                  <a:cubicBezTo>
                    <a:pt x="71174" y="-1434"/>
                    <a:pt x="75605" y="475"/>
                    <a:pt x="75605" y="4288"/>
                  </a:cubicBezTo>
                  <a:lnTo>
                    <a:pt x="75605" y="56011"/>
                  </a:lnTo>
                  <a:lnTo>
                    <a:pt x="69082" y="62798"/>
                  </a:lnTo>
                  <a:cubicBezTo>
                    <a:pt x="63898" y="68190"/>
                    <a:pt x="67569" y="77410"/>
                    <a:pt x="74899" y="77410"/>
                  </a:cubicBezTo>
                  <a:lnTo>
                    <a:pt x="157882" y="77410"/>
                  </a:lnTo>
                  <a:lnTo>
                    <a:pt x="109222" y="128031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0C2BC75-5FF5-7D73-6758-940FE4A9F0E6}"/>
                </a:ext>
              </a:extLst>
            </p:cNvPr>
            <p:cNvSpPr/>
            <p:nvPr/>
          </p:nvSpPr>
          <p:spPr>
            <a:xfrm>
              <a:off x="941874" y="347318"/>
              <a:ext cx="19586" cy="66693"/>
            </a:xfrm>
            <a:custGeom>
              <a:avLst/>
              <a:gdLst>
                <a:gd name="connsiteX0" fmla="*/ 0 w 19586"/>
                <a:gd name="connsiteY0" fmla="*/ 0 h 66693"/>
                <a:gd name="connsiteX1" fmla="*/ 0 w 19586"/>
                <a:gd name="connsiteY1" fmla="*/ 66693 h 66693"/>
                <a:gd name="connsiteX2" fmla="*/ 19586 w 19586"/>
                <a:gd name="connsiteY2" fmla="*/ 66693 h 66693"/>
                <a:gd name="connsiteX3" fmla="*/ 19586 w 19586"/>
                <a:gd name="connsiteY3" fmla="*/ 0 h 66693"/>
                <a:gd name="connsiteX4" fmla="*/ 0 w 19586"/>
                <a:gd name="connsiteY4" fmla="*/ 0 h 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86" h="66693">
                  <a:moveTo>
                    <a:pt x="0" y="0"/>
                  </a:moveTo>
                  <a:lnTo>
                    <a:pt x="0" y="66693"/>
                  </a:lnTo>
                  <a:lnTo>
                    <a:pt x="19586" y="66693"/>
                  </a:lnTo>
                  <a:lnTo>
                    <a:pt x="195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E8AE679-39CC-960E-98E4-EE4AF9F768D5}"/>
                </a:ext>
              </a:extLst>
            </p:cNvPr>
            <p:cNvSpPr/>
            <p:nvPr/>
          </p:nvSpPr>
          <p:spPr>
            <a:xfrm>
              <a:off x="939765" y="315831"/>
              <a:ext cx="23865" cy="23863"/>
            </a:xfrm>
            <a:custGeom>
              <a:avLst/>
              <a:gdLst>
                <a:gd name="connsiteX0" fmla="*/ 3472 w 23865"/>
                <a:gd name="connsiteY0" fmla="*/ 20392 h 23863"/>
                <a:gd name="connsiteX1" fmla="*/ 11965 w 23865"/>
                <a:gd name="connsiteY1" fmla="*/ 23863 h 23863"/>
                <a:gd name="connsiteX2" fmla="*/ 20393 w 23865"/>
                <a:gd name="connsiteY2" fmla="*/ 20392 h 23863"/>
                <a:gd name="connsiteX3" fmla="*/ 23866 w 23865"/>
                <a:gd name="connsiteY3" fmla="*/ 11963 h 23863"/>
                <a:gd name="connsiteX4" fmla="*/ 20393 w 23865"/>
                <a:gd name="connsiteY4" fmla="*/ 3471 h 23863"/>
                <a:gd name="connsiteX5" fmla="*/ 11965 w 23865"/>
                <a:gd name="connsiteY5" fmla="*/ 0 h 23863"/>
                <a:gd name="connsiteX6" fmla="*/ 3472 w 23865"/>
                <a:gd name="connsiteY6" fmla="*/ 3471 h 23863"/>
                <a:gd name="connsiteX7" fmla="*/ 0 w 23865"/>
                <a:gd name="connsiteY7" fmla="*/ 11963 h 23863"/>
                <a:gd name="connsiteX8" fmla="*/ 3472 w 23865"/>
                <a:gd name="connsiteY8" fmla="*/ 20392 h 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65" h="23863">
                  <a:moveTo>
                    <a:pt x="3472" y="20392"/>
                  </a:moveTo>
                  <a:cubicBezTo>
                    <a:pt x="5787" y="22706"/>
                    <a:pt x="8616" y="23863"/>
                    <a:pt x="11965" y="23863"/>
                  </a:cubicBezTo>
                  <a:cubicBezTo>
                    <a:pt x="15310" y="23863"/>
                    <a:pt x="18122" y="22706"/>
                    <a:pt x="20393" y="20392"/>
                  </a:cubicBezTo>
                  <a:cubicBezTo>
                    <a:pt x="22708" y="18078"/>
                    <a:pt x="23866" y="15268"/>
                    <a:pt x="23866" y="11963"/>
                  </a:cubicBezTo>
                  <a:cubicBezTo>
                    <a:pt x="23866" y="8574"/>
                    <a:pt x="22708" y="5744"/>
                    <a:pt x="20393" y="3471"/>
                  </a:cubicBezTo>
                  <a:cubicBezTo>
                    <a:pt x="18122" y="1157"/>
                    <a:pt x="15310" y="0"/>
                    <a:pt x="11965" y="0"/>
                  </a:cubicBezTo>
                  <a:cubicBezTo>
                    <a:pt x="8616" y="0"/>
                    <a:pt x="5787" y="1157"/>
                    <a:pt x="3472" y="3471"/>
                  </a:cubicBezTo>
                  <a:cubicBezTo>
                    <a:pt x="1157" y="5744"/>
                    <a:pt x="0" y="8574"/>
                    <a:pt x="0" y="11963"/>
                  </a:cubicBezTo>
                  <a:cubicBezTo>
                    <a:pt x="0" y="15268"/>
                    <a:pt x="1157" y="18078"/>
                    <a:pt x="3472" y="20392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19673E-2269-4CA0-285B-76F5A5FD4DED}"/>
                </a:ext>
              </a:extLst>
            </p:cNvPr>
            <p:cNvSpPr/>
            <p:nvPr/>
          </p:nvSpPr>
          <p:spPr>
            <a:xfrm>
              <a:off x="972510" y="346202"/>
              <a:ext cx="67381" cy="93841"/>
            </a:xfrm>
            <a:custGeom>
              <a:avLst/>
              <a:gdLst>
                <a:gd name="connsiteX0" fmla="*/ 0 w 67381"/>
                <a:gd name="connsiteY0" fmla="*/ 93842 h 93841"/>
                <a:gd name="connsiteX1" fmla="*/ 0 w 67381"/>
                <a:gd name="connsiteY1" fmla="*/ 1116 h 93841"/>
                <a:gd name="connsiteX2" fmla="*/ 18596 w 67381"/>
                <a:gd name="connsiteY2" fmla="*/ 1116 h 93841"/>
                <a:gd name="connsiteX3" fmla="*/ 18596 w 67381"/>
                <a:gd name="connsiteY3" fmla="*/ 7748 h 93841"/>
                <a:gd name="connsiteX4" fmla="*/ 18839 w 67381"/>
                <a:gd name="connsiteY4" fmla="*/ 7748 h 93841"/>
                <a:gd name="connsiteX5" fmla="*/ 22625 w 67381"/>
                <a:gd name="connsiteY5" fmla="*/ 4587 h 93841"/>
                <a:gd name="connsiteX6" fmla="*/ 37748 w 67381"/>
                <a:gd name="connsiteY6" fmla="*/ 0 h 93841"/>
                <a:gd name="connsiteX7" fmla="*/ 52068 w 67381"/>
                <a:gd name="connsiteY7" fmla="*/ 3905 h 93841"/>
                <a:gd name="connsiteX8" fmla="*/ 63225 w 67381"/>
                <a:gd name="connsiteY8" fmla="*/ 15496 h 93841"/>
                <a:gd name="connsiteX9" fmla="*/ 67378 w 67381"/>
                <a:gd name="connsiteY9" fmla="*/ 34648 h 93841"/>
                <a:gd name="connsiteX10" fmla="*/ 64960 w 67381"/>
                <a:gd name="connsiteY10" fmla="*/ 49772 h 93841"/>
                <a:gd name="connsiteX11" fmla="*/ 58265 w 67381"/>
                <a:gd name="connsiteY11" fmla="*/ 60371 h 93841"/>
                <a:gd name="connsiteX12" fmla="*/ 48842 w 67381"/>
                <a:gd name="connsiteY12" fmla="*/ 66693 h 93841"/>
                <a:gd name="connsiteX13" fmla="*/ 38305 w 67381"/>
                <a:gd name="connsiteY13" fmla="*/ 68801 h 93841"/>
                <a:gd name="connsiteX14" fmla="*/ 23182 w 67381"/>
                <a:gd name="connsiteY14" fmla="*/ 64090 h 93841"/>
                <a:gd name="connsiteX15" fmla="*/ 19990 w 67381"/>
                <a:gd name="connsiteY15" fmla="*/ 61487 h 93841"/>
                <a:gd name="connsiteX16" fmla="*/ 19586 w 67381"/>
                <a:gd name="connsiteY16" fmla="*/ 61487 h 93841"/>
                <a:gd name="connsiteX17" fmla="*/ 19586 w 67381"/>
                <a:gd name="connsiteY17" fmla="*/ 93842 h 93841"/>
                <a:gd name="connsiteX18" fmla="*/ 0 w 67381"/>
                <a:gd name="connsiteY18" fmla="*/ 93842 h 93841"/>
                <a:gd name="connsiteX19" fmla="*/ 33719 w 67381"/>
                <a:gd name="connsiteY19" fmla="*/ 52437 h 93841"/>
                <a:gd name="connsiteX20" fmla="*/ 41344 w 67381"/>
                <a:gd name="connsiteY20" fmla="*/ 50144 h 93841"/>
                <a:gd name="connsiteX21" fmla="*/ 46487 w 67381"/>
                <a:gd name="connsiteY21" fmla="*/ 43822 h 93841"/>
                <a:gd name="connsiteX22" fmla="*/ 48285 w 67381"/>
                <a:gd name="connsiteY22" fmla="*/ 34276 h 93841"/>
                <a:gd name="connsiteX23" fmla="*/ 46427 w 67381"/>
                <a:gd name="connsiteY23" fmla="*/ 24731 h 93841"/>
                <a:gd name="connsiteX24" fmla="*/ 41157 w 67381"/>
                <a:gd name="connsiteY24" fmla="*/ 18595 h 93841"/>
                <a:gd name="connsiteX25" fmla="*/ 33349 w 67381"/>
                <a:gd name="connsiteY25" fmla="*/ 16487 h 93841"/>
                <a:gd name="connsiteX26" fmla="*/ 25910 w 67381"/>
                <a:gd name="connsiteY26" fmla="*/ 18533 h 93841"/>
                <a:gd name="connsiteX27" fmla="*/ 20704 w 67381"/>
                <a:gd name="connsiteY27" fmla="*/ 24669 h 93841"/>
                <a:gd name="connsiteX28" fmla="*/ 18782 w 67381"/>
                <a:gd name="connsiteY28" fmla="*/ 34276 h 93841"/>
                <a:gd name="connsiteX29" fmla="*/ 20704 w 67381"/>
                <a:gd name="connsiteY29" fmla="*/ 43822 h 93841"/>
                <a:gd name="connsiteX30" fmla="*/ 26034 w 67381"/>
                <a:gd name="connsiteY30" fmla="*/ 50144 h 93841"/>
                <a:gd name="connsiteX31" fmla="*/ 33719 w 67381"/>
                <a:gd name="connsiteY31" fmla="*/ 52437 h 9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81" h="93841">
                  <a:moveTo>
                    <a:pt x="0" y="93842"/>
                  </a:moveTo>
                  <a:lnTo>
                    <a:pt x="0" y="1116"/>
                  </a:lnTo>
                  <a:lnTo>
                    <a:pt x="18596" y="1116"/>
                  </a:lnTo>
                  <a:lnTo>
                    <a:pt x="18596" y="7748"/>
                  </a:lnTo>
                  <a:lnTo>
                    <a:pt x="18839" y="7748"/>
                  </a:lnTo>
                  <a:cubicBezTo>
                    <a:pt x="20010" y="6594"/>
                    <a:pt x="21271" y="5540"/>
                    <a:pt x="22625" y="4587"/>
                  </a:cubicBezTo>
                  <a:cubicBezTo>
                    <a:pt x="27004" y="1529"/>
                    <a:pt x="32044" y="0"/>
                    <a:pt x="37748" y="0"/>
                  </a:cubicBezTo>
                  <a:cubicBezTo>
                    <a:pt x="42748" y="0"/>
                    <a:pt x="47521" y="1302"/>
                    <a:pt x="52068" y="3905"/>
                  </a:cubicBezTo>
                  <a:cubicBezTo>
                    <a:pt x="56654" y="6508"/>
                    <a:pt x="60373" y="10372"/>
                    <a:pt x="63225" y="15496"/>
                  </a:cubicBezTo>
                  <a:cubicBezTo>
                    <a:pt x="66074" y="20620"/>
                    <a:pt x="67458" y="27004"/>
                    <a:pt x="67378" y="34648"/>
                  </a:cubicBezTo>
                  <a:cubicBezTo>
                    <a:pt x="67418" y="40433"/>
                    <a:pt x="66611" y="45475"/>
                    <a:pt x="64960" y="49772"/>
                  </a:cubicBezTo>
                  <a:cubicBezTo>
                    <a:pt x="63305" y="54028"/>
                    <a:pt x="61074" y="57561"/>
                    <a:pt x="58265" y="60371"/>
                  </a:cubicBezTo>
                  <a:cubicBezTo>
                    <a:pt x="55457" y="63181"/>
                    <a:pt x="52315" y="65288"/>
                    <a:pt x="48842" y="66693"/>
                  </a:cubicBezTo>
                  <a:cubicBezTo>
                    <a:pt x="45373" y="68098"/>
                    <a:pt x="41861" y="68801"/>
                    <a:pt x="38305" y="68801"/>
                  </a:cubicBezTo>
                  <a:cubicBezTo>
                    <a:pt x="32685" y="68801"/>
                    <a:pt x="27645" y="67230"/>
                    <a:pt x="23182" y="64090"/>
                  </a:cubicBezTo>
                  <a:cubicBezTo>
                    <a:pt x="22058" y="63289"/>
                    <a:pt x="20994" y="62421"/>
                    <a:pt x="19990" y="61487"/>
                  </a:cubicBezTo>
                  <a:lnTo>
                    <a:pt x="19586" y="61487"/>
                  </a:lnTo>
                  <a:lnTo>
                    <a:pt x="19586" y="93842"/>
                  </a:lnTo>
                  <a:lnTo>
                    <a:pt x="0" y="93842"/>
                  </a:lnTo>
                  <a:close/>
                  <a:moveTo>
                    <a:pt x="33719" y="52437"/>
                  </a:moveTo>
                  <a:cubicBezTo>
                    <a:pt x="36611" y="52396"/>
                    <a:pt x="39152" y="51632"/>
                    <a:pt x="41344" y="50144"/>
                  </a:cubicBezTo>
                  <a:cubicBezTo>
                    <a:pt x="43532" y="48656"/>
                    <a:pt x="45250" y="46549"/>
                    <a:pt x="46487" y="43822"/>
                  </a:cubicBezTo>
                  <a:cubicBezTo>
                    <a:pt x="47728" y="41094"/>
                    <a:pt x="48329" y="37913"/>
                    <a:pt x="48285" y="34276"/>
                  </a:cubicBezTo>
                  <a:cubicBezTo>
                    <a:pt x="48329" y="30557"/>
                    <a:pt x="47708" y="27376"/>
                    <a:pt x="46427" y="24731"/>
                  </a:cubicBezTo>
                  <a:cubicBezTo>
                    <a:pt x="45186" y="22045"/>
                    <a:pt x="43432" y="19999"/>
                    <a:pt x="41157" y="18595"/>
                  </a:cubicBezTo>
                  <a:cubicBezTo>
                    <a:pt x="38886" y="17149"/>
                    <a:pt x="36281" y="16446"/>
                    <a:pt x="33349" y="16487"/>
                  </a:cubicBezTo>
                  <a:cubicBezTo>
                    <a:pt x="30580" y="16446"/>
                    <a:pt x="28099" y="17128"/>
                    <a:pt x="25910" y="18533"/>
                  </a:cubicBezTo>
                  <a:cubicBezTo>
                    <a:pt x="23719" y="19938"/>
                    <a:pt x="21985" y="21983"/>
                    <a:pt x="20704" y="24669"/>
                  </a:cubicBezTo>
                  <a:cubicBezTo>
                    <a:pt x="19423" y="27314"/>
                    <a:pt x="18782" y="30516"/>
                    <a:pt x="18782" y="34276"/>
                  </a:cubicBezTo>
                  <a:cubicBezTo>
                    <a:pt x="18782" y="37913"/>
                    <a:pt x="19423" y="41094"/>
                    <a:pt x="20704" y="43822"/>
                  </a:cubicBezTo>
                  <a:cubicBezTo>
                    <a:pt x="22025" y="46549"/>
                    <a:pt x="23802" y="48656"/>
                    <a:pt x="26034" y="50144"/>
                  </a:cubicBezTo>
                  <a:cubicBezTo>
                    <a:pt x="28265" y="51632"/>
                    <a:pt x="30827" y="52396"/>
                    <a:pt x="33719" y="52437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68E71F-E4F3-6855-71A8-648F4A7CD6A1}"/>
                </a:ext>
              </a:extLst>
            </p:cNvPr>
            <p:cNvSpPr/>
            <p:nvPr/>
          </p:nvSpPr>
          <p:spPr>
            <a:xfrm>
              <a:off x="1042940" y="346326"/>
              <a:ext cx="52251" cy="68676"/>
            </a:xfrm>
            <a:custGeom>
              <a:avLst/>
              <a:gdLst>
                <a:gd name="connsiteX0" fmla="*/ 15807 w 52251"/>
                <a:gd name="connsiteY0" fmla="*/ 66631 h 68676"/>
                <a:gd name="connsiteX1" fmla="*/ 27211 w 52251"/>
                <a:gd name="connsiteY1" fmla="*/ 68677 h 68676"/>
                <a:gd name="connsiteX2" fmla="*/ 39669 w 52251"/>
                <a:gd name="connsiteY2" fmla="*/ 66012 h 68676"/>
                <a:gd name="connsiteX3" fmla="*/ 48782 w 52251"/>
                <a:gd name="connsiteY3" fmla="*/ 58574 h 68676"/>
                <a:gd name="connsiteX4" fmla="*/ 52251 w 52251"/>
                <a:gd name="connsiteY4" fmla="*/ 47479 h 68676"/>
                <a:gd name="connsiteX5" fmla="*/ 50146 w 52251"/>
                <a:gd name="connsiteY5" fmla="*/ 39111 h 68676"/>
                <a:gd name="connsiteX6" fmla="*/ 44940 w 52251"/>
                <a:gd name="connsiteY6" fmla="*/ 33533 h 68676"/>
                <a:gd name="connsiteX7" fmla="*/ 38555 w 52251"/>
                <a:gd name="connsiteY7" fmla="*/ 30124 h 68676"/>
                <a:gd name="connsiteX8" fmla="*/ 32788 w 52251"/>
                <a:gd name="connsiteY8" fmla="*/ 28140 h 68676"/>
                <a:gd name="connsiteX9" fmla="*/ 26591 w 52251"/>
                <a:gd name="connsiteY9" fmla="*/ 26219 h 68676"/>
                <a:gd name="connsiteX10" fmla="*/ 21694 w 52251"/>
                <a:gd name="connsiteY10" fmla="*/ 23863 h 68676"/>
                <a:gd name="connsiteX11" fmla="*/ 19773 w 52251"/>
                <a:gd name="connsiteY11" fmla="*/ 20268 h 68676"/>
                <a:gd name="connsiteX12" fmla="*/ 21694 w 52251"/>
                <a:gd name="connsiteY12" fmla="*/ 16550 h 68676"/>
                <a:gd name="connsiteX13" fmla="*/ 26531 w 52251"/>
                <a:gd name="connsiteY13" fmla="*/ 15062 h 68676"/>
                <a:gd name="connsiteX14" fmla="*/ 32231 w 52251"/>
                <a:gd name="connsiteY14" fmla="*/ 16921 h 68676"/>
                <a:gd name="connsiteX15" fmla="*/ 35704 w 52251"/>
                <a:gd name="connsiteY15" fmla="*/ 20764 h 68676"/>
                <a:gd name="connsiteX16" fmla="*/ 50763 w 52251"/>
                <a:gd name="connsiteY16" fmla="*/ 14256 h 68676"/>
                <a:gd name="connsiteX17" fmla="*/ 41097 w 52251"/>
                <a:gd name="connsiteY17" fmla="*/ 3905 h 68676"/>
                <a:gd name="connsiteX18" fmla="*/ 25847 w 52251"/>
                <a:gd name="connsiteY18" fmla="*/ 0 h 68676"/>
                <a:gd name="connsiteX19" fmla="*/ 13699 w 52251"/>
                <a:gd name="connsiteY19" fmla="*/ 2541 h 68676"/>
                <a:gd name="connsiteX20" fmla="*/ 5330 w 52251"/>
                <a:gd name="connsiteY20" fmla="*/ 9607 h 68676"/>
                <a:gd name="connsiteX21" fmla="*/ 2295 w 52251"/>
                <a:gd name="connsiteY21" fmla="*/ 19958 h 68676"/>
                <a:gd name="connsiteX22" fmla="*/ 4897 w 52251"/>
                <a:gd name="connsiteY22" fmla="*/ 29442 h 68676"/>
                <a:gd name="connsiteX23" fmla="*/ 11654 w 52251"/>
                <a:gd name="connsiteY23" fmla="*/ 35888 h 68676"/>
                <a:gd name="connsiteX24" fmla="*/ 20580 w 52251"/>
                <a:gd name="connsiteY24" fmla="*/ 39793 h 68676"/>
                <a:gd name="connsiteX25" fmla="*/ 25043 w 52251"/>
                <a:gd name="connsiteY25" fmla="*/ 41033 h 68676"/>
                <a:gd name="connsiteX26" fmla="*/ 29753 w 52251"/>
                <a:gd name="connsiteY26" fmla="*/ 42644 h 68676"/>
                <a:gd name="connsiteX27" fmla="*/ 33409 w 52251"/>
                <a:gd name="connsiteY27" fmla="*/ 44875 h 68676"/>
                <a:gd name="connsiteX28" fmla="*/ 34836 w 52251"/>
                <a:gd name="connsiteY28" fmla="*/ 47975 h 68676"/>
                <a:gd name="connsiteX29" fmla="*/ 33842 w 52251"/>
                <a:gd name="connsiteY29" fmla="*/ 50640 h 68676"/>
                <a:gd name="connsiteX30" fmla="*/ 31241 w 52251"/>
                <a:gd name="connsiteY30" fmla="*/ 52685 h 68676"/>
                <a:gd name="connsiteX31" fmla="*/ 27335 w 52251"/>
                <a:gd name="connsiteY31" fmla="*/ 53429 h 68676"/>
                <a:gd name="connsiteX32" fmla="*/ 20020 w 52251"/>
                <a:gd name="connsiteY32" fmla="*/ 50826 h 68676"/>
                <a:gd name="connsiteX33" fmla="*/ 15373 w 52251"/>
                <a:gd name="connsiteY33" fmla="*/ 45309 h 68676"/>
                <a:gd name="connsiteX34" fmla="*/ 0 w 52251"/>
                <a:gd name="connsiteY34" fmla="*/ 52066 h 68676"/>
                <a:gd name="connsiteX35" fmla="*/ 6261 w 52251"/>
                <a:gd name="connsiteY35" fmla="*/ 60867 h 68676"/>
                <a:gd name="connsiteX36" fmla="*/ 15807 w 52251"/>
                <a:gd name="connsiteY36" fmla="*/ 6663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2251" h="68676">
                  <a:moveTo>
                    <a:pt x="15807" y="66631"/>
                  </a:moveTo>
                  <a:cubicBezTo>
                    <a:pt x="19443" y="67995"/>
                    <a:pt x="23245" y="68677"/>
                    <a:pt x="27211" y="68677"/>
                  </a:cubicBezTo>
                  <a:cubicBezTo>
                    <a:pt x="31758" y="68677"/>
                    <a:pt x="35910" y="67789"/>
                    <a:pt x="39669" y="66012"/>
                  </a:cubicBezTo>
                  <a:cubicBezTo>
                    <a:pt x="43472" y="64235"/>
                    <a:pt x="46507" y="61756"/>
                    <a:pt x="48782" y="58574"/>
                  </a:cubicBezTo>
                  <a:cubicBezTo>
                    <a:pt x="51097" y="55351"/>
                    <a:pt x="52251" y="51652"/>
                    <a:pt x="52251" y="47479"/>
                  </a:cubicBezTo>
                  <a:cubicBezTo>
                    <a:pt x="52251" y="44173"/>
                    <a:pt x="51551" y="41384"/>
                    <a:pt x="50146" y="39111"/>
                  </a:cubicBezTo>
                  <a:cubicBezTo>
                    <a:pt x="48782" y="36839"/>
                    <a:pt x="47044" y="34979"/>
                    <a:pt x="44940" y="33533"/>
                  </a:cubicBezTo>
                  <a:cubicBezTo>
                    <a:pt x="42872" y="32086"/>
                    <a:pt x="40744" y="30950"/>
                    <a:pt x="38555" y="30124"/>
                  </a:cubicBezTo>
                  <a:cubicBezTo>
                    <a:pt x="36364" y="29256"/>
                    <a:pt x="34443" y="28595"/>
                    <a:pt x="32788" y="28140"/>
                  </a:cubicBezTo>
                  <a:cubicBezTo>
                    <a:pt x="30640" y="27520"/>
                    <a:pt x="28576" y="26880"/>
                    <a:pt x="26591" y="26219"/>
                  </a:cubicBezTo>
                  <a:cubicBezTo>
                    <a:pt x="24610" y="25558"/>
                    <a:pt x="22975" y="24773"/>
                    <a:pt x="21694" y="23863"/>
                  </a:cubicBezTo>
                  <a:cubicBezTo>
                    <a:pt x="20413" y="22954"/>
                    <a:pt x="19773" y="21756"/>
                    <a:pt x="19773" y="20268"/>
                  </a:cubicBezTo>
                  <a:cubicBezTo>
                    <a:pt x="19773" y="18781"/>
                    <a:pt x="20413" y="17541"/>
                    <a:pt x="21694" y="16550"/>
                  </a:cubicBezTo>
                  <a:cubicBezTo>
                    <a:pt x="22975" y="15558"/>
                    <a:pt x="24586" y="15062"/>
                    <a:pt x="26531" y="15062"/>
                  </a:cubicBezTo>
                  <a:cubicBezTo>
                    <a:pt x="28842" y="15062"/>
                    <a:pt x="30744" y="15682"/>
                    <a:pt x="32231" y="16921"/>
                  </a:cubicBezTo>
                  <a:cubicBezTo>
                    <a:pt x="33762" y="18161"/>
                    <a:pt x="34916" y="19442"/>
                    <a:pt x="35704" y="20764"/>
                  </a:cubicBezTo>
                  <a:lnTo>
                    <a:pt x="50763" y="14256"/>
                  </a:lnTo>
                  <a:cubicBezTo>
                    <a:pt x="48866" y="9959"/>
                    <a:pt x="45640" y="6508"/>
                    <a:pt x="41097" y="3905"/>
                  </a:cubicBezTo>
                  <a:cubicBezTo>
                    <a:pt x="36591" y="1302"/>
                    <a:pt x="31507" y="0"/>
                    <a:pt x="25847" y="0"/>
                  </a:cubicBezTo>
                  <a:cubicBezTo>
                    <a:pt x="21304" y="0"/>
                    <a:pt x="17251" y="847"/>
                    <a:pt x="13699" y="2541"/>
                  </a:cubicBezTo>
                  <a:cubicBezTo>
                    <a:pt x="10187" y="4235"/>
                    <a:pt x="7398" y="6591"/>
                    <a:pt x="5330" y="9607"/>
                  </a:cubicBezTo>
                  <a:cubicBezTo>
                    <a:pt x="3306" y="12583"/>
                    <a:pt x="2295" y="16033"/>
                    <a:pt x="2295" y="19958"/>
                  </a:cubicBezTo>
                  <a:cubicBezTo>
                    <a:pt x="2295" y="23678"/>
                    <a:pt x="3162" y="26839"/>
                    <a:pt x="4897" y="29442"/>
                  </a:cubicBezTo>
                  <a:cubicBezTo>
                    <a:pt x="6634" y="32045"/>
                    <a:pt x="8886" y="34194"/>
                    <a:pt x="11654" y="35888"/>
                  </a:cubicBezTo>
                  <a:cubicBezTo>
                    <a:pt x="14463" y="37541"/>
                    <a:pt x="17438" y="38843"/>
                    <a:pt x="20580" y="39793"/>
                  </a:cubicBezTo>
                  <a:cubicBezTo>
                    <a:pt x="21944" y="40165"/>
                    <a:pt x="23432" y="40578"/>
                    <a:pt x="25043" y="41033"/>
                  </a:cubicBezTo>
                  <a:cubicBezTo>
                    <a:pt x="26694" y="41487"/>
                    <a:pt x="28265" y="42024"/>
                    <a:pt x="29753" y="42644"/>
                  </a:cubicBezTo>
                  <a:cubicBezTo>
                    <a:pt x="31241" y="43264"/>
                    <a:pt x="32458" y="44008"/>
                    <a:pt x="33409" y="44875"/>
                  </a:cubicBezTo>
                  <a:cubicBezTo>
                    <a:pt x="34359" y="45743"/>
                    <a:pt x="34836" y="46776"/>
                    <a:pt x="34836" y="47975"/>
                  </a:cubicBezTo>
                  <a:cubicBezTo>
                    <a:pt x="34836" y="48925"/>
                    <a:pt x="34506" y="49813"/>
                    <a:pt x="33842" y="50640"/>
                  </a:cubicBezTo>
                  <a:cubicBezTo>
                    <a:pt x="33225" y="51466"/>
                    <a:pt x="32355" y="52148"/>
                    <a:pt x="31241" y="52685"/>
                  </a:cubicBezTo>
                  <a:cubicBezTo>
                    <a:pt x="30123" y="53181"/>
                    <a:pt x="28822" y="53429"/>
                    <a:pt x="27335" y="53429"/>
                  </a:cubicBezTo>
                  <a:cubicBezTo>
                    <a:pt x="24526" y="53429"/>
                    <a:pt x="22088" y="52562"/>
                    <a:pt x="20020" y="50826"/>
                  </a:cubicBezTo>
                  <a:cubicBezTo>
                    <a:pt x="17955" y="49090"/>
                    <a:pt x="16407" y="47252"/>
                    <a:pt x="15373" y="45309"/>
                  </a:cubicBezTo>
                  <a:lnTo>
                    <a:pt x="0" y="52066"/>
                  </a:lnTo>
                  <a:cubicBezTo>
                    <a:pt x="1404" y="55413"/>
                    <a:pt x="3492" y="58346"/>
                    <a:pt x="6261" y="60867"/>
                  </a:cubicBezTo>
                  <a:cubicBezTo>
                    <a:pt x="9029" y="63346"/>
                    <a:pt x="12211" y="65268"/>
                    <a:pt x="15807" y="6663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D8BE22-04D1-DB38-B5C7-485CEAC9D772}"/>
                </a:ext>
              </a:extLst>
            </p:cNvPr>
            <p:cNvSpPr/>
            <p:nvPr/>
          </p:nvSpPr>
          <p:spPr>
            <a:xfrm>
              <a:off x="1174814" y="346326"/>
              <a:ext cx="96260" cy="67685"/>
            </a:xfrm>
            <a:custGeom>
              <a:avLst/>
              <a:gdLst>
                <a:gd name="connsiteX0" fmla="*/ 0 w 96260"/>
                <a:gd name="connsiteY0" fmla="*/ 67685 h 67685"/>
                <a:gd name="connsiteX1" fmla="*/ 0 w 96260"/>
                <a:gd name="connsiteY1" fmla="*/ 992 h 67685"/>
                <a:gd name="connsiteX2" fmla="*/ 18656 w 96260"/>
                <a:gd name="connsiteY2" fmla="*/ 992 h 67685"/>
                <a:gd name="connsiteX3" fmla="*/ 18656 w 96260"/>
                <a:gd name="connsiteY3" fmla="*/ 9484 h 67685"/>
                <a:gd name="connsiteX4" fmla="*/ 18996 w 96260"/>
                <a:gd name="connsiteY4" fmla="*/ 9484 h 67685"/>
                <a:gd name="connsiteX5" fmla="*/ 23926 w 96260"/>
                <a:gd name="connsiteY5" fmla="*/ 4339 h 67685"/>
                <a:gd name="connsiteX6" fmla="*/ 37128 w 96260"/>
                <a:gd name="connsiteY6" fmla="*/ 0 h 67685"/>
                <a:gd name="connsiteX7" fmla="*/ 47852 w 96260"/>
                <a:gd name="connsiteY7" fmla="*/ 3099 h 67685"/>
                <a:gd name="connsiteX8" fmla="*/ 53385 w 96260"/>
                <a:gd name="connsiteY8" fmla="*/ 9297 h 67685"/>
                <a:gd name="connsiteX9" fmla="*/ 53735 w 96260"/>
                <a:gd name="connsiteY9" fmla="*/ 9297 h 67685"/>
                <a:gd name="connsiteX10" fmla="*/ 61424 w 96260"/>
                <a:gd name="connsiteY10" fmla="*/ 2975 h 67685"/>
                <a:gd name="connsiteX11" fmla="*/ 74256 w 96260"/>
                <a:gd name="connsiteY11" fmla="*/ 0 h 67685"/>
                <a:gd name="connsiteX12" fmla="*/ 85163 w 96260"/>
                <a:gd name="connsiteY12" fmla="*/ 2356 h 67685"/>
                <a:gd name="connsiteX13" fmla="*/ 91857 w 96260"/>
                <a:gd name="connsiteY13" fmla="*/ 8430 h 67685"/>
                <a:gd name="connsiteX14" fmla="*/ 95266 w 96260"/>
                <a:gd name="connsiteY14" fmla="*/ 16612 h 67685"/>
                <a:gd name="connsiteX15" fmla="*/ 96260 w 96260"/>
                <a:gd name="connsiteY15" fmla="*/ 25165 h 67685"/>
                <a:gd name="connsiteX16" fmla="*/ 96260 w 96260"/>
                <a:gd name="connsiteY16" fmla="*/ 67685 h 67685"/>
                <a:gd name="connsiteX17" fmla="*/ 76547 w 96260"/>
                <a:gd name="connsiteY17" fmla="*/ 67685 h 67685"/>
                <a:gd name="connsiteX18" fmla="*/ 76547 w 96260"/>
                <a:gd name="connsiteY18" fmla="*/ 27582 h 67685"/>
                <a:gd name="connsiteX19" fmla="*/ 74256 w 96260"/>
                <a:gd name="connsiteY19" fmla="*/ 19215 h 67685"/>
                <a:gd name="connsiteX20" fmla="*/ 67685 w 96260"/>
                <a:gd name="connsiteY20" fmla="*/ 16240 h 67685"/>
                <a:gd name="connsiteX21" fmla="*/ 62601 w 96260"/>
                <a:gd name="connsiteY21" fmla="*/ 17541 h 67685"/>
                <a:gd name="connsiteX22" fmla="*/ 59132 w 96260"/>
                <a:gd name="connsiteY22" fmla="*/ 21322 h 67685"/>
                <a:gd name="connsiteX23" fmla="*/ 57892 w 96260"/>
                <a:gd name="connsiteY23" fmla="*/ 27582 h 67685"/>
                <a:gd name="connsiteX24" fmla="*/ 57892 w 96260"/>
                <a:gd name="connsiteY24" fmla="*/ 67685 h 67685"/>
                <a:gd name="connsiteX25" fmla="*/ 38305 w 96260"/>
                <a:gd name="connsiteY25" fmla="*/ 67685 h 67685"/>
                <a:gd name="connsiteX26" fmla="*/ 38305 w 96260"/>
                <a:gd name="connsiteY26" fmla="*/ 27582 h 67685"/>
                <a:gd name="connsiteX27" fmla="*/ 36010 w 96260"/>
                <a:gd name="connsiteY27" fmla="*/ 19215 h 67685"/>
                <a:gd name="connsiteX28" fmla="*/ 29379 w 96260"/>
                <a:gd name="connsiteY28" fmla="*/ 16240 h 67685"/>
                <a:gd name="connsiteX29" fmla="*/ 22375 w 96260"/>
                <a:gd name="connsiteY29" fmla="*/ 19153 h 67685"/>
                <a:gd name="connsiteX30" fmla="*/ 19586 w 96260"/>
                <a:gd name="connsiteY30" fmla="*/ 27707 h 67685"/>
                <a:gd name="connsiteX31" fmla="*/ 19586 w 96260"/>
                <a:gd name="connsiteY31" fmla="*/ 67685 h 67685"/>
                <a:gd name="connsiteX32" fmla="*/ 0 w 96260"/>
                <a:gd name="connsiteY32" fmla="*/ 67685 h 6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260" h="67685">
                  <a:moveTo>
                    <a:pt x="0" y="67685"/>
                  </a:moveTo>
                  <a:lnTo>
                    <a:pt x="0" y="992"/>
                  </a:lnTo>
                  <a:lnTo>
                    <a:pt x="18656" y="992"/>
                  </a:lnTo>
                  <a:lnTo>
                    <a:pt x="18656" y="9484"/>
                  </a:lnTo>
                  <a:lnTo>
                    <a:pt x="18996" y="9484"/>
                  </a:lnTo>
                  <a:cubicBezTo>
                    <a:pt x="20457" y="7455"/>
                    <a:pt x="22098" y="5740"/>
                    <a:pt x="23926" y="4339"/>
                  </a:cubicBezTo>
                  <a:cubicBezTo>
                    <a:pt x="27645" y="1446"/>
                    <a:pt x="32044" y="0"/>
                    <a:pt x="37128" y="0"/>
                  </a:cubicBezTo>
                  <a:cubicBezTo>
                    <a:pt x="41341" y="0"/>
                    <a:pt x="44916" y="1033"/>
                    <a:pt x="47852" y="3099"/>
                  </a:cubicBezTo>
                  <a:cubicBezTo>
                    <a:pt x="50113" y="4639"/>
                    <a:pt x="51958" y="6705"/>
                    <a:pt x="53385" y="9297"/>
                  </a:cubicBezTo>
                  <a:lnTo>
                    <a:pt x="53735" y="9297"/>
                  </a:lnTo>
                  <a:cubicBezTo>
                    <a:pt x="55847" y="6606"/>
                    <a:pt x="58412" y="4498"/>
                    <a:pt x="61424" y="2975"/>
                  </a:cubicBezTo>
                  <a:cubicBezTo>
                    <a:pt x="65350" y="992"/>
                    <a:pt x="69626" y="0"/>
                    <a:pt x="74256" y="0"/>
                  </a:cubicBezTo>
                  <a:cubicBezTo>
                    <a:pt x="78675" y="0"/>
                    <a:pt x="82314" y="785"/>
                    <a:pt x="85163" y="2356"/>
                  </a:cubicBezTo>
                  <a:cubicBezTo>
                    <a:pt x="88015" y="3884"/>
                    <a:pt x="90246" y="5909"/>
                    <a:pt x="91857" y="8430"/>
                  </a:cubicBezTo>
                  <a:cubicBezTo>
                    <a:pt x="93468" y="10909"/>
                    <a:pt x="94606" y="13636"/>
                    <a:pt x="95266" y="16612"/>
                  </a:cubicBezTo>
                  <a:cubicBezTo>
                    <a:pt x="95930" y="19545"/>
                    <a:pt x="96260" y="22396"/>
                    <a:pt x="96260" y="25165"/>
                  </a:cubicBezTo>
                  <a:lnTo>
                    <a:pt x="96260" y="67685"/>
                  </a:lnTo>
                  <a:lnTo>
                    <a:pt x="76547" y="67685"/>
                  </a:lnTo>
                  <a:lnTo>
                    <a:pt x="76547" y="27582"/>
                  </a:lnTo>
                  <a:cubicBezTo>
                    <a:pt x="76547" y="23946"/>
                    <a:pt x="75783" y="21157"/>
                    <a:pt x="74256" y="19215"/>
                  </a:cubicBezTo>
                  <a:cubicBezTo>
                    <a:pt x="72768" y="17231"/>
                    <a:pt x="70577" y="16240"/>
                    <a:pt x="67685" y="16240"/>
                  </a:cubicBezTo>
                  <a:cubicBezTo>
                    <a:pt x="65783" y="16240"/>
                    <a:pt x="64089" y="16674"/>
                    <a:pt x="62601" y="17541"/>
                  </a:cubicBezTo>
                  <a:cubicBezTo>
                    <a:pt x="61157" y="18368"/>
                    <a:pt x="60000" y="19628"/>
                    <a:pt x="59132" y="21322"/>
                  </a:cubicBezTo>
                  <a:cubicBezTo>
                    <a:pt x="58305" y="23016"/>
                    <a:pt x="57892" y="25103"/>
                    <a:pt x="57892" y="27582"/>
                  </a:cubicBezTo>
                  <a:lnTo>
                    <a:pt x="57892" y="67685"/>
                  </a:lnTo>
                  <a:lnTo>
                    <a:pt x="38305" y="67685"/>
                  </a:lnTo>
                  <a:lnTo>
                    <a:pt x="38305" y="27582"/>
                  </a:lnTo>
                  <a:cubicBezTo>
                    <a:pt x="38305" y="23946"/>
                    <a:pt x="37541" y="21157"/>
                    <a:pt x="36010" y="19215"/>
                  </a:cubicBezTo>
                  <a:cubicBezTo>
                    <a:pt x="34483" y="17231"/>
                    <a:pt x="32271" y="16240"/>
                    <a:pt x="29379" y="16240"/>
                  </a:cubicBezTo>
                  <a:cubicBezTo>
                    <a:pt x="26571" y="16240"/>
                    <a:pt x="24236" y="17211"/>
                    <a:pt x="22375" y="19153"/>
                  </a:cubicBezTo>
                  <a:cubicBezTo>
                    <a:pt x="20517" y="21053"/>
                    <a:pt x="19586" y="23905"/>
                    <a:pt x="19586" y="27707"/>
                  </a:cubicBezTo>
                  <a:lnTo>
                    <a:pt x="19586" y="67685"/>
                  </a:lnTo>
                  <a:lnTo>
                    <a:pt x="0" y="67685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9D8F9DC-1821-C354-4FBE-126DD01BFC91}"/>
                </a:ext>
              </a:extLst>
            </p:cNvPr>
            <p:cNvSpPr/>
            <p:nvPr/>
          </p:nvSpPr>
          <p:spPr>
            <a:xfrm>
              <a:off x="1102089" y="347318"/>
              <a:ext cx="65763" cy="67684"/>
            </a:xfrm>
            <a:custGeom>
              <a:avLst/>
              <a:gdLst>
                <a:gd name="connsiteX0" fmla="*/ 24793 w 65763"/>
                <a:gd name="connsiteY0" fmla="*/ 67685 h 67684"/>
                <a:gd name="connsiteX1" fmla="*/ 12275 w 65763"/>
                <a:gd name="connsiteY1" fmla="*/ 64772 h 67684"/>
                <a:gd name="connsiteX2" fmla="*/ 3286 w 65763"/>
                <a:gd name="connsiteY2" fmla="*/ 56094 h 67684"/>
                <a:gd name="connsiteX3" fmla="*/ 0 w 65763"/>
                <a:gd name="connsiteY3" fmla="*/ 41900 h 67684"/>
                <a:gd name="connsiteX4" fmla="*/ 0 w 65763"/>
                <a:gd name="connsiteY4" fmla="*/ 0 h 67684"/>
                <a:gd name="connsiteX5" fmla="*/ 19586 w 65763"/>
                <a:gd name="connsiteY5" fmla="*/ 0 h 67684"/>
                <a:gd name="connsiteX6" fmla="*/ 19586 w 65763"/>
                <a:gd name="connsiteY6" fmla="*/ 39297 h 67684"/>
                <a:gd name="connsiteX7" fmla="*/ 22562 w 65763"/>
                <a:gd name="connsiteY7" fmla="*/ 48098 h 67684"/>
                <a:gd name="connsiteX8" fmla="*/ 29940 w 65763"/>
                <a:gd name="connsiteY8" fmla="*/ 51074 h 67684"/>
                <a:gd name="connsiteX9" fmla="*/ 35580 w 65763"/>
                <a:gd name="connsiteY9" fmla="*/ 49648 h 67684"/>
                <a:gd name="connsiteX10" fmla="*/ 39423 w 65763"/>
                <a:gd name="connsiteY10" fmla="*/ 45619 h 67684"/>
                <a:gd name="connsiteX11" fmla="*/ 40847 w 65763"/>
                <a:gd name="connsiteY11" fmla="*/ 39297 h 67684"/>
                <a:gd name="connsiteX12" fmla="*/ 40847 w 65763"/>
                <a:gd name="connsiteY12" fmla="*/ 0 h 67684"/>
                <a:gd name="connsiteX13" fmla="*/ 60433 w 65763"/>
                <a:gd name="connsiteY13" fmla="*/ 0 h 67684"/>
                <a:gd name="connsiteX14" fmla="*/ 60433 w 65763"/>
                <a:gd name="connsiteY14" fmla="*/ 43326 h 67684"/>
                <a:gd name="connsiteX15" fmla="*/ 61487 w 65763"/>
                <a:gd name="connsiteY15" fmla="*/ 48532 h 67684"/>
                <a:gd name="connsiteX16" fmla="*/ 65763 w 65763"/>
                <a:gd name="connsiteY16" fmla="*/ 51321 h 67684"/>
                <a:gd name="connsiteX17" fmla="*/ 58822 w 65763"/>
                <a:gd name="connsiteY17" fmla="*/ 67685 h 67684"/>
                <a:gd name="connsiteX18" fmla="*/ 48038 w 65763"/>
                <a:gd name="connsiteY18" fmla="*/ 62664 h 67684"/>
                <a:gd name="connsiteX19" fmla="*/ 45437 w 65763"/>
                <a:gd name="connsiteY19" fmla="*/ 59069 h 67684"/>
                <a:gd name="connsiteX20" fmla="*/ 44940 w 65763"/>
                <a:gd name="connsiteY20" fmla="*/ 59069 h 67684"/>
                <a:gd name="connsiteX21" fmla="*/ 39176 w 65763"/>
                <a:gd name="connsiteY21" fmla="*/ 63718 h 67684"/>
                <a:gd name="connsiteX22" fmla="*/ 24793 w 65763"/>
                <a:gd name="connsiteY22" fmla="*/ 67685 h 6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3" h="67684">
                  <a:moveTo>
                    <a:pt x="24793" y="67685"/>
                  </a:moveTo>
                  <a:cubicBezTo>
                    <a:pt x="20207" y="67685"/>
                    <a:pt x="16034" y="66714"/>
                    <a:pt x="12275" y="64772"/>
                  </a:cubicBezTo>
                  <a:cubicBezTo>
                    <a:pt x="8512" y="62788"/>
                    <a:pt x="5517" y="59896"/>
                    <a:pt x="3286" y="56094"/>
                  </a:cubicBezTo>
                  <a:cubicBezTo>
                    <a:pt x="1097" y="52251"/>
                    <a:pt x="0" y="47520"/>
                    <a:pt x="0" y="41900"/>
                  </a:cubicBezTo>
                  <a:lnTo>
                    <a:pt x="0" y="0"/>
                  </a:lnTo>
                  <a:lnTo>
                    <a:pt x="19586" y="0"/>
                  </a:lnTo>
                  <a:lnTo>
                    <a:pt x="19586" y="39297"/>
                  </a:lnTo>
                  <a:cubicBezTo>
                    <a:pt x="19586" y="43140"/>
                    <a:pt x="20580" y="46074"/>
                    <a:pt x="22562" y="48098"/>
                  </a:cubicBezTo>
                  <a:cubicBezTo>
                    <a:pt x="24586" y="50082"/>
                    <a:pt x="27048" y="51074"/>
                    <a:pt x="29940" y="51074"/>
                  </a:cubicBezTo>
                  <a:cubicBezTo>
                    <a:pt x="32088" y="51074"/>
                    <a:pt x="33969" y="50598"/>
                    <a:pt x="35580" y="49648"/>
                  </a:cubicBezTo>
                  <a:cubicBezTo>
                    <a:pt x="37231" y="48698"/>
                    <a:pt x="38512" y="47355"/>
                    <a:pt x="39423" y="45619"/>
                  </a:cubicBezTo>
                  <a:cubicBezTo>
                    <a:pt x="40373" y="43842"/>
                    <a:pt x="40847" y="41735"/>
                    <a:pt x="40847" y="39297"/>
                  </a:cubicBezTo>
                  <a:lnTo>
                    <a:pt x="40847" y="0"/>
                  </a:lnTo>
                  <a:lnTo>
                    <a:pt x="60433" y="0"/>
                  </a:lnTo>
                  <a:lnTo>
                    <a:pt x="60433" y="43326"/>
                  </a:lnTo>
                  <a:cubicBezTo>
                    <a:pt x="60433" y="45722"/>
                    <a:pt x="60787" y="47458"/>
                    <a:pt x="61487" y="48532"/>
                  </a:cubicBezTo>
                  <a:cubicBezTo>
                    <a:pt x="62191" y="49607"/>
                    <a:pt x="63615" y="50537"/>
                    <a:pt x="65763" y="51321"/>
                  </a:cubicBezTo>
                  <a:lnTo>
                    <a:pt x="58822" y="67685"/>
                  </a:lnTo>
                  <a:cubicBezTo>
                    <a:pt x="53906" y="66404"/>
                    <a:pt x="50310" y="64731"/>
                    <a:pt x="48038" y="62664"/>
                  </a:cubicBezTo>
                  <a:cubicBezTo>
                    <a:pt x="46894" y="61623"/>
                    <a:pt x="46027" y="60425"/>
                    <a:pt x="45437" y="59069"/>
                  </a:cubicBezTo>
                  <a:lnTo>
                    <a:pt x="44940" y="59069"/>
                  </a:lnTo>
                  <a:cubicBezTo>
                    <a:pt x="43208" y="60809"/>
                    <a:pt x="41287" y="62359"/>
                    <a:pt x="39176" y="63718"/>
                  </a:cubicBezTo>
                  <a:cubicBezTo>
                    <a:pt x="35000" y="66363"/>
                    <a:pt x="30207" y="67685"/>
                    <a:pt x="24793" y="67685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701F08-540D-793F-2D3C-FB36F6058226}"/>
                </a:ext>
              </a:extLst>
            </p:cNvPr>
            <p:cNvSpPr/>
            <p:nvPr/>
          </p:nvSpPr>
          <p:spPr>
            <a:xfrm>
              <a:off x="864689" y="346326"/>
              <a:ext cx="69542" cy="68676"/>
            </a:xfrm>
            <a:custGeom>
              <a:avLst/>
              <a:gdLst>
                <a:gd name="connsiteX0" fmla="*/ 34773 w 69542"/>
                <a:gd name="connsiteY0" fmla="*/ 68677 h 68676"/>
                <a:gd name="connsiteX1" fmla="*/ 17231 w 69542"/>
                <a:gd name="connsiteY1" fmla="*/ 64276 h 68676"/>
                <a:gd name="connsiteX2" fmla="*/ 4646 w 69542"/>
                <a:gd name="connsiteY2" fmla="*/ 52128 h 68676"/>
                <a:gd name="connsiteX3" fmla="*/ 0 w 69542"/>
                <a:gd name="connsiteY3" fmla="*/ 34277 h 68676"/>
                <a:gd name="connsiteX4" fmla="*/ 4646 w 69542"/>
                <a:gd name="connsiteY4" fmla="*/ 16425 h 68676"/>
                <a:gd name="connsiteX5" fmla="*/ 17231 w 69542"/>
                <a:gd name="connsiteY5" fmla="*/ 4339 h 68676"/>
                <a:gd name="connsiteX6" fmla="*/ 34773 w 69542"/>
                <a:gd name="connsiteY6" fmla="*/ 0 h 68676"/>
                <a:gd name="connsiteX7" fmla="*/ 52438 w 69542"/>
                <a:gd name="connsiteY7" fmla="*/ 4339 h 68676"/>
                <a:gd name="connsiteX8" fmla="*/ 64896 w 69542"/>
                <a:gd name="connsiteY8" fmla="*/ 16425 h 68676"/>
                <a:gd name="connsiteX9" fmla="*/ 69543 w 69542"/>
                <a:gd name="connsiteY9" fmla="*/ 34277 h 68676"/>
                <a:gd name="connsiteX10" fmla="*/ 64896 w 69542"/>
                <a:gd name="connsiteY10" fmla="*/ 52128 h 68676"/>
                <a:gd name="connsiteX11" fmla="*/ 52375 w 69542"/>
                <a:gd name="connsiteY11" fmla="*/ 64276 h 68676"/>
                <a:gd name="connsiteX12" fmla="*/ 34773 w 69542"/>
                <a:gd name="connsiteY12" fmla="*/ 68677 h 68676"/>
                <a:gd name="connsiteX13" fmla="*/ 34773 w 69542"/>
                <a:gd name="connsiteY13" fmla="*/ 51941 h 68676"/>
                <a:gd name="connsiteX14" fmla="*/ 43015 w 69542"/>
                <a:gd name="connsiteY14" fmla="*/ 49710 h 68676"/>
                <a:gd name="connsiteX15" fmla="*/ 48779 w 69542"/>
                <a:gd name="connsiteY15" fmla="*/ 43512 h 68676"/>
                <a:gd name="connsiteX16" fmla="*/ 50887 w 69542"/>
                <a:gd name="connsiteY16" fmla="*/ 34277 h 68676"/>
                <a:gd name="connsiteX17" fmla="*/ 48842 w 69542"/>
                <a:gd name="connsiteY17" fmla="*/ 25227 h 68676"/>
                <a:gd name="connsiteX18" fmla="*/ 43202 w 69542"/>
                <a:gd name="connsiteY18" fmla="*/ 19029 h 68676"/>
                <a:gd name="connsiteX19" fmla="*/ 34896 w 69542"/>
                <a:gd name="connsiteY19" fmla="*/ 16735 h 68676"/>
                <a:gd name="connsiteX20" fmla="*/ 26527 w 69542"/>
                <a:gd name="connsiteY20" fmla="*/ 18967 h 68676"/>
                <a:gd name="connsiteX21" fmla="*/ 20764 w 69542"/>
                <a:gd name="connsiteY21" fmla="*/ 25103 h 68676"/>
                <a:gd name="connsiteX22" fmla="*/ 18656 w 69542"/>
                <a:gd name="connsiteY22" fmla="*/ 34277 h 68676"/>
                <a:gd name="connsiteX23" fmla="*/ 20764 w 69542"/>
                <a:gd name="connsiteY23" fmla="*/ 43512 h 68676"/>
                <a:gd name="connsiteX24" fmla="*/ 26591 w 69542"/>
                <a:gd name="connsiteY24" fmla="*/ 49710 h 68676"/>
                <a:gd name="connsiteX25" fmla="*/ 34773 w 69542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2" h="68676">
                  <a:moveTo>
                    <a:pt x="34773" y="68677"/>
                  </a:moveTo>
                  <a:cubicBezTo>
                    <a:pt x="28365" y="68677"/>
                    <a:pt x="22518" y="67210"/>
                    <a:pt x="17231" y="64276"/>
                  </a:cubicBezTo>
                  <a:cubicBezTo>
                    <a:pt x="11981" y="61342"/>
                    <a:pt x="7788" y="57293"/>
                    <a:pt x="4646" y="52128"/>
                  </a:cubicBezTo>
                  <a:cubicBezTo>
                    <a:pt x="1548" y="46962"/>
                    <a:pt x="0" y="41012"/>
                    <a:pt x="0" y="34277"/>
                  </a:cubicBezTo>
                  <a:cubicBezTo>
                    <a:pt x="0" y="27541"/>
                    <a:pt x="1548" y="21591"/>
                    <a:pt x="4646" y="16425"/>
                  </a:cubicBezTo>
                  <a:cubicBezTo>
                    <a:pt x="7788" y="11260"/>
                    <a:pt x="11981" y="7231"/>
                    <a:pt x="17231" y="4339"/>
                  </a:cubicBezTo>
                  <a:cubicBezTo>
                    <a:pt x="22518" y="1446"/>
                    <a:pt x="28365" y="0"/>
                    <a:pt x="34773" y="0"/>
                  </a:cubicBezTo>
                  <a:cubicBezTo>
                    <a:pt x="41301" y="0"/>
                    <a:pt x="47188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3" y="27541"/>
                    <a:pt x="69543" y="34277"/>
                  </a:cubicBezTo>
                  <a:cubicBezTo>
                    <a:pt x="69543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28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79" y="43512"/>
                  </a:cubicBezTo>
                  <a:cubicBezTo>
                    <a:pt x="50183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597" y="20516"/>
                    <a:pt x="43202" y="19029"/>
                  </a:cubicBezTo>
                  <a:cubicBezTo>
                    <a:pt x="40804" y="17500"/>
                    <a:pt x="38035" y="16735"/>
                    <a:pt x="34896" y="16735"/>
                  </a:cubicBezTo>
                  <a:cubicBezTo>
                    <a:pt x="31798" y="16735"/>
                    <a:pt x="29006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08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0BE4749-2B83-0402-031F-9013E929D010}"/>
                </a:ext>
              </a:extLst>
            </p:cNvPr>
            <p:cNvSpPr/>
            <p:nvPr/>
          </p:nvSpPr>
          <p:spPr>
            <a:xfrm>
              <a:off x="790290" y="346264"/>
              <a:ext cx="67004" cy="94771"/>
            </a:xfrm>
            <a:custGeom>
              <a:avLst/>
              <a:gdLst>
                <a:gd name="connsiteX0" fmla="*/ 16427 w 67004"/>
                <a:gd name="connsiteY0" fmla="*/ 92726 h 94771"/>
                <a:gd name="connsiteX1" fmla="*/ 31674 w 67004"/>
                <a:gd name="connsiteY1" fmla="*/ 94771 h 94771"/>
                <a:gd name="connsiteX2" fmla="*/ 45870 w 67004"/>
                <a:gd name="connsiteY2" fmla="*/ 92788 h 94771"/>
                <a:gd name="connsiteX3" fmla="*/ 57024 w 67004"/>
                <a:gd name="connsiteY3" fmla="*/ 86961 h 94771"/>
                <a:gd name="connsiteX4" fmla="*/ 64402 w 67004"/>
                <a:gd name="connsiteY4" fmla="*/ 77292 h 94771"/>
                <a:gd name="connsiteX5" fmla="*/ 67004 w 67004"/>
                <a:gd name="connsiteY5" fmla="*/ 63904 h 94771"/>
                <a:gd name="connsiteX6" fmla="*/ 67004 w 67004"/>
                <a:gd name="connsiteY6" fmla="*/ 992 h 94771"/>
                <a:gd name="connsiteX7" fmla="*/ 49216 w 67004"/>
                <a:gd name="connsiteY7" fmla="*/ 992 h 94771"/>
                <a:gd name="connsiteX8" fmla="*/ 49216 w 67004"/>
                <a:gd name="connsiteY8" fmla="*/ 7500 h 94771"/>
                <a:gd name="connsiteX9" fmla="*/ 48846 w 67004"/>
                <a:gd name="connsiteY9" fmla="*/ 7500 h 94771"/>
                <a:gd name="connsiteX10" fmla="*/ 45000 w 67004"/>
                <a:gd name="connsiteY10" fmla="*/ 4401 h 94771"/>
                <a:gd name="connsiteX11" fmla="*/ 29940 w 67004"/>
                <a:gd name="connsiteY11" fmla="*/ 0 h 94771"/>
                <a:gd name="connsiteX12" fmla="*/ 15620 w 67004"/>
                <a:gd name="connsiteY12" fmla="*/ 3781 h 94771"/>
                <a:gd name="connsiteX13" fmla="*/ 4340 w 67004"/>
                <a:gd name="connsiteY13" fmla="*/ 14938 h 94771"/>
                <a:gd name="connsiteX14" fmla="*/ 0 w 67004"/>
                <a:gd name="connsiteY14" fmla="*/ 33471 h 94771"/>
                <a:gd name="connsiteX15" fmla="*/ 2542 w 67004"/>
                <a:gd name="connsiteY15" fmla="*/ 48037 h 94771"/>
                <a:gd name="connsiteX16" fmla="*/ 9299 w 67004"/>
                <a:gd name="connsiteY16" fmla="*/ 58388 h 94771"/>
                <a:gd name="connsiteX17" fmla="*/ 18782 w 67004"/>
                <a:gd name="connsiteY17" fmla="*/ 64524 h 94771"/>
                <a:gd name="connsiteX18" fmla="*/ 29256 w 67004"/>
                <a:gd name="connsiteY18" fmla="*/ 66507 h 94771"/>
                <a:gd name="connsiteX19" fmla="*/ 44383 w 67004"/>
                <a:gd name="connsiteY19" fmla="*/ 61859 h 94771"/>
                <a:gd name="connsiteX20" fmla="*/ 48299 w 67004"/>
                <a:gd name="connsiteY20" fmla="*/ 58573 h 94771"/>
                <a:gd name="connsiteX21" fmla="*/ 48595 w 67004"/>
                <a:gd name="connsiteY21" fmla="*/ 58573 h 94771"/>
                <a:gd name="connsiteX22" fmla="*/ 48595 w 67004"/>
                <a:gd name="connsiteY22" fmla="*/ 65020 h 94771"/>
                <a:gd name="connsiteX23" fmla="*/ 45497 w 67004"/>
                <a:gd name="connsiteY23" fmla="*/ 72705 h 94771"/>
                <a:gd name="connsiteX24" fmla="*/ 37998 w 67004"/>
                <a:gd name="connsiteY24" fmla="*/ 77044 h 94771"/>
                <a:gd name="connsiteX25" fmla="*/ 29506 w 67004"/>
                <a:gd name="connsiteY25" fmla="*/ 78408 h 94771"/>
                <a:gd name="connsiteX26" fmla="*/ 20083 w 67004"/>
                <a:gd name="connsiteY26" fmla="*/ 76858 h 94771"/>
                <a:gd name="connsiteX27" fmla="*/ 12028 w 67004"/>
                <a:gd name="connsiteY27" fmla="*/ 73263 h 94771"/>
                <a:gd name="connsiteX28" fmla="*/ 5580 w 67004"/>
                <a:gd name="connsiteY28" fmla="*/ 88635 h 94771"/>
                <a:gd name="connsiteX29" fmla="*/ 16427 w 67004"/>
                <a:gd name="connsiteY29" fmla="*/ 92726 h 94771"/>
                <a:gd name="connsiteX30" fmla="*/ 41964 w 67004"/>
                <a:gd name="connsiteY30" fmla="*/ 48346 h 94771"/>
                <a:gd name="connsiteX31" fmla="*/ 34092 w 67004"/>
                <a:gd name="connsiteY31" fmla="*/ 50578 h 94771"/>
                <a:gd name="connsiteX32" fmla="*/ 26344 w 67004"/>
                <a:gd name="connsiteY32" fmla="*/ 48346 h 94771"/>
                <a:gd name="connsiteX33" fmla="*/ 21077 w 67004"/>
                <a:gd name="connsiteY33" fmla="*/ 42086 h 94771"/>
                <a:gd name="connsiteX34" fmla="*/ 19153 w 67004"/>
                <a:gd name="connsiteY34" fmla="*/ 32851 h 94771"/>
                <a:gd name="connsiteX35" fmla="*/ 21077 w 67004"/>
                <a:gd name="connsiteY35" fmla="*/ 23801 h 94771"/>
                <a:gd name="connsiteX36" fmla="*/ 26531 w 67004"/>
                <a:gd name="connsiteY36" fmla="*/ 17913 h 94771"/>
                <a:gd name="connsiteX37" fmla="*/ 34403 w 67004"/>
                <a:gd name="connsiteY37" fmla="*/ 15805 h 94771"/>
                <a:gd name="connsiteX38" fmla="*/ 42151 w 67004"/>
                <a:gd name="connsiteY38" fmla="*/ 17851 h 94771"/>
                <a:gd name="connsiteX39" fmla="*/ 47418 w 67004"/>
                <a:gd name="connsiteY39" fmla="*/ 23739 h 94771"/>
                <a:gd name="connsiteX40" fmla="*/ 49339 w 67004"/>
                <a:gd name="connsiteY40" fmla="*/ 32851 h 94771"/>
                <a:gd name="connsiteX41" fmla="*/ 47358 w 67004"/>
                <a:gd name="connsiteY41" fmla="*/ 42148 h 94771"/>
                <a:gd name="connsiteX42" fmla="*/ 41964 w 67004"/>
                <a:gd name="connsiteY42" fmla="*/ 48346 h 9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7004" h="94771">
                  <a:moveTo>
                    <a:pt x="16427" y="92726"/>
                  </a:moveTo>
                  <a:cubicBezTo>
                    <a:pt x="21054" y="94089"/>
                    <a:pt x="26137" y="94771"/>
                    <a:pt x="31674" y="94771"/>
                  </a:cubicBezTo>
                  <a:cubicBezTo>
                    <a:pt x="36841" y="94771"/>
                    <a:pt x="41571" y="94110"/>
                    <a:pt x="45870" y="92788"/>
                  </a:cubicBezTo>
                  <a:cubicBezTo>
                    <a:pt x="50166" y="91507"/>
                    <a:pt x="53885" y="89565"/>
                    <a:pt x="57024" y="86961"/>
                  </a:cubicBezTo>
                  <a:cubicBezTo>
                    <a:pt x="60206" y="84358"/>
                    <a:pt x="62665" y="81135"/>
                    <a:pt x="64402" y="77292"/>
                  </a:cubicBezTo>
                  <a:cubicBezTo>
                    <a:pt x="66137" y="73449"/>
                    <a:pt x="67004" y="68987"/>
                    <a:pt x="67004" y="63904"/>
                  </a:cubicBezTo>
                  <a:lnTo>
                    <a:pt x="67004" y="992"/>
                  </a:lnTo>
                  <a:lnTo>
                    <a:pt x="49216" y="992"/>
                  </a:lnTo>
                  <a:lnTo>
                    <a:pt x="49216" y="7500"/>
                  </a:lnTo>
                  <a:lnTo>
                    <a:pt x="48846" y="7500"/>
                  </a:lnTo>
                  <a:cubicBezTo>
                    <a:pt x="47661" y="6367"/>
                    <a:pt x="46381" y="5334"/>
                    <a:pt x="45000" y="4401"/>
                  </a:cubicBezTo>
                  <a:cubicBezTo>
                    <a:pt x="40703" y="1467"/>
                    <a:pt x="35684" y="0"/>
                    <a:pt x="29940" y="0"/>
                  </a:cubicBezTo>
                  <a:cubicBezTo>
                    <a:pt x="24980" y="0"/>
                    <a:pt x="20207" y="1260"/>
                    <a:pt x="15620" y="3781"/>
                  </a:cubicBezTo>
                  <a:cubicBezTo>
                    <a:pt x="11034" y="6260"/>
                    <a:pt x="7275" y="9979"/>
                    <a:pt x="4340" y="14938"/>
                  </a:cubicBezTo>
                  <a:cubicBezTo>
                    <a:pt x="1448" y="19855"/>
                    <a:pt x="0" y="26032"/>
                    <a:pt x="0" y="33471"/>
                  </a:cubicBezTo>
                  <a:cubicBezTo>
                    <a:pt x="0" y="39049"/>
                    <a:pt x="847" y="43904"/>
                    <a:pt x="2542" y="48037"/>
                  </a:cubicBezTo>
                  <a:cubicBezTo>
                    <a:pt x="4236" y="52169"/>
                    <a:pt x="6488" y="55619"/>
                    <a:pt x="9299" y="58388"/>
                  </a:cubicBezTo>
                  <a:cubicBezTo>
                    <a:pt x="12151" y="61115"/>
                    <a:pt x="15310" y="63160"/>
                    <a:pt x="18782" y="64524"/>
                  </a:cubicBezTo>
                  <a:cubicBezTo>
                    <a:pt x="22255" y="65846"/>
                    <a:pt x="25744" y="66507"/>
                    <a:pt x="29256" y="66507"/>
                  </a:cubicBezTo>
                  <a:cubicBezTo>
                    <a:pt x="34920" y="66507"/>
                    <a:pt x="39960" y="64958"/>
                    <a:pt x="44383" y="61859"/>
                  </a:cubicBezTo>
                  <a:cubicBezTo>
                    <a:pt x="45780" y="60865"/>
                    <a:pt x="47088" y="59770"/>
                    <a:pt x="48299" y="58573"/>
                  </a:cubicBezTo>
                  <a:lnTo>
                    <a:pt x="48595" y="58573"/>
                  </a:lnTo>
                  <a:lnTo>
                    <a:pt x="48595" y="65020"/>
                  </a:lnTo>
                  <a:cubicBezTo>
                    <a:pt x="48595" y="68201"/>
                    <a:pt x="47565" y="70763"/>
                    <a:pt x="45497" y="72705"/>
                  </a:cubicBezTo>
                  <a:cubicBezTo>
                    <a:pt x="43432" y="74689"/>
                    <a:pt x="40930" y="76135"/>
                    <a:pt x="37998" y="77044"/>
                  </a:cubicBezTo>
                  <a:cubicBezTo>
                    <a:pt x="35063" y="77954"/>
                    <a:pt x="32231" y="78408"/>
                    <a:pt x="29506" y="78408"/>
                  </a:cubicBezTo>
                  <a:cubicBezTo>
                    <a:pt x="26324" y="78408"/>
                    <a:pt x="23182" y="77891"/>
                    <a:pt x="20083" y="76858"/>
                  </a:cubicBezTo>
                  <a:cubicBezTo>
                    <a:pt x="17025" y="75866"/>
                    <a:pt x="14339" y="74668"/>
                    <a:pt x="12028" y="73263"/>
                  </a:cubicBezTo>
                  <a:lnTo>
                    <a:pt x="5580" y="88635"/>
                  </a:lnTo>
                  <a:cubicBezTo>
                    <a:pt x="8225" y="90040"/>
                    <a:pt x="11841" y="91404"/>
                    <a:pt x="16427" y="92726"/>
                  </a:cubicBezTo>
                  <a:close/>
                  <a:moveTo>
                    <a:pt x="41964" y="48346"/>
                  </a:moveTo>
                  <a:cubicBezTo>
                    <a:pt x="39693" y="49834"/>
                    <a:pt x="37068" y="50578"/>
                    <a:pt x="34092" y="50578"/>
                  </a:cubicBezTo>
                  <a:cubicBezTo>
                    <a:pt x="31157" y="50578"/>
                    <a:pt x="28575" y="49834"/>
                    <a:pt x="26344" y="48346"/>
                  </a:cubicBezTo>
                  <a:cubicBezTo>
                    <a:pt x="24113" y="46817"/>
                    <a:pt x="22358" y="44731"/>
                    <a:pt x="21077" y="42086"/>
                  </a:cubicBezTo>
                  <a:cubicBezTo>
                    <a:pt x="19796" y="39400"/>
                    <a:pt x="19153" y="36322"/>
                    <a:pt x="19153" y="32851"/>
                  </a:cubicBezTo>
                  <a:cubicBezTo>
                    <a:pt x="19153" y="29380"/>
                    <a:pt x="19796" y="26363"/>
                    <a:pt x="21077" y="23801"/>
                  </a:cubicBezTo>
                  <a:cubicBezTo>
                    <a:pt x="22398" y="21239"/>
                    <a:pt x="24216" y="19276"/>
                    <a:pt x="26531" y="17913"/>
                  </a:cubicBezTo>
                  <a:cubicBezTo>
                    <a:pt x="28846" y="16508"/>
                    <a:pt x="31467" y="15805"/>
                    <a:pt x="34403" y="15805"/>
                  </a:cubicBezTo>
                  <a:cubicBezTo>
                    <a:pt x="37335" y="15805"/>
                    <a:pt x="39920" y="16487"/>
                    <a:pt x="42151" y="17851"/>
                  </a:cubicBezTo>
                  <a:cubicBezTo>
                    <a:pt x="44383" y="19215"/>
                    <a:pt x="46137" y="21177"/>
                    <a:pt x="47418" y="23739"/>
                  </a:cubicBezTo>
                  <a:cubicBezTo>
                    <a:pt x="48699" y="26260"/>
                    <a:pt x="49339" y="29297"/>
                    <a:pt x="49339" y="32851"/>
                  </a:cubicBezTo>
                  <a:cubicBezTo>
                    <a:pt x="49339" y="36363"/>
                    <a:pt x="48679" y="39462"/>
                    <a:pt x="47358" y="42148"/>
                  </a:cubicBezTo>
                  <a:cubicBezTo>
                    <a:pt x="46034" y="44793"/>
                    <a:pt x="44236" y="46859"/>
                    <a:pt x="41964" y="48346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0FA35B9-98B1-3AF6-7CDA-6A84F6E722FE}"/>
                </a:ext>
              </a:extLst>
            </p:cNvPr>
            <p:cNvSpPr/>
            <p:nvPr/>
          </p:nvSpPr>
          <p:spPr>
            <a:xfrm>
              <a:off x="715771" y="346326"/>
              <a:ext cx="69545" cy="68676"/>
            </a:xfrm>
            <a:custGeom>
              <a:avLst/>
              <a:gdLst>
                <a:gd name="connsiteX0" fmla="*/ 34773 w 69545"/>
                <a:gd name="connsiteY0" fmla="*/ 68677 h 68676"/>
                <a:gd name="connsiteX1" fmla="*/ 17231 w 69545"/>
                <a:gd name="connsiteY1" fmla="*/ 64276 h 68676"/>
                <a:gd name="connsiteX2" fmla="*/ 4650 w 69545"/>
                <a:gd name="connsiteY2" fmla="*/ 52128 h 68676"/>
                <a:gd name="connsiteX3" fmla="*/ 0 w 69545"/>
                <a:gd name="connsiteY3" fmla="*/ 34277 h 68676"/>
                <a:gd name="connsiteX4" fmla="*/ 4650 w 69545"/>
                <a:gd name="connsiteY4" fmla="*/ 16425 h 68676"/>
                <a:gd name="connsiteX5" fmla="*/ 17231 w 69545"/>
                <a:gd name="connsiteY5" fmla="*/ 4339 h 68676"/>
                <a:gd name="connsiteX6" fmla="*/ 34773 w 69545"/>
                <a:gd name="connsiteY6" fmla="*/ 0 h 68676"/>
                <a:gd name="connsiteX7" fmla="*/ 52438 w 69545"/>
                <a:gd name="connsiteY7" fmla="*/ 4339 h 68676"/>
                <a:gd name="connsiteX8" fmla="*/ 64896 w 69545"/>
                <a:gd name="connsiteY8" fmla="*/ 16425 h 68676"/>
                <a:gd name="connsiteX9" fmla="*/ 69546 w 69545"/>
                <a:gd name="connsiteY9" fmla="*/ 34277 h 68676"/>
                <a:gd name="connsiteX10" fmla="*/ 64896 w 69545"/>
                <a:gd name="connsiteY10" fmla="*/ 52128 h 68676"/>
                <a:gd name="connsiteX11" fmla="*/ 52375 w 69545"/>
                <a:gd name="connsiteY11" fmla="*/ 64276 h 68676"/>
                <a:gd name="connsiteX12" fmla="*/ 34773 w 69545"/>
                <a:gd name="connsiteY12" fmla="*/ 68677 h 68676"/>
                <a:gd name="connsiteX13" fmla="*/ 34773 w 69545"/>
                <a:gd name="connsiteY13" fmla="*/ 51941 h 68676"/>
                <a:gd name="connsiteX14" fmla="*/ 43015 w 69545"/>
                <a:gd name="connsiteY14" fmla="*/ 49710 h 68676"/>
                <a:gd name="connsiteX15" fmla="*/ 48782 w 69545"/>
                <a:gd name="connsiteY15" fmla="*/ 43512 h 68676"/>
                <a:gd name="connsiteX16" fmla="*/ 50887 w 69545"/>
                <a:gd name="connsiteY16" fmla="*/ 34277 h 68676"/>
                <a:gd name="connsiteX17" fmla="*/ 48842 w 69545"/>
                <a:gd name="connsiteY17" fmla="*/ 25227 h 68676"/>
                <a:gd name="connsiteX18" fmla="*/ 43202 w 69545"/>
                <a:gd name="connsiteY18" fmla="*/ 19029 h 68676"/>
                <a:gd name="connsiteX19" fmla="*/ 34896 w 69545"/>
                <a:gd name="connsiteY19" fmla="*/ 16735 h 68676"/>
                <a:gd name="connsiteX20" fmla="*/ 26527 w 69545"/>
                <a:gd name="connsiteY20" fmla="*/ 18967 h 68676"/>
                <a:gd name="connsiteX21" fmla="*/ 20764 w 69545"/>
                <a:gd name="connsiteY21" fmla="*/ 25103 h 68676"/>
                <a:gd name="connsiteX22" fmla="*/ 18656 w 69545"/>
                <a:gd name="connsiteY22" fmla="*/ 34277 h 68676"/>
                <a:gd name="connsiteX23" fmla="*/ 20764 w 69545"/>
                <a:gd name="connsiteY23" fmla="*/ 43512 h 68676"/>
                <a:gd name="connsiteX24" fmla="*/ 26591 w 69545"/>
                <a:gd name="connsiteY24" fmla="*/ 49710 h 68676"/>
                <a:gd name="connsiteX25" fmla="*/ 34773 w 69545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5" h="68676">
                  <a:moveTo>
                    <a:pt x="34773" y="68677"/>
                  </a:moveTo>
                  <a:cubicBezTo>
                    <a:pt x="28369" y="68677"/>
                    <a:pt x="22522" y="67210"/>
                    <a:pt x="17231" y="64276"/>
                  </a:cubicBezTo>
                  <a:cubicBezTo>
                    <a:pt x="11985" y="61342"/>
                    <a:pt x="7788" y="57293"/>
                    <a:pt x="4650" y="52128"/>
                  </a:cubicBezTo>
                  <a:cubicBezTo>
                    <a:pt x="1551" y="46962"/>
                    <a:pt x="0" y="41012"/>
                    <a:pt x="0" y="34277"/>
                  </a:cubicBezTo>
                  <a:cubicBezTo>
                    <a:pt x="0" y="27541"/>
                    <a:pt x="1551" y="21591"/>
                    <a:pt x="4650" y="16425"/>
                  </a:cubicBezTo>
                  <a:cubicBezTo>
                    <a:pt x="7788" y="11260"/>
                    <a:pt x="11985" y="7231"/>
                    <a:pt x="17231" y="4339"/>
                  </a:cubicBezTo>
                  <a:cubicBezTo>
                    <a:pt x="22522" y="1446"/>
                    <a:pt x="28369" y="0"/>
                    <a:pt x="34773" y="0"/>
                  </a:cubicBezTo>
                  <a:cubicBezTo>
                    <a:pt x="41301" y="0"/>
                    <a:pt x="47191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6" y="27541"/>
                    <a:pt x="69546" y="34277"/>
                  </a:cubicBezTo>
                  <a:cubicBezTo>
                    <a:pt x="69546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32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82" y="43512"/>
                  </a:cubicBezTo>
                  <a:cubicBezTo>
                    <a:pt x="50186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600" y="20516"/>
                    <a:pt x="43202" y="19029"/>
                  </a:cubicBezTo>
                  <a:cubicBezTo>
                    <a:pt x="40807" y="17500"/>
                    <a:pt x="38035" y="16735"/>
                    <a:pt x="34896" y="16735"/>
                  </a:cubicBezTo>
                  <a:cubicBezTo>
                    <a:pt x="31798" y="16735"/>
                    <a:pt x="29009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11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545DCED-537A-4E84-A884-270C93A8E6CE}"/>
                </a:ext>
              </a:extLst>
            </p:cNvPr>
            <p:cNvSpPr/>
            <p:nvPr/>
          </p:nvSpPr>
          <p:spPr>
            <a:xfrm>
              <a:off x="662820" y="322649"/>
              <a:ext cx="53244" cy="91362"/>
            </a:xfrm>
            <a:custGeom>
              <a:avLst/>
              <a:gdLst>
                <a:gd name="connsiteX0" fmla="*/ 0 w 53244"/>
                <a:gd name="connsiteY0" fmla="*/ 0 h 91362"/>
                <a:gd name="connsiteX1" fmla="*/ 0 w 53244"/>
                <a:gd name="connsiteY1" fmla="*/ 91362 h 91362"/>
                <a:gd name="connsiteX2" fmla="*/ 53244 w 53244"/>
                <a:gd name="connsiteY2" fmla="*/ 91362 h 91362"/>
                <a:gd name="connsiteX3" fmla="*/ 53244 w 53244"/>
                <a:gd name="connsiteY3" fmla="*/ 73263 h 91362"/>
                <a:gd name="connsiteX4" fmla="*/ 20330 w 53244"/>
                <a:gd name="connsiteY4" fmla="*/ 73263 h 91362"/>
                <a:gd name="connsiteX5" fmla="*/ 20330 w 53244"/>
                <a:gd name="connsiteY5" fmla="*/ 0 h 91362"/>
                <a:gd name="connsiteX6" fmla="*/ 0 w 53244"/>
                <a:gd name="connsiteY6" fmla="*/ 0 h 9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44" h="91362">
                  <a:moveTo>
                    <a:pt x="0" y="0"/>
                  </a:moveTo>
                  <a:lnTo>
                    <a:pt x="0" y="91362"/>
                  </a:lnTo>
                  <a:lnTo>
                    <a:pt x="53244" y="91362"/>
                  </a:lnTo>
                  <a:lnTo>
                    <a:pt x="53244" y="73263"/>
                  </a:lnTo>
                  <a:lnTo>
                    <a:pt x="20330" y="73263"/>
                  </a:lnTo>
                  <a:lnTo>
                    <a:pt x="20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6277E09-F457-A45D-BA94-09F6C88E7C87}"/>
              </a:ext>
            </a:extLst>
          </p:cNvPr>
          <p:cNvSpPr txBox="1">
            <a:spLocks/>
          </p:cNvSpPr>
          <p:nvPr/>
        </p:nvSpPr>
        <p:spPr>
          <a:xfrm>
            <a:off x="9244013" y="63539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B28ECD-1E67-4EFB-A167-16536BEA8C74}" type="slidenum">
              <a:rPr lang="en-US" smtClean="0">
                <a:solidFill>
                  <a:schemeClr val="bg2"/>
                </a:solidFill>
              </a:rPr>
              <a:pPr/>
              <a:t>8</a:t>
            </a:fld>
            <a:endParaRPr lang="en-US">
              <a:solidFill>
                <a:schemeClr val="bg2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615EEC2-8210-D11A-E1FD-0DB4BB834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56" t="10000" b="10000"/>
          <a:stretch>
            <a:fillRect/>
          </a:stretch>
        </p:blipFill>
        <p:spPr>
          <a:xfrm>
            <a:off x="7346389" y="685800"/>
            <a:ext cx="4845610" cy="5486402"/>
          </a:xfrm>
          <a:custGeom>
            <a:avLst/>
            <a:gdLst>
              <a:gd name="connsiteX0" fmla="*/ 247175 w 4845610"/>
              <a:gd name="connsiteY0" fmla="*/ 0 h 5486402"/>
              <a:gd name="connsiteX1" fmla="*/ 4845610 w 4845610"/>
              <a:gd name="connsiteY1" fmla="*/ 0 h 5486402"/>
              <a:gd name="connsiteX2" fmla="*/ 4845610 w 4845610"/>
              <a:gd name="connsiteY2" fmla="*/ 5486402 h 5486402"/>
              <a:gd name="connsiteX3" fmla="*/ 247175 w 4845610"/>
              <a:gd name="connsiteY3" fmla="*/ 5486402 h 5486402"/>
              <a:gd name="connsiteX4" fmla="*/ 0 w 4845610"/>
              <a:gd name="connsiteY4" fmla="*/ 5239227 h 5486402"/>
              <a:gd name="connsiteX5" fmla="*/ 0 w 4845610"/>
              <a:gd name="connsiteY5" fmla="*/ 247175 h 5486402"/>
              <a:gd name="connsiteX6" fmla="*/ 247175 w 4845610"/>
              <a:gd name="connsiteY6" fmla="*/ 0 h 5486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45610" h="5486402">
                <a:moveTo>
                  <a:pt x="247175" y="0"/>
                </a:moveTo>
                <a:lnTo>
                  <a:pt x="4845610" y="0"/>
                </a:lnTo>
                <a:lnTo>
                  <a:pt x="4845610" y="5486402"/>
                </a:lnTo>
                <a:lnTo>
                  <a:pt x="247175" y="5486402"/>
                </a:lnTo>
                <a:cubicBezTo>
                  <a:pt x="110664" y="5486402"/>
                  <a:pt x="0" y="5375738"/>
                  <a:pt x="0" y="5239227"/>
                </a:cubicBezTo>
                <a:lnTo>
                  <a:pt x="0" y="247175"/>
                </a:lnTo>
                <a:cubicBezTo>
                  <a:pt x="0" y="110664"/>
                  <a:pt x="110664" y="0"/>
                  <a:pt x="247175" y="0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AA78BA-521F-1CDF-ABA3-4E0F67880572}"/>
              </a:ext>
            </a:extLst>
          </p:cNvPr>
          <p:cNvSpPr txBox="1"/>
          <p:nvPr/>
        </p:nvSpPr>
        <p:spPr>
          <a:xfrm>
            <a:off x="761860" y="4368046"/>
            <a:ext cx="2766738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bg2"/>
                </a:solidFill>
              </a:rPr>
              <a:t>2450+</a:t>
            </a:r>
            <a:endParaRPr lang="en-US" sz="5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EFD72C-E3F6-C108-F38D-4D0F295F6D1F}"/>
              </a:ext>
            </a:extLst>
          </p:cNvPr>
          <p:cNvSpPr txBox="1"/>
          <p:nvPr/>
        </p:nvSpPr>
        <p:spPr>
          <a:xfrm>
            <a:off x="780909" y="5322916"/>
            <a:ext cx="2766739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2"/>
                </a:solidFill>
              </a:rPr>
              <a:t>A strong pitch deck captures attention in seconds, not minutes.</a:t>
            </a:r>
            <a:endParaRPr lang="en-US" sz="12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D194BC-ACD0-0DE2-B896-0719100FC5EE}"/>
              </a:ext>
            </a:extLst>
          </p:cNvPr>
          <p:cNvSpPr txBox="1"/>
          <p:nvPr/>
        </p:nvSpPr>
        <p:spPr>
          <a:xfrm>
            <a:off x="780909" y="4158560"/>
            <a:ext cx="2766739" cy="34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2"/>
                </a:solidFill>
              </a:rPr>
              <a:t>01</a:t>
            </a:r>
            <a:endParaRPr lang="en-US" sz="1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EF517-95E1-2496-6B0D-DA1A3E7EBD8D}"/>
              </a:ext>
            </a:extLst>
          </p:cNvPr>
          <p:cNvSpPr txBox="1"/>
          <p:nvPr/>
        </p:nvSpPr>
        <p:spPr>
          <a:xfrm>
            <a:off x="3898760" y="4368046"/>
            <a:ext cx="2766738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bg2"/>
                </a:solidFill>
              </a:rPr>
              <a:t>1832+</a:t>
            </a:r>
            <a:endParaRPr lang="en-US" sz="5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6411DE-F573-4994-0B0E-3FF6FAE3D755}"/>
              </a:ext>
            </a:extLst>
          </p:cNvPr>
          <p:cNvSpPr txBox="1"/>
          <p:nvPr/>
        </p:nvSpPr>
        <p:spPr>
          <a:xfrm>
            <a:off x="3917809" y="5322916"/>
            <a:ext cx="2766739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2"/>
                </a:solidFill>
              </a:rPr>
              <a:t>A strong pitch deck captures attention in seconds, not minutes.</a:t>
            </a:r>
            <a:endParaRPr lang="en-US" sz="12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88B1A-AB3D-8B2E-B0D6-18DF93E3DC9C}"/>
              </a:ext>
            </a:extLst>
          </p:cNvPr>
          <p:cNvSpPr txBox="1"/>
          <p:nvPr/>
        </p:nvSpPr>
        <p:spPr>
          <a:xfrm>
            <a:off x="3917809" y="4158560"/>
            <a:ext cx="2766739" cy="34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2"/>
                </a:solidFill>
              </a:rPr>
              <a:t>02</a:t>
            </a:r>
            <a:endParaRPr lang="en-US" sz="14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981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4F2B848-CD51-5F18-81C7-05E9BFFFA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3" t="43175" r="68735" b="12910"/>
          <a:stretch>
            <a:fillRect/>
          </a:stretch>
        </p:blipFill>
        <p:spPr>
          <a:xfrm>
            <a:off x="800100" y="2960914"/>
            <a:ext cx="3011714" cy="3011714"/>
          </a:xfrm>
          <a:custGeom>
            <a:avLst/>
            <a:gdLst>
              <a:gd name="connsiteX0" fmla="*/ 214946 w 3011714"/>
              <a:gd name="connsiteY0" fmla="*/ 0 h 3011714"/>
              <a:gd name="connsiteX1" fmla="*/ 2796768 w 3011714"/>
              <a:gd name="connsiteY1" fmla="*/ 0 h 3011714"/>
              <a:gd name="connsiteX2" fmla="*/ 3011714 w 3011714"/>
              <a:gd name="connsiteY2" fmla="*/ 214946 h 3011714"/>
              <a:gd name="connsiteX3" fmla="*/ 3011714 w 3011714"/>
              <a:gd name="connsiteY3" fmla="*/ 2796768 h 3011714"/>
              <a:gd name="connsiteX4" fmla="*/ 2796768 w 3011714"/>
              <a:gd name="connsiteY4" fmla="*/ 3011714 h 3011714"/>
              <a:gd name="connsiteX5" fmla="*/ 214946 w 3011714"/>
              <a:gd name="connsiteY5" fmla="*/ 3011714 h 3011714"/>
              <a:gd name="connsiteX6" fmla="*/ 0 w 3011714"/>
              <a:gd name="connsiteY6" fmla="*/ 2796768 h 3011714"/>
              <a:gd name="connsiteX7" fmla="*/ 0 w 3011714"/>
              <a:gd name="connsiteY7" fmla="*/ 214946 h 3011714"/>
              <a:gd name="connsiteX8" fmla="*/ 214946 w 3011714"/>
              <a:gd name="connsiteY8" fmla="*/ 0 h 3011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1714" h="3011714">
                <a:moveTo>
                  <a:pt x="214946" y="0"/>
                </a:moveTo>
                <a:lnTo>
                  <a:pt x="2796768" y="0"/>
                </a:lnTo>
                <a:cubicBezTo>
                  <a:pt x="2915479" y="0"/>
                  <a:pt x="3011714" y="96235"/>
                  <a:pt x="3011714" y="214946"/>
                </a:cubicBezTo>
                <a:lnTo>
                  <a:pt x="3011714" y="2796768"/>
                </a:lnTo>
                <a:cubicBezTo>
                  <a:pt x="3011714" y="2915479"/>
                  <a:pt x="2915479" y="3011714"/>
                  <a:pt x="2796768" y="3011714"/>
                </a:cubicBezTo>
                <a:lnTo>
                  <a:pt x="214946" y="3011714"/>
                </a:lnTo>
                <a:cubicBezTo>
                  <a:pt x="96235" y="3011714"/>
                  <a:pt x="0" y="2915479"/>
                  <a:pt x="0" y="2796768"/>
                </a:cubicBezTo>
                <a:lnTo>
                  <a:pt x="0" y="214946"/>
                </a:lnTo>
                <a:cubicBezTo>
                  <a:pt x="0" y="96235"/>
                  <a:pt x="96235" y="0"/>
                  <a:pt x="214946" y="0"/>
                </a:cubicBezTo>
                <a:close/>
              </a:path>
            </a:pathLst>
          </a:cu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DBA43B-E47D-4BDF-875F-107847D3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0" t="43175" r="40738" b="12910"/>
          <a:stretch>
            <a:fillRect/>
          </a:stretch>
        </p:blipFill>
        <p:spPr>
          <a:xfrm>
            <a:off x="4213521" y="2960914"/>
            <a:ext cx="3011714" cy="3011714"/>
          </a:xfrm>
          <a:custGeom>
            <a:avLst/>
            <a:gdLst>
              <a:gd name="connsiteX0" fmla="*/ 214946 w 3011714"/>
              <a:gd name="connsiteY0" fmla="*/ 0 h 3011714"/>
              <a:gd name="connsiteX1" fmla="*/ 2796768 w 3011714"/>
              <a:gd name="connsiteY1" fmla="*/ 0 h 3011714"/>
              <a:gd name="connsiteX2" fmla="*/ 3011714 w 3011714"/>
              <a:gd name="connsiteY2" fmla="*/ 214946 h 3011714"/>
              <a:gd name="connsiteX3" fmla="*/ 3011714 w 3011714"/>
              <a:gd name="connsiteY3" fmla="*/ 2796768 h 3011714"/>
              <a:gd name="connsiteX4" fmla="*/ 2796768 w 3011714"/>
              <a:gd name="connsiteY4" fmla="*/ 3011714 h 3011714"/>
              <a:gd name="connsiteX5" fmla="*/ 214946 w 3011714"/>
              <a:gd name="connsiteY5" fmla="*/ 3011714 h 3011714"/>
              <a:gd name="connsiteX6" fmla="*/ 0 w 3011714"/>
              <a:gd name="connsiteY6" fmla="*/ 2796768 h 3011714"/>
              <a:gd name="connsiteX7" fmla="*/ 0 w 3011714"/>
              <a:gd name="connsiteY7" fmla="*/ 214946 h 3011714"/>
              <a:gd name="connsiteX8" fmla="*/ 214946 w 3011714"/>
              <a:gd name="connsiteY8" fmla="*/ 0 h 3011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1714" h="3011714">
                <a:moveTo>
                  <a:pt x="214946" y="0"/>
                </a:moveTo>
                <a:lnTo>
                  <a:pt x="2796768" y="0"/>
                </a:lnTo>
                <a:cubicBezTo>
                  <a:pt x="2915479" y="0"/>
                  <a:pt x="3011714" y="96235"/>
                  <a:pt x="3011714" y="214946"/>
                </a:cubicBezTo>
                <a:lnTo>
                  <a:pt x="3011714" y="2796768"/>
                </a:lnTo>
                <a:cubicBezTo>
                  <a:pt x="3011714" y="2915479"/>
                  <a:pt x="2915479" y="3011714"/>
                  <a:pt x="2796768" y="3011714"/>
                </a:cubicBezTo>
                <a:lnTo>
                  <a:pt x="214946" y="3011714"/>
                </a:lnTo>
                <a:cubicBezTo>
                  <a:pt x="96235" y="3011714"/>
                  <a:pt x="0" y="2915479"/>
                  <a:pt x="0" y="2796768"/>
                </a:cubicBezTo>
                <a:lnTo>
                  <a:pt x="0" y="214946"/>
                </a:lnTo>
                <a:cubicBezTo>
                  <a:pt x="0" y="96235"/>
                  <a:pt x="96235" y="0"/>
                  <a:pt x="214946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3033EF-4BDC-3FBE-5D20-41C008515511}"/>
              </a:ext>
            </a:extLst>
          </p:cNvPr>
          <p:cNvSpPr txBox="1"/>
          <p:nvPr/>
        </p:nvSpPr>
        <p:spPr>
          <a:xfrm>
            <a:off x="685035" y="752636"/>
            <a:ext cx="64301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5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sz="4000" dirty="0">
                <a:solidFill>
                  <a:schemeClr val="accent5"/>
                </a:solidFill>
              </a:rPr>
              <a:t>Turning Concepts </a:t>
            </a:r>
            <a:r>
              <a:rPr lang="en-US" sz="4000" dirty="0"/>
              <a:t>Into Scalable Business Models</a:t>
            </a:r>
            <a:endParaRPr lang="en-US" sz="4000" dirty="0">
              <a:solidFill>
                <a:schemeClr val="accent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8B97C-734A-2968-6FA9-B3AB83308124}"/>
              </a:ext>
            </a:extLst>
          </p:cNvPr>
          <p:cNvSpPr txBox="1"/>
          <p:nvPr/>
        </p:nvSpPr>
        <p:spPr>
          <a:xfrm>
            <a:off x="685035" y="2076075"/>
            <a:ext cx="484561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54E51-0F6D-BF1B-E4B3-945B84C25A35}"/>
              </a:ext>
            </a:extLst>
          </p:cNvPr>
          <p:cNvSpPr txBox="1"/>
          <p:nvPr/>
        </p:nvSpPr>
        <p:spPr>
          <a:xfrm>
            <a:off x="7626942" y="3429000"/>
            <a:ext cx="2766738" cy="34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4"/>
                </a:solidFill>
              </a:rPr>
              <a:t>Clear and Concise Message</a:t>
            </a:r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0A90A-6F8E-B374-68E1-423AA334B08E}"/>
              </a:ext>
            </a:extLst>
          </p:cNvPr>
          <p:cNvSpPr txBox="1"/>
          <p:nvPr/>
        </p:nvSpPr>
        <p:spPr>
          <a:xfrm>
            <a:off x="7626942" y="3863340"/>
            <a:ext cx="3011714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Your pitch deck should explain your idea clearly in one to three minutes.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FE612-E77B-C22C-D527-A0DDBE4D04FD}"/>
              </a:ext>
            </a:extLst>
          </p:cNvPr>
          <p:cNvSpPr txBox="1"/>
          <p:nvPr/>
        </p:nvSpPr>
        <p:spPr>
          <a:xfrm>
            <a:off x="7626942" y="4607058"/>
            <a:ext cx="2766738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chemeClr val="accent3"/>
                </a:solidFill>
              </a:rPr>
              <a:t>85%</a:t>
            </a:r>
            <a:endParaRPr lang="en-US" sz="48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D1C14-F0B7-DB48-4483-D233EFDB2AB4}"/>
              </a:ext>
            </a:extLst>
          </p:cNvPr>
          <p:cNvSpPr txBox="1"/>
          <p:nvPr/>
        </p:nvSpPr>
        <p:spPr>
          <a:xfrm>
            <a:off x="7626941" y="5446330"/>
            <a:ext cx="160278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product solves a real problem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72047-98AA-7C1F-D4EC-94EFE8EF10E0}"/>
              </a:ext>
            </a:extLst>
          </p:cNvPr>
          <p:cNvSpPr txBox="1"/>
          <p:nvPr/>
        </p:nvSpPr>
        <p:spPr>
          <a:xfrm>
            <a:off x="9631430" y="4607058"/>
            <a:ext cx="2766738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chemeClr val="accent4"/>
                </a:solidFill>
              </a:rPr>
              <a:t>70%</a:t>
            </a:r>
            <a:endParaRPr lang="en-US" sz="48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0B689-464D-3BFF-CB2F-14AD920F10EE}"/>
              </a:ext>
            </a:extLst>
          </p:cNvPr>
          <p:cNvSpPr txBox="1"/>
          <p:nvPr/>
        </p:nvSpPr>
        <p:spPr>
          <a:xfrm>
            <a:off x="9631430" y="5446330"/>
            <a:ext cx="1812334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Investors want clear and strong vision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724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ED406C-5DCB-E8C3-A6DD-05C9059CB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3" r="7381" b="39444"/>
          <a:stretch>
            <a:fillRect/>
          </a:stretch>
        </p:blipFill>
        <p:spPr>
          <a:xfrm>
            <a:off x="0" y="796412"/>
            <a:ext cx="11292114" cy="3356488"/>
          </a:xfrm>
          <a:custGeom>
            <a:avLst/>
            <a:gdLst>
              <a:gd name="connsiteX0" fmla="*/ 0 w 11292114"/>
              <a:gd name="connsiteY0" fmla="*/ 0 h 3356488"/>
              <a:gd name="connsiteX1" fmla="*/ 10963682 w 11292114"/>
              <a:gd name="connsiteY1" fmla="*/ 0 h 3356488"/>
              <a:gd name="connsiteX2" fmla="*/ 11292114 w 11292114"/>
              <a:gd name="connsiteY2" fmla="*/ 328432 h 3356488"/>
              <a:gd name="connsiteX3" fmla="*/ 11292114 w 11292114"/>
              <a:gd name="connsiteY3" fmla="*/ 3028056 h 3356488"/>
              <a:gd name="connsiteX4" fmla="*/ 10963682 w 11292114"/>
              <a:gd name="connsiteY4" fmla="*/ 3356488 h 3356488"/>
              <a:gd name="connsiteX5" fmla="*/ 0 w 11292114"/>
              <a:gd name="connsiteY5" fmla="*/ 3356488 h 335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92114" h="3356488">
                <a:moveTo>
                  <a:pt x="0" y="0"/>
                </a:moveTo>
                <a:lnTo>
                  <a:pt x="10963682" y="0"/>
                </a:lnTo>
                <a:cubicBezTo>
                  <a:pt x="11145070" y="0"/>
                  <a:pt x="11292114" y="147044"/>
                  <a:pt x="11292114" y="328432"/>
                </a:cubicBezTo>
                <a:lnTo>
                  <a:pt x="11292114" y="3028056"/>
                </a:lnTo>
                <a:cubicBezTo>
                  <a:pt x="11292114" y="3209444"/>
                  <a:pt x="11145070" y="3356488"/>
                  <a:pt x="10963682" y="3356488"/>
                </a:cubicBezTo>
                <a:lnTo>
                  <a:pt x="0" y="3356488"/>
                </a:lnTo>
                <a:close/>
              </a:path>
            </a:pathLst>
          </a:custGeom>
        </p:spPr>
      </p:pic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B92BD7F6-4A3D-7CEA-175B-553E756EBE3D}"/>
              </a:ext>
            </a:extLst>
          </p:cNvPr>
          <p:cNvSpPr/>
          <p:nvPr/>
        </p:nvSpPr>
        <p:spPr>
          <a:xfrm rot="5400000">
            <a:off x="3967813" y="-3171401"/>
            <a:ext cx="3356488" cy="11292114"/>
          </a:xfrm>
          <a:prstGeom prst="round2SameRect">
            <a:avLst>
              <a:gd name="adj1" fmla="val 9857"/>
              <a:gd name="adj2" fmla="val 0"/>
            </a:avLst>
          </a:prstGeom>
          <a:gradFill>
            <a:gsLst>
              <a:gs pos="13000">
                <a:schemeClr val="accent1"/>
              </a:gs>
              <a:gs pos="100000">
                <a:schemeClr val="accent3">
                  <a:alpha val="2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66F486-4694-0FBD-CAB1-5AA0F0B939B4}"/>
              </a:ext>
            </a:extLst>
          </p:cNvPr>
          <p:cNvGrpSpPr/>
          <p:nvPr/>
        </p:nvGrpSpPr>
        <p:grpSpPr>
          <a:xfrm>
            <a:off x="711977" y="4500981"/>
            <a:ext cx="8978980" cy="1560607"/>
            <a:chOff x="711977" y="1287446"/>
            <a:chExt cx="8978980" cy="156060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783661D-C071-22EF-0EA4-E2F423D9A130}"/>
                </a:ext>
              </a:extLst>
            </p:cNvPr>
            <p:cNvSpPr txBox="1"/>
            <p:nvPr/>
          </p:nvSpPr>
          <p:spPr>
            <a:xfrm>
              <a:off x="711977" y="1287446"/>
              <a:ext cx="2738484" cy="1039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5400" dirty="0">
                  <a:solidFill>
                    <a:schemeClr val="accent2"/>
                  </a:solidFill>
                </a:rPr>
                <a:t>+2581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FC608C4-28DB-F396-3A36-71C2BEFD2B97}"/>
                </a:ext>
              </a:extLst>
            </p:cNvPr>
            <p:cNvSpPr txBox="1"/>
            <p:nvPr/>
          </p:nvSpPr>
          <p:spPr>
            <a:xfrm>
              <a:off x="777068" y="2321755"/>
              <a:ext cx="2038028" cy="526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Clearly explain your idea in three short minutes.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17DC1BF-DD3E-B03B-14AA-DD3E61B13B82}"/>
                </a:ext>
              </a:extLst>
            </p:cNvPr>
            <p:cNvSpPr txBox="1"/>
            <p:nvPr/>
          </p:nvSpPr>
          <p:spPr>
            <a:xfrm>
              <a:off x="3810000" y="1287446"/>
              <a:ext cx="2738484" cy="1039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5400" dirty="0">
                  <a:solidFill>
                    <a:schemeClr val="accent3"/>
                  </a:solidFill>
                </a:rPr>
                <a:t>82,3%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D82ACC-E6A4-81F0-D78D-B41A56E914AA}"/>
                </a:ext>
              </a:extLst>
            </p:cNvPr>
            <p:cNvSpPr txBox="1"/>
            <p:nvPr/>
          </p:nvSpPr>
          <p:spPr>
            <a:xfrm>
              <a:off x="3854450" y="2321755"/>
              <a:ext cx="2038028" cy="526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Show why your business is unique and valuable.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843B819-725F-7DF7-98A7-87D96F2D085C}"/>
                </a:ext>
              </a:extLst>
            </p:cNvPr>
            <p:cNvSpPr txBox="1"/>
            <p:nvPr/>
          </p:nvSpPr>
          <p:spPr>
            <a:xfrm>
              <a:off x="6952473" y="1287446"/>
              <a:ext cx="2738484" cy="1039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5400" dirty="0">
                  <a:solidFill>
                    <a:schemeClr val="accent5"/>
                  </a:solidFill>
                </a:rPr>
                <a:t>$60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D3EAD41-19D0-61AD-BED4-F8A224991006}"/>
                </a:ext>
              </a:extLst>
            </p:cNvPr>
            <p:cNvSpPr txBox="1"/>
            <p:nvPr/>
          </p:nvSpPr>
          <p:spPr>
            <a:xfrm>
              <a:off x="6996923" y="2321755"/>
              <a:ext cx="2038028" cy="526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Explain the problem and how your solution helps.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541A2C8-20CB-86B4-E393-28EA54C5E94A}"/>
              </a:ext>
            </a:extLst>
          </p:cNvPr>
          <p:cNvGrpSpPr/>
          <p:nvPr/>
        </p:nvGrpSpPr>
        <p:grpSpPr>
          <a:xfrm>
            <a:off x="777874" y="1469442"/>
            <a:ext cx="7908926" cy="2010429"/>
            <a:chOff x="777874" y="4203824"/>
            <a:chExt cx="7908926" cy="201042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FA7B35-B472-1DF6-0068-4C1DB8E87106}"/>
                </a:ext>
              </a:extLst>
            </p:cNvPr>
            <p:cNvSpPr txBox="1"/>
            <p:nvPr/>
          </p:nvSpPr>
          <p:spPr>
            <a:xfrm>
              <a:off x="777874" y="4203824"/>
              <a:ext cx="790892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defRPr>
              </a:lvl1pPr>
            </a:lstStyle>
            <a:p>
              <a:r>
                <a:rPr lang="en-US" sz="4400" dirty="0">
                  <a:solidFill>
                    <a:schemeClr val="bg1"/>
                  </a:solidFill>
                </a:rPr>
                <a:t>Winning First Impressions With Impactful Pitches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F50309-74C2-6684-FE49-F869EAE40DC1}"/>
                </a:ext>
              </a:extLst>
            </p:cNvPr>
            <p:cNvSpPr txBox="1"/>
            <p:nvPr/>
          </p:nvSpPr>
          <p:spPr>
            <a:xfrm>
              <a:off x="819150" y="5687955"/>
              <a:ext cx="4845610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1"/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884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CF154E-740E-04E6-A803-2AED776D5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25"/>
          <a:stretch>
            <a:fillRect/>
          </a:stretch>
        </p:blipFill>
        <p:spPr>
          <a:xfrm>
            <a:off x="0" y="0"/>
            <a:ext cx="7239000" cy="6858000"/>
          </a:xfrm>
          <a:custGeom>
            <a:avLst/>
            <a:gdLst>
              <a:gd name="connsiteX0" fmla="*/ 0 w 7239000"/>
              <a:gd name="connsiteY0" fmla="*/ 0 h 6858000"/>
              <a:gd name="connsiteX1" fmla="*/ 7239000 w 7239000"/>
              <a:gd name="connsiteY1" fmla="*/ 0 h 6858000"/>
              <a:gd name="connsiteX2" fmla="*/ 7239000 w 7239000"/>
              <a:gd name="connsiteY2" fmla="*/ 6858000 h 6858000"/>
              <a:gd name="connsiteX3" fmla="*/ 0 w 7239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9000" h="6858000">
                <a:moveTo>
                  <a:pt x="0" y="0"/>
                </a:moveTo>
                <a:lnTo>
                  <a:pt x="7239000" y="0"/>
                </a:lnTo>
                <a:lnTo>
                  <a:pt x="7239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C7B0077-0B3F-5973-6B49-2E5B4DC6FFD6}"/>
              </a:ext>
            </a:extLst>
          </p:cNvPr>
          <p:cNvGrpSpPr/>
          <p:nvPr/>
        </p:nvGrpSpPr>
        <p:grpSpPr>
          <a:xfrm>
            <a:off x="7626855" y="1688299"/>
            <a:ext cx="3926516" cy="3694762"/>
            <a:chOff x="7626855" y="2047226"/>
            <a:chExt cx="3926516" cy="369476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4D7A6E-2E51-62CE-8BE9-D4FD9AA44EED}"/>
                </a:ext>
              </a:extLst>
            </p:cNvPr>
            <p:cNvSpPr txBox="1"/>
            <p:nvPr/>
          </p:nvSpPr>
          <p:spPr>
            <a:xfrm>
              <a:off x="7626855" y="2047226"/>
              <a:ext cx="3926516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defRPr>
              </a:lvl1pPr>
            </a:lstStyle>
            <a:p>
              <a:r>
                <a:rPr lang="en-US" sz="6600" dirty="0"/>
                <a:t>Time to </a:t>
              </a:r>
              <a:r>
                <a:rPr lang="en-US" sz="6600" dirty="0">
                  <a:solidFill>
                    <a:schemeClr val="accent5"/>
                  </a:solidFill>
                </a:rPr>
                <a:t>Relax a bit</a:t>
              </a:r>
              <a:endParaRPr lang="en-US" sz="23900" dirty="0">
                <a:solidFill>
                  <a:schemeClr val="accent5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4495D5-72A4-41D5-221A-C551E0B2FBF7}"/>
                </a:ext>
              </a:extLst>
            </p:cNvPr>
            <p:cNvSpPr txBox="1"/>
            <p:nvPr/>
          </p:nvSpPr>
          <p:spPr>
            <a:xfrm>
              <a:off x="7687815" y="4199992"/>
              <a:ext cx="3475485" cy="74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498A768-05F0-656A-C8BE-FF54A9A24BFA}"/>
                </a:ext>
              </a:extLst>
            </p:cNvPr>
            <p:cNvSpPr/>
            <p:nvPr/>
          </p:nvSpPr>
          <p:spPr>
            <a:xfrm>
              <a:off x="7772400" y="5169084"/>
              <a:ext cx="2746376" cy="57290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1633E6-4DCA-1406-08B5-101A41367ABF}"/>
                </a:ext>
              </a:extLst>
            </p:cNvPr>
            <p:cNvSpPr txBox="1"/>
            <p:nvPr/>
          </p:nvSpPr>
          <p:spPr>
            <a:xfrm>
              <a:off x="7939658" y="5250094"/>
              <a:ext cx="2411860" cy="3754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solidFill>
                    <a:schemeClr val="bg2"/>
                  </a:solidFill>
                </a:rPr>
                <a:t>Five Minutes Only</a:t>
              </a:r>
              <a:endParaRPr lang="en-US" sz="1600" dirty="0">
                <a:solidFill>
                  <a:schemeClr val="bg2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1104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B597-290E-A355-AC53-6C84E8AF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FFBF3E1-2426-9CCD-9A40-4A40EAA46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10000" r="68750" b="10000"/>
          <a:stretch>
            <a:fillRect/>
          </a:stretch>
        </p:blipFill>
        <p:spPr>
          <a:xfrm>
            <a:off x="609600" y="685800"/>
            <a:ext cx="3200401" cy="5486400"/>
          </a:xfrm>
          <a:custGeom>
            <a:avLst/>
            <a:gdLst>
              <a:gd name="connsiteX0" fmla="*/ 300102 w 3200401"/>
              <a:gd name="connsiteY0" fmla="*/ 0 h 5486400"/>
              <a:gd name="connsiteX1" fmla="*/ 2900299 w 3200401"/>
              <a:gd name="connsiteY1" fmla="*/ 0 h 5486400"/>
              <a:gd name="connsiteX2" fmla="*/ 3200401 w 3200401"/>
              <a:gd name="connsiteY2" fmla="*/ 300102 h 5486400"/>
              <a:gd name="connsiteX3" fmla="*/ 3200401 w 3200401"/>
              <a:gd name="connsiteY3" fmla="*/ 5186298 h 5486400"/>
              <a:gd name="connsiteX4" fmla="*/ 2900299 w 3200401"/>
              <a:gd name="connsiteY4" fmla="*/ 5486400 h 5486400"/>
              <a:gd name="connsiteX5" fmla="*/ 300102 w 3200401"/>
              <a:gd name="connsiteY5" fmla="*/ 5486400 h 5486400"/>
              <a:gd name="connsiteX6" fmla="*/ 0 w 3200401"/>
              <a:gd name="connsiteY6" fmla="*/ 5186298 h 5486400"/>
              <a:gd name="connsiteX7" fmla="*/ 0 w 3200401"/>
              <a:gd name="connsiteY7" fmla="*/ 300102 h 5486400"/>
              <a:gd name="connsiteX8" fmla="*/ 300102 w 3200401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00401" h="5486400">
                <a:moveTo>
                  <a:pt x="300102" y="0"/>
                </a:moveTo>
                <a:lnTo>
                  <a:pt x="2900299" y="0"/>
                </a:lnTo>
                <a:cubicBezTo>
                  <a:pt x="3066041" y="0"/>
                  <a:pt x="3200401" y="134360"/>
                  <a:pt x="3200401" y="300102"/>
                </a:cubicBezTo>
                <a:lnTo>
                  <a:pt x="3200401" y="5186298"/>
                </a:lnTo>
                <a:cubicBezTo>
                  <a:pt x="3200401" y="5352040"/>
                  <a:pt x="3066041" y="5486400"/>
                  <a:pt x="2900299" y="5486400"/>
                </a:cubicBezTo>
                <a:lnTo>
                  <a:pt x="300102" y="5486400"/>
                </a:lnTo>
                <a:cubicBezTo>
                  <a:pt x="134360" y="5486400"/>
                  <a:pt x="0" y="5352040"/>
                  <a:pt x="0" y="5186298"/>
                </a:cubicBezTo>
                <a:lnTo>
                  <a:pt x="0" y="300102"/>
                </a:lnTo>
                <a:cubicBezTo>
                  <a:pt x="0" y="134360"/>
                  <a:pt x="134360" y="0"/>
                  <a:pt x="300102" y="0"/>
                </a:cubicBez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0855C1-1B97-BB6D-144B-E7512F45CA2E}"/>
              </a:ext>
            </a:extLst>
          </p:cNvPr>
          <p:cNvSpPr/>
          <p:nvPr/>
        </p:nvSpPr>
        <p:spPr>
          <a:xfrm>
            <a:off x="3479351" y="3142002"/>
            <a:ext cx="7841791" cy="10431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5168D1-8C66-8705-356D-6363732A0379}"/>
              </a:ext>
            </a:extLst>
          </p:cNvPr>
          <p:cNvSpPr txBox="1"/>
          <p:nvPr/>
        </p:nvSpPr>
        <p:spPr>
          <a:xfrm>
            <a:off x="4108102" y="1083435"/>
            <a:ext cx="7474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  <a:latin typeface="+mj-lt"/>
              </a:rPr>
              <a:t>Creating Value Through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Disruptive Business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AA4E0-2AC8-8E78-D64A-38A1C12AB51D}"/>
              </a:ext>
            </a:extLst>
          </p:cNvPr>
          <p:cNvSpPr txBox="1"/>
          <p:nvPr/>
        </p:nvSpPr>
        <p:spPr>
          <a:xfrm>
            <a:off x="4133502" y="2354248"/>
            <a:ext cx="470154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258F2-2B4A-709D-94B1-0C4A11907F70}"/>
              </a:ext>
            </a:extLst>
          </p:cNvPr>
          <p:cNvSpPr txBox="1"/>
          <p:nvPr/>
        </p:nvSpPr>
        <p:spPr>
          <a:xfrm>
            <a:off x="5233683" y="4553154"/>
            <a:ext cx="1967329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Competitive Edge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A49633-039F-2CA9-AEE3-674568A6318B}"/>
              </a:ext>
            </a:extLst>
          </p:cNvPr>
          <p:cNvSpPr txBox="1"/>
          <p:nvPr/>
        </p:nvSpPr>
        <p:spPr>
          <a:xfrm>
            <a:off x="5233683" y="5447464"/>
            <a:ext cx="1967329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Call to Action</a:t>
            </a:r>
            <a:endParaRPr lang="en-US" sz="1200"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6EE081-9545-693E-58E1-8B78089381F7}"/>
              </a:ext>
            </a:extLst>
          </p:cNvPr>
          <p:cNvSpPr txBox="1"/>
          <p:nvPr/>
        </p:nvSpPr>
        <p:spPr>
          <a:xfrm>
            <a:off x="7201012" y="5336664"/>
            <a:ext cx="3712029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simple visuals and clear words to deliver your message with impact and lasting impression.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262793-7176-3066-6491-6817ED8BD126}"/>
              </a:ext>
            </a:extLst>
          </p:cNvPr>
          <p:cNvSpPr txBox="1"/>
          <p:nvPr/>
        </p:nvSpPr>
        <p:spPr>
          <a:xfrm>
            <a:off x="7201012" y="4442354"/>
            <a:ext cx="3885976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quickly explains your business idea and grabs attention in limited time.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7B5A62-B9A6-2B07-38A3-0C65B36AE4C7}"/>
              </a:ext>
            </a:extLst>
          </p:cNvPr>
          <p:cNvGrpSpPr/>
          <p:nvPr/>
        </p:nvGrpSpPr>
        <p:grpSpPr>
          <a:xfrm>
            <a:off x="4381034" y="3517164"/>
            <a:ext cx="292834" cy="2229071"/>
            <a:chOff x="4381034" y="3517164"/>
            <a:chExt cx="292834" cy="2229071"/>
          </a:xfrm>
        </p:grpSpPr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04B20EA0-DBAA-AFA8-8667-919C713FBA61}"/>
                </a:ext>
              </a:extLst>
            </p:cNvPr>
            <p:cNvSpPr/>
            <p:nvPr/>
          </p:nvSpPr>
          <p:spPr>
            <a:xfrm>
              <a:off x="4381034" y="5453376"/>
              <a:ext cx="292770" cy="292859"/>
            </a:xfrm>
            <a:custGeom>
              <a:avLst/>
              <a:gdLst>
                <a:gd name="connsiteX0" fmla="*/ 113130 w 292770"/>
                <a:gd name="connsiteY0" fmla="*/ 51100 h 292859"/>
                <a:gd name="connsiteX1" fmla="*/ 113642 w 292770"/>
                <a:gd name="connsiteY1" fmla="*/ 33848 h 292859"/>
                <a:gd name="connsiteX2" fmla="*/ 142692 w 292770"/>
                <a:gd name="connsiteY2" fmla="*/ 6470 h 292859"/>
                <a:gd name="connsiteX3" fmla="*/ 174780 w 292770"/>
                <a:gd name="connsiteY3" fmla="*/ 6726 h 292859"/>
                <a:gd name="connsiteX4" fmla="*/ 203574 w 292770"/>
                <a:gd name="connsiteY4" fmla="*/ 33848 h 292859"/>
                <a:gd name="connsiteX5" fmla="*/ 204087 w 292770"/>
                <a:gd name="connsiteY5" fmla="*/ 51100 h 292859"/>
                <a:gd name="connsiteX6" fmla="*/ 195204 w 292770"/>
                <a:gd name="connsiteY6" fmla="*/ 54931 h 292859"/>
                <a:gd name="connsiteX7" fmla="*/ 186835 w 292770"/>
                <a:gd name="connsiteY7" fmla="*/ 51613 h 292859"/>
                <a:gd name="connsiteX8" fmla="*/ 170803 w 292770"/>
                <a:gd name="connsiteY8" fmla="*/ 36508 h 292859"/>
                <a:gd name="connsiteX9" fmla="*/ 170803 w 292770"/>
                <a:gd name="connsiteY9" fmla="*/ 97634 h 292859"/>
                <a:gd name="connsiteX10" fmla="*/ 158602 w 292770"/>
                <a:gd name="connsiteY10" fmla="*/ 109835 h 292859"/>
                <a:gd name="connsiteX11" fmla="*/ 146401 w 292770"/>
                <a:gd name="connsiteY11" fmla="*/ 97634 h 292859"/>
                <a:gd name="connsiteX12" fmla="*/ 146401 w 292770"/>
                <a:gd name="connsiteY12" fmla="*/ 36496 h 292859"/>
                <a:gd name="connsiteX13" fmla="*/ 130369 w 292770"/>
                <a:gd name="connsiteY13" fmla="*/ 51613 h 292859"/>
                <a:gd name="connsiteX14" fmla="*/ 113117 w 292770"/>
                <a:gd name="connsiteY14" fmla="*/ 51100 h 292859"/>
                <a:gd name="connsiteX15" fmla="*/ 20574 w 292770"/>
                <a:gd name="connsiteY15" fmla="*/ 76014 h 292859"/>
                <a:gd name="connsiteX16" fmla="*/ 36606 w 292770"/>
                <a:gd name="connsiteY16" fmla="*/ 60898 h 292859"/>
                <a:gd name="connsiteX17" fmla="*/ 36606 w 292770"/>
                <a:gd name="connsiteY17" fmla="*/ 97634 h 292859"/>
                <a:gd name="connsiteX18" fmla="*/ 48807 w 292770"/>
                <a:gd name="connsiteY18" fmla="*/ 109835 h 292859"/>
                <a:gd name="connsiteX19" fmla="*/ 61008 w 292770"/>
                <a:gd name="connsiteY19" fmla="*/ 97634 h 292859"/>
                <a:gd name="connsiteX20" fmla="*/ 61008 w 292770"/>
                <a:gd name="connsiteY20" fmla="*/ 60910 h 292859"/>
                <a:gd name="connsiteX21" fmla="*/ 77040 w 292770"/>
                <a:gd name="connsiteY21" fmla="*/ 76014 h 292859"/>
                <a:gd name="connsiteX22" fmla="*/ 85409 w 292770"/>
                <a:gd name="connsiteY22" fmla="*/ 79333 h 292859"/>
                <a:gd name="connsiteX23" fmla="*/ 94292 w 292770"/>
                <a:gd name="connsiteY23" fmla="*/ 75502 h 292859"/>
                <a:gd name="connsiteX24" fmla="*/ 93779 w 292770"/>
                <a:gd name="connsiteY24" fmla="*/ 58250 h 292859"/>
                <a:gd name="connsiteX25" fmla="*/ 64985 w 292770"/>
                <a:gd name="connsiteY25" fmla="*/ 31128 h 292859"/>
                <a:gd name="connsiteX26" fmla="*/ 32897 w 292770"/>
                <a:gd name="connsiteY26" fmla="*/ 30871 h 292859"/>
                <a:gd name="connsiteX27" fmla="*/ 3835 w 292770"/>
                <a:gd name="connsiteY27" fmla="*/ 58250 h 292859"/>
                <a:gd name="connsiteX28" fmla="*/ 3323 w 292770"/>
                <a:gd name="connsiteY28" fmla="*/ 75502 h 292859"/>
                <a:gd name="connsiteX29" fmla="*/ 20574 w 292770"/>
                <a:gd name="connsiteY29" fmla="*/ 76014 h 292859"/>
                <a:gd name="connsiteX30" fmla="*/ 283502 w 292770"/>
                <a:gd name="connsiteY30" fmla="*/ 158821 h 292859"/>
                <a:gd name="connsiteX31" fmla="*/ 200475 w 292770"/>
                <a:gd name="connsiteY31" fmla="*/ 252011 h 292859"/>
                <a:gd name="connsiteX32" fmla="*/ 109384 w 292770"/>
                <a:gd name="connsiteY32" fmla="*/ 292859 h 292859"/>
                <a:gd name="connsiteX33" fmla="*/ 48807 w 292770"/>
                <a:gd name="connsiteY33" fmla="*/ 292859 h 292859"/>
                <a:gd name="connsiteX34" fmla="*/ 4 w 292770"/>
                <a:gd name="connsiteY34" fmla="*/ 244056 h 292859"/>
                <a:gd name="connsiteX35" fmla="*/ 4 w 292770"/>
                <a:gd name="connsiteY35" fmla="*/ 183052 h 292859"/>
                <a:gd name="connsiteX36" fmla="*/ 48807 w 292770"/>
                <a:gd name="connsiteY36" fmla="*/ 134249 h 292859"/>
                <a:gd name="connsiteX37" fmla="*/ 156882 w 292770"/>
                <a:gd name="connsiteY37" fmla="*/ 134249 h 292859"/>
                <a:gd name="connsiteX38" fmla="*/ 189690 w 292770"/>
                <a:gd name="connsiteY38" fmla="*/ 152782 h 292859"/>
                <a:gd name="connsiteX39" fmla="*/ 228927 w 292770"/>
                <a:gd name="connsiteY39" fmla="*/ 109664 h 292859"/>
                <a:gd name="connsiteX40" fmla="*/ 254378 w 292770"/>
                <a:gd name="connsiteY40" fmla="*/ 97695 h 292859"/>
                <a:gd name="connsiteX41" fmla="*/ 280830 w 292770"/>
                <a:gd name="connsiteY41" fmla="*/ 107236 h 292859"/>
                <a:gd name="connsiteX42" fmla="*/ 283502 w 292770"/>
                <a:gd name="connsiteY42" fmla="*/ 158833 h 292859"/>
                <a:gd name="connsiteX43" fmla="*/ 264395 w 292770"/>
                <a:gd name="connsiteY43" fmla="*/ 125257 h 292859"/>
                <a:gd name="connsiteX44" fmla="*/ 255513 w 292770"/>
                <a:gd name="connsiteY44" fmla="*/ 122060 h 292859"/>
                <a:gd name="connsiteX45" fmla="*/ 246972 w 292770"/>
                <a:gd name="connsiteY45" fmla="*/ 126074 h 292859"/>
                <a:gd name="connsiteX46" fmla="*/ 192972 w 292770"/>
                <a:gd name="connsiteY46" fmla="*/ 185419 h 292859"/>
                <a:gd name="connsiteX47" fmla="*/ 162287 w 292770"/>
                <a:gd name="connsiteY47" fmla="*/ 210540 h 292859"/>
                <a:gd name="connsiteX48" fmla="*/ 99331 w 292770"/>
                <a:gd name="connsiteY48" fmla="*/ 219532 h 292859"/>
                <a:gd name="connsiteX49" fmla="*/ 85531 w 292770"/>
                <a:gd name="connsiteY49" fmla="*/ 209174 h 292859"/>
                <a:gd name="connsiteX50" fmla="*/ 95878 w 292770"/>
                <a:gd name="connsiteY50" fmla="*/ 195363 h 292859"/>
                <a:gd name="connsiteX51" fmla="*/ 158846 w 292770"/>
                <a:gd name="connsiteY51" fmla="*/ 186371 h 292859"/>
                <a:gd name="connsiteX52" fmla="*/ 170815 w 292770"/>
                <a:gd name="connsiteY52" fmla="*/ 172584 h 292859"/>
                <a:gd name="connsiteX53" fmla="*/ 156882 w 292770"/>
                <a:gd name="connsiteY53" fmla="*/ 158638 h 292859"/>
                <a:gd name="connsiteX54" fmla="*/ 48807 w 292770"/>
                <a:gd name="connsiteY54" fmla="*/ 158638 h 292859"/>
                <a:gd name="connsiteX55" fmla="*/ 24406 w 292770"/>
                <a:gd name="connsiteY55" fmla="*/ 183040 h 292859"/>
                <a:gd name="connsiteX56" fmla="*/ 24406 w 292770"/>
                <a:gd name="connsiteY56" fmla="*/ 244044 h 292859"/>
                <a:gd name="connsiteX57" fmla="*/ 48807 w 292770"/>
                <a:gd name="connsiteY57" fmla="*/ 268445 h 292859"/>
                <a:gd name="connsiteX58" fmla="*/ 109384 w 292770"/>
                <a:gd name="connsiteY58" fmla="*/ 268445 h 292859"/>
                <a:gd name="connsiteX59" fmla="*/ 182259 w 292770"/>
                <a:gd name="connsiteY59" fmla="*/ 235772 h 292859"/>
                <a:gd name="connsiteX60" fmla="*/ 265286 w 292770"/>
                <a:gd name="connsiteY60" fmla="*/ 142582 h 292859"/>
                <a:gd name="connsiteX61" fmla="*/ 264395 w 292770"/>
                <a:gd name="connsiteY61" fmla="*/ 125245 h 29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92770" h="292859">
                  <a:moveTo>
                    <a:pt x="113130" y="51100"/>
                  </a:moveTo>
                  <a:cubicBezTo>
                    <a:pt x="108518" y="46196"/>
                    <a:pt x="108737" y="38473"/>
                    <a:pt x="113642" y="33848"/>
                  </a:cubicBezTo>
                  <a:lnTo>
                    <a:pt x="142692" y="6470"/>
                  </a:lnTo>
                  <a:cubicBezTo>
                    <a:pt x="151343" y="-2205"/>
                    <a:pt x="165861" y="-2193"/>
                    <a:pt x="174780" y="6726"/>
                  </a:cubicBezTo>
                  <a:lnTo>
                    <a:pt x="203574" y="33848"/>
                  </a:lnTo>
                  <a:cubicBezTo>
                    <a:pt x="208479" y="38473"/>
                    <a:pt x="208711" y="46196"/>
                    <a:pt x="204087" y="51100"/>
                  </a:cubicBezTo>
                  <a:cubicBezTo>
                    <a:pt x="201683" y="53650"/>
                    <a:pt x="198450" y="54931"/>
                    <a:pt x="195204" y="54931"/>
                  </a:cubicBezTo>
                  <a:cubicBezTo>
                    <a:pt x="192203" y="54931"/>
                    <a:pt x="189189" y="53833"/>
                    <a:pt x="186835" y="51613"/>
                  </a:cubicBezTo>
                  <a:lnTo>
                    <a:pt x="170803" y="36508"/>
                  </a:lnTo>
                  <a:lnTo>
                    <a:pt x="170803" y="97634"/>
                  </a:lnTo>
                  <a:cubicBezTo>
                    <a:pt x="170803" y="104369"/>
                    <a:pt x="165337" y="109835"/>
                    <a:pt x="158602" y="109835"/>
                  </a:cubicBezTo>
                  <a:cubicBezTo>
                    <a:pt x="151867" y="109835"/>
                    <a:pt x="146401" y="104369"/>
                    <a:pt x="146401" y="97634"/>
                  </a:cubicBezTo>
                  <a:lnTo>
                    <a:pt x="146401" y="36496"/>
                  </a:lnTo>
                  <a:lnTo>
                    <a:pt x="130369" y="51613"/>
                  </a:lnTo>
                  <a:cubicBezTo>
                    <a:pt x="125477" y="56212"/>
                    <a:pt x="117742" y="56017"/>
                    <a:pt x="113117" y="51100"/>
                  </a:cubicBezTo>
                  <a:close/>
                  <a:moveTo>
                    <a:pt x="20574" y="76014"/>
                  </a:moveTo>
                  <a:lnTo>
                    <a:pt x="36606" y="60898"/>
                  </a:lnTo>
                  <a:lnTo>
                    <a:pt x="36606" y="97634"/>
                  </a:lnTo>
                  <a:cubicBezTo>
                    <a:pt x="36606" y="104369"/>
                    <a:pt x="42072" y="109835"/>
                    <a:pt x="48807" y="109835"/>
                  </a:cubicBezTo>
                  <a:cubicBezTo>
                    <a:pt x="55542" y="109835"/>
                    <a:pt x="61008" y="104369"/>
                    <a:pt x="61008" y="97634"/>
                  </a:cubicBezTo>
                  <a:lnTo>
                    <a:pt x="61008" y="60910"/>
                  </a:lnTo>
                  <a:lnTo>
                    <a:pt x="77040" y="76014"/>
                  </a:lnTo>
                  <a:cubicBezTo>
                    <a:pt x="79394" y="78235"/>
                    <a:pt x="82396" y="79333"/>
                    <a:pt x="85409" y="79333"/>
                  </a:cubicBezTo>
                  <a:cubicBezTo>
                    <a:pt x="88655" y="79333"/>
                    <a:pt x="91888" y="78052"/>
                    <a:pt x="94292" y="75502"/>
                  </a:cubicBezTo>
                  <a:cubicBezTo>
                    <a:pt x="98904" y="70597"/>
                    <a:pt x="98684" y="62874"/>
                    <a:pt x="93779" y="58250"/>
                  </a:cubicBezTo>
                  <a:lnTo>
                    <a:pt x="64985" y="31128"/>
                  </a:lnTo>
                  <a:cubicBezTo>
                    <a:pt x="56054" y="22209"/>
                    <a:pt x="41560" y="22197"/>
                    <a:pt x="32897" y="30871"/>
                  </a:cubicBezTo>
                  <a:lnTo>
                    <a:pt x="3835" y="58250"/>
                  </a:lnTo>
                  <a:cubicBezTo>
                    <a:pt x="-1070" y="62874"/>
                    <a:pt x="-1302" y="70597"/>
                    <a:pt x="3323" y="75502"/>
                  </a:cubicBezTo>
                  <a:cubicBezTo>
                    <a:pt x="7947" y="80419"/>
                    <a:pt x="15682" y="80626"/>
                    <a:pt x="20574" y="76014"/>
                  </a:cubicBezTo>
                  <a:close/>
                  <a:moveTo>
                    <a:pt x="283502" y="158821"/>
                  </a:moveTo>
                  <a:lnTo>
                    <a:pt x="200475" y="252011"/>
                  </a:lnTo>
                  <a:cubicBezTo>
                    <a:pt x="177342" y="277974"/>
                    <a:pt x="144132" y="292859"/>
                    <a:pt x="109384" y="292859"/>
                  </a:cubicBezTo>
                  <a:lnTo>
                    <a:pt x="48807" y="292859"/>
                  </a:lnTo>
                  <a:cubicBezTo>
                    <a:pt x="21892" y="292859"/>
                    <a:pt x="4" y="270971"/>
                    <a:pt x="4" y="244056"/>
                  </a:cubicBezTo>
                  <a:lnTo>
                    <a:pt x="4" y="183052"/>
                  </a:lnTo>
                  <a:cubicBezTo>
                    <a:pt x="4" y="156137"/>
                    <a:pt x="21892" y="134249"/>
                    <a:pt x="48807" y="134249"/>
                  </a:cubicBezTo>
                  <a:lnTo>
                    <a:pt x="156882" y="134249"/>
                  </a:lnTo>
                  <a:cubicBezTo>
                    <a:pt x="170778" y="134249"/>
                    <a:pt x="182967" y="141679"/>
                    <a:pt x="189690" y="152782"/>
                  </a:cubicBezTo>
                  <a:lnTo>
                    <a:pt x="228927" y="109664"/>
                  </a:lnTo>
                  <a:cubicBezTo>
                    <a:pt x="235540" y="102405"/>
                    <a:pt x="244569" y="98147"/>
                    <a:pt x="254378" y="97695"/>
                  </a:cubicBezTo>
                  <a:cubicBezTo>
                    <a:pt x="264236" y="97183"/>
                    <a:pt x="273582" y="100623"/>
                    <a:pt x="280830" y="107236"/>
                  </a:cubicBezTo>
                  <a:cubicBezTo>
                    <a:pt x="295641" y="120742"/>
                    <a:pt x="296837" y="143887"/>
                    <a:pt x="283502" y="158833"/>
                  </a:cubicBezTo>
                  <a:close/>
                  <a:moveTo>
                    <a:pt x="264395" y="125257"/>
                  </a:moveTo>
                  <a:cubicBezTo>
                    <a:pt x="261967" y="123036"/>
                    <a:pt x="258795" y="121914"/>
                    <a:pt x="255513" y="122060"/>
                  </a:cubicBezTo>
                  <a:cubicBezTo>
                    <a:pt x="252219" y="122219"/>
                    <a:pt x="249193" y="123634"/>
                    <a:pt x="246972" y="126074"/>
                  </a:cubicBezTo>
                  <a:lnTo>
                    <a:pt x="192972" y="185419"/>
                  </a:lnTo>
                  <a:cubicBezTo>
                    <a:pt x="188274" y="198474"/>
                    <a:pt x="176635" y="208491"/>
                    <a:pt x="162287" y="210540"/>
                  </a:cubicBezTo>
                  <a:lnTo>
                    <a:pt x="99331" y="219532"/>
                  </a:lnTo>
                  <a:cubicBezTo>
                    <a:pt x="92681" y="220496"/>
                    <a:pt x="86483" y="215860"/>
                    <a:pt x="85531" y="209174"/>
                  </a:cubicBezTo>
                  <a:cubicBezTo>
                    <a:pt x="84580" y="202500"/>
                    <a:pt x="89216" y="196314"/>
                    <a:pt x="95878" y="195363"/>
                  </a:cubicBezTo>
                  <a:lnTo>
                    <a:pt x="158846" y="186371"/>
                  </a:lnTo>
                  <a:cubicBezTo>
                    <a:pt x="165678" y="185407"/>
                    <a:pt x="170815" y="179477"/>
                    <a:pt x="170815" y="172584"/>
                  </a:cubicBezTo>
                  <a:cubicBezTo>
                    <a:pt x="170815" y="164897"/>
                    <a:pt x="164568" y="158638"/>
                    <a:pt x="156882" y="158638"/>
                  </a:cubicBezTo>
                  <a:lnTo>
                    <a:pt x="48807" y="158638"/>
                  </a:lnTo>
                  <a:cubicBezTo>
                    <a:pt x="35350" y="158638"/>
                    <a:pt x="24406" y="169582"/>
                    <a:pt x="24406" y="183040"/>
                  </a:cubicBezTo>
                  <a:lnTo>
                    <a:pt x="24406" y="244044"/>
                  </a:lnTo>
                  <a:cubicBezTo>
                    <a:pt x="24406" y="257501"/>
                    <a:pt x="35350" y="268445"/>
                    <a:pt x="48807" y="268445"/>
                  </a:cubicBezTo>
                  <a:lnTo>
                    <a:pt x="109384" y="268445"/>
                  </a:lnTo>
                  <a:cubicBezTo>
                    <a:pt x="137190" y="268445"/>
                    <a:pt x="163751" y="256525"/>
                    <a:pt x="182259" y="235772"/>
                  </a:cubicBezTo>
                  <a:lnTo>
                    <a:pt x="265286" y="142582"/>
                  </a:lnTo>
                  <a:cubicBezTo>
                    <a:pt x="269763" y="137555"/>
                    <a:pt x="269361" y="129783"/>
                    <a:pt x="264395" y="125245"/>
                  </a:cubicBezTo>
                  <a:close/>
                </a:path>
              </a:pathLst>
            </a:custGeom>
            <a:solidFill>
              <a:schemeClr val="accent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12">
              <a:extLst>
                <a:ext uri="{FF2B5EF4-FFF2-40B4-BE49-F238E27FC236}">
                  <a16:creationId xmlns:a16="http://schemas.microsoft.com/office/drawing/2014/main" id="{99F390B7-55B1-38F5-71AD-432DDB3B82FD}"/>
                </a:ext>
              </a:extLst>
            </p:cNvPr>
            <p:cNvSpPr/>
            <p:nvPr/>
          </p:nvSpPr>
          <p:spPr>
            <a:xfrm>
              <a:off x="4381034" y="4632298"/>
              <a:ext cx="292834" cy="146409"/>
            </a:xfrm>
            <a:custGeom>
              <a:avLst/>
              <a:gdLst>
                <a:gd name="connsiteX0" fmla="*/ 256220 w 292834"/>
                <a:gd name="connsiteY0" fmla="*/ 0 h 146409"/>
                <a:gd name="connsiteX1" fmla="*/ 183015 w 292834"/>
                <a:gd name="connsiteY1" fmla="*/ 0 h 146409"/>
                <a:gd name="connsiteX2" fmla="*/ 170814 w 292834"/>
                <a:gd name="connsiteY2" fmla="*/ 12201 h 146409"/>
                <a:gd name="connsiteX3" fmla="*/ 183015 w 292834"/>
                <a:gd name="connsiteY3" fmla="*/ 24402 h 146409"/>
                <a:gd name="connsiteX4" fmla="*/ 251169 w 292834"/>
                <a:gd name="connsiteY4" fmla="*/ 24402 h 146409"/>
                <a:gd name="connsiteX5" fmla="*/ 171107 w 292834"/>
                <a:gd name="connsiteY5" fmla="*/ 104463 h 146409"/>
                <a:gd name="connsiteX6" fmla="*/ 146132 w 292834"/>
                <a:gd name="connsiteY6" fmla="*/ 104463 h 146409"/>
                <a:gd name="connsiteX7" fmla="*/ 115154 w 292834"/>
                <a:gd name="connsiteY7" fmla="*/ 73485 h 146409"/>
                <a:gd name="connsiteX8" fmla="*/ 55675 w 292834"/>
                <a:gd name="connsiteY8" fmla="*/ 73485 h 146409"/>
                <a:gd name="connsiteX9" fmla="*/ 3578 w 292834"/>
                <a:gd name="connsiteY9" fmla="*/ 125583 h 146409"/>
                <a:gd name="connsiteX10" fmla="*/ 3578 w 292834"/>
                <a:gd name="connsiteY10" fmla="*/ 142835 h 146409"/>
                <a:gd name="connsiteX11" fmla="*/ 12204 w 292834"/>
                <a:gd name="connsiteY11" fmla="*/ 146410 h 146409"/>
                <a:gd name="connsiteX12" fmla="*/ 20830 w 292834"/>
                <a:gd name="connsiteY12" fmla="*/ 142835 h 146409"/>
                <a:gd name="connsiteX13" fmla="*/ 72927 w 292834"/>
                <a:gd name="connsiteY13" fmla="*/ 90737 h 146409"/>
                <a:gd name="connsiteX14" fmla="*/ 97902 w 292834"/>
                <a:gd name="connsiteY14" fmla="*/ 90737 h 146409"/>
                <a:gd name="connsiteX15" fmla="*/ 128880 w 292834"/>
                <a:gd name="connsiteY15" fmla="*/ 121715 h 146409"/>
                <a:gd name="connsiteX16" fmla="*/ 188359 w 292834"/>
                <a:gd name="connsiteY16" fmla="*/ 121715 h 146409"/>
                <a:gd name="connsiteX17" fmla="*/ 268433 w 292834"/>
                <a:gd name="connsiteY17" fmla="*/ 41653 h 146409"/>
                <a:gd name="connsiteX18" fmla="*/ 268433 w 292834"/>
                <a:gd name="connsiteY18" fmla="*/ 109807 h 146409"/>
                <a:gd name="connsiteX19" fmla="*/ 280633 w 292834"/>
                <a:gd name="connsiteY19" fmla="*/ 122008 h 146409"/>
                <a:gd name="connsiteX20" fmla="*/ 292834 w 292834"/>
                <a:gd name="connsiteY20" fmla="*/ 109807 h 146409"/>
                <a:gd name="connsiteX21" fmla="*/ 292834 w 292834"/>
                <a:gd name="connsiteY21" fmla="*/ 36602 h 146409"/>
                <a:gd name="connsiteX22" fmla="*/ 256232 w 292834"/>
                <a:gd name="connsiteY22" fmla="*/ 0 h 14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92834" h="146409">
                  <a:moveTo>
                    <a:pt x="256220" y="0"/>
                  </a:moveTo>
                  <a:lnTo>
                    <a:pt x="183015" y="0"/>
                  </a:lnTo>
                  <a:cubicBezTo>
                    <a:pt x="176268" y="0"/>
                    <a:pt x="170814" y="5454"/>
                    <a:pt x="170814" y="12201"/>
                  </a:cubicBezTo>
                  <a:cubicBezTo>
                    <a:pt x="170814" y="18948"/>
                    <a:pt x="176268" y="24402"/>
                    <a:pt x="183015" y="24402"/>
                  </a:cubicBezTo>
                  <a:lnTo>
                    <a:pt x="251169" y="24402"/>
                  </a:lnTo>
                  <a:lnTo>
                    <a:pt x="171107" y="104463"/>
                  </a:lnTo>
                  <a:cubicBezTo>
                    <a:pt x="164226" y="111344"/>
                    <a:pt x="153025" y="111344"/>
                    <a:pt x="146132" y="104463"/>
                  </a:cubicBezTo>
                  <a:lnTo>
                    <a:pt x="115154" y="73485"/>
                  </a:lnTo>
                  <a:cubicBezTo>
                    <a:pt x="98756" y="57088"/>
                    <a:pt x="72073" y="57088"/>
                    <a:pt x="55675" y="73485"/>
                  </a:cubicBezTo>
                  <a:lnTo>
                    <a:pt x="3578" y="125583"/>
                  </a:lnTo>
                  <a:cubicBezTo>
                    <a:pt x="-1193" y="130353"/>
                    <a:pt x="-1193" y="138064"/>
                    <a:pt x="3578" y="142835"/>
                  </a:cubicBezTo>
                  <a:cubicBezTo>
                    <a:pt x="5957" y="145214"/>
                    <a:pt x="9080" y="146410"/>
                    <a:pt x="12204" y="146410"/>
                  </a:cubicBezTo>
                  <a:cubicBezTo>
                    <a:pt x="15327" y="146410"/>
                    <a:pt x="18451" y="145214"/>
                    <a:pt x="20830" y="142835"/>
                  </a:cubicBezTo>
                  <a:lnTo>
                    <a:pt x="72927" y="90737"/>
                  </a:lnTo>
                  <a:cubicBezTo>
                    <a:pt x="79601" y="84063"/>
                    <a:pt x="91228" y="84063"/>
                    <a:pt x="97902" y="90737"/>
                  </a:cubicBezTo>
                  <a:lnTo>
                    <a:pt x="128880" y="121715"/>
                  </a:lnTo>
                  <a:cubicBezTo>
                    <a:pt x="145278" y="138113"/>
                    <a:pt x="171961" y="138113"/>
                    <a:pt x="188359" y="121715"/>
                  </a:cubicBezTo>
                  <a:lnTo>
                    <a:pt x="268433" y="41653"/>
                  </a:lnTo>
                  <a:lnTo>
                    <a:pt x="268433" y="109807"/>
                  </a:lnTo>
                  <a:cubicBezTo>
                    <a:pt x="268433" y="116554"/>
                    <a:pt x="273886" y="122008"/>
                    <a:pt x="280633" y="122008"/>
                  </a:cubicBezTo>
                  <a:cubicBezTo>
                    <a:pt x="287381" y="122008"/>
                    <a:pt x="292834" y="116554"/>
                    <a:pt x="292834" y="109807"/>
                  </a:cubicBezTo>
                  <a:lnTo>
                    <a:pt x="292834" y="36602"/>
                  </a:lnTo>
                  <a:cubicBezTo>
                    <a:pt x="292834" y="16422"/>
                    <a:pt x="276412" y="0"/>
                    <a:pt x="256232" y="0"/>
                  </a:cubicBezTo>
                  <a:close/>
                </a:path>
              </a:pathLst>
            </a:custGeom>
            <a:solidFill>
              <a:schemeClr val="accent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40">
              <a:extLst>
                <a:ext uri="{FF2B5EF4-FFF2-40B4-BE49-F238E27FC236}">
                  <a16:creationId xmlns:a16="http://schemas.microsoft.com/office/drawing/2014/main" id="{F9784197-0A61-B6C5-C5A0-81F7F585F8E4}"/>
                </a:ext>
              </a:extLst>
            </p:cNvPr>
            <p:cNvSpPr/>
            <p:nvPr/>
          </p:nvSpPr>
          <p:spPr>
            <a:xfrm>
              <a:off x="4381038" y="3517164"/>
              <a:ext cx="292819" cy="292819"/>
            </a:xfrm>
            <a:custGeom>
              <a:avLst/>
              <a:gdLst>
                <a:gd name="connsiteX0" fmla="*/ 85406 w 292819"/>
                <a:gd name="connsiteY0" fmla="*/ 170811 h 292819"/>
                <a:gd name="connsiteX1" fmla="*/ 134209 w 292819"/>
                <a:gd name="connsiteY1" fmla="*/ 122008 h 292819"/>
                <a:gd name="connsiteX2" fmla="*/ 85406 w 292819"/>
                <a:gd name="connsiteY2" fmla="*/ 73205 h 292819"/>
                <a:gd name="connsiteX3" fmla="*/ 36602 w 292819"/>
                <a:gd name="connsiteY3" fmla="*/ 122008 h 292819"/>
                <a:gd name="connsiteX4" fmla="*/ 85406 w 292819"/>
                <a:gd name="connsiteY4" fmla="*/ 170811 h 292819"/>
                <a:gd name="connsiteX5" fmla="*/ 85406 w 292819"/>
                <a:gd name="connsiteY5" fmla="*/ 97606 h 292819"/>
                <a:gd name="connsiteX6" fmla="*/ 109807 w 292819"/>
                <a:gd name="connsiteY6" fmla="*/ 122008 h 292819"/>
                <a:gd name="connsiteX7" fmla="*/ 85406 w 292819"/>
                <a:gd name="connsiteY7" fmla="*/ 146410 h 292819"/>
                <a:gd name="connsiteX8" fmla="*/ 61004 w 292819"/>
                <a:gd name="connsiteY8" fmla="*/ 122008 h 292819"/>
                <a:gd name="connsiteX9" fmla="*/ 85406 w 292819"/>
                <a:gd name="connsiteY9" fmla="*/ 97606 h 292819"/>
                <a:gd name="connsiteX10" fmla="*/ 170811 w 292819"/>
                <a:gd name="connsiteY10" fmla="*/ 280618 h 292819"/>
                <a:gd name="connsiteX11" fmla="*/ 158610 w 292819"/>
                <a:gd name="connsiteY11" fmla="*/ 292819 h 292819"/>
                <a:gd name="connsiteX12" fmla="*/ 146410 w 292819"/>
                <a:gd name="connsiteY12" fmla="*/ 280618 h 292819"/>
                <a:gd name="connsiteX13" fmla="*/ 85406 w 292819"/>
                <a:gd name="connsiteY13" fmla="*/ 219614 h 292819"/>
                <a:gd name="connsiteX14" fmla="*/ 24402 w 292819"/>
                <a:gd name="connsiteY14" fmla="*/ 280618 h 292819"/>
                <a:gd name="connsiteX15" fmla="*/ 12201 w 292819"/>
                <a:gd name="connsiteY15" fmla="*/ 292819 h 292819"/>
                <a:gd name="connsiteX16" fmla="*/ 0 w 292819"/>
                <a:gd name="connsiteY16" fmla="*/ 280618 h 292819"/>
                <a:gd name="connsiteX17" fmla="*/ 85406 w 292819"/>
                <a:gd name="connsiteY17" fmla="*/ 195213 h 292819"/>
                <a:gd name="connsiteX18" fmla="*/ 170811 w 292819"/>
                <a:gd name="connsiteY18" fmla="*/ 280618 h 292819"/>
                <a:gd name="connsiteX19" fmla="*/ 292819 w 292819"/>
                <a:gd name="connsiteY19" fmla="*/ 61004 h 292819"/>
                <a:gd name="connsiteX20" fmla="*/ 292819 w 292819"/>
                <a:gd name="connsiteY20" fmla="*/ 158610 h 292819"/>
                <a:gd name="connsiteX21" fmla="*/ 231815 w 292819"/>
                <a:gd name="connsiteY21" fmla="*/ 219614 h 292819"/>
                <a:gd name="connsiteX22" fmla="*/ 183012 w 292819"/>
                <a:gd name="connsiteY22" fmla="*/ 219614 h 292819"/>
                <a:gd name="connsiteX23" fmla="*/ 170811 w 292819"/>
                <a:gd name="connsiteY23" fmla="*/ 207413 h 292819"/>
                <a:gd name="connsiteX24" fmla="*/ 183012 w 292819"/>
                <a:gd name="connsiteY24" fmla="*/ 195213 h 292819"/>
                <a:gd name="connsiteX25" fmla="*/ 231815 w 292819"/>
                <a:gd name="connsiteY25" fmla="*/ 195213 h 292819"/>
                <a:gd name="connsiteX26" fmla="*/ 268417 w 292819"/>
                <a:gd name="connsiteY26" fmla="*/ 158610 h 292819"/>
                <a:gd name="connsiteX27" fmla="*/ 268417 w 292819"/>
                <a:gd name="connsiteY27" fmla="*/ 61004 h 292819"/>
                <a:gd name="connsiteX28" fmla="*/ 231815 w 292819"/>
                <a:gd name="connsiteY28" fmla="*/ 24402 h 292819"/>
                <a:gd name="connsiteX29" fmla="*/ 115419 w 292819"/>
                <a:gd name="connsiteY29" fmla="*/ 24402 h 292819"/>
                <a:gd name="connsiteX30" fmla="*/ 83697 w 292819"/>
                <a:gd name="connsiteY30" fmla="*/ 42703 h 292819"/>
                <a:gd name="connsiteX31" fmla="*/ 66982 w 292819"/>
                <a:gd name="connsiteY31" fmla="*/ 47217 h 292819"/>
                <a:gd name="connsiteX32" fmla="*/ 62590 w 292819"/>
                <a:gd name="connsiteY32" fmla="*/ 30502 h 292819"/>
                <a:gd name="connsiteX33" fmla="*/ 115419 w 292819"/>
                <a:gd name="connsiteY33" fmla="*/ 0 h 292819"/>
                <a:gd name="connsiteX34" fmla="*/ 231815 w 292819"/>
                <a:gd name="connsiteY34" fmla="*/ 0 h 292819"/>
                <a:gd name="connsiteX35" fmla="*/ 292819 w 292819"/>
                <a:gd name="connsiteY35" fmla="*/ 61004 h 292819"/>
                <a:gd name="connsiteX36" fmla="*/ 166785 w 292819"/>
                <a:gd name="connsiteY36" fmla="*/ 133233 h 292819"/>
                <a:gd name="connsiteX37" fmla="*/ 202411 w 292819"/>
                <a:gd name="connsiteY37" fmla="*/ 97606 h 292819"/>
                <a:gd name="connsiteX38" fmla="*/ 183012 w 292819"/>
                <a:gd name="connsiteY38" fmla="*/ 97606 h 292819"/>
                <a:gd name="connsiteX39" fmla="*/ 170811 w 292819"/>
                <a:gd name="connsiteY39" fmla="*/ 85406 h 292819"/>
                <a:gd name="connsiteX40" fmla="*/ 183012 w 292819"/>
                <a:gd name="connsiteY40" fmla="*/ 73205 h 292819"/>
                <a:gd name="connsiteX41" fmla="*/ 219614 w 292819"/>
                <a:gd name="connsiteY41" fmla="*/ 73205 h 292819"/>
                <a:gd name="connsiteX42" fmla="*/ 244016 w 292819"/>
                <a:gd name="connsiteY42" fmla="*/ 97606 h 292819"/>
                <a:gd name="connsiteX43" fmla="*/ 244016 w 292819"/>
                <a:gd name="connsiteY43" fmla="*/ 134209 h 292819"/>
                <a:gd name="connsiteX44" fmla="*/ 231815 w 292819"/>
                <a:gd name="connsiteY44" fmla="*/ 146410 h 292819"/>
                <a:gd name="connsiteX45" fmla="*/ 219614 w 292819"/>
                <a:gd name="connsiteY45" fmla="*/ 134209 h 292819"/>
                <a:gd name="connsiteX46" fmla="*/ 219614 w 292819"/>
                <a:gd name="connsiteY46" fmla="*/ 114809 h 292819"/>
                <a:gd name="connsiteX47" fmla="*/ 183988 w 292819"/>
                <a:gd name="connsiteY47" fmla="*/ 150436 h 292819"/>
                <a:gd name="connsiteX48" fmla="*/ 163125 w 292819"/>
                <a:gd name="connsiteY48" fmla="*/ 159098 h 292819"/>
                <a:gd name="connsiteX49" fmla="*/ 155072 w 292819"/>
                <a:gd name="connsiteY49" fmla="*/ 158000 h 292819"/>
                <a:gd name="connsiteX50" fmla="*/ 146654 w 292819"/>
                <a:gd name="connsiteY50" fmla="*/ 142993 h 292819"/>
                <a:gd name="connsiteX51" fmla="*/ 161783 w 292819"/>
                <a:gd name="connsiteY51" fmla="*/ 134575 h 292819"/>
                <a:gd name="connsiteX52" fmla="*/ 166785 w 292819"/>
                <a:gd name="connsiteY52" fmla="*/ 133233 h 29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92819" h="292819">
                  <a:moveTo>
                    <a:pt x="85406" y="170811"/>
                  </a:moveTo>
                  <a:cubicBezTo>
                    <a:pt x="112369" y="170811"/>
                    <a:pt x="134209" y="148972"/>
                    <a:pt x="134209" y="122008"/>
                  </a:cubicBezTo>
                  <a:cubicBezTo>
                    <a:pt x="134209" y="95044"/>
                    <a:pt x="112369" y="73205"/>
                    <a:pt x="85406" y="73205"/>
                  </a:cubicBezTo>
                  <a:cubicBezTo>
                    <a:pt x="58442" y="73205"/>
                    <a:pt x="36602" y="95044"/>
                    <a:pt x="36602" y="122008"/>
                  </a:cubicBezTo>
                  <a:cubicBezTo>
                    <a:pt x="36602" y="148972"/>
                    <a:pt x="58442" y="170811"/>
                    <a:pt x="85406" y="170811"/>
                  </a:cubicBezTo>
                  <a:close/>
                  <a:moveTo>
                    <a:pt x="85406" y="97606"/>
                  </a:moveTo>
                  <a:cubicBezTo>
                    <a:pt x="98826" y="97606"/>
                    <a:pt x="109807" y="108587"/>
                    <a:pt x="109807" y="122008"/>
                  </a:cubicBezTo>
                  <a:cubicBezTo>
                    <a:pt x="109807" y="135429"/>
                    <a:pt x="98826" y="146410"/>
                    <a:pt x="85406" y="146410"/>
                  </a:cubicBezTo>
                  <a:cubicBezTo>
                    <a:pt x="71985" y="146410"/>
                    <a:pt x="61004" y="135429"/>
                    <a:pt x="61004" y="122008"/>
                  </a:cubicBezTo>
                  <a:cubicBezTo>
                    <a:pt x="61004" y="108587"/>
                    <a:pt x="71985" y="97606"/>
                    <a:pt x="85406" y="97606"/>
                  </a:cubicBezTo>
                  <a:close/>
                  <a:moveTo>
                    <a:pt x="170811" y="280618"/>
                  </a:moveTo>
                  <a:cubicBezTo>
                    <a:pt x="170811" y="287329"/>
                    <a:pt x="165321" y="292819"/>
                    <a:pt x="158610" y="292819"/>
                  </a:cubicBezTo>
                  <a:cubicBezTo>
                    <a:pt x="151900" y="292819"/>
                    <a:pt x="146410" y="287329"/>
                    <a:pt x="146410" y="280618"/>
                  </a:cubicBezTo>
                  <a:cubicBezTo>
                    <a:pt x="146410" y="246944"/>
                    <a:pt x="119080" y="219614"/>
                    <a:pt x="85406" y="219614"/>
                  </a:cubicBezTo>
                  <a:cubicBezTo>
                    <a:pt x="51731" y="219614"/>
                    <a:pt x="24402" y="246944"/>
                    <a:pt x="24402" y="280618"/>
                  </a:cubicBezTo>
                  <a:cubicBezTo>
                    <a:pt x="24402" y="287329"/>
                    <a:pt x="18911" y="292819"/>
                    <a:pt x="12201" y="292819"/>
                  </a:cubicBezTo>
                  <a:cubicBezTo>
                    <a:pt x="5490" y="292819"/>
                    <a:pt x="0" y="287329"/>
                    <a:pt x="0" y="280618"/>
                  </a:cubicBezTo>
                  <a:cubicBezTo>
                    <a:pt x="0" y="233523"/>
                    <a:pt x="38310" y="195213"/>
                    <a:pt x="85406" y="195213"/>
                  </a:cubicBezTo>
                  <a:cubicBezTo>
                    <a:pt x="132501" y="195213"/>
                    <a:pt x="170811" y="233523"/>
                    <a:pt x="170811" y="280618"/>
                  </a:cubicBezTo>
                  <a:close/>
                  <a:moveTo>
                    <a:pt x="292819" y="61004"/>
                  </a:moveTo>
                  <a:lnTo>
                    <a:pt x="292819" y="158610"/>
                  </a:lnTo>
                  <a:cubicBezTo>
                    <a:pt x="292819" y="192284"/>
                    <a:pt x="265489" y="219614"/>
                    <a:pt x="231815" y="219614"/>
                  </a:cubicBezTo>
                  <a:lnTo>
                    <a:pt x="183012" y="219614"/>
                  </a:lnTo>
                  <a:cubicBezTo>
                    <a:pt x="176301" y="219614"/>
                    <a:pt x="170811" y="214124"/>
                    <a:pt x="170811" y="207413"/>
                  </a:cubicBezTo>
                  <a:cubicBezTo>
                    <a:pt x="170811" y="200703"/>
                    <a:pt x="176301" y="195213"/>
                    <a:pt x="183012" y="195213"/>
                  </a:cubicBezTo>
                  <a:lnTo>
                    <a:pt x="231815" y="195213"/>
                  </a:lnTo>
                  <a:cubicBezTo>
                    <a:pt x="251946" y="195213"/>
                    <a:pt x="268417" y="178742"/>
                    <a:pt x="268417" y="158610"/>
                  </a:cubicBezTo>
                  <a:lnTo>
                    <a:pt x="268417" y="61004"/>
                  </a:lnTo>
                  <a:cubicBezTo>
                    <a:pt x="268417" y="40873"/>
                    <a:pt x="251946" y="24402"/>
                    <a:pt x="231815" y="24402"/>
                  </a:cubicBezTo>
                  <a:lnTo>
                    <a:pt x="115419" y="24402"/>
                  </a:lnTo>
                  <a:cubicBezTo>
                    <a:pt x="102365" y="24402"/>
                    <a:pt x="90286" y="31478"/>
                    <a:pt x="83697" y="42703"/>
                  </a:cubicBezTo>
                  <a:cubicBezTo>
                    <a:pt x="80281" y="48559"/>
                    <a:pt x="72839" y="50511"/>
                    <a:pt x="66982" y="47217"/>
                  </a:cubicBezTo>
                  <a:cubicBezTo>
                    <a:pt x="61126" y="43801"/>
                    <a:pt x="59174" y="36358"/>
                    <a:pt x="62590" y="30502"/>
                  </a:cubicBezTo>
                  <a:cubicBezTo>
                    <a:pt x="73571" y="11713"/>
                    <a:pt x="93824" y="0"/>
                    <a:pt x="115419" y="0"/>
                  </a:cubicBezTo>
                  <a:lnTo>
                    <a:pt x="231815" y="0"/>
                  </a:lnTo>
                  <a:cubicBezTo>
                    <a:pt x="265489" y="0"/>
                    <a:pt x="292819" y="27330"/>
                    <a:pt x="292819" y="61004"/>
                  </a:cubicBezTo>
                  <a:close/>
                  <a:moveTo>
                    <a:pt x="166785" y="133233"/>
                  </a:moveTo>
                  <a:lnTo>
                    <a:pt x="202411" y="97606"/>
                  </a:lnTo>
                  <a:lnTo>
                    <a:pt x="183012" y="97606"/>
                  </a:lnTo>
                  <a:cubicBezTo>
                    <a:pt x="176301" y="97606"/>
                    <a:pt x="170811" y="92116"/>
                    <a:pt x="170811" y="85406"/>
                  </a:cubicBezTo>
                  <a:cubicBezTo>
                    <a:pt x="170811" y="78695"/>
                    <a:pt x="176301" y="73205"/>
                    <a:pt x="183012" y="73205"/>
                  </a:cubicBezTo>
                  <a:lnTo>
                    <a:pt x="219614" y="73205"/>
                  </a:lnTo>
                  <a:cubicBezTo>
                    <a:pt x="233035" y="73205"/>
                    <a:pt x="244016" y="84185"/>
                    <a:pt x="244016" y="97606"/>
                  </a:cubicBezTo>
                  <a:lnTo>
                    <a:pt x="244016" y="134209"/>
                  </a:lnTo>
                  <a:cubicBezTo>
                    <a:pt x="244016" y="140919"/>
                    <a:pt x="238525" y="146410"/>
                    <a:pt x="231815" y="146410"/>
                  </a:cubicBezTo>
                  <a:cubicBezTo>
                    <a:pt x="225105" y="146410"/>
                    <a:pt x="219614" y="140919"/>
                    <a:pt x="219614" y="134209"/>
                  </a:cubicBezTo>
                  <a:lnTo>
                    <a:pt x="219614" y="114809"/>
                  </a:lnTo>
                  <a:lnTo>
                    <a:pt x="183988" y="150436"/>
                  </a:lnTo>
                  <a:cubicBezTo>
                    <a:pt x="178376" y="156048"/>
                    <a:pt x="170811" y="159098"/>
                    <a:pt x="163125" y="159098"/>
                  </a:cubicBezTo>
                  <a:cubicBezTo>
                    <a:pt x="160440" y="159098"/>
                    <a:pt x="157756" y="158732"/>
                    <a:pt x="155072" y="158000"/>
                  </a:cubicBezTo>
                  <a:cubicBezTo>
                    <a:pt x="148606" y="156170"/>
                    <a:pt x="144823" y="149460"/>
                    <a:pt x="146654" y="142993"/>
                  </a:cubicBezTo>
                  <a:cubicBezTo>
                    <a:pt x="148484" y="136527"/>
                    <a:pt x="155194" y="132745"/>
                    <a:pt x="161783" y="134575"/>
                  </a:cubicBezTo>
                  <a:cubicBezTo>
                    <a:pt x="163247" y="134941"/>
                    <a:pt x="165199" y="134819"/>
                    <a:pt x="166785" y="133233"/>
                  </a:cubicBezTo>
                  <a:close/>
                </a:path>
              </a:pathLst>
            </a:custGeom>
            <a:solidFill>
              <a:schemeClr val="accent3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993AE29-20D2-6E8B-C6F8-A3CDC766BBD6}"/>
              </a:ext>
            </a:extLst>
          </p:cNvPr>
          <p:cNvSpPr txBox="1"/>
          <p:nvPr/>
        </p:nvSpPr>
        <p:spPr>
          <a:xfrm>
            <a:off x="5233683" y="3511224"/>
            <a:ext cx="1967329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5"/>
                </a:solidFill>
              </a:rPr>
              <a:t>Compelling Visuals</a:t>
            </a:r>
            <a:endParaRPr lang="en-US" sz="12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0CB99E-3109-9E0B-BDDC-DBDDE1D2C30B}"/>
              </a:ext>
            </a:extLst>
          </p:cNvPr>
          <p:cNvSpPr txBox="1"/>
          <p:nvPr/>
        </p:nvSpPr>
        <p:spPr>
          <a:xfrm>
            <a:off x="7201012" y="3400424"/>
            <a:ext cx="3885976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great pitch deck tells your story clearly, concisely, and makes people want more.</a:t>
            </a:r>
            <a:endParaRPr lang="en-US" sz="12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691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288595-0087-E0CA-234D-516648270AC5}"/>
              </a:ext>
            </a:extLst>
          </p:cNvPr>
          <p:cNvSpPr/>
          <p:nvPr/>
        </p:nvSpPr>
        <p:spPr>
          <a:xfrm>
            <a:off x="1899557" y="3446220"/>
            <a:ext cx="2191657" cy="3411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478E8A-35B3-360B-DC2D-21CEAA64945B}"/>
              </a:ext>
            </a:extLst>
          </p:cNvPr>
          <p:cNvSpPr/>
          <p:nvPr/>
        </p:nvSpPr>
        <p:spPr>
          <a:xfrm>
            <a:off x="3771900" y="4267200"/>
            <a:ext cx="2191657" cy="259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11469-0A1B-7905-7105-60DB8FFA038C}"/>
              </a:ext>
            </a:extLst>
          </p:cNvPr>
          <p:cNvSpPr/>
          <p:nvPr/>
        </p:nvSpPr>
        <p:spPr>
          <a:xfrm>
            <a:off x="6848930" y="2589307"/>
            <a:ext cx="2191657" cy="42686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AC64A1-9020-99E0-66C0-37D488D69655}"/>
              </a:ext>
            </a:extLst>
          </p:cNvPr>
          <p:cNvGrpSpPr/>
          <p:nvPr/>
        </p:nvGrpSpPr>
        <p:grpSpPr>
          <a:xfrm>
            <a:off x="9480444" y="3427812"/>
            <a:ext cx="2191657" cy="1007408"/>
            <a:chOff x="1068185" y="4355215"/>
            <a:chExt cx="2191657" cy="10074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9C4B6C-A291-C5FE-D4D9-55772CECD12C}"/>
                </a:ext>
              </a:extLst>
            </p:cNvPr>
            <p:cNvSpPr txBox="1"/>
            <p:nvPr/>
          </p:nvSpPr>
          <p:spPr>
            <a:xfrm>
              <a:off x="1068186" y="4355215"/>
              <a:ext cx="1646886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200" dirty="0">
                  <a:solidFill>
                    <a:schemeClr val="accent2"/>
                  </a:solidFill>
                  <a:latin typeface="+mj-lt"/>
                </a:rPr>
                <a:t>+768</a:t>
              </a:r>
              <a:endParaRPr lang="en-ID" sz="3200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29C67B-7028-C22A-B5E3-8EEF91604B51}"/>
                </a:ext>
              </a:extLst>
            </p:cNvPr>
            <p:cNvSpPr txBox="1"/>
            <p:nvPr/>
          </p:nvSpPr>
          <p:spPr>
            <a:xfrm>
              <a:off x="1068185" y="4836325"/>
              <a:ext cx="2191657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Elevator pitch deck explains ideas clearly and quickly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40DFC9-4EAA-F806-46B2-6291DAA42205}"/>
              </a:ext>
            </a:extLst>
          </p:cNvPr>
          <p:cNvGrpSpPr/>
          <p:nvPr/>
        </p:nvGrpSpPr>
        <p:grpSpPr>
          <a:xfrm>
            <a:off x="9480445" y="4801227"/>
            <a:ext cx="2191656" cy="1007408"/>
            <a:chOff x="1068186" y="4355215"/>
            <a:chExt cx="2191656" cy="100740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F3C065-D176-5E82-625E-34932D4358AA}"/>
                </a:ext>
              </a:extLst>
            </p:cNvPr>
            <p:cNvSpPr txBox="1"/>
            <p:nvPr/>
          </p:nvSpPr>
          <p:spPr>
            <a:xfrm>
              <a:off x="1068186" y="4355215"/>
              <a:ext cx="1646886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200" dirty="0">
                  <a:solidFill>
                    <a:schemeClr val="accent5"/>
                  </a:solidFill>
                  <a:latin typeface="+mj-lt"/>
                </a:rPr>
                <a:t>+932</a:t>
              </a:r>
              <a:endParaRPr lang="en-ID" sz="3200" dirty="0">
                <a:solidFill>
                  <a:schemeClr val="accent5"/>
                </a:solidFill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B3D874-952F-541D-8D61-06AFEB8526AA}"/>
                </a:ext>
              </a:extLst>
            </p:cNvPr>
            <p:cNvSpPr txBox="1"/>
            <p:nvPr/>
          </p:nvSpPr>
          <p:spPr>
            <a:xfrm>
              <a:off x="1068186" y="4836325"/>
              <a:ext cx="2191656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Keep your message simple, strong, and focused always.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BEC8D79-B937-F94B-A5E5-7F618FE23BD1}"/>
              </a:ext>
            </a:extLst>
          </p:cNvPr>
          <p:cNvSpPr txBox="1"/>
          <p:nvPr/>
        </p:nvSpPr>
        <p:spPr>
          <a:xfrm>
            <a:off x="747703" y="988869"/>
            <a:ext cx="8962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Unlocking Market Potential with </a:t>
            </a:r>
            <a:r>
              <a:rPr lang="en-US" sz="4000" dirty="0">
                <a:solidFill>
                  <a:schemeClr val="accent5"/>
                </a:solidFill>
              </a:rPr>
              <a:t>Scalable Business Models</a:t>
            </a:r>
            <a:endParaRPr lang="en-US" sz="40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8773D2-0C20-D17C-3973-E149913C3C34}"/>
              </a:ext>
            </a:extLst>
          </p:cNvPr>
          <p:cNvSpPr txBox="1"/>
          <p:nvPr/>
        </p:nvSpPr>
        <p:spPr>
          <a:xfrm>
            <a:off x="771518" y="711870"/>
            <a:ext cx="194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Elevator Pitch Deck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9310F-03AF-142C-4703-B5DC03B42A57}"/>
              </a:ext>
            </a:extLst>
          </p:cNvPr>
          <p:cNvSpPr txBox="1"/>
          <p:nvPr/>
        </p:nvSpPr>
        <p:spPr>
          <a:xfrm>
            <a:off x="776281" y="2259682"/>
            <a:ext cx="470154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CDB200-4E80-D84F-BDA3-280EE8FA8C08}"/>
              </a:ext>
            </a:extLst>
          </p:cNvPr>
          <p:cNvGrpSpPr/>
          <p:nvPr/>
        </p:nvGrpSpPr>
        <p:grpSpPr>
          <a:xfrm>
            <a:off x="2193842" y="3758134"/>
            <a:ext cx="1603087" cy="764957"/>
            <a:chOff x="6594039" y="5121939"/>
            <a:chExt cx="1603087" cy="76495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CC0A7E-678A-CE2F-52D3-3D91622498F3}"/>
                </a:ext>
              </a:extLst>
            </p:cNvPr>
            <p:cNvSpPr txBox="1"/>
            <p:nvPr/>
          </p:nvSpPr>
          <p:spPr>
            <a:xfrm>
              <a:off x="6594039" y="5121939"/>
              <a:ext cx="160308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>
                  <a:solidFill>
                    <a:schemeClr val="bg2"/>
                  </a:solidFill>
                  <a:latin typeface="+mj-lt"/>
                </a:rPr>
                <a:t>72,8%</a:t>
              </a:r>
              <a:endParaRPr lang="en-ID" sz="2400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B45E68-73D6-BAD3-858F-61B9C24CD419}"/>
                </a:ext>
              </a:extLst>
            </p:cNvPr>
            <p:cNvSpPr txBox="1"/>
            <p:nvPr/>
          </p:nvSpPr>
          <p:spPr>
            <a:xfrm>
              <a:off x="6594040" y="5486786"/>
              <a:ext cx="13189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Present ideas with clarity</a:t>
              </a:r>
              <a:endParaRPr lang="en-ID" sz="10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249667-7B43-E4EC-435D-C199B50D63B0}"/>
              </a:ext>
            </a:extLst>
          </p:cNvPr>
          <p:cNvGrpSpPr/>
          <p:nvPr/>
        </p:nvGrpSpPr>
        <p:grpSpPr>
          <a:xfrm>
            <a:off x="4066184" y="4621045"/>
            <a:ext cx="1603087" cy="764957"/>
            <a:chOff x="6594039" y="5121939"/>
            <a:chExt cx="1603087" cy="76495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EBE4E4-B8BF-8710-4FFD-73D3830872E7}"/>
                </a:ext>
              </a:extLst>
            </p:cNvPr>
            <p:cNvSpPr txBox="1"/>
            <p:nvPr/>
          </p:nvSpPr>
          <p:spPr>
            <a:xfrm>
              <a:off x="6594039" y="5121939"/>
              <a:ext cx="160308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>
                  <a:solidFill>
                    <a:schemeClr val="bg2"/>
                  </a:solidFill>
                  <a:latin typeface="+mj-lt"/>
                </a:rPr>
                <a:t>64,2%</a:t>
              </a:r>
              <a:endParaRPr lang="en-ID" sz="2400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73145E-B156-D017-A1DF-9C228B9D2482}"/>
                </a:ext>
              </a:extLst>
            </p:cNvPr>
            <p:cNvSpPr txBox="1"/>
            <p:nvPr/>
          </p:nvSpPr>
          <p:spPr>
            <a:xfrm>
              <a:off x="6594040" y="5486786"/>
              <a:ext cx="13189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Focus on key problems</a:t>
              </a:r>
              <a:endParaRPr lang="en-ID" sz="10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24581-525C-FC74-C2D6-AE482838E4A8}"/>
              </a:ext>
            </a:extLst>
          </p:cNvPr>
          <p:cNvGrpSpPr/>
          <p:nvPr/>
        </p:nvGrpSpPr>
        <p:grpSpPr>
          <a:xfrm>
            <a:off x="7143214" y="2993177"/>
            <a:ext cx="1603087" cy="764957"/>
            <a:chOff x="6594039" y="5121939"/>
            <a:chExt cx="1603087" cy="76495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E6A33A-2855-5EBE-C858-2C66B47242D9}"/>
                </a:ext>
              </a:extLst>
            </p:cNvPr>
            <p:cNvSpPr txBox="1"/>
            <p:nvPr/>
          </p:nvSpPr>
          <p:spPr>
            <a:xfrm>
              <a:off x="6594039" y="5121939"/>
              <a:ext cx="160308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>
                  <a:solidFill>
                    <a:schemeClr val="bg2"/>
                  </a:solidFill>
                  <a:latin typeface="+mj-lt"/>
                </a:rPr>
                <a:t>82,5%</a:t>
              </a:r>
              <a:endParaRPr lang="en-ID" sz="2400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8C1F65-48EF-03E5-E905-C4DEEE55C2F9}"/>
                </a:ext>
              </a:extLst>
            </p:cNvPr>
            <p:cNvSpPr txBox="1"/>
            <p:nvPr/>
          </p:nvSpPr>
          <p:spPr>
            <a:xfrm>
              <a:off x="6594040" y="5486786"/>
              <a:ext cx="13189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Show value and impact</a:t>
              </a:r>
              <a:endParaRPr lang="en-ID" sz="10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6848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C5182-24BA-460F-888D-031FB4584E43}"/>
              </a:ext>
            </a:extLst>
          </p:cNvPr>
          <p:cNvSpPr txBox="1"/>
          <p:nvPr/>
        </p:nvSpPr>
        <p:spPr>
          <a:xfrm>
            <a:off x="747703" y="1631889"/>
            <a:ext cx="7909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Speaking With Purpose and </a:t>
            </a:r>
            <a:r>
              <a:rPr lang="en-US" sz="4000" dirty="0">
                <a:solidFill>
                  <a:schemeClr val="accent5"/>
                </a:solidFill>
                <a:latin typeface="+mj-lt"/>
              </a:rPr>
              <a:t>Persuasive Energy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674C0-8B9E-A1E0-CB3B-F4CB7B6F54E3}"/>
              </a:ext>
            </a:extLst>
          </p:cNvPr>
          <p:cNvSpPr txBox="1"/>
          <p:nvPr/>
        </p:nvSpPr>
        <p:spPr>
          <a:xfrm>
            <a:off x="771518" y="1354890"/>
            <a:ext cx="194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Elevator Pitch Deck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2133B-78E0-B8F7-AAF7-0B91A9837819}"/>
              </a:ext>
            </a:extLst>
          </p:cNvPr>
          <p:cNvSpPr txBox="1"/>
          <p:nvPr/>
        </p:nvSpPr>
        <p:spPr>
          <a:xfrm>
            <a:off x="776281" y="2902702"/>
            <a:ext cx="470154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D06529-F2E0-4490-C201-E6382E87876E}"/>
              </a:ext>
            </a:extLst>
          </p:cNvPr>
          <p:cNvSpPr/>
          <p:nvPr/>
        </p:nvSpPr>
        <p:spPr>
          <a:xfrm>
            <a:off x="7966679" y="865475"/>
            <a:ext cx="3844321" cy="38443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16F9D3-481D-8AE7-A2E1-343E7B0C762F}"/>
              </a:ext>
            </a:extLst>
          </p:cNvPr>
          <p:cNvSpPr/>
          <p:nvPr/>
        </p:nvSpPr>
        <p:spPr>
          <a:xfrm>
            <a:off x="6715371" y="3313919"/>
            <a:ext cx="2223877" cy="22238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FD83A1-8D60-5782-440B-B7E914003F31}"/>
              </a:ext>
            </a:extLst>
          </p:cNvPr>
          <p:cNvGrpSpPr/>
          <p:nvPr/>
        </p:nvGrpSpPr>
        <p:grpSpPr>
          <a:xfrm>
            <a:off x="9029115" y="2979883"/>
            <a:ext cx="1684100" cy="1056025"/>
            <a:chOff x="1039614" y="4185939"/>
            <a:chExt cx="1684100" cy="105602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CE7835-3BE8-2607-915D-91A97CF16713}"/>
                </a:ext>
              </a:extLst>
            </p:cNvPr>
            <p:cNvSpPr txBox="1"/>
            <p:nvPr/>
          </p:nvSpPr>
          <p:spPr>
            <a:xfrm>
              <a:off x="1039614" y="4185939"/>
              <a:ext cx="1646886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5400" dirty="0">
                  <a:solidFill>
                    <a:schemeClr val="bg1"/>
                  </a:solidFill>
                  <a:latin typeface="+mj-lt"/>
                </a:rPr>
                <a:t>75%</a:t>
              </a:r>
              <a:endParaRPr lang="en-ID" sz="5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2CADA0-41C5-3F69-6836-F4E33B9CB743}"/>
                </a:ext>
              </a:extLst>
            </p:cNvPr>
            <p:cNvSpPr txBox="1"/>
            <p:nvPr/>
          </p:nvSpPr>
          <p:spPr>
            <a:xfrm>
              <a:off x="1051518" y="4964965"/>
              <a:ext cx="1672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Present clarity ideas</a:t>
              </a:r>
              <a:endParaRPr lang="en-ID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67652B-AC99-1DBA-CA67-9763F63AB9C0}"/>
              </a:ext>
            </a:extLst>
          </p:cNvPr>
          <p:cNvGrpSpPr/>
          <p:nvPr/>
        </p:nvGrpSpPr>
        <p:grpSpPr>
          <a:xfrm>
            <a:off x="7102769" y="4257442"/>
            <a:ext cx="1684100" cy="840461"/>
            <a:chOff x="1039614" y="4401503"/>
            <a:chExt cx="1684100" cy="8404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2DA8A3-DDF4-F996-92E9-1CFDA8F7030B}"/>
                </a:ext>
              </a:extLst>
            </p:cNvPr>
            <p:cNvSpPr txBox="1"/>
            <p:nvPr/>
          </p:nvSpPr>
          <p:spPr>
            <a:xfrm>
              <a:off x="1039614" y="4401503"/>
              <a:ext cx="1646886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+mj-lt"/>
                </a:rPr>
                <a:t>48%</a:t>
              </a:r>
              <a:endParaRPr lang="en-ID" sz="4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8245E9-E241-4E8E-6D35-D417AC89E2DF}"/>
                </a:ext>
              </a:extLst>
            </p:cNvPr>
            <p:cNvSpPr txBox="1"/>
            <p:nvPr/>
          </p:nvSpPr>
          <p:spPr>
            <a:xfrm>
              <a:off x="1051518" y="4964965"/>
              <a:ext cx="1672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Key problems</a:t>
              </a:r>
              <a:endParaRPr lang="en-ID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62708F-1F74-E7C1-5CDB-191B86BE991C}"/>
              </a:ext>
            </a:extLst>
          </p:cNvPr>
          <p:cNvGrpSpPr/>
          <p:nvPr/>
        </p:nvGrpSpPr>
        <p:grpSpPr>
          <a:xfrm>
            <a:off x="9034923" y="4985118"/>
            <a:ext cx="2198006" cy="1007408"/>
            <a:chOff x="1061836" y="4355215"/>
            <a:chExt cx="2198006" cy="10074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ACA6B36-4DCE-030F-14FF-9D31B6A83296}"/>
                </a:ext>
              </a:extLst>
            </p:cNvPr>
            <p:cNvSpPr txBox="1"/>
            <p:nvPr/>
          </p:nvSpPr>
          <p:spPr>
            <a:xfrm>
              <a:off x="1061836" y="4355215"/>
              <a:ext cx="1646886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200" dirty="0">
                  <a:solidFill>
                    <a:schemeClr val="accent5"/>
                  </a:solidFill>
                  <a:latin typeface="+mj-lt"/>
                </a:rPr>
                <a:t>+768</a:t>
              </a:r>
              <a:endParaRPr lang="en-ID" sz="3200" dirty="0">
                <a:solidFill>
                  <a:schemeClr val="accent5"/>
                </a:solidFill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B4442ED-9FFD-742F-20B1-BBD12BC3CB63}"/>
                </a:ext>
              </a:extLst>
            </p:cNvPr>
            <p:cNvSpPr txBox="1"/>
            <p:nvPr/>
          </p:nvSpPr>
          <p:spPr>
            <a:xfrm>
              <a:off x="1068185" y="4836325"/>
              <a:ext cx="2191657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Elevator pitch deck explains ideas clearly and quickly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3FA38BA-62C4-F836-99C3-664CBB0C2C20}"/>
              </a:ext>
            </a:extLst>
          </p:cNvPr>
          <p:cNvSpPr txBox="1"/>
          <p:nvPr/>
        </p:nvSpPr>
        <p:spPr>
          <a:xfrm>
            <a:off x="761860" y="4511358"/>
            <a:ext cx="2766738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accent2"/>
                </a:solidFill>
              </a:rPr>
              <a:t>179k</a:t>
            </a:r>
            <a:endParaRPr lang="en-US" sz="54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4C296E-3A05-DBE5-A500-3155BB63AF48}"/>
              </a:ext>
            </a:extLst>
          </p:cNvPr>
          <p:cNvSpPr txBox="1"/>
          <p:nvPr/>
        </p:nvSpPr>
        <p:spPr>
          <a:xfrm>
            <a:off x="780910" y="5466228"/>
            <a:ext cx="2295666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Keep your message simple, strong, and focused always.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55ECA9-0099-4A32-FCB3-895DE9A068CF}"/>
              </a:ext>
            </a:extLst>
          </p:cNvPr>
          <p:cNvSpPr txBox="1"/>
          <p:nvPr/>
        </p:nvSpPr>
        <p:spPr>
          <a:xfrm>
            <a:off x="780909" y="4301872"/>
            <a:ext cx="2766739" cy="34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01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F035AA-FFEF-9525-25A6-89C0D468CBF1}"/>
              </a:ext>
            </a:extLst>
          </p:cNvPr>
          <p:cNvSpPr txBox="1"/>
          <p:nvPr/>
        </p:nvSpPr>
        <p:spPr>
          <a:xfrm>
            <a:off x="3375092" y="4511358"/>
            <a:ext cx="2766738" cy="104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400" dirty="0">
                <a:solidFill>
                  <a:schemeClr val="accent3"/>
                </a:solidFill>
              </a:rPr>
              <a:t>537k</a:t>
            </a:r>
            <a:endParaRPr lang="en-US" sz="5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8E85D7-6ADB-2FFE-562A-FC9E299FA755}"/>
              </a:ext>
            </a:extLst>
          </p:cNvPr>
          <p:cNvSpPr txBox="1"/>
          <p:nvPr/>
        </p:nvSpPr>
        <p:spPr>
          <a:xfrm>
            <a:off x="3394141" y="5466228"/>
            <a:ext cx="1844609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your value in just a few slides.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AD1206-50DE-D634-9C9F-AB4EA61468D9}"/>
              </a:ext>
            </a:extLst>
          </p:cNvPr>
          <p:cNvSpPr txBox="1"/>
          <p:nvPr/>
        </p:nvSpPr>
        <p:spPr>
          <a:xfrm>
            <a:off x="3394141" y="4301872"/>
            <a:ext cx="2766739" cy="340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3"/>
                </a:solidFill>
              </a:rPr>
              <a:t>02</a:t>
            </a:r>
            <a:endParaRPr lang="en-US" sz="1400" dirty="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6968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8980EA7-1D7E-2572-267C-ECF465CEA451}"/>
              </a:ext>
            </a:extLst>
          </p:cNvPr>
          <p:cNvGrpSpPr/>
          <p:nvPr/>
        </p:nvGrpSpPr>
        <p:grpSpPr>
          <a:xfrm>
            <a:off x="6087545" y="2608737"/>
            <a:ext cx="7432329" cy="3682757"/>
            <a:chOff x="4757314" y="1988457"/>
            <a:chExt cx="7053686" cy="349513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B74C3D10-D767-7DD2-FBEC-EFEFB3842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2496" y="25824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1E9386E-5772-778F-748A-67389ED01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27403" y="2275454"/>
              <a:ext cx="4052448" cy="2699778"/>
            </a:xfrm>
            <a:custGeom>
              <a:avLst/>
              <a:gdLst>
                <a:gd name="T0" fmla="*/ 1878 w 2059"/>
                <a:gd name="T1" fmla="*/ 154 h 1371"/>
                <a:gd name="T2" fmla="*/ 1775 w 2059"/>
                <a:gd name="T3" fmla="*/ 162 h 1371"/>
                <a:gd name="T4" fmla="*/ 1593 w 2059"/>
                <a:gd name="T5" fmla="*/ 102 h 1371"/>
                <a:gd name="T6" fmla="*/ 1447 w 2059"/>
                <a:gd name="T7" fmla="*/ 122 h 1371"/>
                <a:gd name="T8" fmla="*/ 1296 w 2059"/>
                <a:gd name="T9" fmla="*/ 86 h 1371"/>
                <a:gd name="T10" fmla="*/ 1237 w 2059"/>
                <a:gd name="T11" fmla="*/ 24 h 1371"/>
                <a:gd name="T12" fmla="*/ 1060 w 2059"/>
                <a:gd name="T13" fmla="*/ 49 h 1371"/>
                <a:gd name="T14" fmla="*/ 937 w 2059"/>
                <a:gd name="T15" fmla="*/ 116 h 1371"/>
                <a:gd name="T16" fmla="*/ 925 w 2059"/>
                <a:gd name="T17" fmla="*/ 168 h 1371"/>
                <a:gd name="T18" fmla="*/ 901 w 2059"/>
                <a:gd name="T19" fmla="*/ 193 h 1371"/>
                <a:gd name="T20" fmla="*/ 843 w 2059"/>
                <a:gd name="T21" fmla="*/ 139 h 1371"/>
                <a:gd name="T22" fmla="*/ 771 w 2059"/>
                <a:gd name="T23" fmla="*/ 179 h 1371"/>
                <a:gd name="T24" fmla="*/ 628 w 2059"/>
                <a:gd name="T25" fmla="*/ 204 h 1371"/>
                <a:gd name="T26" fmla="*/ 604 w 2059"/>
                <a:gd name="T27" fmla="*/ 215 h 1371"/>
                <a:gd name="T28" fmla="*/ 515 w 2059"/>
                <a:gd name="T29" fmla="*/ 232 h 1371"/>
                <a:gd name="T30" fmla="*/ 492 w 2059"/>
                <a:gd name="T31" fmla="*/ 153 h 1371"/>
                <a:gd name="T32" fmla="*/ 393 w 2059"/>
                <a:gd name="T33" fmla="*/ 138 h 1371"/>
                <a:gd name="T34" fmla="*/ 296 w 2059"/>
                <a:gd name="T35" fmla="*/ 230 h 1371"/>
                <a:gd name="T36" fmla="*/ 231 w 2059"/>
                <a:gd name="T37" fmla="*/ 334 h 1371"/>
                <a:gd name="T38" fmla="*/ 350 w 2059"/>
                <a:gd name="T39" fmla="*/ 329 h 1371"/>
                <a:gd name="T40" fmla="*/ 383 w 2059"/>
                <a:gd name="T41" fmla="*/ 292 h 1371"/>
                <a:gd name="T42" fmla="*/ 411 w 2059"/>
                <a:gd name="T43" fmla="*/ 343 h 1371"/>
                <a:gd name="T44" fmla="*/ 286 w 2059"/>
                <a:gd name="T45" fmla="*/ 402 h 1371"/>
                <a:gd name="T46" fmla="*/ 232 w 2059"/>
                <a:gd name="T47" fmla="*/ 410 h 1371"/>
                <a:gd name="T48" fmla="*/ 148 w 2059"/>
                <a:gd name="T49" fmla="*/ 540 h 1371"/>
                <a:gd name="T50" fmla="*/ 142 w 2059"/>
                <a:gd name="T51" fmla="*/ 618 h 1371"/>
                <a:gd name="T52" fmla="*/ 331 w 2059"/>
                <a:gd name="T53" fmla="*/ 600 h 1371"/>
                <a:gd name="T54" fmla="*/ 364 w 2059"/>
                <a:gd name="T55" fmla="*/ 568 h 1371"/>
                <a:gd name="T56" fmla="*/ 452 w 2059"/>
                <a:gd name="T57" fmla="*/ 534 h 1371"/>
                <a:gd name="T58" fmla="*/ 556 w 2059"/>
                <a:gd name="T59" fmla="*/ 494 h 1371"/>
                <a:gd name="T60" fmla="*/ 436 w 2059"/>
                <a:gd name="T61" fmla="*/ 590 h 1371"/>
                <a:gd name="T62" fmla="*/ 468 w 2059"/>
                <a:gd name="T63" fmla="*/ 678 h 1371"/>
                <a:gd name="T64" fmla="*/ 273 w 2059"/>
                <a:gd name="T65" fmla="*/ 612 h 1371"/>
                <a:gd name="T66" fmla="*/ 69 w 2059"/>
                <a:gd name="T67" fmla="*/ 700 h 1371"/>
                <a:gd name="T68" fmla="*/ 197 w 2059"/>
                <a:gd name="T69" fmla="*/ 939 h 1371"/>
                <a:gd name="T70" fmla="*/ 296 w 2059"/>
                <a:gd name="T71" fmla="*/ 1156 h 1371"/>
                <a:gd name="T72" fmla="*/ 491 w 2059"/>
                <a:gd name="T73" fmla="*/ 1278 h 1371"/>
                <a:gd name="T74" fmla="*/ 569 w 2059"/>
                <a:gd name="T75" fmla="*/ 1029 h 1371"/>
                <a:gd name="T76" fmla="*/ 595 w 2059"/>
                <a:gd name="T77" fmla="*/ 874 h 1371"/>
                <a:gd name="T78" fmla="*/ 562 w 2059"/>
                <a:gd name="T79" fmla="*/ 795 h 1371"/>
                <a:gd name="T80" fmla="*/ 728 w 2059"/>
                <a:gd name="T81" fmla="*/ 732 h 1371"/>
                <a:gd name="T82" fmla="*/ 667 w 2059"/>
                <a:gd name="T83" fmla="*/ 694 h 1371"/>
                <a:gd name="T84" fmla="*/ 862 w 2059"/>
                <a:gd name="T85" fmla="*/ 776 h 1371"/>
                <a:gd name="T86" fmla="*/ 983 w 2059"/>
                <a:gd name="T87" fmla="*/ 840 h 1371"/>
                <a:gd name="T88" fmla="*/ 1126 w 2059"/>
                <a:gd name="T89" fmla="*/ 835 h 1371"/>
                <a:gd name="T90" fmla="*/ 1190 w 2059"/>
                <a:gd name="T91" fmla="*/ 977 h 1371"/>
                <a:gd name="T92" fmla="*/ 1246 w 2059"/>
                <a:gd name="T93" fmla="*/ 889 h 1371"/>
                <a:gd name="T94" fmla="*/ 1373 w 2059"/>
                <a:gd name="T95" fmla="*/ 696 h 1371"/>
                <a:gd name="T96" fmla="*/ 1331 w 2059"/>
                <a:gd name="T97" fmla="*/ 598 h 1371"/>
                <a:gd name="T98" fmla="*/ 1404 w 2059"/>
                <a:gd name="T99" fmla="*/ 586 h 1371"/>
                <a:gd name="T100" fmla="*/ 1437 w 2059"/>
                <a:gd name="T101" fmla="*/ 582 h 1371"/>
                <a:gd name="T102" fmla="*/ 1510 w 2059"/>
                <a:gd name="T103" fmla="*/ 392 h 1371"/>
                <a:gd name="T104" fmla="*/ 1758 w 2059"/>
                <a:gd name="T105" fmla="*/ 296 h 1371"/>
                <a:gd name="T106" fmla="*/ 1727 w 2059"/>
                <a:gd name="T107" fmla="*/ 353 h 1371"/>
                <a:gd name="T108" fmla="*/ 1780 w 2059"/>
                <a:gd name="T109" fmla="*/ 348 h 1371"/>
                <a:gd name="T110" fmla="*/ 1953 w 2059"/>
                <a:gd name="T111" fmla="*/ 270 h 1371"/>
                <a:gd name="T112" fmla="*/ 2028 w 2059"/>
                <a:gd name="T113" fmla="*/ 251 h 1371"/>
                <a:gd name="T114" fmla="*/ 658 w 2059"/>
                <a:gd name="T115" fmla="*/ 590 h 1371"/>
                <a:gd name="T116" fmla="*/ 687 w 2059"/>
                <a:gd name="T117" fmla="*/ 546 h 1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59" h="1371">
                  <a:moveTo>
                    <a:pt x="2059" y="223"/>
                  </a:moveTo>
                  <a:cubicBezTo>
                    <a:pt x="2059" y="216"/>
                    <a:pt x="2050" y="214"/>
                    <a:pt x="2045" y="210"/>
                  </a:cubicBezTo>
                  <a:cubicBezTo>
                    <a:pt x="2042" y="208"/>
                    <a:pt x="2038" y="208"/>
                    <a:pt x="2034" y="207"/>
                  </a:cubicBezTo>
                  <a:cubicBezTo>
                    <a:pt x="2024" y="203"/>
                    <a:pt x="2017" y="200"/>
                    <a:pt x="2018" y="218"/>
                  </a:cubicBezTo>
                  <a:cubicBezTo>
                    <a:pt x="2012" y="205"/>
                    <a:pt x="2006" y="194"/>
                    <a:pt x="1994" y="188"/>
                  </a:cubicBezTo>
                  <a:cubicBezTo>
                    <a:pt x="1989" y="186"/>
                    <a:pt x="1984" y="185"/>
                    <a:pt x="1979" y="182"/>
                  </a:cubicBezTo>
                  <a:cubicBezTo>
                    <a:pt x="1952" y="167"/>
                    <a:pt x="1924" y="152"/>
                    <a:pt x="1891" y="156"/>
                  </a:cubicBezTo>
                  <a:cubicBezTo>
                    <a:pt x="1887" y="157"/>
                    <a:pt x="1882" y="157"/>
                    <a:pt x="1878" y="154"/>
                  </a:cubicBezTo>
                  <a:cubicBezTo>
                    <a:pt x="1874" y="151"/>
                    <a:pt x="1869" y="149"/>
                    <a:pt x="1866" y="152"/>
                  </a:cubicBezTo>
                  <a:cubicBezTo>
                    <a:pt x="1862" y="156"/>
                    <a:pt x="1864" y="161"/>
                    <a:pt x="1867" y="166"/>
                  </a:cubicBezTo>
                  <a:cubicBezTo>
                    <a:pt x="1869" y="168"/>
                    <a:pt x="1872" y="171"/>
                    <a:pt x="1867" y="174"/>
                  </a:cubicBezTo>
                  <a:cubicBezTo>
                    <a:pt x="1861" y="178"/>
                    <a:pt x="1843" y="170"/>
                    <a:pt x="1842" y="163"/>
                  </a:cubicBezTo>
                  <a:cubicBezTo>
                    <a:pt x="1844" y="160"/>
                    <a:pt x="1851" y="165"/>
                    <a:pt x="1852" y="156"/>
                  </a:cubicBezTo>
                  <a:cubicBezTo>
                    <a:pt x="1845" y="158"/>
                    <a:pt x="1839" y="152"/>
                    <a:pt x="1833" y="160"/>
                  </a:cubicBezTo>
                  <a:cubicBezTo>
                    <a:pt x="1831" y="163"/>
                    <a:pt x="1823" y="165"/>
                    <a:pt x="1820" y="164"/>
                  </a:cubicBezTo>
                  <a:cubicBezTo>
                    <a:pt x="1805" y="158"/>
                    <a:pt x="1790" y="163"/>
                    <a:pt x="1775" y="162"/>
                  </a:cubicBezTo>
                  <a:cubicBezTo>
                    <a:pt x="1769" y="161"/>
                    <a:pt x="1753" y="165"/>
                    <a:pt x="1758" y="148"/>
                  </a:cubicBezTo>
                  <a:cubicBezTo>
                    <a:pt x="1759" y="146"/>
                    <a:pt x="1754" y="140"/>
                    <a:pt x="1751" y="139"/>
                  </a:cubicBezTo>
                  <a:cubicBezTo>
                    <a:pt x="1741" y="137"/>
                    <a:pt x="1731" y="130"/>
                    <a:pt x="1720" y="134"/>
                  </a:cubicBezTo>
                  <a:cubicBezTo>
                    <a:pt x="1694" y="145"/>
                    <a:pt x="1672" y="129"/>
                    <a:pt x="1649" y="123"/>
                  </a:cubicBezTo>
                  <a:cubicBezTo>
                    <a:pt x="1651" y="118"/>
                    <a:pt x="1659" y="122"/>
                    <a:pt x="1656" y="115"/>
                  </a:cubicBezTo>
                  <a:cubicBezTo>
                    <a:pt x="1654" y="111"/>
                    <a:pt x="1628" y="111"/>
                    <a:pt x="1624" y="115"/>
                  </a:cubicBezTo>
                  <a:cubicBezTo>
                    <a:pt x="1621" y="119"/>
                    <a:pt x="1618" y="122"/>
                    <a:pt x="1614" y="123"/>
                  </a:cubicBezTo>
                  <a:cubicBezTo>
                    <a:pt x="1611" y="111"/>
                    <a:pt x="1605" y="104"/>
                    <a:pt x="1593" y="102"/>
                  </a:cubicBezTo>
                  <a:cubicBezTo>
                    <a:pt x="1577" y="99"/>
                    <a:pt x="1564" y="107"/>
                    <a:pt x="1549" y="110"/>
                  </a:cubicBezTo>
                  <a:cubicBezTo>
                    <a:pt x="1553" y="115"/>
                    <a:pt x="1559" y="118"/>
                    <a:pt x="1557" y="124"/>
                  </a:cubicBezTo>
                  <a:cubicBezTo>
                    <a:pt x="1556" y="128"/>
                    <a:pt x="1549" y="124"/>
                    <a:pt x="1547" y="126"/>
                  </a:cubicBezTo>
                  <a:cubicBezTo>
                    <a:pt x="1539" y="134"/>
                    <a:pt x="1532" y="128"/>
                    <a:pt x="1524" y="126"/>
                  </a:cubicBezTo>
                  <a:cubicBezTo>
                    <a:pt x="1512" y="124"/>
                    <a:pt x="1498" y="131"/>
                    <a:pt x="1486" y="121"/>
                  </a:cubicBezTo>
                  <a:cubicBezTo>
                    <a:pt x="1481" y="117"/>
                    <a:pt x="1481" y="125"/>
                    <a:pt x="1479" y="128"/>
                  </a:cubicBezTo>
                  <a:cubicBezTo>
                    <a:pt x="1475" y="134"/>
                    <a:pt x="1470" y="143"/>
                    <a:pt x="1461" y="136"/>
                  </a:cubicBezTo>
                  <a:cubicBezTo>
                    <a:pt x="1455" y="133"/>
                    <a:pt x="1451" y="127"/>
                    <a:pt x="1447" y="122"/>
                  </a:cubicBezTo>
                  <a:cubicBezTo>
                    <a:pt x="1446" y="120"/>
                    <a:pt x="1443" y="118"/>
                    <a:pt x="1445" y="114"/>
                  </a:cubicBezTo>
                  <a:cubicBezTo>
                    <a:pt x="1452" y="101"/>
                    <a:pt x="1444" y="87"/>
                    <a:pt x="1430" y="89"/>
                  </a:cubicBezTo>
                  <a:cubicBezTo>
                    <a:pt x="1424" y="89"/>
                    <a:pt x="1420" y="87"/>
                    <a:pt x="1415" y="86"/>
                  </a:cubicBezTo>
                  <a:cubicBezTo>
                    <a:pt x="1408" y="84"/>
                    <a:pt x="1396" y="77"/>
                    <a:pt x="1394" y="87"/>
                  </a:cubicBezTo>
                  <a:cubicBezTo>
                    <a:pt x="1391" y="100"/>
                    <a:pt x="1380" y="99"/>
                    <a:pt x="1375" y="97"/>
                  </a:cubicBezTo>
                  <a:cubicBezTo>
                    <a:pt x="1364" y="93"/>
                    <a:pt x="1347" y="104"/>
                    <a:pt x="1340" y="86"/>
                  </a:cubicBezTo>
                  <a:cubicBezTo>
                    <a:pt x="1340" y="85"/>
                    <a:pt x="1336" y="86"/>
                    <a:pt x="1335" y="85"/>
                  </a:cubicBezTo>
                  <a:cubicBezTo>
                    <a:pt x="1322" y="82"/>
                    <a:pt x="1309" y="85"/>
                    <a:pt x="1296" y="86"/>
                  </a:cubicBezTo>
                  <a:cubicBezTo>
                    <a:pt x="1294" y="86"/>
                    <a:pt x="1295" y="89"/>
                    <a:pt x="1291" y="87"/>
                  </a:cubicBezTo>
                  <a:cubicBezTo>
                    <a:pt x="1282" y="83"/>
                    <a:pt x="1272" y="81"/>
                    <a:pt x="1263" y="78"/>
                  </a:cubicBezTo>
                  <a:cubicBezTo>
                    <a:pt x="1260" y="77"/>
                    <a:pt x="1257" y="77"/>
                    <a:pt x="1255" y="81"/>
                  </a:cubicBezTo>
                  <a:cubicBezTo>
                    <a:pt x="1248" y="91"/>
                    <a:pt x="1230" y="97"/>
                    <a:pt x="1215" y="93"/>
                  </a:cubicBezTo>
                  <a:cubicBezTo>
                    <a:pt x="1239" y="83"/>
                    <a:pt x="1260" y="70"/>
                    <a:pt x="1282" y="59"/>
                  </a:cubicBezTo>
                  <a:cubicBezTo>
                    <a:pt x="1289" y="55"/>
                    <a:pt x="1295" y="50"/>
                    <a:pt x="1293" y="43"/>
                  </a:cubicBezTo>
                  <a:cubicBezTo>
                    <a:pt x="1291" y="35"/>
                    <a:pt x="1285" y="26"/>
                    <a:pt x="1278" y="25"/>
                  </a:cubicBezTo>
                  <a:cubicBezTo>
                    <a:pt x="1265" y="22"/>
                    <a:pt x="1250" y="23"/>
                    <a:pt x="1237" y="24"/>
                  </a:cubicBezTo>
                  <a:cubicBezTo>
                    <a:pt x="1225" y="26"/>
                    <a:pt x="1219" y="14"/>
                    <a:pt x="1208" y="14"/>
                  </a:cubicBezTo>
                  <a:cubicBezTo>
                    <a:pt x="1205" y="14"/>
                    <a:pt x="1208" y="12"/>
                    <a:pt x="1209" y="12"/>
                  </a:cubicBezTo>
                  <a:cubicBezTo>
                    <a:pt x="1219" y="7"/>
                    <a:pt x="1209" y="6"/>
                    <a:pt x="1207" y="4"/>
                  </a:cubicBezTo>
                  <a:cubicBezTo>
                    <a:pt x="1200" y="0"/>
                    <a:pt x="1192" y="1"/>
                    <a:pt x="1184" y="3"/>
                  </a:cubicBezTo>
                  <a:cubicBezTo>
                    <a:pt x="1169" y="7"/>
                    <a:pt x="1167" y="29"/>
                    <a:pt x="1148" y="30"/>
                  </a:cubicBezTo>
                  <a:cubicBezTo>
                    <a:pt x="1143" y="30"/>
                    <a:pt x="1128" y="39"/>
                    <a:pt x="1126" y="35"/>
                  </a:cubicBezTo>
                  <a:cubicBezTo>
                    <a:pt x="1123" y="25"/>
                    <a:pt x="1116" y="31"/>
                    <a:pt x="1113" y="32"/>
                  </a:cubicBezTo>
                  <a:cubicBezTo>
                    <a:pt x="1097" y="42"/>
                    <a:pt x="1078" y="43"/>
                    <a:pt x="1060" y="49"/>
                  </a:cubicBezTo>
                  <a:cubicBezTo>
                    <a:pt x="1049" y="53"/>
                    <a:pt x="1033" y="56"/>
                    <a:pt x="1038" y="75"/>
                  </a:cubicBezTo>
                  <a:cubicBezTo>
                    <a:pt x="1040" y="79"/>
                    <a:pt x="1038" y="80"/>
                    <a:pt x="1034" y="81"/>
                  </a:cubicBezTo>
                  <a:cubicBezTo>
                    <a:pt x="1019" y="86"/>
                    <a:pt x="1005" y="83"/>
                    <a:pt x="991" y="84"/>
                  </a:cubicBezTo>
                  <a:cubicBezTo>
                    <a:pt x="985" y="85"/>
                    <a:pt x="978" y="85"/>
                    <a:pt x="978" y="93"/>
                  </a:cubicBezTo>
                  <a:cubicBezTo>
                    <a:pt x="979" y="99"/>
                    <a:pt x="976" y="108"/>
                    <a:pt x="988" y="108"/>
                  </a:cubicBezTo>
                  <a:cubicBezTo>
                    <a:pt x="993" y="108"/>
                    <a:pt x="996" y="113"/>
                    <a:pt x="997" y="118"/>
                  </a:cubicBezTo>
                  <a:cubicBezTo>
                    <a:pt x="987" y="124"/>
                    <a:pt x="982" y="115"/>
                    <a:pt x="976" y="112"/>
                  </a:cubicBezTo>
                  <a:cubicBezTo>
                    <a:pt x="962" y="105"/>
                    <a:pt x="946" y="107"/>
                    <a:pt x="937" y="116"/>
                  </a:cubicBezTo>
                  <a:cubicBezTo>
                    <a:pt x="934" y="120"/>
                    <a:pt x="937" y="122"/>
                    <a:pt x="939" y="124"/>
                  </a:cubicBezTo>
                  <a:cubicBezTo>
                    <a:pt x="941" y="127"/>
                    <a:pt x="947" y="125"/>
                    <a:pt x="947" y="131"/>
                  </a:cubicBezTo>
                  <a:cubicBezTo>
                    <a:pt x="933" y="133"/>
                    <a:pt x="924" y="129"/>
                    <a:pt x="928" y="112"/>
                  </a:cubicBezTo>
                  <a:cubicBezTo>
                    <a:pt x="929" y="109"/>
                    <a:pt x="931" y="104"/>
                    <a:pt x="925" y="102"/>
                  </a:cubicBezTo>
                  <a:cubicBezTo>
                    <a:pt x="921" y="113"/>
                    <a:pt x="920" y="115"/>
                    <a:pt x="911" y="120"/>
                  </a:cubicBezTo>
                  <a:cubicBezTo>
                    <a:pt x="903" y="124"/>
                    <a:pt x="902" y="127"/>
                    <a:pt x="909" y="133"/>
                  </a:cubicBezTo>
                  <a:cubicBezTo>
                    <a:pt x="913" y="137"/>
                    <a:pt x="915" y="141"/>
                    <a:pt x="912" y="149"/>
                  </a:cubicBezTo>
                  <a:cubicBezTo>
                    <a:pt x="905" y="163"/>
                    <a:pt x="909" y="168"/>
                    <a:pt x="925" y="168"/>
                  </a:cubicBezTo>
                  <a:cubicBezTo>
                    <a:pt x="933" y="168"/>
                    <a:pt x="940" y="168"/>
                    <a:pt x="947" y="173"/>
                  </a:cubicBezTo>
                  <a:cubicBezTo>
                    <a:pt x="955" y="177"/>
                    <a:pt x="953" y="181"/>
                    <a:pt x="947" y="186"/>
                  </a:cubicBezTo>
                  <a:cubicBezTo>
                    <a:pt x="947" y="185"/>
                    <a:pt x="946" y="184"/>
                    <a:pt x="945" y="182"/>
                  </a:cubicBezTo>
                  <a:cubicBezTo>
                    <a:pt x="942" y="173"/>
                    <a:pt x="937" y="171"/>
                    <a:pt x="926" y="173"/>
                  </a:cubicBezTo>
                  <a:cubicBezTo>
                    <a:pt x="914" y="176"/>
                    <a:pt x="919" y="182"/>
                    <a:pt x="921" y="187"/>
                  </a:cubicBezTo>
                  <a:cubicBezTo>
                    <a:pt x="921" y="189"/>
                    <a:pt x="921" y="190"/>
                    <a:pt x="920" y="192"/>
                  </a:cubicBezTo>
                  <a:cubicBezTo>
                    <a:pt x="911" y="211"/>
                    <a:pt x="885" y="220"/>
                    <a:pt x="864" y="211"/>
                  </a:cubicBezTo>
                  <a:cubicBezTo>
                    <a:pt x="886" y="209"/>
                    <a:pt x="891" y="206"/>
                    <a:pt x="901" y="193"/>
                  </a:cubicBezTo>
                  <a:cubicBezTo>
                    <a:pt x="905" y="188"/>
                    <a:pt x="909" y="180"/>
                    <a:pt x="904" y="176"/>
                  </a:cubicBezTo>
                  <a:cubicBezTo>
                    <a:pt x="897" y="170"/>
                    <a:pt x="898" y="163"/>
                    <a:pt x="898" y="156"/>
                  </a:cubicBezTo>
                  <a:cubicBezTo>
                    <a:pt x="898" y="146"/>
                    <a:pt x="904" y="136"/>
                    <a:pt x="894" y="127"/>
                  </a:cubicBezTo>
                  <a:cubicBezTo>
                    <a:pt x="891" y="125"/>
                    <a:pt x="894" y="123"/>
                    <a:pt x="895" y="121"/>
                  </a:cubicBezTo>
                  <a:cubicBezTo>
                    <a:pt x="899" y="114"/>
                    <a:pt x="902" y="106"/>
                    <a:pt x="893" y="100"/>
                  </a:cubicBezTo>
                  <a:cubicBezTo>
                    <a:pt x="883" y="94"/>
                    <a:pt x="866" y="98"/>
                    <a:pt x="862" y="106"/>
                  </a:cubicBezTo>
                  <a:cubicBezTo>
                    <a:pt x="858" y="113"/>
                    <a:pt x="857" y="123"/>
                    <a:pt x="849" y="125"/>
                  </a:cubicBezTo>
                  <a:cubicBezTo>
                    <a:pt x="840" y="128"/>
                    <a:pt x="839" y="132"/>
                    <a:pt x="843" y="139"/>
                  </a:cubicBezTo>
                  <a:cubicBezTo>
                    <a:pt x="846" y="143"/>
                    <a:pt x="844" y="147"/>
                    <a:pt x="842" y="150"/>
                  </a:cubicBezTo>
                  <a:cubicBezTo>
                    <a:pt x="839" y="155"/>
                    <a:pt x="840" y="159"/>
                    <a:pt x="846" y="160"/>
                  </a:cubicBezTo>
                  <a:cubicBezTo>
                    <a:pt x="851" y="161"/>
                    <a:pt x="853" y="165"/>
                    <a:pt x="855" y="169"/>
                  </a:cubicBezTo>
                  <a:cubicBezTo>
                    <a:pt x="857" y="172"/>
                    <a:pt x="864" y="173"/>
                    <a:pt x="860" y="178"/>
                  </a:cubicBezTo>
                  <a:cubicBezTo>
                    <a:pt x="856" y="182"/>
                    <a:pt x="852" y="180"/>
                    <a:pt x="848" y="177"/>
                  </a:cubicBezTo>
                  <a:cubicBezTo>
                    <a:pt x="826" y="164"/>
                    <a:pt x="802" y="153"/>
                    <a:pt x="775" y="156"/>
                  </a:cubicBezTo>
                  <a:cubicBezTo>
                    <a:pt x="775" y="159"/>
                    <a:pt x="775" y="164"/>
                    <a:pt x="776" y="166"/>
                  </a:cubicBezTo>
                  <a:cubicBezTo>
                    <a:pt x="781" y="173"/>
                    <a:pt x="775" y="176"/>
                    <a:pt x="771" y="179"/>
                  </a:cubicBezTo>
                  <a:cubicBezTo>
                    <a:pt x="766" y="182"/>
                    <a:pt x="763" y="179"/>
                    <a:pt x="763" y="173"/>
                  </a:cubicBezTo>
                  <a:cubicBezTo>
                    <a:pt x="763" y="172"/>
                    <a:pt x="759" y="171"/>
                    <a:pt x="758" y="171"/>
                  </a:cubicBezTo>
                  <a:cubicBezTo>
                    <a:pt x="747" y="177"/>
                    <a:pt x="733" y="175"/>
                    <a:pt x="722" y="181"/>
                  </a:cubicBezTo>
                  <a:cubicBezTo>
                    <a:pt x="717" y="183"/>
                    <a:pt x="714" y="187"/>
                    <a:pt x="709" y="184"/>
                  </a:cubicBezTo>
                  <a:cubicBezTo>
                    <a:pt x="703" y="181"/>
                    <a:pt x="713" y="176"/>
                    <a:pt x="707" y="172"/>
                  </a:cubicBezTo>
                  <a:cubicBezTo>
                    <a:pt x="698" y="178"/>
                    <a:pt x="687" y="178"/>
                    <a:pt x="677" y="181"/>
                  </a:cubicBezTo>
                  <a:cubicBezTo>
                    <a:pt x="666" y="184"/>
                    <a:pt x="652" y="188"/>
                    <a:pt x="648" y="197"/>
                  </a:cubicBezTo>
                  <a:cubicBezTo>
                    <a:pt x="642" y="208"/>
                    <a:pt x="635" y="203"/>
                    <a:pt x="628" y="204"/>
                  </a:cubicBezTo>
                  <a:cubicBezTo>
                    <a:pt x="626" y="204"/>
                    <a:pt x="621" y="200"/>
                    <a:pt x="620" y="197"/>
                  </a:cubicBezTo>
                  <a:cubicBezTo>
                    <a:pt x="618" y="192"/>
                    <a:pt x="625" y="193"/>
                    <a:pt x="627" y="191"/>
                  </a:cubicBezTo>
                  <a:cubicBezTo>
                    <a:pt x="629" y="189"/>
                    <a:pt x="636" y="190"/>
                    <a:pt x="633" y="185"/>
                  </a:cubicBezTo>
                  <a:cubicBezTo>
                    <a:pt x="631" y="179"/>
                    <a:pt x="626" y="174"/>
                    <a:pt x="618" y="174"/>
                  </a:cubicBezTo>
                  <a:cubicBezTo>
                    <a:pt x="615" y="174"/>
                    <a:pt x="609" y="173"/>
                    <a:pt x="610" y="178"/>
                  </a:cubicBezTo>
                  <a:cubicBezTo>
                    <a:pt x="612" y="186"/>
                    <a:pt x="603" y="195"/>
                    <a:pt x="612" y="203"/>
                  </a:cubicBezTo>
                  <a:cubicBezTo>
                    <a:pt x="615" y="206"/>
                    <a:pt x="612" y="211"/>
                    <a:pt x="610" y="215"/>
                  </a:cubicBezTo>
                  <a:cubicBezTo>
                    <a:pt x="608" y="219"/>
                    <a:pt x="606" y="216"/>
                    <a:pt x="604" y="215"/>
                  </a:cubicBezTo>
                  <a:cubicBezTo>
                    <a:pt x="590" y="204"/>
                    <a:pt x="581" y="219"/>
                    <a:pt x="571" y="223"/>
                  </a:cubicBezTo>
                  <a:cubicBezTo>
                    <a:pt x="563" y="226"/>
                    <a:pt x="570" y="236"/>
                    <a:pt x="573" y="243"/>
                  </a:cubicBezTo>
                  <a:cubicBezTo>
                    <a:pt x="563" y="243"/>
                    <a:pt x="555" y="241"/>
                    <a:pt x="549" y="237"/>
                  </a:cubicBezTo>
                  <a:cubicBezTo>
                    <a:pt x="544" y="234"/>
                    <a:pt x="540" y="234"/>
                    <a:pt x="535" y="234"/>
                  </a:cubicBezTo>
                  <a:cubicBezTo>
                    <a:pt x="533" y="235"/>
                    <a:pt x="532" y="236"/>
                    <a:pt x="533" y="239"/>
                  </a:cubicBezTo>
                  <a:cubicBezTo>
                    <a:pt x="535" y="246"/>
                    <a:pt x="540" y="246"/>
                    <a:pt x="545" y="247"/>
                  </a:cubicBezTo>
                  <a:cubicBezTo>
                    <a:pt x="546" y="247"/>
                    <a:pt x="546" y="248"/>
                    <a:pt x="547" y="249"/>
                  </a:cubicBezTo>
                  <a:cubicBezTo>
                    <a:pt x="531" y="255"/>
                    <a:pt x="513" y="246"/>
                    <a:pt x="515" y="232"/>
                  </a:cubicBezTo>
                  <a:cubicBezTo>
                    <a:pt x="517" y="218"/>
                    <a:pt x="509" y="216"/>
                    <a:pt x="502" y="210"/>
                  </a:cubicBezTo>
                  <a:cubicBezTo>
                    <a:pt x="500" y="209"/>
                    <a:pt x="496" y="211"/>
                    <a:pt x="497" y="206"/>
                  </a:cubicBezTo>
                  <a:cubicBezTo>
                    <a:pt x="500" y="203"/>
                    <a:pt x="503" y="205"/>
                    <a:pt x="506" y="206"/>
                  </a:cubicBezTo>
                  <a:cubicBezTo>
                    <a:pt x="523" y="215"/>
                    <a:pt x="542" y="218"/>
                    <a:pt x="561" y="216"/>
                  </a:cubicBezTo>
                  <a:cubicBezTo>
                    <a:pt x="569" y="215"/>
                    <a:pt x="577" y="212"/>
                    <a:pt x="580" y="202"/>
                  </a:cubicBezTo>
                  <a:cubicBezTo>
                    <a:pt x="582" y="193"/>
                    <a:pt x="575" y="189"/>
                    <a:pt x="568" y="185"/>
                  </a:cubicBezTo>
                  <a:cubicBezTo>
                    <a:pt x="558" y="179"/>
                    <a:pt x="544" y="175"/>
                    <a:pt x="536" y="167"/>
                  </a:cubicBezTo>
                  <a:cubicBezTo>
                    <a:pt x="522" y="156"/>
                    <a:pt x="502" y="172"/>
                    <a:pt x="492" y="153"/>
                  </a:cubicBezTo>
                  <a:cubicBezTo>
                    <a:pt x="492" y="153"/>
                    <a:pt x="490" y="153"/>
                    <a:pt x="489" y="153"/>
                  </a:cubicBezTo>
                  <a:cubicBezTo>
                    <a:pt x="482" y="157"/>
                    <a:pt x="474" y="151"/>
                    <a:pt x="467" y="155"/>
                  </a:cubicBezTo>
                  <a:cubicBezTo>
                    <a:pt x="466" y="151"/>
                    <a:pt x="468" y="151"/>
                    <a:pt x="470" y="150"/>
                  </a:cubicBezTo>
                  <a:cubicBezTo>
                    <a:pt x="473" y="148"/>
                    <a:pt x="477" y="146"/>
                    <a:pt x="477" y="141"/>
                  </a:cubicBezTo>
                  <a:cubicBezTo>
                    <a:pt x="476" y="139"/>
                    <a:pt x="446" y="129"/>
                    <a:pt x="445" y="131"/>
                  </a:cubicBezTo>
                  <a:cubicBezTo>
                    <a:pt x="442" y="142"/>
                    <a:pt x="428" y="134"/>
                    <a:pt x="424" y="147"/>
                  </a:cubicBezTo>
                  <a:cubicBezTo>
                    <a:pt x="422" y="138"/>
                    <a:pt x="428" y="134"/>
                    <a:pt x="429" y="131"/>
                  </a:cubicBezTo>
                  <a:cubicBezTo>
                    <a:pt x="415" y="127"/>
                    <a:pt x="408" y="149"/>
                    <a:pt x="393" y="138"/>
                  </a:cubicBezTo>
                  <a:cubicBezTo>
                    <a:pt x="393" y="139"/>
                    <a:pt x="393" y="140"/>
                    <a:pt x="392" y="140"/>
                  </a:cubicBezTo>
                  <a:cubicBezTo>
                    <a:pt x="388" y="148"/>
                    <a:pt x="376" y="153"/>
                    <a:pt x="369" y="150"/>
                  </a:cubicBezTo>
                  <a:cubicBezTo>
                    <a:pt x="365" y="149"/>
                    <a:pt x="344" y="157"/>
                    <a:pt x="343" y="161"/>
                  </a:cubicBezTo>
                  <a:cubicBezTo>
                    <a:pt x="342" y="162"/>
                    <a:pt x="341" y="164"/>
                    <a:pt x="342" y="165"/>
                  </a:cubicBezTo>
                  <a:cubicBezTo>
                    <a:pt x="347" y="175"/>
                    <a:pt x="338" y="172"/>
                    <a:pt x="336" y="170"/>
                  </a:cubicBezTo>
                  <a:cubicBezTo>
                    <a:pt x="330" y="168"/>
                    <a:pt x="326" y="165"/>
                    <a:pt x="322" y="172"/>
                  </a:cubicBezTo>
                  <a:cubicBezTo>
                    <a:pt x="318" y="181"/>
                    <a:pt x="329" y="178"/>
                    <a:pt x="330" y="181"/>
                  </a:cubicBezTo>
                  <a:cubicBezTo>
                    <a:pt x="320" y="198"/>
                    <a:pt x="302" y="209"/>
                    <a:pt x="296" y="230"/>
                  </a:cubicBezTo>
                  <a:cubicBezTo>
                    <a:pt x="295" y="234"/>
                    <a:pt x="290" y="246"/>
                    <a:pt x="280" y="246"/>
                  </a:cubicBezTo>
                  <a:cubicBezTo>
                    <a:pt x="276" y="246"/>
                    <a:pt x="276" y="249"/>
                    <a:pt x="273" y="252"/>
                  </a:cubicBezTo>
                  <a:cubicBezTo>
                    <a:pt x="265" y="262"/>
                    <a:pt x="252" y="268"/>
                    <a:pt x="241" y="276"/>
                  </a:cubicBezTo>
                  <a:cubicBezTo>
                    <a:pt x="235" y="280"/>
                    <a:pt x="225" y="279"/>
                    <a:pt x="226" y="289"/>
                  </a:cubicBezTo>
                  <a:cubicBezTo>
                    <a:pt x="227" y="299"/>
                    <a:pt x="220" y="311"/>
                    <a:pt x="235" y="314"/>
                  </a:cubicBezTo>
                  <a:cubicBezTo>
                    <a:pt x="236" y="322"/>
                    <a:pt x="225" y="313"/>
                    <a:pt x="226" y="321"/>
                  </a:cubicBezTo>
                  <a:cubicBezTo>
                    <a:pt x="227" y="327"/>
                    <a:pt x="234" y="321"/>
                    <a:pt x="237" y="325"/>
                  </a:cubicBezTo>
                  <a:cubicBezTo>
                    <a:pt x="236" y="330"/>
                    <a:pt x="230" y="331"/>
                    <a:pt x="231" y="334"/>
                  </a:cubicBezTo>
                  <a:cubicBezTo>
                    <a:pt x="238" y="340"/>
                    <a:pt x="245" y="344"/>
                    <a:pt x="253" y="342"/>
                  </a:cubicBezTo>
                  <a:cubicBezTo>
                    <a:pt x="260" y="339"/>
                    <a:pt x="266" y="333"/>
                    <a:pt x="272" y="329"/>
                  </a:cubicBezTo>
                  <a:cubicBezTo>
                    <a:pt x="278" y="326"/>
                    <a:pt x="284" y="323"/>
                    <a:pt x="286" y="332"/>
                  </a:cubicBezTo>
                  <a:cubicBezTo>
                    <a:pt x="289" y="348"/>
                    <a:pt x="301" y="360"/>
                    <a:pt x="304" y="376"/>
                  </a:cubicBezTo>
                  <a:cubicBezTo>
                    <a:pt x="305" y="382"/>
                    <a:pt x="309" y="383"/>
                    <a:pt x="311" y="380"/>
                  </a:cubicBezTo>
                  <a:cubicBezTo>
                    <a:pt x="316" y="373"/>
                    <a:pt x="324" y="373"/>
                    <a:pt x="332" y="370"/>
                  </a:cubicBezTo>
                  <a:cubicBezTo>
                    <a:pt x="335" y="368"/>
                    <a:pt x="341" y="366"/>
                    <a:pt x="339" y="357"/>
                  </a:cubicBezTo>
                  <a:cubicBezTo>
                    <a:pt x="337" y="348"/>
                    <a:pt x="337" y="336"/>
                    <a:pt x="350" y="329"/>
                  </a:cubicBezTo>
                  <a:cubicBezTo>
                    <a:pt x="361" y="323"/>
                    <a:pt x="360" y="309"/>
                    <a:pt x="350" y="307"/>
                  </a:cubicBezTo>
                  <a:cubicBezTo>
                    <a:pt x="339" y="304"/>
                    <a:pt x="342" y="296"/>
                    <a:pt x="343" y="290"/>
                  </a:cubicBezTo>
                  <a:cubicBezTo>
                    <a:pt x="346" y="275"/>
                    <a:pt x="357" y="265"/>
                    <a:pt x="370" y="258"/>
                  </a:cubicBezTo>
                  <a:cubicBezTo>
                    <a:pt x="378" y="254"/>
                    <a:pt x="384" y="250"/>
                    <a:pt x="385" y="239"/>
                  </a:cubicBezTo>
                  <a:cubicBezTo>
                    <a:pt x="387" y="225"/>
                    <a:pt x="400" y="218"/>
                    <a:pt x="414" y="222"/>
                  </a:cubicBezTo>
                  <a:cubicBezTo>
                    <a:pt x="419" y="224"/>
                    <a:pt x="423" y="229"/>
                    <a:pt x="419" y="235"/>
                  </a:cubicBezTo>
                  <a:cubicBezTo>
                    <a:pt x="415" y="240"/>
                    <a:pt x="411" y="246"/>
                    <a:pt x="406" y="250"/>
                  </a:cubicBezTo>
                  <a:cubicBezTo>
                    <a:pt x="391" y="260"/>
                    <a:pt x="380" y="269"/>
                    <a:pt x="383" y="292"/>
                  </a:cubicBezTo>
                  <a:cubicBezTo>
                    <a:pt x="385" y="304"/>
                    <a:pt x="388" y="309"/>
                    <a:pt x="396" y="311"/>
                  </a:cubicBezTo>
                  <a:cubicBezTo>
                    <a:pt x="406" y="313"/>
                    <a:pt x="416" y="315"/>
                    <a:pt x="425" y="309"/>
                  </a:cubicBezTo>
                  <a:cubicBezTo>
                    <a:pt x="433" y="305"/>
                    <a:pt x="442" y="307"/>
                    <a:pt x="450" y="306"/>
                  </a:cubicBezTo>
                  <a:cubicBezTo>
                    <a:pt x="454" y="305"/>
                    <a:pt x="457" y="307"/>
                    <a:pt x="458" y="311"/>
                  </a:cubicBezTo>
                  <a:cubicBezTo>
                    <a:pt x="459" y="315"/>
                    <a:pt x="457" y="317"/>
                    <a:pt x="453" y="318"/>
                  </a:cubicBezTo>
                  <a:cubicBezTo>
                    <a:pt x="446" y="320"/>
                    <a:pt x="441" y="322"/>
                    <a:pt x="433" y="321"/>
                  </a:cubicBezTo>
                  <a:cubicBezTo>
                    <a:pt x="423" y="319"/>
                    <a:pt x="412" y="321"/>
                    <a:pt x="404" y="328"/>
                  </a:cubicBezTo>
                  <a:cubicBezTo>
                    <a:pt x="398" y="334"/>
                    <a:pt x="409" y="338"/>
                    <a:pt x="411" y="343"/>
                  </a:cubicBezTo>
                  <a:cubicBezTo>
                    <a:pt x="413" y="346"/>
                    <a:pt x="413" y="351"/>
                    <a:pt x="411" y="353"/>
                  </a:cubicBezTo>
                  <a:cubicBezTo>
                    <a:pt x="408" y="356"/>
                    <a:pt x="403" y="355"/>
                    <a:pt x="401" y="353"/>
                  </a:cubicBezTo>
                  <a:cubicBezTo>
                    <a:pt x="397" y="349"/>
                    <a:pt x="391" y="345"/>
                    <a:pt x="387" y="349"/>
                  </a:cubicBezTo>
                  <a:cubicBezTo>
                    <a:pt x="382" y="354"/>
                    <a:pt x="378" y="360"/>
                    <a:pt x="379" y="369"/>
                  </a:cubicBezTo>
                  <a:cubicBezTo>
                    <a:pt x="380" y="376"/>
                    <a:pt x="386" y="389"/>
                    <a:pt x="368" y="391"/>
                  </a:cubicBezTo>
                  <a:cubicBezTo>
                    <a:pt x="362" y="391"/>
                    <a:pt x="358" y="394"/>
                    <a:pt x="352" y="391"/>
                  </a:cubicBezTo>
                  <a:cubicBezTo>
                    <a:pt x="348" y="388"/>
                    <a:pt x="342" y="389"/>
                    <a:pt x="338" y="393"/>
                  </a:cubicBezTo>
                  <a:cubicBezTo>
                    <a:pt x="323" y="407"/>
                    <a:pt x="301" y="388"/>
                    <a:pt x="286" y="402"/>
                  </a:cubicBezTo>
                  <a:cubicBezTo>
                    <a:pt x="285" y="401"/>
                    <a:pt x="284" y="399"/>
                    <a:pt x="283" y="398"/>
                  </a:cubicBezTo>
                  <a:cubicBezTo>
                    <a:pt x="268" y="392"/>
                    <a:pt x="279" y="381"/>
                    <a:pt x="278" y="372"/>
                  </a:cubicBezTo>
                  <a:cubicBezTo>
                    <a:pt x="278" y="365"/>
                    <a:pt x="274" y="357"/>
                    <a:pt x="279" y="350"/>
                  </a:cubicBezTo>
                  <a:cubicBezTo>
                    <a:pt x="278" y="350"/>
                    <a:pt x="277" y="349"/>
                    <a:pt x="275" y="348"/>
                  </a:cubicBezTo>
                  <a:cubicBezTo>
                    <a:pt x="272" y="358"/>
                    <a:pt x="254" y="354"/>
                    <a:pt x="255" y="370"/>
                  </a:cubicBezTo>
                  <a:cubicBezTo>
                    <a:pt x="256" y="378"/>
                    <a:pt x="260" y="386"/>
                    <a:pt x="261" y="394"/>
                  </a:cubicBezTo>
                  <a:cubicBezTo>
                    <a:pt x="262" y="399"/>
                    <a:pt x="268" y="412"/>
                    <a:pt x="251" y="406"/>
                  </a:cubicBezTo>
                  <a:cubicBezTo>
                    <a:pt x="246" y="404"/>
                    <a:pt x="237" y="407"/>
                    <a:pt x="232" y="410"/>
                  </a:cubicBezTo>
                  <a:cubicBezTo>
                    <a:pt x="217" y="420"/>
                    <a:pt x="207" y="436"/>
                    <a:pt x="191" y="447"/>
                  </a:cubicBezTo>
                  <a:cubicBezTo>
                    <a:pt x="181" y="454"/>
                    <a:pt x="175" y="465"/>
                    <a:pt x="160" y="458"/>
                  </a:cubicBezTo>
                  <a:cubicBezTo>
                    <a:pt x="157" y="457"/>
                    <a:pt x="154" y="459"/>
                    <a:pt x="155" y="463"/>
                  </a:cubicBezTo>
                  <a:cubicBezTo>
                    <a:pt x="160" y="481"/>
                    <a:pt x="151" y="474"/>
                    <a:pt x="142" y="471"/>
                  </a:cubicBezTo>
                  <a:cubicBezTo>
                    <a:pt x="137" y="469"/>
                    <a:pt x="128" y="469"/>
                    <a:pt x="126" y="475"/>
                  </a:cubicBezTo>
                  <a:cubicBezTo>
                    <a:pt x="124" y="480"/>
                    <a:pt x="129" y="485"/>
                    <a:pt x="137" y="486"/>
                  </a:cubicBezTo>
                  <a:cubicBezTo>
                    <a:pt x="164" y="489"/>
                    <a:pt x="165" y="517"/>
                    <a:pt x="158" y="536"/>
                  </a:cubicBezTo>
                  <a:cubicBezTo>
                    <a:pt x="155" y="541"/>
                    <a:pt x="151" y="541"/>
                    <a:pt x="148" y="540"/>
                  </a:cubicBezTo>
                  <a:cubicBezTo>
                    <a:pt x="131" y="534"/>
                    <a:pt x="113" y="539"/>
                    <a:pt x="96" y="535"/>
                  </a:cubicBezTo>
                  <a:cubicBezTo>
                    <a:pt x="91" y="533"/>
                    <a:pt x="81" y="536"/>
                    <a:pt x="84" y="548"/>
                  </a:cubicBezTo>
                  <a:cubicBezTo>
                    <a:pt x="87" y="559"/>
                    <a:pt x="88" y="572"/>
                    <a:pt x="82" y="582"/>
                  </a:cubicBezTo>
                  <a:cubicBezTo>
                    <a:pt x="75" y="594"/>
                    <a:pt x="89" y="602"/>
                    <a:pt x="86" y="613"/>
                  </a:cubicBezTo>
                  <a:cubicBezTo>
                    <a:pt x="86" y="613"/>
                    <a:pt x="90" y="615"/>
                    <a:pt x="91" y="615"/>
                  </a:cubicBezTo>
                  <a:cubicBezTo>
                    <a:pt x="101" y="609"/>
                    <a:pt x="106" y="614"/>
                    <a:pt x="111" y="621"/>
                  </a:cubicBezTo>
                  <a:cubicBezTo>
                    <a:pt x="114" y="626"/>
                    <a:pt x="117" y="622"/>
                    <a:pt x="120" y="622"/>
                  </a:cubicBezTo>
                  <a:cubicBezTo>
                    <a:pt x="127" y="620"/>
                    <a:pt x="134" y="618"/>
                    <a:pt x="142" y="618"/>
                  </a:cubicBezTo>
                  <a:cubicBezTo>
                    <a:pt x="154" y="618"/>
                    <a:pt x="171" y="602"/>
                    <a:pt x="173" y="590"/>
                  </a:cubicBezTo>
                  <a:cubicBezTo>
                    <a:pt x="174" y="576"/>
                    <a:pt x="180" y="567"/>
                    <a:pt x="195" y="564"/>
                  </a:cubicBezTo>
                  <a:cubicBezTo>
                    <a:pt x="200" y="562"/>
                    <a:pt x="207" y="557"/>
                    <a:pt x="206" y="551"/>
                  </a:cubicBezTo>
                  <a:cubicBezTo>
                    <a:pt x="205" y="538"/>
                    <a:pt x="213" y="539"/>
                    <a:pt x="220" y="540"/>
                  </a:cubicBezTo>
                  <a:cubicBezTo>
                    <a:pt x="234" y="543"/>
                    <a:pt x="246" y="540"/>
                    <a:pt x="257" y="530"/>
                  </a:cubicBezTo>
                  <a:cubicBezTo>
                    <a:pt x="263" y="525"/>
                    <a:pt x="273" y="526"/>
                    <a:pt x="276" y="535"/>
                  </a:cubicBezTo>
                  <a:cubicBezTo>
                    <a:pt x="282" y="551"/>
                    <a:pt x="295" y="557"/>
                    <a:pt x="308" y="565"/>
                  </a:cubicBezTo>
                  <a:cubicBezTo>
                    <a:pt x="321" y="572"/>
                    <a:pt x="335" y="580"/>
                    <a:pt x="331" y="600"/>
                  </a:cubicBezTo>
                  <a:cubicBezTo>
                    <a:pt x="333" y="594"/>
                    <a:pt x="344" y="593"/>
                    <a:pt x="341" y="586"/>
                  </a:cubicBezTo>
                  <a:cubicBezTo>
                    <a:pt x="335" y="570"/>
                    <a:pt x="347" y="578"/>
                    <a:pt x="352" y="577"/>
                  </a:cubicBezTo>
                  <a:cubicBezTo>
                    <a:pt x="352" y="573"/>
                    <a:pt x="350" y="571"/>
                    <a:pt x="347" y="570"/>
                  </a:cubicBezTo>
                  <a:cubicBezTo>
                    <a:pt x="328" y="561"/>
                    <a:pt x="313" y="548"/>
                    <a:pt x="301" y="530"/>
                  </a:cubicBezTo>
                  <a:cubicBezTo>
                    <a:pt x="297" y="524"/>
                    <a:pt x="296" y="518"/>
                    <a:pt x="301" y="512"/>
                  </a:cubicBezTo>
                  <a:cubicBezTo>
                    <a:pt x="307" y="505"/>
                    <a:pt x="310" y="514"/>
                    <a:pt x="313" y="517"/>
                  </a:cubicBezTo>
                  <a:cubicBezTo>
                    <a:pt x="325" y="530"/>
                    <a:pt x="337" y="544"/>
                    <a:pt x="355" y="550"/>
                  </a:cubicBezTo>
                  <a:cubicBezTo>
                    <a:pt x="364" y="554"/>
                    <a:pt x="364" y="561"/>
                    <a:pt x="364" y="568"/>
                  </a:cubicBezTo>
                  <a:cubicBezTo>
                    <a:pt x="364" y="580"/>
                    <a:pt x="375" y="593"/>
                    <a:pt x="388" y="595"/>
                  </a:cubicBezTo>
                  <a:cubicBezTo>
                    <a:pt x="382" y="600"/>
                    <a:pt x="379" y="606"/>
                    <a:pt x="385" y="611"/>
                  </a:cubicBezTo>
                  <a:cubicBezTo>
                    <a:pt x="388" y="614"/>
                    <a:pt x="396" y="621"/>
                    <a:pt x="398" y="616"/>
                  </a:cubicBezTo>
                  <a:cubicBezTo>
                    <a:pt x="401" y="609"/>
                    <a:pt x="406" y="604"/>
                    <a:pt x="409" y="597"/>
                  </a:cubicBezTo>
                  <a:cubicBezTo>
                    <a:pt x="397" y="595"/>
                    <a:pt x="402" y="582"/>
                    <a:pt x="392" y="576"/>
                  </a:cubicBezTo>
                  <a:cubicBezTo>
                    <a:pt x="405" y="577"/>
                    <a:pt x="413" y="565"/>
                    <a:pt x="421" y="568"/>
                  </a:cubicBezTo>
                  <a:cubicBezTo>
                    <a:pt x="434" y="573"/>
                    <a:pt x="443" y="568"/>
                    <a:pt x="455" y="563"/>
                  </a:cubicBezTo>
                  <a:cubicBezTo>
                    <a:pt x="443" y="554"/>
                    <a:pt x="440" y="545"/>
                    <a:pt x="452" y="534"/>
                  </a:cubicBezTo>
                  <a:cubicBezTo>
                    <a:pt x="454" y="533"/>
                    <a:pt x="454" y="531"/>
                    <a:pt x="455" y="529"/>
                  </a:cubicBezTo>
                  <a:cubicBezTo>
                    <a:pt x="462" y="520"/>
                    <a:pt x="465" y="509"/>
                    <a:pt x="474" y="502"/>
                  </a:cubicBezTo>
                  <a:cubicBezTo>
                    <a:pt x="479" y="498"/>
                    <a:pt x="502" y="501"/>
                    <a:pt x="501" y="506"/>
                  </a:cubicBezTo>
                  <a:cubicBezTo>
                    <a:pt x="499" y="511"/>
                    <a:pt x="497" y="515"/>
                    <a:pt x="502" y="519"/>
                  </a:cubicBezTo>
                  <a:cubicBezTo>
                    <a:pt x="508" y="525"/>
                    <a:pt x="513" y="523"/>
                    <a:pt x="519" y="519"/>
                  </a:cubicBezTo>
                  <a:cubicBezTo>
                    <a:pt x="521" y="517"/>
                    <a:pt x="525" y="514"/>
                    <a:pt x="520" y="512"/>
                  </a:cubicBezTo>
                  <a:cubicBezTo>
                    <a:pt x="507" y="505"/>
                    <a:pt x="520" y="501"/>
                    <a:pt x="522" y="501"/>
                  </a:cubicBezTo>
                  <a:cubicBezTo>
                    <a:pt x="533" y="498"/>
                    <a:pt x="542" y="489"/>
                    <a:pt x="556" y="494"/>
                  </a:cubicBezTo>
                  <a:cubicBezTo>
                    <a:pt x="545" y="500"/>
                    <a:pt x="546" y="512"/>
                    <a:pt x="536" y="521"/>
                  </a:cubicBezTo>
                  <a:cubicBezTo>
                    <a:pt x="554" y="523"/>
                    <a:pt x="560" y="540"/>
                    <a:pt x="576" y="543"/>
                  </a:cubicBezTo>
                  <a:cubicBezTo>
                    <a:pt x="579" y="543"/>
                    <a:pt x="584" y="551"/>
                    <a:pt x="582" y="556"/>
                  </a:cubicBezTo>
                  <a:cubicBezTo>
                    <a:pt x="580" y="561"/>
                    <a:pt x="576" y="564"/>
                    <a:pt x="569" y="564"/>
                  </a:cubicBezTo>
                  <a:cubicBezTo>
                    <a:pt x="554" y="564"/>
                    <a:pt x="540" y="566"/>
                    <a:pt x="526" y="559"/>
                  </a:cubicBezTo>
                  <a:cubicBezTo>
                    <a:pt x="518" y="555"/>
                    <a:pt x="507" y="555"/>
                    <a:pt x="496" y="557"/>
                  </a:cubicBezTo>
                  <a:cubicBezTo>
                    <a:pt x="473" y="561"/>
                    <a:pt x="454" y="576"/>
                    <a:pt x="429" y="577"/>
                  </a:cubicBezTo>
                  <a:cubicBezTo>
                    <a:pt x="431" y="582"/>
                    <a:pt x="437" y="583"/>
                    <a:pt x="436" y="590"/>
                  </a:cubicBezTo>
                  <a:cubicBezTo>
                    <a:pt x="435" y="600"/>
                    <a:pt x="435" y="610"/>
                    <a:pt x="448" y="615"/>
                  </a:cubicBezTo>
                  <a:cubicBezTo>
                    <a:pt x="457" y="619"/>
                    <a:pt x="464" y="629"/>
                    <a:pt x="476" y="618"/>
                  </a:cubicBezTo>
                  <a:cubicBezTo>
                    <a:pt x="478" y="616"/>
                    <a:pt x="484" y="617"/>
                    <a:pt x="487" y="620"/>
                  </a:cubicBezTo>
                  <a:cubicBezTo>
                    <a:pt x="494" y="626"/>
                    <a:pt x="500" y="625"/>
                    <a:pt x="508" y="620"/>
                  </a:cubicBezTo>
                  <a:cubicBezTo>
                    <a:pt x="519" y="613"/>
                    <a:pt x="526" y="618"/>
                    <a:pt x="526" y="630"/>
                  </a:cubicBezTo>
                  <a:cubicBezTo>
                    <a:pt x="526" y="648"/>
                    <a:pt x="515" y="662"/>
                    <a:pt x="507" y="676"/>
                  </a:cubicBezTo>
                  <a:cubicBezTo>
                    <a:pt x="504" y="683"/>
                    <a:pt x="490" y="677"/>
                    <a:pt x="481" y="678"/>
                  </a:cubicBezTo>
                  <a:cubicBezTo>
                    <a:pt x="477" y="678"/>
                    <a:pt x="472" y="677"/>
                    <a:pt x="468" y="678"/>
                  </a:cubicBezTo>
                  <a:cubicBezTo>
                    <a:pt x="443" y="684"/>
                    <a:pt x="421" y="672"/>
                    <a:pt x="398" y="664"/>
                  </a:cubicBezTo>
                  <a:cubicBezTo>
                    <a:pt x="381" y="658"/>
                    <a:pt x="373" y="660"/>
                    <a:pt x="370" y="678"/>
                  </a:cubicBezTo>
                  <a:cubicBezTo>
                    <a:pt x="369" y="686"/>
                    <a:pt x="368" y="690"/>
                    <a:pt x="357" y="686"/>
                  </a:cubicBezTo>
                  <a:cubicBezTo>
                    <a:pt x="341" y="679"/>
                    <a:pt x="327" y="672"/>
                    <a:pt x="312" y="664"/>
                  </a:cubicBezTo>
                  <a:cubicBezTo>
                    <a:pt x="303" y="658"/>
                    <a:pt x="291" y="661"/>
                    <a:pt x="281" y="654"/>
                  </a:cubicBezTo>
                  <a:cubicBezTo>
                    <a:pt x="274" y="649"/>
                    <a:pt x="271" y="647"/>
                    <a:pt x="280" y="642"/>
                  </a:cubicBezTo>
                  <a:cubicBezTo>
                    <a:pt x="292" y="636"/>
                    <a:pt x="274" y="626"/>
                    <a:pt x="283" y="620"/>
                  </a:cubicBezTo>
                  <a:cubicBezTo>
                    <a:pt x="280" y="617"/>
                    <a:pt x="278" y="611"/>
                    <a:pt x="273" y="612"/>
                  </a:cubicBezTo>
                  <a:cubicBezTo>
                    <a:pt x="262" y="614"/>
                    <a:pt x="249" y="609"/>
                    <a:pt x="240" y="613"/>
                  </a:cubicBezTo>
                  <a:cubicBezTo>
                    <a:pt x="226" y="620"/>
                    <a:pt x="212" y="617"/>
                    <a:pt x="198" y="618"/>
                  </a:cubicBezTo>
                  <a:cubicBezTo>
                    <a:pt x="190" y="618"/>
                    <a:pt x="183" y="620"/>
                    <a:pt x="177" y="624"/>
                  </a:cubicBezTo>
                  <a:cubicBezTo>
                    <a:pt x="159" y="634"/>
                    <a:pt x="142" y="644"/>
                    <a:pt x="121" y="630"/>
                  </a:cubicBezTo>
                  <a:cubicBezTo>
                    <a:pt x="115" y="626"/>
                    <a:pt x="113" y="631"/>
                    <a:pt x="111" y="635"/>
                  </a:cubicBezTo>
                  <a:cubicBezTo>
                    <a:pt x="107" y="642"/>
                    <a:pt x="106" y="652"/>
                    <a:pt x="97" y="654"/>
                  </a:cubicBezTo>
                  <a:cubicBezTo>
                    <a:pt x="80" y="657"/>
                    <a:pt x="76" y="670"/>
                    <a:pt x="76" y="684"/>
                  </a:cubicBezTo>
                  <a:cubicBezTo>
                    <a:pt x="76" y="691"/>
                    <a:pt x="73" y="696"/>
                    <a:pt x="69" y="700"/>
                  </a:cubicBezTo>
                  <a:cubicBezTo>
                    <a:pt x="62" y="710"/>
                    <a:pt x="48" y="713"/>
                    <a:pt x="40" y="722"/>
                  </a:cubicBezTo>
                  <a:cubicBezTo>
                    <a:pt x="28" y="735"/>
                    <a:pt x="21" y="751"/>
                    <a:pt x="13" y="767"/>
                  </a:cubicBezTo>
                  <a:cubicBezTo>
                    <a:pt x="6" y="778"/>
                    <a:pt x="0" y="787"/>
                    <a:pt x="9" y="802"/>
                  </a:cubicBezTo>
                  <a:cubicBezTo>
                    <a:pt x="13" y="808"/>
                    <a:pt x="14" y="821"/>
                    <a:pt x="9" y="833"/>
                  </a:cubicBezTo>
                  <a:cubicBezTo>
                    <a:pt x="1" y="852"/>
                    <a:pt x="1" y="872"/>
                    <a:pt x="18" y="888"/>
                  </a:cubicBezTo>
                  <a:cubicBezTo>
                    <a:pt x="31" y="900"/>
                    <a:pt x="36" y="919"/>
                    <a:pt x="49" y="929"/>
                  </a:cubicBezTo>
                  <a:cubicBezTo>
                    <a:pt x="70" y="944"/>
                    <a:pt x="89" y="964"/>
                    <a:pt x="123" y="956"/>
                  </a:cubicBezTo>
                  <a:cubicBezTo>
                    <a:pt x="147" y="950"/>
                    <a:pt x="173" y="950"/>
                    <a:pt x="197" y="939"/>
                  </a:cubicBezTo>
                  <a:cubicBezTo>
                    <a:pt x="207" y="935"/>
                    <a:pt x="221" y="939"/>
                    <a:pt x="226" y="947"/>
                  </a:cubicBezTo>
                  <a:cubicBezTo>
                    <a:pt x="234" y="962"/>
                    <a:pt x="243" y="964"/>
                    <a:pt x="255" y="956"/>
                  </a:cubicBezTo>
                  <a:cubicBezTo>
                    <a:pt x="258" y="955"/>
                    <a:pt x="259" y="956"/>
                    <a:pt x="260" y="957"/>
                  </a:cubicBezTo>
                  <a:cubicBezTo>
                    <a:pt x="272" y="965"/>
                    <a:pt x="278" y="974"/>
                    <a:pt x="271" y="989"/>
                  </a:cubicBezTo>
                  <a:cubicBezTo>
                    <a:pt x="261" y="1008"/>
                    <a:pt x="263" y="1026"/>
                    <a:pt x="280" y="1039"/>
                  </a:cubicBezTo>
                  <a:cubicBezTo>
                    <a:pt x="297" y="1053"/>
                    <a:pt x="300" y="1074"/>
                    <a:pt x="306" y="1093"/>
                  </a:cubicBezTo>
                  <a:cubicBezTo>
                    <a:pt x="308" y="1103"/>
                    <a:pt x="314" y="1115"/>
                    <a:pt x="309" y="1124"/>
                  </a:cubicBezTo>
                  <a:cubicBezTo>
                    <a:pt x="304" y="1135"/>
                    <a:pt x="301" y="1146"/>
                    <a:pt x="296" y="1156"/>
                  </a:cubicBezTo>
                  <a:cubicBezTo>
                    <a:pt x="289" y="1173"/>
                    <a:pt x="293" y="1185"/>
                    <a:pt x="300" y="1200"/>
                  </a:cubicBezTo>
                  <a:cubicBezTo>
                    <a:pt x="306" y="1216"/>
                    <a:pt x="316" y="1230"/>
                    <a:pt x="317" y="1250"/>
                  </a:cubicBezTo>
                  <a:cubicBezTo>
                    <a:pt x="317" y="1265"/>
                    <a:pt x="320" y="1282"/>
                    <a:pt x="329" y="1296"/>
                  </a:cubicBezTo>
                  <a:cubicBezTo>
                    <a:pt x="340" y="1312"/>
                    <a:pt x="350" y="1329"/>
                    <a:pt x="349" y="1350"/>
                  </a:cubicBezTo>
                  <a:cubicBezTo>
                    <a:pt x="349" y="1360"/>
                    <a:pt x="364" y="1371"/>
                    <a:pt x="368" y="1367"/>
                  </a:cubicBezTo>
                  <a:cubicBezTo>
                    <a:pt x="377" y="1359"/>
                    <a:pt x="388" y="1359"/>
                    <a:pt x="397" y="1359"/>
                  </a:cubicBezTo>
                  <a:cubicBezTo>
                    <a:pt x="425" y="1359"/>
                    <a:pt x="448" y="1349"/>
                    <a:pt x="463" y="1326"/>
                  </a:cubicBezTo>
                  <a:cubicBezTo>
                    <a:pt x="473" y="1310"/>
                    <a:pt x="493" y="1299"/>
                    <a:pt x="491" y="1278"/>
                  </a:cubicBezTo>
                  <a:cubicBezTo>
                    <a:pt x="490" y="1267"/>
                    <a:pt x="494" y="1262"/>
                    <a:pt x="501" y="1260"/>
                  </a:cubicBezTo>
                  <a:cubicBezTo>
                    <a:pt x="519" y="1256"/>
                    <a:pt x="518" y="1244"/>
                    <a:pt x="517" y="1231"/>
                  </a:cubicBezTo>
                  <a:cubicBezTo>
                    <a:pt x="516" y="1225"/>
                    <a:pt x="515" y="1220"/>
                    <a:pt x="513" y="1215"/>
                  </a:cubicBezTo>
                  <a:cubicBezTo>
                    <a:pt x="509" y="1209"/>
                    <a:pt x="512" y="1203"/>
                    <a:pt x="516" y="1201"/>
                  </a:cubicBezTo>
                  <a:cubicBezTo>
                    <a:pt x="528" y="1193"/>
                    <a:pt x="537" y="1180"/>
                    <a:pt x="552" y="1175"/>
                  </a:cubicBezTo>
                  <a:cubicBezTo>
                    <a:pt x="563" y="1172"/>
                    <a:pt x="569" y="1163"/>
                    <a:pt x="570" y="1149"/>
                  </a:cubicBezTo>
                  <a:cubicBezTo>
                    <a:pt x="572" y="1122"/>
                    <a:pt x="557" y="1097"/>
                    <a:pt x="555" y="1071"/>
                  </a:cubicBezTo>
                  <a:cubicBezTo>
                    <a:pt x="554" y="1054"/>
                    <a:pt x="558" y="1039"/>
                    <a:pt x="569" y="1029"/>
                  </a:cubicBezTo>
                  <a:cubicBezTo>
                    <a:pt x="587" y="1012"/>
                    <a:pt x="602" y="992"/>
                    <a:pt x="623" y="979"/>
                  </a:cubicBezTo>
                  <a:cubicBezTo>
                    <a:pt x="646" y="964"/>
                    <a:pt x="655" y="939"/>
                    <a:pt x="668" y="918"/>
                  </a:cubicBezTo>
                  <a:cubicBezTo>
                    <a:pt x="673" y="908"/>
                    <a:pt x="680" y="896"/>
                    <a:pt x="674" y="882"/>
                  </a:cubicBezTo>
                  <a:cubicBezTo>
                    <a:pt x="667" y="887"/>
                    <a:pt x="659" y="888"/>
                    <a:pt x="650" y="889"/>
                  </a:cubicBezTo>
                  <a:cubicBezTo>
                    <a:pt x="640" y="889"/>
                    <a:pt x="629" y="892"/>
                    <a:pt x="619" y="896"/>
                  </a:cubicBezTo>
                  <a:cubicBezTo>
                    <a:pt x="614" y="898"/>
                    <a:pt x="606" y="903"/>
                    <a:pt x="605" y="898"/>
                  </a:cubicBezTo>
                  <a:cubicBezTo>
                    <a:pt x="604" y="891"/>
                    <a:pt x="587" y="891"/>
                    <a:pt x="598" y="880"/>
                  </a:cubicBezTo>
                  <a:cubicBezTo>
                    <a:pt x="599" y="878"/>
                    <a:pt x="596" y="876"/>
                    <a:pt x="595" y="874"/>
                  </a:cubicBezTo>
                  <a:cubicBezTo>
                    <a:pt x="586" y="865"/>
                    <a:pt x="581" y="854"/>
                    <a:pt x="567" y="851"/>
                  </a:cubicBezTo>
                  <a:cubicBezTo>
                    <a:pt x="561" y="850"/>
                    <a:pt x="558" y="842"/>
                    <a:pt x="556" y="836"/>
                  </a:cubicBezTo>
                  <a:cubicBezTo>
                    <a:pt x="549" y="817"/>
                    <a:pt x="535" y="801"/>
                    <a:pt x="533" y="779"/>
                  </a:cubicBezTo>
                  <a:cubicBezTo>
                    <a:pt x="533" y="779"/>
                    <a:pt x="533" y="779"/>
                    <a:pt x="532" y="778"/>
                  </a:cubicBezTo>
                  <a:cubicBezTo>
                    <a:pt x="520" y="764"/>
                    <a:pt x="515" y="746"/>
                    <a:pt x="507" y="730"/>
                  </a:cubicBezTo>
                  <a:cubicBezTo>
                    <a:pt x="500" y="718"/>
                    <a:pt x="501" y="717"/>
                    <a:pt x="512" y="711"/>
                  </a:cubicBezTo>
                  <a:cubicBezTo>
                    <a:pt x="527" y="729"/>
                    <a:pt x="538" y="749"/>
                    <a:pt x="552" y="767"/>
                  </a:cubicBezTo>
                  <a:cubicBezTo>
                    <a:pt x="559" y="776"/>
                    <a:pt x="554" y="788"/>
                    <a:pt x="562" y="795"/>
                  </a:cubicBezTo>
                  <a:cubicBezTo>
                    <a:pt x="584" y="814"/>
                    <a:pt x="592" y="840"/>
                    <a:pt x="598" y="867"/>
                  </a:cubicBezTo>
                  <a:cubicBezTo>
                    <a:pt x="600" y="877"/>
                    <a:pt x="605" y="877"/>
                    <a:pt x="612" y="874"/>
                  </a:cubicBezTo>
                  <a:cubicBezTo>
                    <a:pt x="640" y="863"/>
                    <a:pt x="672" y="857"/>
                    <a:pt x="696" y="836"/>
                  </a:cubicBezTo>
                  <a:cubicBezTo>
                    <a:pt x="699" y="834"/>
                    <a:pt x="702" y="834"/>
                    <a:pt x="705" y="834"/>
                  </a:cubicBezTo>
                  <a:cubicBezTo>
                    <a:pt x="720" y="832"/>
                    <a:pt x="733" y="822"/>
                    <a:pt x="739" y="812"/>
                  </a:cubicBezTo>
                  <a:cubicBezTo>
                    <a:pt x="744" y="803"/>
                    <a:pt x="752" y="797"/>
                    <a:pt x="757" y="789"/>
                  </a:cubicBezTo>
                  <a:cubicBezTo>
                    <a:pt x="765" y="777"/>
                    <a:pt x="765" y="767"/>
                    <a:pt x="754" y="764"/>
                  </a:cubicBezTo>
                  <a:cubicBezTo>
                    <a:pt x="738" y="760"/>
                    <a:pt x="732" y="750"/>
                    <a:pt x="728" y="732"/>
                  </a:cubicBezTo>
                  <a:cubicBezTo>
                    <a:pt x="722" y="739"/>
                    <a:pt x="718" y="743"/>
                    <a:pt x="716" y="748"/>
                  </a:cubicBezTo>
                  <a:cubicBezTo>
                    <a:pt x="709" y="762"/>
                    <a:pt x="695" y="755"/>
                    <a:pt x="684" y="757"/>
                  </a:cubicBezTo>
                  <a:cubicBezTo>
                    <a:pt x="679" y="759"/>
                    <a:pt x="684" y="745"/>
                    <a:pt x="681" y="739"/>
                  </a:cubicBezTo>
                  <a:cubicBezTo>
                    <a:pt x="681" y="739"/>
                    <a:pt x="681" y="739"/>
                    <a:pt x="680" y="738"/>
                  </a:cubicBezTo>
                  <a:cubicBezTo>
                    <a:pt x="675" y="733"/>
                    <a:pt x="672" y="750"/>
                    <a:pt x="669" y="741"/>
                  </a:cubicBezTo>
                  <a:cubicBezTo>
                    <a:pt x="665" y="727"/>
                    <a:pt x="653" y="718"/>
                    <a:pt x="649" y="705"/>
                  </a:cubicBezTo>
                  <a:cubicBezTo>
                    <a:pt x="648" y="701"/>
                    <a:pt x="645" y="698"/>
                    <a:pt x="651" y="695"/>
                  </a:cubicBezTo>
                  <a:cubicBezTo>
                    <a:pt x="657" y="692"/>
                    <a:pt x="662" y="688"/>
                    <a:pt x="667" y="694"/>
                  </a:cubicBezTo>
                  <a:cubicBezTo>
                    <a:pt x="670" y="697"/>
                    <a:pt x="674" y="701"/>
                    <a:pt x="676" y="707"/>
                  </a:cubicBezTo>
                  <a:cubicBezTo>
                    <a:pt x="681" y="721"/>
                    <a:pt x="709" y="733"/>
                    <a:pt x="724" y="727"/>
                  </a:cubicBezTo>
                  <a:cubicBezTo>
                    <a:pt x="731" y="725"/>
                    <a:pt x="735" y="725"/>
                    <a:pt x="738" y="733"/>
                  </a:cubicBezTo>
                  <a:cubicBezTo>
                    <a:pt x="740" y="738"/>
                    <a:pt x="743" y="744"/>
                    <a:pt x="750" y="744"/>
                  </a:cubicBezTo>
                  <a:cubicBezTo>
                    <a:pt x="766" y="743"/>
                    <a:pt x="782" y="747"/>
                    <a:pt x="798" y="745"/>
                  </a:cubicBezTo>
                  <a:cubicBezTo>
                    <a:pt x="808" y="743"/>
                    <a:pt x="821" y="740"/>
                    <a:pt x="829" y="745"/>
                  </a:cubicBezTo>
                  <a:cubicBezTo>
                    <a:pt x="842" y="752"/>
                    <a:pt x="851" y="765"/>
                    <a:pt x="862" y="775"/>
                  </a:cubicBezTo>
                  <a:cubicBezTo>
                    <a:pt x="862" y="775"/>
                    <a:pt x="862" y="776"/>
                    <a:pt x="862" y="776"/>
                  </a:cubicBezTo>
                  <a:cubicBezTo>
                    <a:pt x="863" y="791"/>
                    <a:pt x="876" y="798"/>
                    <a:pt x="888" y="791"/>
                  </a:cubicBezTo>
                  <a:cubicBezTo>
                    <a:pt x="890" y="789"/>
                    <a:pt x="890" y="784"/>
                    <a:pt x="894" y="787"/>
                  </a:cubicBezTo>
                  <a:cubicBezTo>
                    <a:pt x="898" y="789"/>
                    <a:pt x="899" y="793"/>
                    <a:pt x="897" y="796"/>
                  </a:cubicBezTo>
                  <a:cubicBezTo>
                    <a:pt x="896" y="799"/>
                    <a:pt x="895" y="802"/>
                    <a:pt x="895" y="805"/>
                  </a:cubicBezTo>
                  <a:cubicBezTo>
                    <a:pt x="903" y="845"/>
                    <a:pt x="919" y="883"/>
                    <a:pt x="936" y="920"/>
                  </a:cubicBezTo>
                  <a:cubicBezTo>
                    <a:pt x="938" y="924"/>
                    <a:pt x="941" y="927"/>
                    <a:pt x="945" y="923"/>
                  </a:cubicBezTo>
                  <a:cubicBezTo>
                    <a:pt x="961" y="909"/>
                    <a:pt x="970" y="890"/>
                    <a:pt x="969" y="869"/>
                  </a:cubicBezTo>
                  <a:cubicBezTo>
                    <a:pt x="969" y="856"/>
                    <a:pt x="972" y="847"/>
                    <a:pt x="983" y="840"/>
                  </a:cubicBezTo>
                  <a:cubicBezTo>
                    <a:pt x="989" y="835"/>
                    <a:pt x="994" y="828"/>
                    <a:pt x="1000" y="824"/>
                  </a:cubicBezTo>
                  <a:cubicBezTo>
                    <a:pt x="1021" y="812"/>
                    <a:pt x="1032" y="786"/>
                    <a:pt x="1059" y="780"/>
                  </a:cubicBezTo>
                  <a:cubicBezTo>
                    <a:pt x="1073" y="776"/>
                    <a:pt x="1079" y="775"/>
                    <a:pt x="1082" y="791"/>
                  </a:cubicBezTo>
                  <a:cubicBezTo>
                    <a:pt x="1082" y="795"/>
                    <a:pt x="1086" y="799"/>
                    <a:pt x="1089" y="801"/>
                  </a:cubicBezTo>
                  <a:cubicBezTo>
                    <a:pt x="1100" y="809"/>
                    <a:pt x="1103" y="820"/>
                    <a:pt x="1102" y="832"/>
                  </a:cubicBezTo>
                  <a:cubicBezTo>
                    <a:pt x="1102" y="836"/>
                    <a:pt x="1099" y="839"/>
                    <a:pt x="1105" y="842"/>
                  </a:cubicBezTo>
                  <a:cubicBezTo>
                    <a:pt x="1110" y="844"/>
                    <a:pt x="1113" y="843"/>
                    <a:pt x="1116" y="839"/>
                  </a:cubicBezTo>
                  <a:cubicBezTo>
                    <a:pt x="1119" y="836"/>
                    <a:pt x="1122" y="832"/>
                    <a:pt x="1126" y="835"/>
                  </a:cubicBezTo>
                  <a:cubicBezTo>
                    <a:pt x="1130" y="837"/>
                    <a:pt x="1132" y="841"/>
                    <a:pt x="1132" y="846"/>
                  </a:cubicBezTo>
                  <a:cubicBezTo>
                    <a:pt x="1132" y="852"/>
                    <a:pt x="1131" y="859"/>
                    <a:pt x="1135" y="865"/>
                  </a:cubicBezTo>
                  <a:cubicBezTo>
                    <a:pt x="1141" y="877"/>
                    <a:pt x="1142" y="889"/>
                    <a:pt x="1139" y="902"/>
                  </a:cubicBezTo>
                  <a:cubicBezTo>
                    <a:pt x="1137" y="913"/>
                    <a:pt x="1136" y="923"/>
                    <a:pt x="1148" y="930"/>
                  </a:cubicBezTo>
                  <a:cubicBezTo>
                    <a:pt x="1153" y="934"/>
                    <a:pt x="1155" y="940"/>
                    <a:pt x="1157" y="947"/>
                  </a:cubicBezTo>
                  <a:cubicBezTo>
                    <a:pt x="1160" y="962"/>
                    <a:pt x="1164" y="978"/>
                    <a:pt x="1181" y="985"/>
                  </a:cubicBezTo>
                  <a:cubicBezTo>
                    <a:pt x="1185" y="987"/>
                    <a:pt x="1189" y="993"/>
                    <a:pt x="1194" y="989"/>
                  </a:cubicBezTo>
                  <a:cubicBezTo>
                    <a:pt x="1198" y="984"/>
                    <a:pt x="1192" y="981"/>
                    <a:pt x="1190" y="977"/>
                  </a:cubicBezTo>
                  <a:cubicBezTo>
                    <a:pt x="1189" y="976"/>
                    <a:pt x="1189" y="973"/>
                    <a:pt x="1189" y="971"/>
                  </a:cubicBezTo>
                  <a:cubicBezTo>
                    <a:pt x="1192" y="953"/>
                    <a:pt x="1179" y="945"/>
                    <a:pt x="1166" y="936"/>
                  </a:cubicBezTo>
                  <a:cubicBezTo>
                    <a:pt x="1156" y="928"/>
                    <a:pt x="1149" y="915"/>
                    <a:pt x="1148" y="903"/>
                  </a:cubicBezTo>
                  <a:cubicBezTo>
                    <a:pt x="1147" y="892"/>
                    <a:pt x="1154" y="881"/>
                    <a:pt x="1158" y="869"/>
                  </a:cubicBezTo>
                  <a:cubicBezTo>
                    <a:pt x="1177" y="881"/>
                    <a:pt x="1195" y="893"/>
                    <a:pt x="1203" y="914"/>
                  </a:cubicBezTo>
                  <a:cubicBezTo>
                    <a:pt x="1205" y="918"/>
                    <a:pt x="1209" y="916"/>
                    <a:pt x="1210" y="913"/>
                  </a:cubicBezTo>
                  <a:cubicBezTo>
                    <a:pt x="1218" y="904"/>
                    <a:pt x="1229" y="900"/>
                    <a:pt x="1239" y="894"/>
                  </a:cubicBezTo>
                  <a:cubicBezTo>
                    <a:pt x="1242" y="893"/>
                    <a:pt x="1245" y="892"/>
                    <a:pt x="1246" y="889"/>
                  </a:cubicBezTo>
                  <a:cubicBezTo>
                    <a:pt x="1251" y="873"/>
                    <a:pt x="1244" y="850"/>
                    <a:pt x="1230" y="838"/>
                  </a:cubicBezTo>
                  <a:cubicBezTo>
                    <a:pt x="1208" y="820"/>
                    <a:pt x="1209" y="803"/>
                    <a:pt x="1231" y="789"/>
                  </a:cubicBezTo>
                  <a:cubicBezTo>
                    <a:pt x="1238" y="784"/>
                    <a:pt x="1250" y="784"/>
                    <a:pt x="1251" y="788"/>
                  </a:cubicBezTo>
                  <a:cubicBezTo>
                    <a:pt x="1254" y="802"/>
                    <a:pt x="1259" y="791"/>
                    <a:pt x="1263" y="790"/>
                  </a:cubicBezTo>
                  <a:cubicBezTo>
                    <a:pt x="1277" y="784"/>
                    <a:pt x="1289" y="775"/>
                    <a:pt x="1306" y="773"/>
                  </a:cubicBezTo>
                  <a:cubicBezTo>
                    <a:pt x="1326" y="772"/>
                    <a:pt x="1340" y="756"/>
                    <a:pt x="1350" y="741"/>
                  </a:cubicBezTo>
                  <a:cubicBezTo>
                    <a:pt x="1356" y="732"/>
                    <a:pt x="1361" y="722"/>
                    <a:pt x="1368" y="714"/>
                  </a:cubicBezTo>
                  <a:cubicBezTo>
                    <a:pt x="1374" y="709"/>
                    <a:pt x="1373" y="702"/>
                    <a:pt x="1373" y="696"/>
                  </a:cubicBezTo>
                  <a:cubicBezTo>
                    <a:pt x="1373" y="693"/>
                    <a:pt x="1367" y="694"/>
                    <a:pt x="1369" y="690"/>
                  </a:cubicBezTo>
                  <a:cubicBezTo>
                    <a:pt x="1374" y="682"/>
                    <a:pt x="1370" y="674"/>
                    <a:pt x="1368" y="667"/>
                  </a:cubicBezTo>
                  <a:cubicBezTo>
                    <a:pt x="1365" y="659"/>
                    <a:pt x="1360" y="649"/>
                    <a:pt x="1352" y="643"/>
                  </a:cubicBezTo>
                  <a:cubicBezTo>
                    <a:pt x="1346" y="639"/>
                    <a:pt x="1349" y="638"/>
                    <a:pt x="1352" y="634"/>
                  </a:cubicBezTo>
                  <a:cubicBezTo>
                    <a:pt x="1360" y="625"/>
                    <a:pt x="1370" y="619"/>
                    <a:pt x="1381" y="614"/>
                  </a:cubicBezTo>
                  <a:cubicBezTo>
                    <a:pt x="1372" y="617"/>
                    <a:pt x="1367" y="602"/>
                    <a:pt x="1358" y="610"/>
                  </a:cubicBezTo>
                  <a:cubicBezTo>
                    <a:pt x="1352" y="615"/>
                    <a:pt x="1348" y="616"/>
                    <a:pt x="1345" y="607"/>
                  </a:cubicBezTo>
                  <a:cubicBezTo>
                    <a:pt x="1343" y="601"/>
                    <a:pt x="1333" y="605"/>
                    <a:pt x="1331" y="598"/>
                  </a:cubicBezTo>
                  <a:cubicBezTo>
                    <a:pt x="1330" y="596"/>
                    <a:pt x="1331" y="595"/>
                    <a:pt x="1333" y="594"/>
                  </a:cubicBezTo>
                  <a:cubicBezTo>
                    <a:pt x="1348" y="592"/>
                    <a:pt x="1357" y="580"/>
                    <a:pt x="1369" y="573"/>
                  </a:cubicBezTo>
                  <a:cubicBezTo>
                    <a:pt x="1372" y="570"/>
                    <a:pt x="1374" y="570"/>
                    <a:pt x="1376" y="573"/>
                  </a:cubicBezTo>
                  <a:cubicBezTo>
                    <a:pt x="1378" y="575"/>
                    <a:pt x="1378" y="577"/>
                    <a:pt x="1376" y="579"/>
                  </a:cubicBezTo>
                  <a:cubicBezTo>
                    <a:pt x="1372" y="583"/>
                    <a:pt x="1364" y="587"/>
                    <a:pt x="1371" y="593"/>
                  </a:cubicBezTo>
                  <a:cubicBezTo>
                    <a:pt x="1377" y="598"/>
                    <a:pt x="1381" y="589"/>
                    <a:pt x="1386" y="587"/>
                  </a:cubicBezTo>
                  <a:cubicBezTo>
                    <a:pt x="1388" y="587"/>
                    <a:pt x="1391" y="585"/>
                    <a:pt x="1392" y="584"/>
                  </a:cubicBezTo>
                  <a:cubicBezTo>
                    <a:pt x="1397" y="581"/>
                    <a:pt x="1400" y="582"/>
                    <a:pt x="1404" y="586"/>
                  </a:cubicBezTo>
                  <a:cubicBezTo>
                    <a:pt x="1408" y="589"/>
                    <a:pt x="1409" y="592"/>
                    <a:pt x="1406" y="597"/>
                  </a:cubicBezTo>
                  <a:cubicBezTo>
                    <a:pt x="1400" y="605"/>
                    <a:pt x="1404" y="607"/>
                    <a:pt x="1413" y="607"/>
                  </a:cubicBezTo>
                  <a:cubicBezTo>
                    <a:pt x="1420" y="606"/>
                    <a:pt x="1426" y="613"/>
                    <a:pt x="1424" y="618"/>
                  </a:cubicBezTo>
                  <a:cubicBezTo>
                    <a:pt x="1420" y="625"/>
                    <a:pt x="1420" y="633"/>
                    <a:pt x="1420" y="642"/>
                  </a:cubicBezTo>
                  <a:cubicBezTo>
                    <a:pt x="1420" y="644"/>
                    <a:pt x="1421" y="647"/>
                    <a:pt x="1425" y="647"/>
                  </a:cubicBezTo>
                  <a:cubicBezTo>
                    <a:pt x="1450" y="642"/>
                    <a:pt x="1458" y="621"/>
                    <a:pt x="1443" y="601"/>
                  </a:cubicBezTo>
                  <a:cubicBezTo>
                    <a:pt x="1440" y="598"/>
                    <a:pt x="1437" y="595"/>
                    <a:pt x="1435" y="592"/>
                  </a:cubicBezTo>
                  <a:cubicBezTo>
                    <a:pt x="1431" y="588"/>
                    <a:pt x="1429" y="585"/>
                    <a:pt x="1437" y="582"/>
                  </a:cubicBezTo>
                  <a:cubicBezTo>
                    <a:pt x="1446" y="578"/>
                    <a:pt x="1452" y="571"/>
                    <a:pt x="1456" y="561"/>
                  </a:cubicBezTo>
                  <a:cubicBezTo>
                    <a:pt x="1460" y="550"/>
                    <a:pt x="1470" y="543"/>
                    <a:pt x="1483" y="546"/>
                  </a:cubicBezTo>
                  <a:cubicBezTo>
                    <a:pt x="1490" y="548"/>
                    <a:pt x="1495" y="546"/>
                    <a:pt x="1501" y="543"/>
                  </a:cubicBezTo>
                  <a:cubicBezTo>
                    <a:pt x="1524" y="528"/>
                    <a:pt x="1536" y="504"/>
                    <a:pt x="1552" y="483"/>
                  </a:cubicBezTo>
                  <a:cubicBezTo>
                    <a:pt x="1565" y="466"/>
                    <a:pt x="1563" y="444"/>
                    <a:pt x="1569" y="425"/>
                  </a:cubicBezTo>
                  <a:cubicBezTo>
                    <a:pt x="1574" y="410"/>
                    <a:pt x="1557" y="396"/>
                    <a:pt x="1545" y="404"/>
                  </a:cubicBezTo>
                  <a:cubicBezTo>
                    <a:pt x="1536" y="410"/>
                    <a:pt x="1530" y="405"/>
                    <a:pt x="1527" y="402"/>
                  </a:cubicBezTo>
                  <a:cubicBezTo>
                    <a:pt x="1522" y="397"/>
                    <a:pt x="1515" y="397"/>
                    <a:pt x="1510" y="392"/>
                  </a:cubicBezTo>
                  <a:cubicBezTo>
                    <a:pt x="1533" y="373"/>
                    <a:pt x="1556" y="353"/>
                    <a:pt x="1579" y="334"/>
                  </a:cubicBezTo>
                  <a:cubicBezTo>
                    <a:pt x="1587" y="328"/>
                    <a:pt x="1597" y="320"/>
                    <a:pt x="1607" y="325"/>
                  </a:cubicBezTo>
                  <a:cubicBezTo>
                    <a:pt x="1622" y="332"/>
                    <a:pt x="1634" y="330"/>
                    <a:pt x="1649" y="326"/>
                  </a:cubicBezTo>
                  <a:cubicBezTo>
                    <a:pt x="1658" y="323"/>
                    <a:pt x="1669" y="317"/>
                    <a:pt x="1677" y="332"/>
                  </a:cubicBezTo>
                  <a:cubicBezTo>
                    <a:pt x="1683" y="343"/>
                    <a:pt x="1692" y="326"/>
                    <a:pt x="1700" y="330"/>
                  </a:cubicBezTo>
                  <a:cubicBezTo>
                    <a:pt x="1702" y="331"/>
                    <a:pt x="1703" y="329"/>
                    <a:pt x="1703" y="326"/>
                  </a:cubicBezTo>
                  <a:cubicBezTo>
                    <a:pt x="1705" y="310"/>
                    <a:pt x="1736" y="287"/>
                    <a:pt x="1752" y="289"/>
                  </a:cubicBezTo>
                  <a:cubicBezTo>
                    <a:pt x="1751" y="294"/>
                    <a:pt x="1769" y="283"/>
                    <a:pt x="1758" y="296"/>
                  </a:cubicBezTo>
                  <a:cubicBezTo>
                    <a:pt x="1756" y="300"/>
                    <a:pt x="1760" y="301"/>
                    <a:pt x="1762" y="304"/>
                  </a:cubicBezTo>
                  <a:cubicBezTo>
                    <a:pt x="1764" y="307"/>
                    <a:pt x="1767" y="306"/>
                    <a:pt x="1769" y="304"/>
                  </a:cubicBezTo>
                  <a:cubicBezTo>
                    <a:pt x="1776" y="295"/>
                    <a:pt x="1790" y="296"/>
                    <a:pt x="1793" y="282"/>
                  </a:cubicBezTo>
                  <a:cubicBezTo>
                    <a:pt x="1795" y="274"/>
                    <a:pt x="1803" y="273"/>
                    <a:pt x="1809" y="280"/>
                  </a:cubicBezTo>
                  <a:cubicBezTo>
                    <a:pt x="1807" y="284"/>
                    <a:pt x="1801" y="280"/>
                    <a:pt x="1801" y="284"/>
                  </a:cubicBezTo>
                  <a:cubicBezTo>
                    <a:pt x="1800" y="299"/>
                    <a:pt x="1790" y="304"/>
                    <a:pt x="1780" y="311"/>
                  </a:cubicBezTo>
                  <a:cubicBezTo>
                    <a:pt x="1762" y="323"/>
                    <a:pt x="1752" y="344"/>
                    <a:pt x="1730" y="350"/>
                  </a:cubicBezTo>
                  <a:cubicBezTo>
                    <a:pt x="1729" y="350"/>
                    <a:pt x="1727" y="351"/>
                    <a:pt x="1727" y="353"/>
                  </a:cubicBezTo>
                  <a:cubicBezTo>
                    <a:pt x="1720" y="370"/>
                    <a:pt x="1709" y="386"/>
                    <a:pt x="1716" y="406"/>
                  </a:cubicBezTo>
                  <a:cubicBezTo>
                    <a:pt x="1718" y="414"/>
                    <a:pt x="1721" y="423"/>
                    <a:pt x="1723" y="431"/>
                  </a:cubicBezTo>
                  <a:cubicBezTo>
                    <a:pt x="1724" y="436"/>
                    <a:pt x="1723" y="443"/>
                    <a:pt x="1727" y="443"/>
                  </a:cubicBezTo>
                  <a:cubicBezTo>
                    <a:pt x="1732" y="443"/>
                    <a:pt x="1738" y="439"/>
                    <a:pt x="1739" y="433"/>
                  </a:cubicBezTo>
                  <a:cubicBezTo>
                    <a:pt x="1742" y="421"/>
                    <a:pt x="1752" y="413"/>
                    <a:pt x="1759" y="404"/>
                  </a:cubicBezTo>
                  <a:cubicBezTo>
                    <a:pt x="1767" y="395"/>
                    <a:pt x="1780" y="389"/>
                    <a:pt x="1783" y="375"/>
                  </a:cubicBezTo>
                  <a:cubicBezTo>
                    <a:pt x="1783" y="371"/>
                    <a:pt x="1789" y="373"/>
                    <a:pt x="1791" y="370"/>
                  </a:cubicBezTo>
                  <a:cubicBezTo>
                    <a:pt x="1780" y="366"/>
                    <a:pt x="1796" y="350"/>
                    <a:pt x="1780" y="348"/>
                  </a:cubicBezTo>
                  <a:cubicBezTo>
                    <a:pt x="1779" y="348"/>
                    <a:pt x="1778" y="346"/>
                    <a:pt x="1778" y="344"/>
                  </a:cubicBezTo>
                  <a:cubicBezTo>
                    <a:pt x="1778" y="341"/>
                    <a:pt x="1798" y="318"/>
                    <a:pt x="1801" y="318"/>
                  </a:cubicBezTo>
                  <a:cubicBezTo>
                    <a:pt x="1810" y="319"/>
                    <a:pt x="1818" y="306"/>
                    <a:pt x="1826" y="317"/>
                  </a:cubicBezTo>
                  <a:cubicBezTo>
                    <a:pt x="1831" y="308"/>
                    <a:pt x="1844" y="309"/>
                    <a:pt x="1847" y="311"/>
                  </a:cubicBezTo>
                  <a:cubicBezTo>
                    <a:pt x="1865" y="322"/>
                    <a:pt x="1874" y="306"/>
                    <a:pt x="1886" y="300"/>
                  </a:cubicBezTo>
                  <a:cubicBezTo>
                    <a:pt x="1891" y="298"/>
                    <a:pt x="1895" y="294"/>
                    <a:pt x="1900" y="293"/>
                  </a:cubicBezTo>
                  <a:cubicBezTo>
                    <a:pt x="1916" y="289"/>
                    <a:pt x="1927" y="274"/>
                    <a:pt x="1946" y="281"/>
                  </a:cubicBezTo>
                  <a:cubicBezTo>
                    <a:pt x="1956" y="285"/>
                    <a:pt x="1954" y="276"/>
                    <a:pt x="1953" y="270"/>
                  </a:cubicBezTo>
                  <a:cubicBezTo>
                    <a:pt x="1949" y="255"/>
                    <a:pt x="1936" y="249"/>
                    <a:pt x="1923" y="242"/>
                  </a:cubicBezTo>
                  <a:cubicBezTo>
                    <a:pt x="1929" y="240"/>
                    <a:pt x="1932" y="240"/>
                    <a:pt x="1937" y="244"/>
                  </a:cubicBezTo>
                  <a:cubicBezTo>
                    <a:pt x="1948" y="252"/>
                    <a:pt x="1966" y="241"/>
                    <a:pt x="1964" y="228"/>
                  </a:cubicBezTo>
                  <a:cubicBezTo>
                    <a:pt x="1963" y="222"/>
                    <a:pt x="1966" y="220"/>
                    <a:pt x="1970" y="220"/>
                  </a:cubicBezTo>
                  <a:cubicBezTo>
                    <a:pt x="1976" y="218"/>
                    <a:pt x="1972" y="223"/>
                    <a:pt x="1973" y="225"/>
                  </a:cubicBezTo>
                  <a:cubicBezTo>
                    <a:pt x="1974" y="230"/>
                    <a:pt x="1977" y="234"/>
                    <a:pt x="1983" y="232"/>
                  </a:cubicBezTo>
                  <a:cubicBezTo>
                    <a:pt x="1993" y="230"/>
                    <a:pt x="1999" y="233"/>
                    <a:pt x="2005" y="240"/>
                  </a:cubicBezTo>
                  <a:cubicBezTo>
                    <a:pt x="2011" y="247"/>
                    <a:pt x="2019" y="252"/>
                    <a:pt x="2028" y="251"/>
                  </a:cubicBezTo>
                  <a:cubicBezTo>
                    <a:pt x="2036" y="250"/>
                    <a:pt x="2039" y="243"/>
                    <a:pt x="2038" y="234"/>
                  </a:cubicBezTo>
                  <a:cubicBezTo>
                    <a:pt x="2038" y="230"/>
                    <a:pt x="2044" y="233"/>
                    <a:pt x="2044" y="232"/>
                  </a:cubicBezTo>
                  <a:cubicBezTo>
                    <a:pt x="2047" y="225"/>
                    <a:pt x="2059" y="232"/>
                    <a:pt x="2059" y="223"/>
                  </a:cubicBezTo>
                  <a:close/>
                  <a:moveTo>
                    <a:pt x="704" y="589"/>
                  </a:moveTo>
                  <a:cubicBezTo>
                    <a:pt x="709" y="597"/>
                    <a:pt x="708" y="608"/>
                    <a:pt x="704" y="616"/>
                  </a:cubicBezTo>
                  <a:cubicBezTo>
                    <a:pt x="702" y="620"/>
                    <a:pt x="690" y="620"/>
                    <a:pt x="683" y="619"/>
                  </a:cubicBezTo>
                  <a:cubicBezTo>
                    <a:pt x="676" y="617"/>
                    <a:pt x="669" y="613"/>
                    <a:pt x="663" y="609"/>
                  </a:cubicBezTo>
                  <a:cubicBezTo>
                    <a:pt x="657" y="604"/>
                    <a:pt x="650" y="599"/>
                    <a:pt x="658" y="590"/>
                  </a:cubicBezTo>
                  <a:cubicBezTo>
                    <a:pt x="670" y="575"/>
                    <a:pt x="656" y="564"/>
                    <a:pt x="649" y="553"/>
                  </a:cubicBezTo>
                  <a:cubicBezTo>
                    <a:pt x="644" y="544"/>
                    <a:pt x="638" y="537"/>
                    <a:pt x="643" y="526"/>
                  </a:cubicBezTo>
                  <a:cubicBezTo>
                    <a:pt x="649" y="512"/>
                    <a:pt x="657" y="500"/>
                    <a:pt x="674" y="498"/>
                  </a:cubicBezTo>
                  <a:cubicBezTo>
                    <a:pt x="680" y="497"/>
                    <a:pt x="686" y="498"/>
                    <a:pt x="692" y="498"/>
                  </a:cubicBezTo>
                  <a:cubicBezTo>
                    <a:pt x="698" y="497"/>
                    <a:pt x="700" y="501"/>
                    <a:pt x="700" y="507"/>
                  </a:cubicBezTo>
                  <a:cubicBezTo>
                    <a:pt x="700" y="513"/>
                    <a:pt x="698" y="518"/>
                    <a:pt x="692" y="516"/>
                  </a:cubicBezTo>
                  <a:cubicBezTo>
                    <a:pt x="681" y="512"/>
                    <a:pt x="678" y="522"/>
                    <a:pt x="672" y="526"/>
                  </a:cubicBezTo>
                  <a:cubicBezTo>
                    <a:pt x="678" y="532"/>
                    <a:pt x="675" y="545"/>
                    <a:pt x="687" y="546"/>
                  </a:cubicBezTo>
                  <a:cubicBezTo>
                    <a:pt x="688" y="546"/>
                    <a:pt x="690" y="547"/>
                    <a:pt x="690" y="547"/>
                  </a:cubicBezTo>
                  <a:cubicBezTo>
                    <a:pt x="691" y="560"/>
                    <a:pt x="707" y="558"/>
                    <a:pt x="713" y="569"/>
                  </a:cubicBezTo>
                  <a:cubicBezTo>
                    <a:pt x="693" y="572"/>
                    <a:pt x="693" y="572"/>
                    <a:pt x="704" y="589"/>
                  </a:cubicBezTo>
                  <a:close/>
                </a:path>
              </a:pathLst>
            </a:custGeom>
            <a:solidFill>
              <a:schemeClr val="accent1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FFD4618-12BD-3A88-5AE0-7F890F23D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57314" y="2400043"/>
              <a:ext cx="2627473" cy="3083552"/>
            </a:xfrm>
            <a:custGeom>
              <a:avLst/>
              <a:gdLst>
                <a:gd name="T0" fmla="*/ 1175 w 1335"/>
                <a:gd name="T1" fmla="*/ 940 h 1566"/>
                <a:gd name="T2" fmla="*/ 1056 w 1335"/>
                <a:gd name="T3" fmla="*/ 840 h 1566"/>
                <a:gd name="T4" fmla="*/ 910 w 1335"/>
                <a:gd name="T5" fmla="*/ 859 h 1566"/>
                <a:gd name="T6" fmla="*/ 797 w 1335"/>
                <a:gd name="T7" fmla="*/ 770 h 1566"/>
                <a:gd name="T8" fmla="*/ 706 w 1335"/>
                <a:gd name="T9" fmla="*/ 720 h 1566"/>
                <a:gd name="T10" fmla="*/ 778 w 1335"/>
                <a:gd name="T11" fmla="*/ 636 h 1566"/>
                <a:gd name="T12" fmla="*/ 880 w 1335"/>
                <a:gd name="T13" fmla="*/ 669 h 1566"/>
                <a:gd name="T14" fmla="*/ 924 w 1335"/>
                <a:gd name="T15" fmla="*/ 540 h 1566"/>
                <a:gd name="T16" fmla="*/ 1051 w 1335"/>
                <a:gd name="T17" fmla="*/ 459 h 1566"/>
                <a:gd name="T18" fmla="*/ 1030 w 1335"/>
                <a:gd name="T19" fmla="*/ 404 h 1566"/>
                <a:gd name="T20" fmla="*/ 1151 w 1335"/>
                <a:gd name="T21" fmla="*/ 422 h 1566"/>
                <a:gd name="T22" fmla="*/ 1098 w 1335"/>
                <a:gd name="T23" fmla="*/ 319 h 1566"/>
                <a:gd name="T24" fmla="*/ 983 w 1335"/>
                <a:gd name="T25" fmla="*/ 246 h 1566"/>
                <a:gd name="T26" fmla="*/ 895 w 1335"/>
                <a:gd name="T27" fmla="*/ 273 h 1566"/>
                <a:gd name="T28" fmla="*/ 856 w 1335"/>
                <a:gd name="T29" fmla="*/ 345 h 1566"/>
                <a:gd name="T30" fmla="*/ 767 w 1335"/>
                <a:gd name="T31" fmla="*/ 209 h 1566"/>
                <a:gd name="T32" fmla="*/ 869 w 1335"/>
                <a:gd name="T33" fmla="*/ 195 h 1566"/>
                <a:gd name="T34" fmla="*/ 905 w 1335"/>
                <a:gd name="T35" fmla="*/ 88 h 1566"/>
                <a:gd name="T36" fmla="*/ 921 w 1335"/>
                <a:gd name="T37" fmla="*/ 168 h 1566"/>
                <a:gd name="T38" fmla="*/ 1015 w 1335"/>
                <a:gd name="T39" fmla="*/ 215 h 1566"/>
                <a:gd name="T40" fmla="*/ 1042 w 1335"/>
                <a:gd name="T41" fmla="*/ 170 h 1566"/>
                <a:gd name="T42" fmla="*/ 942 w 1335"/>
                <a:gd name="T43" fmla="*/ 58 h 1566"/>
                <a:gd name="T44" fmla="*/ 823 w 1335"/>
                <a:gd name="T45" fmla="*/ 58 h 1566"/>
                <a:gd name="T46" fmla="*/ 841 w 1335"/>
                <a:gd name="T47" fmla="*/ 87 h 1566"/>
                <a:gd name="T48" fmla="*/ 734 w 1335"/>
                <a:gd name="T49" fmla="*/ 53 h 1566"/>
                <a:gd name="T50" fmla="*/ 725 w 1335"/>
                <a:gd name="T51" fmla="*/ 37 h 1566"/>
                <a:gd name="T52" fmla="*/ 595 w 1335"/>
                <a:gd name="T53" fmla="*/ 119 h 1566"/>
                <a:gd name="T54" fmla="*/ 539 w 1335"/>
                <a:gd name="T55" fmla="*/ 102 h 1566"/>
                <a:gd name="T56" fmla="*/ 625 w 1335"/>
                <a:gd name="T57" fmla="*/ 18 h 1566"/>
                <a:gd name="T58" fmla="*/ 546 w 1335"/>
                <a:gd name="T59" fmla="*/ 40 h 1566"/>
                <a:gd name="T60" fmla="*/ 436 w 1335"/>
                <a:gd name="T61" fmla="*/ 25 h 1566"/>
                <a:gd name="T62" fmla="*/ 508 w 1335"/>
                <a:gd name="T63" fmla="*/ 89 h 1566"/>
                <a:gd name="T64" fmla="*/ 395 w 1335"/>
                <a:gd name="T65" fmla="*/ 84 h 1566"/>
                <a:gd name="T66" fmla="*/ 274 w 1335"/>
                <a:gd name="T67" fmla="*/ 91 h 1566"/>
                <a:gd name="T68" fmla="*/ 58 w 1335"/>
                <a:gd name="T69" fmla="*/ 85 h 1566"/>
                <a:gd name="T70" fmla="*/ 6 w 1335"/>
                <a:gd name="T71" fmla="*/ 171 h 1566"/>
                <a:gd name="T72" fmla="*/ 27 w 1335"/>
                <a:gd name="T73" fmla="*/ 245 h 1566"/>
                <a:gd name="T74" fmla="*/ 82 w 1335"/>
                <a:gd name="T75" fmla="*/ 302 h 1566"/>
                <a:gd name="T76" fmla="*/ 130 w 1335"/>
                <a:gd name="T77" fmla="*/ 292 h 1566"/>
                <a:gd name="T78" fmla="*/ 164 w 1335"/>
                <a:gd name="T79" fmla="*/ 264 h 1566"/>
                <a:gd name="T80" fmla="*/ 292 w 1335"/>
                <a:gd name="T81" fmla="*/ 270 h 1566"/>
                <a:gd name="T82" fmla="*/ 370 w 1335"/>
                <a:gd name="T83" fmla="*/ 330 h 1566"/>
                <a:gd name="T84" fmla="*/ 462 w 1335"/>
                <a:gd name="T85" fmla="*/ 561 h 1566"/>
                <a:gd name="T86" fmla="*/ 582 w 1335"/>
                <a:gd name="T87" fmla="*/ 694 h 1566"/>
                <a:gd name="T88" fmla="*/ 659 w 1335"/>
                <a:gd name="T89" fmla="*/ 763 h 1566"/>
                <a:gd name="T90" fmla="*/ 804 w 1335"/>
                <a:gd name="T91" fmla="*/ 817 h 1566"/>
                <a:gd name="T92" fmla="*/ 925 w 1335"/>
                <a:gd name="T93" fmla="*/ 950 h 1566"/>
                <a:gd name="T94" fmla="*/ 948 w 1335"/>
                <a:gd name="T95" fmla="*/ 1107 h 1566"/>
                <a:gd name="T96" fmla="*/ 947 w 1335"/>
                <a:gd name="T97" fmla="*/ 1386 h 1566"/>
                <a:gd name="T98" fmla="*/ 931 w 1335"/>
                <a:gd name="T99" fmla="*/ 1479 h 1566"/>
                <a:gd name="T100" fmla="*/ 947 w 1335"/>
                <a:gd name="T101" fmla="*/ 1532 h 1566"/>
                <a:gd name="T102" fmla="*/ 984 w 1335"/>
                <a:gd name="T103" fmla="*/ 1562 h 1566"/>
                <a:gd name="T104" fmla="*/ 1027 w 1335"/>
                <a:gd name="T105" fmla="*/ 1382 h 1566"/>
                <a:gd name="T106" fmla="*/ 1169 w 1335"/>
                <a:gd name="T107" fmla="*/ 1254 h 1566"/>
                <a:gd name="T108" fmla="*/ 1306 w 1335"/>
                <a:gd name="T109" fmla="*/ 1061 h 1566"/>
                <a:gd name="T110" fmla="*/ 720 w 1335"/>
                <a:gd name="T111" fmla="*/ 125 h 1566"/>
                <a:gd name="T112" fmla="*/ 548 w 1335"/>
                <a:gd name="T113" fmla="*/ 619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35" h="1566">
                  <a:moveTo>
                    <a:pt x="1314" y="992"/>
                  </a:moveTo>
                  <a:cubicBezTo>
                    <a:pt x="1312" y="992"/>
                    <a:pt x="1309" y="989"/>
                    <a:pt x="1307" y="987"/>
                  </a:cubicBezTo>
                  <a:cubicBezTo>
                    <a:pt x="1291" y="969"/>
                    <a:pt x="1270" y="967"/>
                    <a:pt x="1247" y="969"/>
                  </a:cubicBezTo>
                  <a:cubicBezTo>
                    <a:pt x="1244" y="969"/>
                    <a:pt x="1239" y="971"/>
                    <a:pt x="1238" y="967"/>
                  </a:cubicBezTo>
                  <a:cubicBezTo>
                    <a:pt x="1236" y="953"/>
                    <a:pt x="1224" y="954"/>
                    <a:pt x="1214" y="950"/>
                  </a:cubicBezTo>
                  <a:cubicBezTo>
                    <a:pt x="1208" y="948"/>
                    <a:pt x="1202" y="944"/>
                    <a:pt x="1200" y="955"/>
                  </a:cubicBezTo>
                  <a:cubicBezTo>
                    <a:pt x="1200" y="957"/>
                    <a:pt x="1197" y="957"/>
                    <a:pt x="1195" y="957"/>
                  </a:cubicBezTo>
                  <a:cubicBezTo>
                    <a:pt x="1194" y="957"/>
                    <a:pt x="1192" y="956"/>
                    <a:pt x="1193" y="954"/>
                  </a:cubicBezTo>
                  <a:cubicBezTo>
                    <a:pt x="1198" y="935"/>
                    <a:pt x="1181" y="946"/>
                    <a:pt x="1175" y="940"/>
                  </a:cubicBezTo>
                  <a:cubicBezTo>
                    <a:pt x="1183" y="933"/>
                    <a:pt x="1186" y="926"/>
                    <a:pt x="1175" y="919"/>
                  </a:cubicBezTo>
                  <a:cubicBezTo>
                    <a:pt x="1173" y="918"/>
                    <a:pt x="1171" y="914"/>
                    <a:pt x="1171" y="911"/>
                  </a:cubicBezTo>
                  <a:cubicBezTo>
                    <a:pt x="1170" y="896"/>
                    <a:pt x="1158" y="890"/>
                    <a:pt x="1146" y="885"/>
                  </a:cubicBezTo>
                  <a:cubicBezTo>
                    <a:pt x="1136" y="881"/>
                    <a:pt x="1126" y="879"/>
                    <a:pt x="1115" y="879"/>
                  </a:cubicBezTo>
                  <a:cubicBezTo>
                    <a:pt x="1106" y="879"/>
                    <a:pt x="1099" y="875"/>
                    <a:pt x="1097" y="869"/>
                  </a:cubicBezTo>
                  <a:cubicBezTo>
                    <a:pt x="1095" y="861"/>
                    <a:pt x="1087" y="858"/>
                    <a:pt x="1083" y="857"/>
                  </a:cubicBezTo>
                  <a:cubicBezTo>
                    <a:pt x="1069" y="856"/>
                    <a:pt x="1068" y="848"/>
                    <a:pt x="1069" y="837"/>
                  </a:cubicBezTo>
                  <a:cubicBezTo>
                    <a:pt x="1069" y="835"/>
                    <a:pt x="1068" y="834"/>
                    <a:pt x="1068" y="834"/>
                  </a:cubicBezTo>
                  <a:cubicBezTo>
                    <a:pt x="1061" y="834"/>
                    <a:pt x="1063" y="850"/>
                    <a:pt x="1056" y="840"/>
                  </a:cubicBezTo>
                  <a:cubicBezTo>
                    <a:pt x="1051" y="833"/>
                    <a:pt x="1047" y="834"/>
                    <a:pt x="1041" y="837"/>
                  </a:cubicBezTo>
                  <a:cubicBezTo>
                    <a:pt x="1029" y="844"/>
                    <a:pt x="1016" y="832"/>
                    <a:pt x="1004" y="837"/>
                  </a:cubicBezTo>
                  <a:cubicBezTo>
                    <a:pt x="1001" y="838"/>
                    <a:pt x="998" y="835"/>
                    <a:pt x="998" y="833"/>
                  </a:cubicBezTo>
                  <a:cubicBezTo>
                    <a:pt x="997" y="821"/>
                    <a:pt x="986" y="822"/>
                    <a:pt x="982" y="823"/>
                  </a:cubicBezTo>
                  <a:cubicBezTo>
                    <a:pt x="973" y="825"/>
                    <a:pt x="963" y="830"/>
                    <a:pt x="968" y="843"/>
                  </a:cubicBezTo>
                  <a:cubicBezTo>
                    <a:pt x="969" y="846"/>
                    <a:pt x="967" y="848"/>
                    <a:pt x="965" y="848"/>
                  </a:cubicBezTo>
                  <a:cubicBezTo>
                    <a:pt x="962" y="849"/>
                    <a:pt x="961" y="847"/>
                    <a:pt x="960" y="844"/>
                  </a:cubicBezTo>
                  <a:cubicBezTo>
                    <a:pt x="960" y="836"/>
                    <a:pt x="960" y="827"/>
                    <a:pt x="969" y="818"/>
                  </a:cubicBezTo>
                  <a:cubicBezTo>
                    <a:pt x="940" y="823"/>
                    <a:pt x="922" y="838"/>
                    <a:pt x="910" y="859"/>
                  </a:cubicBezTo>
                  <a:cubicBezTo>
                    <a:pt x="900" y="851"/>
                    <a:pt x="892" y="839"/>
                    <a:pt x="880" y="846"/>
                  </a:cubicBezTo>
                  <a:cubicBezTo>
                    <a:pt x="871" y="851"/>
                    <a:pt x="867" y="849"/>
                    <a:pt x="860" y="844"/>
                  </a:cubicBezTo>
                  <a:cubicBezTo>
                    <a:pt x="845" y="832"/>
                    <a:pt x="840" y="819"/>
                    <a:pt x="849" y="801"/>
                  </a:cubicBezTo>
                  <a:cubicBezTo>
                    <a:pt x="849" y="799"/>
                    <a:pt x="849" y="797"/>
                    <a:pt x="849" y="795"/>
                  </a:cubicBezTo>
                  <a:cubicBezTo>
                    <a:pt x="850" y="786"/>
                    <a:pt x="850" y="779"/>
                    <a:pt x="838" y="781"/>
                  </a:cubicBezTo>
                  <a:cubicBezTo>
                    <a:pt x="836" y="781"/>
                    <a:pt x="834" y="780"/>
                    <a:pt x="832" y="780"/>
                  </a:cubicBezTo>
                  <a:cubicBezTo>
                    <a:pt x="831" y="779"/>
                    <a:pt x="830" y="779"/>
                    <a:pt x="829" y="778"/>
                  </a:cubicBezTo>
                  <a:cubicBezTo>
                    <a:pt x="820" y="779"/>
                    <a:pt x="811" y="780"/>
                    <a:pt x="802" y="781"/>
                  </a:cubicBezTo>
                  <a:cubicBezTo>
                    <a:pt x="794" y="780"/>
                    <a:pt x="794" y="773"/>
                    <a:pt x="797" y="770"/>
                  </a:cubicBezTo>
                  <a:cubicBezTo>
                    <a:pt x="805" y="761"/>
                    <a:pt x="807" y="751"/>
                    <a:pt x="809" y="739"/>
                  </a:cubicBezTo>
                  <a:cubicBezTo>
                    <a:pt x="813" y="723"/>
                    <a:pt x="813" y="721"/>
                    <a:pt x="796" y="721"/>
                  </a:cubicBezTo>
                  <a:cubicBezTo>
                    <a:pt x="791" y="721"/>
                    <a:pt x="786" y="721"/>
                    <a:pt x="781" y="721"/>
                  </a:cubicBezTo>
                  <a:cubicBezTo>
                    <a:pt x="772" y="720"/>
                    <a:pt x="772" y="726"/>
                    <a:pt x="773" y="732"/>
                  </a:cubicBezTo>
                  <a:cubicBezTo>
                    <a:pt x="773" y="734"/>
                    <a:pt x="772" y="737"/>
                    <a:pt x="772" y="739"/>
                  </a:cubicBezTo>
                  <a:cubicBezTo>
                    <a:pt x="767" y="743"/>
                    <a:pt x="762" y="748"/>
                    <a:pt x="757" y="752"/>
                  </a:cubicBezTo>
                  <a:cubicBezTo>
                    <a:pt x="751" y="752"/>
                    <a:pt x="745" y="752"/>
                    <a:pt x="739" y="752"/>
                  </a:cubicBezTo>
                  <a:cubicBezTo>
                    <a:pt x="728" y="752"/>
                    <a:pt x="722" y="744"/>
                    <a:pt x="718" y="736"/>
                  </a:cubicBezTo>
                  <a:cubicBezTo>
                    <a:pt x="715" y="729"/>
                    <a:pt x="711" y="724"/>
                    <a:pt x="706" y="720"/>
                  </a:cubicBezTo>
                  <a:cubicBezTo>
                    <a:pt x="706" y="704"/>
                    <a:pt x="706" y="687"/>
                    <a:pt x="707" y="671"/>
                  </a:cubicBezTo>
                  <a:cubicBezTo>
                    <a:pt x="710" y="670"/>
                    <a:pt x="712" y="667"/>
                    <a:pt x="711" y="663"/>
                  </a:cubicBezTo>
                  <a:cubicBezTo>
                    <a:pt x="715" y="658"/>
                    <a:pt x="719" y="653"/>
                    <a:pt x="724" y="648"/>
                  </a:cubicBezTo>
                  <a:cubicBezTo>
                    <a:pt x="724" y="645"/>
                    <a:pt x="725" y="643"/>
                    <a:pt x="726" y="642"/>
                  </a:cubicBezTo>
                  <a:cubicBezTo>
                    <a:pt x="725" y="643"/>
                    <a:pt x="724" y="645"/>
                    <a:pt x="724" y="647"/>
                  </a:cubicBezTo>
                  <a:cubicBezTo>
                    <a:pt x="734" y="649"/>
                    <a:pt x="738" y="639"/>
                    <a:pt x="745" y="635"/>
                  </a:cubicBezTo>
                  <a:cubicBezTo>
                    <a:pt x="752" y="636"/>
                    <a:pt x="759" y="636"/>
                    <a:pt x="766" y="636"/>
                  </a:cubicBezTo>
                  <a:cubicBezTo>
                    <a:pt x="767" y="637"/>
                    <a:pt x="768" y="637"/>
                    <a:pt x="769" y="638"/>
                  </a:cubicBezTo>
                  <a:cubicBezTo>
                    <a:pt x="772" y="639"/>
                    <a:pt x="776" y="640"/>
                    <a:pt x="778" y="636"/>
                  </a:cubicBezTo>
                  <a:cubicBezTo>
                    <a:pt x="787" y="642"/>
                    <a:pt x="787" y="635"/>
                    <a:pt x="790" y="630"/>
                  </a:cubicBezTo>
                  <a:cubicBezTo>
                    <a:pt x="798" y="630"/>
                    <a:pt x="806" y="630"/>
                    <a:pt x="814" y="630"/>
                  </a:cubicBezTo>
                  <a:cubicBezTo>
                    <a:pt x="816" y="636"/>
                    <a:pt x="821" y="636"/>
                    <a:pt x="826" y="635"/>
                  </a:cubicBezTo>
                  <a:cubicBezTo>
                    <a:pt x="830" y="635"/>
                    <a:pt x="834" y="636"/>
                    <a:pt x="838" y="636"/>
                  </a:cubicBezTo>
                  <a:cubicBezTo>
                    <a:pt x="838" y="636"/>
                    <a:pt x="838" y="636"/>
                    <a:pt x="838" y="636"/>
                  </a:cubicBezTo>
                  <a:cubicBezTo>
                    <a:pt x="845" y="644"/>
                    <a:pt x="853" y="651"/>
                    <a:pt x="851" y="663"/>
                  </a:cubicBezTo>
                  <a:cubicBezTo>
                    <a:pt x="850" y="670"/>
                    <a:pt x="855" y="676"/>
                    <a:pt x="859" y="680"/>
                  </a:cubicBezTo>
                  <a:cubicBezTo>
                    <a:pt x="865" y="686"/>
                    <a:pt x="874" y="689"/>
                    <a:pt x="879" y="678"/>
                  </a:cubicBezTo>
                  <a:cubicBezTo>
                    <a:pt x="879" y="675"/>
                    <a:pt x="880" y="672"/>
                    <a:pt x="880" y="669"/>
                  </a:cubicBezTo>
                  <a:cubicBezTo>
                    <a:pt x="882" y="654"/>
                    <a:pt x="873" y="642"/>
                    <a:pt x="869" y="630"/>
                  </a:cubicBezTo>
                  <a:cubicBezTo>
                    <a:pt x="869" y="628"/>
                    <a:pt x="869" y="626"/>
                    <a:pt x="869" y="624"/>
                  </a:cubicBezTo>
                  <a:cubicBezTo>
                    <a:pt x="873" y="622"/>
                    <a:pt x="875" y="620"/>
                    <a:pt x="873" y="615"/>
                  </a:cubicBezTo>
                  <a:cubicBezTo>
                    <a:pt x="874" y="614"/>
                    <a:pt x="874" y="613"/>
                    <a:pt x="874" y="612"/>
                  </a:cubicBezTo>
                  <a:cubicBezTo>
                    <a:pt x="881" y="607"/>
                    <a:pt x="886" y="601"/>
                    <a:pt x="891" y="595"/>
                  </a:cubicBezTo>
                  <a:cubicBezTo>
                    <a:pt x="894" y="594"/>
                    <a:pt x="897" y="592"/>
                    <a:pt x="898" y="588"/>
                  </a:cubicBezTo>
                  <a:cubicBezTo>
                    <a:pt x="920" y="583"/>
                    <a:pt x="929" y="561"/>
                    <a:pt x="916" y="546"/>
                  </a:cubicBezTo>
                  <a:cubicBezTo>
                    <a:pt x="916" y="542"/>
                    <a:pt x="916" y="538"/>
                    <a:pt x="916" y="534"/>
                  </a:cubicBezTo>
                  <a:cubicBezTo>
                    <a:pt x="921" y="534"/>
                    <a:pt x="921" y="545"/>
                    <a:pt x="924" y="540"/>
                  </a:cubicBezTo>
                  <a:cubicBezTo>
                    <a:pt x="928" y="532"/>
                    <a:pt x="938" y="530"/>
                    <a:pt x="940" y="520"/>
                  </a:cubicBezTo>
                  <a:cubicBezTo>
                    <a:pt x="942" y="511"/>
                    <a:pt x="950" y="506"/>
                    <a:pt x="957" y="505"/>
                  </a:cubicBezTo>
                  <a:cubicBezTo>
                    <a:pt x="973" y="502"/>
                    <a:pt x="977" y="494"/>
                    <a:pt x="976" y="480"/>
                  </a:cubicBezTo>
                  <a:cubicBezTo>
                    <a:pt x="979" y="479"/>
                    <a:pt x="982" y="478"/>
                    <a:pt x="982" y="474"/>
                  </a:cubicBezTo>
                  <a:cubicBezTo>
                    <a:pt x="988" y="475"/>
                    <a:pt x="992" y="471"/>
                    <a:pt x="996" y="468"/>
                  </a:cubicBezTo>
                  <a:cubicBezTo>
                    <a:pt x="1004" y="462"/>
                    <a:pt x="1014" y="458"/>
                    <a:pt x="1024" y="459"/>
                  </a:cubicBezTo>
                  <a:cubicBezTo>
                    <a:pt x="1020" y="461"/>
                    <a:pt x="1019" y="465"/>
                    <a:pt x="1018" y="470"/>
                  </a:cubicBezTo>
                  <a:cubicBezTo>
                    <a:pt x="1026" y="473"/>
                    <a:pt x="1033" y="472"/>
                    <a:pt x="1038" y="464"/>
                  </a:cubicBezTo>
                  <a:cubicBezTo>
                    <a:pt x="1041" y="460"/>
                    <a:pt x="1046" y="459"/>
                    <a:pt x="1051" y="459"/>
                  </a:cubicBezTo>
                  <a:cubicBezTo>
                    <a:pt x="1065" y="462"/>
                    <a:pt x="1069" y="446"/>
                    <a:pt x="1080" y="443"/>
                  </a:cubicBezTo>
                  <a:cubicBezTo>
                    <a:pt x="1075" y="444"/>
                    <a:pt x="1074" y="430"/>
                    <a:pt x="1070" y="438"/>
                  </a:cubicBezTo>
                  <a:cubicBezTo>
                    <a:pt x="1064" y="450"/>
                    <a:pt x="1056" y="446"/>
                    <a:pt x="1048" y="447"/>
                  </a:cubicBezTo>
                  <a:cubicBezTo>
                    <a:pt x="1044" y="446"/>
                    <a:pt x="1042" y="440"/>
                    <a:pt x="1036" y="441"/>
                  </a:cubicBezTo>
                  <a:cubicBezTo>
                    <a:pt x="1036" y="439"/>
                    <a:pt x="1035" y="437"/>
                    <a:pt x="1035" y="435"/>
                  </a:cubicBezTo>
                  <a:cubicBezTo>
                    <a:pt x="1038" y="429"/>
                    <a:pt x="1032" y="426"/>
                    <a:pt x="1031" y="422"/>
                  </a:cubicBezTo>
                  <a:cubicBezTo>
                    <a:pt x="1032" y="422"/>
                    <a:pt x="1032" y="421"/>
                    <a:pt x="1031" y="420"/>
                  </a:cubicBezTo>
                  <a:cubicBezTo>
                    <a:pt x="1039" y="411"/>
                    <a:pt x="1039" y="409"/>
                    <a:pt x="1033" y="405"/>
                  </a:cubicBezTo>
                  <a:cubicBezTo>
                    <a:pt x="1032" y="405"/>
                    <a:pt x="1031" y="404"/>
                    <a:pt x="1030" y="404"/>
                  </a:cubicBezTo>
                  <a:cubicBezTo>
                    <a:pt x="1026" y="401"/>
                    <a:pt x="1022" y="401"/>
                    <a:pt x="1018" y="401"/>
                  </a:cubicBezTo>
                  <a:cubicBezTo>
                    <a:pt x="1019" y="388"/>
                    <a:pt x="1030" y="392"/>
                    <a:pt x="1039" y="388"/>
                  </a:cubicBezTo>
                  <a:cubicBezTo>
                    <a:pt x="1048" y="388"/>
                    <a:pt x="1057" y="388"/>
                    <a:pt x="1066" y="388"/>
                  </a:cubicBezTo>
                  <a:cubicBezTo>
                    <a:pt x="1084" y="396"/>
                    <a:pt x="1097" y="384"/>
                    <a:pt x="1113" y="371"/>
                  </a:cubicBezTo>
                  <a:cubicBezTo>
                    <a:pt x="1106" y="391"/>
                    <a:pt x="1095" y="405"/>
                    <a:pt x="1088" y="421"/>
                  </a:cubicBezTo>
                  <a:cubicBezTo>
                    <a:pt x="1102" y="427"/>
                    <a:pt x="1118" y="417"/>
                    <a:pt x="1132" y="426"/>
                  </a:cubicBezTo>
                  <a:cubicBezTo>
                    <a:pt x="1135" y="428"/>
                    <a:pt x="1140" y="428"/>
                    <a:pt x="1143" y="431"/>
                  </a:cubicBezTo>
                  <a:cubicBezTo>
                    <a:pt x="1145" y="433"/>
                    <a:pt x="1150" y="434"/>
                    <a:pt x="1152" y="430"/>
                  </a:cubicBezTo>
                  <a:cubicBezTo>
                    <a:pt x="1154" y="428"/>
                    <a:pt x="1153" y="425"/>
                    <a:pt x="1151" y="422"/>
                  </a:cubicBezTo>
                  <a:cubicBezTo>
                    <a:pt x="1147" y="417"/>
                    <a:pt x="1140" y="412"/>
                    <a:pt x="1144" y="404"/>
                  </a:cubicBezTo>
                  <a:cubicBezTo>
                    <a:pt x="1144" y="403"/>
                    <a:pt x="1142" y="401"/>
                    <a:pt x="1141" y="402"/>
                  </a:cubicBezTo>
                  <a:cubicBezTo>
                    <a:pt x="1131" y="406"/>
                    <a:pt x="1126" y="396"/>
                    <a:pt x="1119" y="393"/>
                  </a:cubicBezTo>
                  <a:cubicBezTo>
                    <a:pt x="1117" y="392"/>
                    <a:pt x="1113" y="393"/>
                    <a:pt x="1116" y="388"/>
                  </a:cubicBezTo>
                  <a:cubicBezTo>
                    <a:pt x="1119" y="382"/>
                    <a:pt x="1120" y="374"/>
                    <a:pt x="1122" y="370"/>
                  </a:cubicBezTo>
                  <a:cubicBezTo>
                    <a:pt x="1131" y="351"/>
                    <a:pt x="1126" y="342"/>
                    <a:pt x="1108" y="337"/>
                  </a:cubicBezTo>
                  <a:cubicBezTo>
                    <a:pt x="1105" y="334"/>
                    <a:pt x="1099" y="339"/>
                    <a:pt x="1096" y="333"/>
                  </a:cubicBezTo>
                  <a:cubicBezTo>
                    <a:pt x="1099" y="333"/>
                    <a:pt x="1104" y="334"/>
                    <a:pt x="1104" y="331"/>
                  </a:cubicBezTo>
                  <a:cubicBezTo>
                    <a:pt x="1104" y="326"/>
                    <a:pt x="1102" y="319"/>
                    <a:pt x="1098" y="319"/>
                  </a:cubicBezTo>
                  <a:cubicBezTo>
                    <a:pt x="1082" y="320"/>
                    <a:pt x="1077" y="306"/>
                    <a:pt x="1066" y="300"/>
                  </a:cubicBezTo>
                  <a:cubicBezTo>
                    <a:pt x="1066" y="297"/>
                    <a:pt x="1066" y="294"/>
                    <a:pt x="1066" y="291"/>
                  </a:cubicBezTo>
                  <a:cubicBezTo>
                    <a:pt x="1066" y="288"/>
                    <a:pt x="1067" y="284"/>
                    <a:pt x="1065" y="282"/>
                  </a:cubicBezTo>
                  <a:cubicBezTo>
                    <a:pt x="1058" y="272"/>
                    <a:pt x="1050" y="262"/>
                    <a:pt x="1042" y="252"/>
                  </a:cubicBezTo>
                  <a:cubicBezTo>
                    <a:pt x="1037" y="247"/>
                    <a:pt x="1029" y="241"/>
                    <a:pt x="1026" y="250"/>
                  </a:cubicBezTo>
                  <a:cubicBezTo>
                    <a:pt x="1022" y="260"/>
                    <a:pt x="1014" y="265"/>
                    <a:pt x="1009" y="272"/>
                  </a:cubicBezTo>
                  <a:cubicBezTo>
                    <a:pt x="1007" y="272"/>
                    <a:pt x="1005" y="272"/>
                    <a:pt x="1003" y="272"/>
                  </a:cubicBezTo>
                  <a:cubicBezTo>
                    <a:pt x="997" y="266"/>
                    <a:pt x="991" y="259"/>
                    <a:pt x="984" y="252"/>
                  </a:cubicBezTo>
                  <a:cubicBezTo>
                    <a:pt x="984" y="250"/>
                    <a:pt x="983" y="248"/>
                    <a:pt x="983" y="246"/>
                  </a:cubicBezTo>
                  <a:cubicBezTo>
                    <a:pt x="986" y="237"/>
                    <a:pt x="982" y="233"/>
                    <a:pt x="973" y="234"/>
                  </a:cubicBezTo>
                  <a:cubicBezTo>
                    <a:pt x="970" y="232"/>
                    <a:pt x="967" y="230"/>
                    <a:pt x="964" y="228"/>
                  </a:cubicBezTo>
                  <a:cubicBezTo>
                    <a:pt x="960" y="223"/>
                    <a:pt x="957" y="217"/>
                    <a:pt x="949" y="217"/>
                  </a:cubicBezTo>
                  <a:cubicBezTo>
                    <a:pt x="947" y="217"/>
                    <a:pt x="945" y="216"/>
                    <a:pt x="943" y="216"/>
                  </a:cubicBezTo>
                  <a:cubicBezTo>
                    <a:pt x="937" y="215"/>
                    <a:pt x="931" y="215"/>
                    <a:pt x="924" y="212"/>
                  </a:cubicBezTo>
                  <a:cubicBezTo>
                    <a:pt x="908" y="203"/>
                    <a:pt x="898" y="211"/>
                    <a:pt x="898" y="228"/>
                  </a:cubicBezTo>
                  <a:cubicBezTo>
                    <a:pt x="898" y="240"/>
                    <a:pt x="904" y="254"/>
                    <a:pt x="893" y="265"/>
                  </a:cubicBezTo>
                  <a:cubicBezTo>
                    <a:pt x="893" y="265"/>
                    <a:pt x="895" y="268"/>
                    <a:pt x="895" y="270"/>
                  </a:cubicBezTo>
                  <a:cubicBezTo>
                    <a:pt x="895" y="271"/>
                    <a:pt x="895" y="272"/>
                    <a:pt x="895" y="273"/>
                  </a:cubicBezTo>
                  <a:cubicBezTo>
                    <a:pt x="891" y="278"/>
                    <a:pt x="894" y="280"/>
                    <a:pt x="898" y="281"/>
                  </a:cubicBezTo>
                  <a:cubicBezTo>
                    <a:pt x="901" y="286"/>
                    <a:pt x="904" y="291"/>
                    <a:pt x="910" y="294"/>
                  </a:cubicBezTo>
                  <a:cubicBezTo>
                    <a:pt x="910" y="297"/>
                    <a:pt x="910" y="300"/>
                    <a:pt x="911" y="303"/>
                  </a:cubicBezTo>
                  <a:cubicBezTo>
                    <a:pt x="910" y="304"/>
                    <a:pt x="910" y="305"/>
                    <a:pt x="910" y="306"/>
                  </a:cubicBezTo>
                  <a:cubicBezTo>
                    <a:pt x="903" y="311"/>
                    <a:pt x="897" y="317"/>
                    <a:pt x="892" y="324"/>
                  </a:cubicBezTo>
                  <a:cubicBezTo>
                    <a:pt x="880" y="330"/>
                    <a:pt x="885" y="340"/>
                    <a:pt x="889" y="346"/>
                  </a:cubicBezTo>
                  <a:cubicBezTo>
                    <a:pt x="893" y="352"/>
                    <a:pt x="892" y="358"/>
                    <a:pt x="892" y="363"/>
                  </a:cubicBezTo>
                  <a:cubicBezTo>
                    <a:pt x="890" y="371"/>
                    <a:pt x="887" y="376"/>
                    <a:pt x="878" y="368"/>
                  </a:cubicBezTo>
                  <a:cubicBezTo>
                    <a:pt x="870" y="361"/>
                    <a:pt x="862" y="354"/>
                    <a:pt x="856" y="345"/>
                  </a:cubicBezTo>
                  <a:cubicBezTo>
                    <a:pt x="858" y="343"/>
                    <a:pt x="859" y="342"/>
                    <a:pt x="857" y="340"/>
                  </a:cubicBezTo>
                  <a:cubicBezTo>
                    <a:pt x="858" y="326"/>
                    <a:pt x="856" y="316"/>
                    <a:pt x="837" y="317"/>
                  </a:cubicBezTo>
                  <a:cubicBezTo>
                    <a:pt x="830" y="317"/>
                    <a:pt x="818" y="315"/>
                    <a:pt x="812" y="308"/>
                  </a:cubicBezTo>
                  <a:cubicBezTo>
                    <a:pt x="799" y="291"/>
                    <a:pt x="781" y="293"/>
                    <a:pt x="764" y="293"/>
                  </a:cubicBezTo>
                  <a:cubicBezTo>
                    <a:pt x="755" y="293"/>
                    <a:pt x="754" y="290"/>
                    <a:pt x="754" y="283"/>
                  </a:cubicBezTo>
                  <a:cubicBezTo>
                    <a:pt x="755" y="275"/>
                    <a:pt x="753" y="270"/>
                    <a:pt x="744" y="269"/>
                  </a:cubicBezTo>
                  <a:cubicBezTo>
                    <a:pt x="740" y="269"/>
                    <a:pt x="737" y="264"/>
                    <a:pt x="733" y="261"/>
                  </a:cubicBezTo>
                  <a:cubicBezTo>
                    <a:pt x="733" y="259"/>
                    <a:pt x="733" y="257"/>
                    <a:pt x="733" y="255"/>
                  </a:cubicBezTo>
                  <a:cubicBezTo>
                    <a:pt x="740" y="236"/>
                    <a:pt x="753" y="222"/>
                    <a:pt x="767" y="209"/>
                  </a:cubicBezTo>
                  <a:cubicBezTo>
                    <a:pt x="772" y="204"/>
                    <a:pt x="769" y="198"/>
                    <a:pt x="770" y="198"/>
                  </a:cubicBezTo>
                  <a:cubicBezTo>
                    <a:pt x="784" y="201"/>
                    <a:pt x="794" y="187"/>
                    <a:pt x="808" y="192"/>
                  </a:cubicBezTo>
                  <a:cubicBezTo>
                    <a:pt x="808" y="185"/>
                    <a:pt x="807" y="178"/>
                    <a:pt x="807" y="171"/>
                  </a:cubicBezTo>
                  <a:cubicBezTo>
                    <a:pt x="807" y="170"/>
                    <a:pt x="808" y="169"/>
                    <a:pt x="808" y="167"/>
                  </a:cubicBezTo>
                  <a:cubicBezTo>
                    <a:pt x="810" y="167"/>
                    <a:pt x="812" y="167"/>
                    <a:pt x="814" y="166"/>
                  </a:cubicBezTo>
                  <a:cubicBezTo>
                    <a:pt x="826" y="168"/>
                    <a:pt x="816" y="174"/>
                    <a:pt x="816" y="178"/>
                  </a:cubicBezTo>
                  <a:cubicBezTo>
                    <a:pt x="817" y="184"/>
                    <a:pt x="814" y="189"/>
                    <a:pt x="808" y="192"/>
                  </a:cubicBezTo>
                  <a:cubicBezTo>
                    <a:pt x="816" y="195"/>
                    <a:pt x="829" y="202"/>
                    <a:pt x="831" y="200"/>
                  </a:cubicBezTo>
                  <a:cubicBezTo>
                    <a:pt x="843" y="187"/>
                    <a:pt x="857" y="196"/>
                    <a:pt x="869" y="195"/>
                  </a:cubicBezTo>
                  <a:cubicBezTo>
                    <a:pt x="871" y="195"/>
                    <a:pt x="873" y="195"/>
                    <a:pt x="873" y="192"/>
                  </a:cubicBezTo>
                  <a:cubicBezTo>
                    <a:pt x="856" y="178"/>
                    <a:pt x="838" y="167"/>
                    <a:pt x="817" y="159"/>
                  </a:cubicBezTo>
                  <a:cubicBezTo>
                    <a:pt x="820" y="156"/>
                    <a:pt x="818" y="149"/>
                    <a:pt x="825" y="151"/>
                  </a:cubicBezTo>
                  <a:cubicBezTo>
                    <a:pt x="836" y="154"/>
                    <a:pt x="846" y="148"/>
                    <a:pt x="856" y="148"/>
                  </a:cubicBezTo>
                  <a:cubicBezTo>
                    <a:pt x="859" y="148"/>
                    <a:pt x="860" y="147"/>
                    <a:pt x="860" y="144"/>
                  </a:cubicBezTo>
                  <a:cubicBezTo>
                    <a:pt x="870" y="133"/>
                    <a:pt x="859" y="119"/>
                    <a:pt x="864" y="106"/>
                  </a:cubicBezTo>
                  <a:cubicBezTo>
                    <a:pt x="867" y="98"/>
                    <a:pt x="853" y="99"/>
                    <a:pt x="850" y="93"/>
                  </a:cubicBezTo>
                  <a:cubicBezTo>
                    <a:pt x="863" y="92"/>
                    <a:pt x="879" y="91"/>
                    <a:pt x="887" y="85"/>
                  </a:cubicBezTo>
                  <a:cubicBezTo>
                    <a:pt x="898" y="78"/>
                    <a:pt x="900" y="84"/>
                    <a:pt x="905" y="88"/>
                  </a:cubicBezTo>
                  <a:cubicBezTo>
                    <a:pt x="908" y="91"/>
                    <a:pt x="911" y="94"/>
                    <a:pt x="915" y="96"/>
                  </a:cubicBezTo>
                  <a:cubicBezTo>
                    <a:pt x="924" y="100"/>
                    <a:pt x="921" y="103"/>
                    <a:pt x="915" y="107"/>
                  </a:cubicBezTo>
                  <a:cubicBezTo>
                    <a:pt x="931" y="106"/>
                    <a:pt x="945" y="113"/>
                    <a:pt x="950" y="125"/>
                  </a:cubicBezTo>
                  <a:cubicBezTo>
                    <a:pt x="956" y="137"/>
                    <a:pt x="959" y="146"/>
                    <a:pt x="975" y="142"/>
                  </a:cubicBezTo>
                  <a:cubicBezTo>
                    <a:pt x="977" y="141"/>
                    <a:pt x="982" y="147"/>
                    <a:pt x="986" y="150"/>
                  </a:cubicBezTo>
                  <a:cubicBezTo>
                    <a:pt x="978" y="156"/>
                    <a:pt x="973" y="158"/>
                    <a:pt x="966" y="150"/>
                  </a:cubicBezTo>
                  <a:cubicBezTo>
                    <a:pt x="959" y="143"/>
                    <a:pt x="950" y="147"/>
                    <a:pt x="942" y="148"/>
                  </a:cubicBezTo>
                  <a:cubicBezTo>
                    <a:pt x="939" y="148"/>
                    <a:pt x="937" y="152"/>
                    <a:pt x="938" y="155"/>
                  </a:cubicBezTo>
                  <a:cubicBezTo>
                    <a:pt x="943" y="173"/>
                    <a:pt x="930" y="171"/>
                    <a:pt x="921" y="168"/>
                  </a:cubicBezTo>
                  <a:cubicBezTo>
                    <a:pt x="914" y="165"/>
                    <a:pt x="909" y="168"/>
                    <a:pt x="903" y="171"/>
                  </a:cubicBezTo>
                  <a:cubicBezTo>
                    <a:pt x="899" y="173"/>
                    <a:pt x="898" y="176"/>
                    <a:pt x="899" y="179"/>
                  </a:cubicBezTo>
                  <a:cubicBezTo>
                    <a:pt x="899" y="184"/>
                    <a:pt x="904" y="183"/>
                    <a:pt x="907" y="183"/>
                  </a:cubicBezTo>
                  <a:cubicBezTo>
                    <a:pt x="916" y="182"/>
                    <a:pt x="924" y="184"/>
                    <a:pt x="933" y="181"/>
                  </a:cubicBezTo>
                  <a:cubicBezTo>
                    <a:pt x="940" y="178"/>
                    <a:pt x="946" y="182"/>
                    <a:pt x="953" y="187"/>
                  </a:cubicBezTo>
                  <a:cubicBezTo>
                    <a:pt x="961" y="192"/>
                    <a:pt x="960" y="205"/>
                    <a:pt x="969" y="206"/>
                  </a:cubicBezTo>
                  <a:cubicBezTo>
                    <a:pt x="984" y="207"/>
                    <a:pt x="995" y="218"/>
                    <a:pt x="1008" y="223"/>
                  </a:cubicBezTo>
                  <a:cubicBezTo>
                    <a:pt x="1012" y="224"/>
                    <a:pt x="1014" y="225"/>
                    <a:pt x="1016" y="222"/>
                  </a:cubicBezTo>
                  <a:cubicBezTo>
                    <a:pt x="1019" y="219"/>
                    <a:pt x="1016" y="216"/>
                    <a:pt x="1015" y="215"/>
                  </a:cubicBezTo>
                  <a:cubicBezTo>
                    <a:pt x="1009" y="208"/>
                    <a:pt x="1002" y="203"/>
                    <a:pt x="996" y="197"/>
                  </a:cubicBezTo>
                  <a:cubicBezTo>
                    <a:pt x="1004" y="198"/>
                    <a:pt x="1011" y="201"/>
                    <a:pt x="1017" y="205"/>
                  </a:cubicBezTo>
                  <a:cubicBezTo>
                    <a:pt x="1024" y="208"/>
                    <a:pt x="1028" y="206"/>
                    <a:pt x="1033" y="201"/>
                  </a:cubicBezTo>
                  <a:cubicBezTo>
                    <a:pt x="1041" y="195"/>
                    <a:pt x="1030" y="196"/>
                    <a:pt x="1030" y="192"/>
                  </a:cubicBezTo>
                  <a:cubicBezTo>
                    <a:pt x="1029" y="179"/>
                    <a:pt x="1017" y="177"/>
                    <a:pt x="1009" y="171"/>
                  </a:cubicBezTo>
                  <a:cubicBezTo>
                    <a:pt x="1000" y="166"/>
                    <a:pt x="1001" y="157"/>
                    <a:pt x="1005" y="151"/>
                  </a:cubicBezTo>
                  <a:cubicBezTo>
                    <a:pt x="1009" y="145"/>
                    <a:pt x="1014" y="155"/>
                    <a:pt x="1020" y="155"/>
                  </a:cubicBezTo>
                  <a:cubicBezTo>
                    <a:pt x="1022" y="154"/>
                    <a:pt x="1024" y="161"/>
                    <a:pt x="1027" y="163"/>
                  </a:cubicBezTo>
                  <a:cubicBezTo>
                    <a:pt x="1031" y="167"/>
                    <a:pt x="1035" y="174"/>
                    <a:pt x="1042" y="170"/>
                  </a:cubicBezTo>
                  <a:cubicBezTo>
                    <a:pt x="1052" y="164"/>
                    <a:pt x="1059" y="156"/>
                    <a:pt x="1065" y="146"/>
                  </a:cubicBezTo>
                  <a:cubicBezTo>
                    <a:pt x="1066" y="145"/>
                    <a:pt x="1065" y="144"/>
                    <a:pt x="1064" y="144"/>
                  </a:cubicBezTo>
                  <a:cubicBezTo>
                    <a:pt x="1050" y="140"/>
                    <a:pt x="1043" y="125"/>
                    <a:pt x="1028" y="123"/>
                  </a:cubicBezTo>
                  <a:cubicBezTo>
                    <a:pt x="1020" y="122"/>
                    <a:pt x="1013" y="119"/>
                    <a:pt x="1006" y="117"/>
                  </a:cubicBezTo>
                  <a:cubicBezTo>
                    <a:pt x="1002" y="115"/>
                    <a:pt x="998" y="107"/>
                    <a:pt x="1002" y="106"/>
                  </a:cubicBezTo>
                  <a:cubicBezTo>
                    <a:pt x="1016" y="102"/>
                    <a:pt x="995" y="91"/>
                    <a:pt x="1007" y="88"/>
                  </a:cubicBezTo>
                  <a:cubicBezTo>
                    <a:pt x="997" y="89"/>
                    <a:pt x="993" y="76"/>
                    <a:pt x="989" y="76"/>
                  </a:cubicBezTo>
                  <a:cubicBezTo>
                    <a:pt x="971" y="80"/>
                    <a:pt x="965" y="54"/>
                    <a:pt x="947" y="63"/>
                  </a:cubicBezTo>
                  <a:cubicBezTo>
                    <a:pt x="944" y="64"/>
                    <a:pt x="944" y="60"/>
                    <a:pt x="942" y="58"/>
                  </a:cubicBezTo>
                  <a:cubicBezTo>
                    <a:pt x="929" y="47"/>
                    <a:pt x="917" y="35"/>
                    <a:pt x="898" y="39"/>
                  </a:cubicBezTo>
                  <a:cubicBezTo>
                    <a:pt x="898" y="45"/>
                    <a:pt x="894" y="49"/>
                    <a:pt x="888" y="46"/>
                  </a:cubicBezTo>
                  <a:cubicBezTo>
                    <a:pt x="881" y="43"/>
                    <a:pt x="877" y="47"/>
                    <a:pt x="869" y="50"/>
                  </a:cubicBezTo>
                  <a:cubicBezTo>
                    <a:pt x="869" y="42"/>
                    <a:pt x="869" y="34"/>
                    <a:pt x="869" y="27"/>
                  </a:cubicBezTo>
                  <a:cubicBezTo>
                    <a:pt x="865" y="25"/>
                    <a:pt x="863" y="11"/>
                    <a:pt x="852" y="17"/>
                  </a:cubicBezTo>
                  <a:cubicBezTo>
                    <a:pt x="845" y="21"/>
                    <a:pt x="837" y="24"/>
                    <a:pt x="830" y="27"/>
                  </a:cubicBezTo>
                  <a:cubicBezTo>
                    <a:pt x="825" y="29"/>
                    <a:pt x="821" y="32"/>
                    <a:pt x="823" y="36"/>
                  </a:cubicBezTo>
                  <a:cubicBezTo>
                    <a:pt x="826" y="42"/>
                    <a:pt x="826" y="46"/>
                    <a:pt x="823" y="51"/>
                  </a:cubicBezTo>
                  <a:cubicBezTo>
                    <a:pt x="822" y="54"/>
                    <a:pt x="829" y="57"/>
                    <a:pt x="823" y="58"/>
                  </a:cubicBezTo>
                  <a:cubicBezTo>
                    <a:pt x="819" y="58"/>
                    <a:pt x="818" y="55"/>
                    <a:pt x="817" y="51"/>
                  </a:cubicBezTo>
                  <a:cubicBezTo>
                    <a:pt x="813" y="37"/>
                    <a:pt x="815" y="26"/>
                    <a:pt x="830" y="20"/>
                  </a:cubicBezTo>
                  <a:cubicBezTo>
                    <a:pt x="816" y="15"/>
                    <a:pt x="794" y="22"/>
                    <a:pt x="787" y="32"/>
                  </a:cubicBezTo>
                  <a:cubicBezTo>
                    <a:pt x="781" y="40"/>
                    <a:pt x="779" y="50"/>
                    <a:pt x="782" y="60"/>
                  </a:cubicBezTo>
                  <a:cubicBezTo>
                    <a:pt x="784" y="67"/>
                    <a:pt x="794" y="64"/>
                    <a:pt x="800" y="66"/>
                  </a:cubicBezTo>
                  <a:cubicBezTo>
                    <a:pt x="801" y="67"/>
                    <a:pt x="803" y="67"/>
                    <a:pt x="802" y="68"/>
                  </a:cubicBezTo>
                  <a:cubicBezTo>
                    <a:pt x="797" y="72"/>
                    <a:pt x="789" y="64"/>
                    <a:pt x="787" y="73"/>
                  </a:cubicBezTo>
                  <a:cubicBezTo>
                    <a:pt x="787" y="77"/>
                    <a:pt x="790" y="81"/>
                    <a:pt x="795" y="81"/>
                  </a:cubicBezTo>
                  <a:cubicBezTo>
                    <a:pt x="811" y="79"/>
                    <a:pt x="825" y="91"/>
                    <a:pt x="841" y="87"/>
                  </a:cubicBezTo>
                  <a:cubicBezTo>
                    <a:pt x="844" y="87"/>
                    <a:pt x="847" y="87"/>
                    <a:pt x="847" y="91"/>
                  </a:cubicBezTo>
                  <a:cubicBezTo>
                    <a:pt x="836" y="89"/>
                    <a:pt x="825" y="88"/>
                    <a:pt x="823" y="104"/>
                  </a:cubicBezTo>
                  <a:cubicBezTo>
                    <a:pt x="822" y="108"/>
                    <a:pt x="819" y="112"/>
                    <a:pt x="817" y="117"/>
                  </a:cubicBezTo>
                  <a:cubicBezTo>
                    <a:pt x="814" y="119"/>
                    <a:pt x="810" y="121"/>
                    <a:pt x="812" y="126"/>
                  </a:cubicBezTo>
                  <a:cubicBezTo>
                    <a:pt x="797" y="132"/>
                    <a:pt x="800" y="117"/>
                    <a:pt x="801" y="113"/>
                  </a:cubicBezTo>
                  <a:cubicBezTo>
                    <a:pt x="801" y="104"/>
                    <a:pt x="797" y="101"/>
                    <a:pt x="790" y="102"/>
                  </a:cubicBezTo>
                  <a:cubicBezTo>
                    <a:pt x="771" y="106"/>
                    <a:pt x="768" y="93"/>
                    <a:pt x="763" y="81"/>
                  </a:cubicBezTo>
                  <a:cubicBezTo>
                    <a:pt x="767" y="76"/>
                    <a:pt x="764" y="74"/>
                    <a:pt x="760" y="72"/>
                  </a:cubicBezTo>
                  <a:cubicBezTo>
                    <a:pt x="754" y="63"/>
                    <a:pt x="750" y="50"/>
                    <a:pt x="734" y="53"/>
                  </a:cubicBezTo>
                  <a:cubicBezTo>
                    <a:pt x="744" y="49"/>
                    <a:pt x="747" y="34"/>
                    <a:pt x="760" y="38"/>
                  </a:cubicBezTo>
                  <a:cubicBezTo>
                    <a:pt x="762" y="39"/>
                    <a:pt x="763" y="38"/>
                    <a:pt x="762" y="36"/>
                  </a:cubicBezTo>
                  <a:cubicBezTo>
                    <a:pt x="766" y="31"/>
                    <a:pt x="768" y="26"/>
                    <a:pt x="772" y="22"/>
                  </a:cubicBezTo>
                  <a:cubicBezTo>
                    <a:pt x="776" y="17"/>
                    <a:pt x="774" y="14"/>
                    <a:pt x="770" y="14"/>
                  </a:cubicBezTo>
                  <a:cubicBezTo>
                    <a:pt x="760" y="15"/>
                    <a:pt x="752" y="7"/>
                    <a:pt x="742" y="10"/>
                  </a:cubicBezTo>
                  <a:cubicBezTo>
                    <a:pt x="741" y="10"/>
                    <a:pt x="740" y="10"/>
                    <a:pt x="739" y="10"/>
                  </a:cubicBezTo>
                  <a:cubicBezTo>
                    <a:pt x="736" y="9"/>
                    <a:pt x="733" y="11"/>
                    <a:pt x="730" y="13"/>
                  </a:cubicBezTo>
                  <a:cubicBezTo>
                    <a:pt x="725" y="14"/>
                    <a:pt x="730" y="19"/>
                    <a:pt x="727" y="21"/>
                  </a:cubicBezTo>
                  <a:cubicBezTo>
                    <a:pt x="717" y="25"/>
                    <a:pt x="722" y="32"/>
                    <a:pt x="725" y="37"/>
                  </a:cubicBezTo>
                  <a:cubicBezTo>
                    <a:pt x="727" y="43"/>
                    <a:pt x="730" y="51"/>
                    <a:pt x="725" y="53"/>
                  </a:cubicBezTo>
                  <a:cubicBezTo>
                    <a:pt x="708" y="62"/>
                    <a:pt x="711" y="76"/>
                    <a:pt x="713" y="90"/>
                  </a:cubicBezTo>
                  <a:cubicBezTo>
                    <a:pt x="702" y="91"/>
                    <a:pt x="694" y="97"/>
                    <a:pt x="688" y="106"/>
                  </a:cubicBezTo>
                  <a:cubicBezTo>
                    <a:pt x="693" y="108"/>
                    <a:pt x="698" y="110"/>
                    <a:pt x="702" y="112"/>
                  </a:cubicBezTo>
                  <a:cubicBezTo>
                    <a:pt x="697" y="117"/>
                    <a:pt x="693" y="120"/>
                    <a:pt x="688" y="124"/>
                  </a:cubicBezTo>
                  <a:cubicBezTo>
                    <a:pt x="684" y="123"/>
                    <a:pt x="680" y="124"/>
                    <a:pt x="676" y="126"/>
                  </a:cubicBezTo>
                  <a:cubicBezTo>
                    <a:pt x="661" y="127"/>
                    <a:pt x="648" y="121"/>
                    <a:pt x="634" y="115"/>
                  </a:cubicBezTo>
                  <a:cubicBezTo>
                    <a:pt x="631" y="115"/>
                    <a:pt x="628" y="114"/>
                    <a:pt x="625" y="114"/>
                  </a:cubicBezTo>
                  <a:cubicBezTo>
                    <a:pt x="618" y="106"/>
                    <a:pt x="604" y="108"/>
                    <a:pt x="595" y="119"/>
                  </a:cubicBezTo>
                  <a:cubicBezTo>
                    <a:pt x="600" y="121"/>
                    <a:pt x="604" y="114"/>
                    <a:pt x="610" y="119"/>
                  </a:cubicBezTo>
                  <a:cubicBezTo>
                    <a:pt x="594" y="121"/>
                    <a:pt x="610" y="135"/>
                    <a:pt x="601" y="140"/>
                  </a:cubicBezTo>
                  <a:cubicBezTo>
                    <a:pt x="600" y="139"/>
                    <a:pt x="599" y="139"/>
                    <a:pt x="598" y="138"/>
                  </a:cubicBezTo>
                  <a:cubicBezTo>
                    <a:pt x="598" y="130"/>
                    <a:pt x="595" y="125"/>
                    <a:pt x="586" y="127"/>
                  </a:cubicBezTo>
                  <a:cubicBezTo>
                    <a:pt x="583" y="126"/>
                    <a:pt x="581" y="121"/>
                    <a:pt x="577" y="126"/>
                  </a:cubicBezTo>
                  <a:cubicBezTo>
                    <a:pt x="566" y="126"/>
                    <a:pt x="556" y="126"/>
                    <a:pt x="546" y="126"/>
                  </a:cubicBezTo>
                  <a:cubicBezTo>
                    <a:pt x="538" y="127"/>
                    <a:pt x="537" y="123"/>
                    <a:pt x="538" y="117"/>
                  </a:cubicBezTo>
                  <a:cubicBezTo>
                    <a:pt x="541" y="116"/>
                    <a:pt x="541" y="115"/>
                    <a:pt x="538" y="114"/>
                  </a:cubicBezTo>
                  <a:cubicBezTo>
                    <a:pt x="539" y="110"/>
                    <a:pt x="535" y="106"/>
                    <a:pt x="539" y="102"/>
                  </a:cubicBezTo>
                  <a:cubicBezTo>
                    <a:pt x="545" y="104"/>
                    <a:pt x="545" y="110"/>
                    <a:pt x="552" y="112"/>
                  </a:cubicBezTo>
                  <a:cubicBezTo>
                    <a:pt x="573" y="118"/>
                    <a:pt x="590" y="110"/>
                    <a:pt x="608" y="103"/>
                  </a:cubicBezTo>
                  <a:cubicBezTo>
                    <a:pt x="614" y="101"/>
                    <a:pt x="616" y="100"/>
                    <a:pt x="622" y="103"/>
                  </a:cubicBezTo>
                  <a:cubicBezTo>
                    <a:pt x="640" y="114"/>
                    <a:pt x="652" y="112"/>
                    <a:pt x="663" y="101"/>
                  </a:cubicBezTo>
                  <a:cubicBezTo>
                    <a:pt x="660" y="96"/>
                    <a:pt x="652" y="102"/>
                    <a:pt x="649" y="96"/>
                  </a:cubicBezTo>
                  <a:cubicBezTo>
                    <a:pt x="655" y="89"/>
                    <a:pt x="663" y="93"/>
                    <a:pt x="670" y="92"/>
                  </a:cubicBezTo>
                  <a:cubicBezTo>
                    <a:pt x="669" y="80"/>
                    <a:pt x="658" y="79"/>
                    <a:pt x="651" y="76"/>
                  </a:cubicBezTo>
                  <a:cubicBezTo>
                    <a:pt x="633" y="68"/>
                    <a:pt x="624" y="48"/>
                    <a:pt x="632" y="30"/>
                  </a:cubicBezTo>
                  <a:cubicBezTo>
                    <a:pt x="636" y="22"/>
                    <a:pt x="633" y="19"/>
                    <a:pt x="625" y="18"/>
                  </a:cubicBezTo>
                  <a:cubicBezTo>
                    <a:pt x="616" y="17"/>
                    <a:pt x="611" y="28"/>
                    <a:pt x="602" y="29"/>
                  </a:cubicBezTo>
                  <a:cubicBezTo>
                    <a:pt x="600" y="30"/>
                    <a:pt x="601" y="41"/>
                    <a:pt x="603" y="47"/>
                  </a:cubicBezTo>
                  <a:cubicBezTo>
                    <a:pt x="604" y="49"/>
                    <a:pt x="610" y="54"/>
                    <a:pt x="604" y="56"/>
                  </a:cubicBezTo>
                  <a:cubicBezTo>
                    <a:pt x="599" y="58"/>
                    <a:pt x="595" y="55"/>
                    <a:pt x="595" y="49"/>
                  </a:cubicBezTo>
                  <a:cubicBezTo>
                    <a:pt x="596" y="41"/>
                    <a:pt x="590" y="37"/>
                    <a:pt x="584" y="34"/>
                  </a:cubicBezTo>
                  <a:cubicBezTo>
                    <a:pt x="582" y="32"/>
                    <a:pt x="576" y="31"/>
                    <a:pt x="578" y="37"/>
                  </a:cubicBezTo>
                  <a:cubicBezTo>
                    <a:pt x="579" y="40"/>
                    <a:pt x="583" y="45"/>
                    <a:pt x="579" y="43"/>
                  </a:cubicBezTo>
                  <a:cubicBezTo>
                    <a:pt x="573" y="40"/>
                    <a:pt x="569" y="50"/>
                    <a:pt x="565" y="41"/>
                  </a:cubicBezTo>
                  <a:cubicBezTo>
                    <a:pt x="560" y="29"/>
                    <a:pt x="553" y="29"/>
                    <a:pt x="546" y="40"/>
                  </a:cubicBezTo>
                  <a:cubicBezTo>
                    <a:pt x="544" y="42"/>
                    <a:pt x="541" y="43"/>
                    <a:pt x="539" y="42"/>
                  </a:cubicBezTo>
                  <a:cubicBezTo>
                    <a:pt x="534" y="39"/>
                    <a:pt x="541" y="38"/>
                    <a:pt x="541" y="36"/>
                  </a:cubicBezTo>
                  <a:cubicBezTo>
                    <a:pt x="542" y="30"/>
                    <a:pt x="540" y="27"/>
                    <a:pt x="533" y="27"/>
                  </a:cubicBezTo>
                  <a:cubicBezTo>
                    <a:pt x="531" y="27"/>
                    <a:pt x="527" y="29"/>
                    <a:pt x="525" y="24"/>
                  </a:cubicBezTo>
                  <a:cubicBezTo>
                    <a:pt x="520" y="11"/>
                    <a:pt x="510" y="9"/>
                    <a:pt x="498" y="9"/>
                  </a:cubicBezTo>
                  <a:cubicBezTo>
                    <a:pt x="489" y="9"/>
                    <a:pt x="480" y="10"/>
                    <a:pt x="471" y="5"/>
                  </a:cubicBezTo>
                  <a:cubicBezTo>
                    <a:pt x="462" y="0"/>
                    <a:pt x="450" y="3"/>
                    <a:pt x="440" y="6"/>
                  </a:cubicBezTo>
                  <a:cubicBezTo>
                    <a:pt x="431" y="10"/>
                    <a:pt x="442" y="16"/>
                    <a:pt x="439" y="20"/>
                  </a:cubicBezTo>
                  <a:cubicBezTo>
                    <a:pt x="437" y="21"/>
                    <a:pt x="437" y="23"/>
                    <a:pt x="436" y="25"/>
                  </a:cubicBezTo>
                  <a:cubicBezTo>
                    <a:pt x="433" y="32"/>
                    <a:pt x="426" y="39"/>
                    <a:pt x="425" y="44"/>
                  </a:cubicBezTo>
                  <a:cubicBezTo>
                    <a:pt x="423" y="58"/>
                    <a:pt x="446" y="53"/>
                    <a:pt x="446" y="68"/>
                  </a:cubicBezTo>
                  <a:cubicBezTo>
                    <a:pt x="446" y="70"/>
                    <a:pt x="452" y="69"/>
                    <a:pt x="456" y="68"/>
                  </a:cubicBezTo>
                  <a:cubicBezTo>
                    <a:pt x="469" y="64"/>
                    <a:pt x="479" y="58"/>
                    <a:pt x="485" y="46"/>
                  </a:cubicBezTo>
                  <a:cubicBezTo>
                    <a:pt x="488" y="42"/>
                    <a:pt x="491" y="37"/>
                    <a:pt x="498" y="37"/>
                  </a:cubicBezTo>
                  <a:cubicBezTo>
                    <a:pt x="490" y="57"/>
                    <a:pt x="491" y="60"/>
                    <a:pt x="510" y="64"/>
                  </a:cubicBezTo>
                  <a:cubicBezTo>
                    <a:pt x="506" y="67"/>
                    <a:pt x="503" y="69"/>
                    <a:pt x="498" y="72"/>
                  </a:cubicBezTo>
                  <a:cubicBezTo>
                    <a:pt x="518" y="82"/>
                    <a:pt x="541" y="68"/>
                    <a:pt x="559" y="84"/>
                  </a:cubicBezTo>
                  <a:cubicBezTo>
                    <a:pt x="541" y="83"/>
                    <a:pt x="524" y="83"/>
                    <a:pt x="508" y="89"/>
                  </a:cubicBezTo>
                  <a:cubicBezTo>
                    <a:pt x="512" y="99"/>
                    <a:pt x="520" y="99"/>
                    <a:pt x="528" y="101"/>
                  </a:cubicBezTo>
                  <a:cubicBezTo>
                    <a:pt x="518" y="101"/>
                    <a:pt x="509" y="102"/>
                    <a:pt x="498" y="98"/>
                  </a:cubicBezTo>
                  <a:cubicBezTo>
                    <a:pt x="486" y="93"/>
                    <a:pt x="472" y="86"/>
                    <a:pt x="457" y="91"/>
                  </a:cubicBezTo>
                  <a:cubicBezTo>
                    <a:pt x="450" y="90"/>
                    <a:pt x="443" y="90"/>
                    <a:pt x="436" y="89"/>
                  </a:cubicBezTo>
                  <a:cubicBezTo>
                    <a:pt x="432" y="83"/>
                    <a:pt x="428" y="84"/>
                    <a:pt x="424" y="90"/>
                  </a:cubicBezTo>
                  <a:cubicBezTo>
                    <a:pt x="422" y="90"/>
                    <a:pt x="420" y="90"/>
                    <a:pt x="418" y="90"/>
                  </a:cubicBezTo>
                  <a:cubicBezTo>
                    <a:pt x="417" y="86"/>
                    <a:pt x="413" y="84"/>
                    <a:pt x="409" y="84"/>
                  </a:cubicBezTo>
                  <a:cubicBezTo>
                    <a:pt x="409" y="82"/>
                    <a:pt x="407" y="82"/>
                    <a:pt x="406" y="82"/>
                  </a:cubicBezTo>
                  <a:cubicBezTo>
                    <a:pt x="401" y="77"/>
                    <a:pt x="398" y="78"/>
                    <a:pt x="395" y="84"/>
                  </a:cubicBezTo>
                  <a:cubicBezTo>
                    <a:pt x="395" y="83"/>
                    <a:pt x="394" y="84"/>
                    <a:pt x="394" y="85"/>
                  </a:cubicBezTo>
                  <a:cubicBezTo>
                    <a:pt x="388" y="88"/>
                    <a:pt x="382" y="83"/>
                    <a:pt x="376" y="85"/>
                  </a:cubicBezTo>
                  <a:cubicBezTo>
                    <a:pt x="372" y="85"/>
                    <a:pt x="368" y="85"/>
                    <a:pt x="364" y="85"/>
                  </a:cubicBezTo>
                  <a:cubicBezTo>
                    <a:pt x="359" y="91"/>
                    <a:pt x="349" y="88"/>
                    <a:pt x="346" y="96"/>
                  </a:cubicBezTo>
                  <a:cubicBezTo>
                    <a:pt x="344" y="96"/>
                    <a:pt x="342" y="96"/>
                    <a:pt x="340" y="97"/>
                  </a:cubicBezTo>
                  <a:cubicBezTo>
                    <a:pt x="333" y="96"/>
                    <a:pt x="326" y="94"/>
                    <a:pt x="322" y="102"/>
                  </a:cubicBezTo>
                  <a:cubicBezTo>
                    <a:pt x="321" y="102"/>
                    <a:pt x="320" y="103"/>
                    <a:pt x="319" y="103"/>
                  </a:cubicBezTo>
                  <a:cubicBezTo>
                    <a:pt x="312" y="102"/>
                    <a:pt x="305" y="101"/>
                    <a:pt x="298" y="97"/>
                  </a:cubicBezTo>
                  <a:cubicBezTo>
                    <a:pt x="291" y="93"/>
                    <a:pt x="284" y="87"/>
                    <a:pt x="274" y="91"/>
                  </a:cubicBezTo>
                  <a:cubicBezTo>
                    <a:pt x="270" y="90"/>
                    <a:pt x="266" y="90"/>
                    <a:pt x="262" y="90"/>
                  </a:cubicBezTo>
                  <a:cubicBezTo>
                    <a:pt x="259" y="83"/>
                    <a:pt x="253" y="84"/>
                    <a:pt x="247" y="85"/>
                  </a:cubicBezTo>
                  <a:cubicBezTo>
                    <a:pt x="234" y="85"/>
                    <a:pt x="221" y="84"/>
                    <a:pt x="208" y="84"/>
                  </a:cubicBezTo>
                  <a:cubicBezTo>
                    <a:pt x="206" y="80"/>
                    <a:pt x="204" y="78"/>
                    <a:pt x="199" y="79"/>
                  </a:cubicBezTo>
                  <a:cubicBezTo>
                    <a:pt x="179" y="79"/>
                    <a:pt x="160" y="77"/>
                    <a:pt x="141" y="71"/>
                  </a:cubicBezTo>
                  <a:cubicBezTo>
                    <a:pt x="139" y="68"/>
                    <a:pt x="137" y="65"/>
                    <a:pt x="133" y="69"/>
                  </a:cubicBezTo>
                  <a:cubicBezTo>
                    <a:pt x="118" y="63"/>
                    <a:pt x="103" y="65"/>
                    <a:pt x="88" y="73"/>
                  </a:cubicBezTo>
                  <a:cubicBezTo>
                    <a:pt x="78" y="71"/>
                    <a:pt x="70" y="75"/>
                    <a:pt x="65" y="83"/>
                  </a:cubicBezTo>
                  <a:cubicBezTo>
                    <a:pt x="63" y="84"/>
                    <a:pt x="60" y="85"/>
                    <a:pt x="58" y="85"/>
                  </a:cubicBezTo>
                  <a:cubicBezTo>
                    <a:pt x="47" y="83"/>
                    <a:pt x="48" y="93"/>
                    <a:pt x="44" y="98"/>
                  </a:cubicBezTo>
                  <a:cubicBezTo>
                    <a:pt x="38" y="102"/>
                    <a:pt x="34" y="110"/>
                    <a:pt x="25" y="109"/>
                  </a:cubicBezTo>
                  <a:cubicBezTo>
                    <a:pt x="16" y="107"/>
                    <a:pt x="13" y="115"/>
                    <a:pt x="17" y="119"/>
                  </a:cubicBezTo>
                  <a:cubicBezTo>
                    <a:pt x="25" y="129"/>
                    <a:pt x="31" y="142"/>
                    <a:pt x="46" y="143"/>
                  </a:cubicBezTo>
                  <a:cubicBezTo>
                    <a:pt x="48" y="143"/>
                    <a:pt x="50" y="144"/>
                    <a:pt x="52" y="144"/>
                  </a:cubicBezTo>
                  <a:cubicBezTo>
                    <a:pt x="55" y="147"/>
                    <a:pt x="56" y="151"/>
                    <a:pt x="53" y="155"/>
                  </a:cubicBezTo>
                  <a:cubicBezTo>
                    <a:pt x="52" y="156"/>
                    <a:pt x="50" y="157"/>
                    <a:pt x="49" y="156"/>
                  </a:cubicBezTo>
                  <a:cubicBezTo>
                    <a:pt x="36" y="144"/>
                    <a:pt x="23" y="152"/>
                    <a:pt x="10" y="156"/>
                  </a:cubicBezTo>
                  <a:cubicBezTo>
                    <a:pt x="3" y="159"/>
                    <a:pt x="0" y="164"/>
                    <a:pt x="6" y="171"/>
                  </a:cubicBezTo>
                  <a:cubicBezTo>
                    <a:pt x="5" y="175"/>
                    <a:pt x="6" y="177"/>
                    <a:pt x="10" y="178"/>
                  </a:cubicBezTo>
                  <a:cubicBezTo>
                    <a:pt x="26" y="193"/>
                    <a:pt x="43" y="186"/>
                    <a:pt x="61" y="183"/>
                  </a:cubicBezTo>
                  <a:cubicBezTo>
                    <a:pt x="62" y="183"/>
                    <a:pt x="63" y="183"/>
                    <a:pt x="64" y="183"/>
                  </a:cubicBezTo>
                  <a:cubicBezTo>
                    <a:pt x="64" y="186"/>
                    <a:pt x="64" y="189"/>
                    <a:pt x="64" y="192"/>
                  </a:cubicBezTo>
                  <a:cubicBezTo>
                    <a:pt x="60" y="199"/>
                    <a:pt x="50" y="197"/>
                    <a:pt x="46" y="204"/>
                  </a:cubicBezTo>
                  <a:cubicBezTo>
                    <a:pt x="43" y="204"/>
                    <a:pt x="40" y="205"/>
                    <a:pt x="37" y="205"/>
                  </a:cubicBezTo>
                  <a:cubicBezTo>
                    <a:pt x="28" y="209"/>
                    <a:pt x="19" y="213"/>
                    <a:pt x="19" y="225"/>
                  </a:cubicBezTo>
                  <a:cubicBezTo>
                    <a:pt x="19" y="227"/>
                    <a:pt x="19" y="229"/>
                    <a:pt x="19" y="231"/>
                  </a:cubicBezTo>
                  <a:cubicBezTo>
                    <a:pt x="16" y="239"/>
                    <a:pt x="23" y="241"/>
                    <a:pt x="27" y="245"/>
                  </a:cubicBezTo>
                  <a:cubicBezTo>
                    <a:pt x="28" y="246"/>
                    <a:pt x="29" y="248"/>
                    <a:pt x="29" y="249"/>
                  </a:cubicBezTo>
                  <a:cubicBezTo>
                    <a:pt x="29" y="254"/>
                    <a:pt x="31" y="257"/>
                    <a:pt x="37" y="257"/>
                  </a:cubicBezTo>
                  <a:cubicBezTo>
                    <a:pt x="38" y="257"/>
                    <a:pt x="40" y="258"/>
                    <a:pt x="41" y="258"/>
                  </a:cubicBezTo>
                  <a:cubicBezTo>
                    <a:pt x="51" y="258"/>
                    <a:pt x="61" y="256"/>
                    <a:pt x="59" y="271"/>
                  </a:cubicBezTo>
                  <a:cubicBezTo>
                    <a:pt x="58" y="275"/>
                    <a:pt x="63" y="276"/>
                    <a:pt x="67" y="276"/>
                  </a:cubicBezTo>
                  <a:cubicBezTo>
                    <a:pt x="73" y="276"/>
                    <a:pt x="79" y="276"/>
                    <a:pt x="86" y="276"/>
                  </a:cubicBezTo>
                  <a:cubicBezTo>
                    <a:pt x="90" y="276"/>
                    <a:pt x="94" y="275"/>
                    <a:pt x="96" y="280"/>
                  </a:cubicBezTo>
                  <a:cubicBezTo>
                    <a:pt x="99" y="284"/>
                    <a:pt x="95" y="287"/>
                    <a:pt x="92" y="290"/>
                  </a:cubicBezTo>
                  <a:cubicBezTo>
                    <a:pt x="89" y="294"/>
                    <a:pt x="85" y="298"/>
                    <a:pt x="82" y="302"/>
                  </a:cubicBezTo>
                  <a:cubicBezTo>
                    <a:pt x="78" y="303"/>
                    <a:pt x="78" y="306"/>
                    <a:pt x="77" y="309"/>
                  </a:cubicBezTo>
                  <a:cubicBezTo>
                    <a:pt x="76" y="311"/>
                    <a:pt x="73" y="314"/>
                    <a:pt x="75" y="314"/>
                  </a:cubicBezTo>
                  <a:cubicBezTo>
                    <a:pt x="81" y="315"/>
                    <a:pt x="87" y="320"/>
                    <a:pt x="94" y="316"/>
                  </a:cubicBezTo>
                  <a:cubicBezTo>
                    <a:pt x="97" y="317"/>
                    <a:pt x="98" y="314"/>
                    <a:pt x="99" y="312"/>
                  </a:cubicBezTo>
                  <a:cubicBezTo>
                    <a:pt x="100" y="311"/>
                    <a:pt x="100" y="311"/>
                    <a:pt x="100" y="311"/>
                  </a:cubicBezTo>
                  <a:cubicBezTo>
                    <a:pt x="103" y="311"/>
                    <a:pt x="105" y="309"/>
                    <a:pt x="106" y="306"/>
                  </a:cubicBezTo>
                  <a:cubicBezTo>
                    <a:pt x="108" y="305"/>
                    <a:pt x="110" y="305"/>
                    <a:pt x="112" y="304"/>
                  </a:cubicBezTo>
                  <a:cubicBezTo>
                    <a:pt x="116" y="305"/>
                    <a:pt x="116" y="302"/>
                    <a:pt x="117" y="300"/>
                  </a:cubicBezTo>
                  <a:cubicBezTo>
                    <a:pt x="121" y="297"/>
                    <a:pt x="126" y="295"/>
                    <a:pt x="130" y="292"/>
                  </a:cubicBezTo>
                  <a:cubicBezTo>
                    <a:pt x="133" y="297"/>
                    <a:pt x="138" y="297"/>
                    <a:pt x="143" y="297"/>
                  </a:cubicBezTo>
                  <a:cubicBezTo>
                    <a:pt x="155" y="298"/>
                    <a:pt x="154" y="287"/>
                    <a:pt x="156" y="281"/>
                  </a:cubicBezTo>
                  <a:cubicBezTo>
                    <a:pt x="159" y="271"/>
                    <a:pt x="151" y="279"/>
                    <a:pt x="149" y="278"/>
                  </a:cubicBezTo>
                  <a:cubicBezTo>
                    <a:pt x="145" y="275"/>
                    <a:pt x="145" y="271"/>
                    <a:pt x="147" y="267"/>
                  </a:cubicBezTo>
                  <a:cubicBezTo>
                    <a:pt x="147" y="266"/>
                    <a:pt x="147" y="265"/>
                    <a:pt x="148" y="264"/>
                  </a:cubicBezTo>
                  <a:cubicBezTo>
                    <a:pt x="150" y="262"/>
                    <a:pt x="153" y="261"/>
                    <a:pt x="153" y="258"/>
                  </a:cubicBezTo>
                  <a:cubicBezTo>
                    <a:pt x="154" y="257"/>
                    <a:pt x="154" y="257"/>
                    <a:pt x="154" y="257"/>
                  </a:cubicBezTo>
                  <a:cubicBezTo>
                    <a:pt x="156" y="257"/>
                    <a:pt x="159" y="255"/>
                    <a:pt x="161" y="258"/>
                  </a:cubicBezTo>
                  <a:cubicBezTo>
                    <a:pt x="160" y="261"/>
                    <a:pt x="161" y="263"/>
                    <a:pt x="164" y="264"/>
                  </a:cubicBezTo>
                  <a:cubicBezTo>
                    <a:pt x="168" y="268"/>
                    <a:pt x="173" y="274"/>
                    <a:pt x="178" y="264"/>
                  </a:cubicBezTo>
                  <a:cubicBezTo>
                    <a:pt x="188" y="260"/>
                    <a:pt x="204" y="262"/>
                    <a:pt x="202" y="243"/>
                  </a:cubicBezTo>
                  <a:cubicBezTo>
                    <a:pt x="215" y="249"/>
                    <a:pt x="229" y="254"/>
                    <a:pt x="244" y="252"/>
                  </a:cubicBezTo>
                  <a:cubicBezTo>
                    <a:pt x="244" y="252"/>
                    <a:pt x="244" y="252"/>
                    <a:pt x="244" y="252"/>
                  </a:cubicBezTo>
                  <a:cubicBezTo>
                    <a:pt x="245" y="253"/>
                    <a:pt x="247" y="255"/>
                    <a:pt x="249" y="253"/>
                  </a:cubicBezTo>
                  <a:cubicBezTo>
                    <a:pt x="252" y="255"/>
                    <a:pt x="254" y="253"/>
                    <a:pt x="257" y="253"/>
                  </a:cubicBezTo>
                  <a:cubicBezTo>
                    <a:pt x="259" y="256"/>
                    <a:pt x="261" y="258"/>
                    <a:pt x="265" y="257"/>
                  </a:cubicBezTo>
                  <a:cubicBezTo>
                    <a:pt x="268" y="257"/>
                    <a:pt x="271" y="258"/>
                    <a:pt x="274" y="258"/>
                  </a:cubicBezTo>
                  <a:cubicBezTo>
                    <a:pt x="279" y="264"/>
                    <a:pt x="283" y="270"/>
                    <a:pt x="292" y="270"/>
                  </a:cubicBezTo>
                  <a:cubicBezTo>
                    <a:pt x="293" y="271"/>
                    <a:pt x="294" y="272"/>
                    <a:pt x="295" y="273"/>
                  </a:cubicBezTo>
                  <a:cubicBezTo>
                    <a:pt x="299" y="277"/>
                    <a:pt x="301" y="282"/>
                    <a:pt x="308" y="280"/>
                  </a:cubicBezTo>
                  <a:cubicBezTo>
                    <a:pt x="315" y="278"/>
                    <a:pt x="318" y="283"/>
                    <a:pt x="318" y="289"/>
                  </a:cubicBezTo>
                  <a:cubicBezTo>
                    <a:pt x="318" y="303"/>
                    <a:pt x="326" y="300"/>
                    <a:pt x="334" y="298"/>
                  </a:cubicBezTo>
                  <a:cubicBezTo>
                    <a:pt x="335" y="299"/>
                    <a:pt x="336" y="299"/>
                    <a:pt x="337" y="300"/>
                  </a:cubicBezTo>
                  <a:cubicBezTo>
                    <a:pt x="337" y="304"/>
                    <a:pt x="337" y="308"/>
                    <a:pt x="343" y="306"/>
                  </a:cubicBezTo>
                  <a:cubicBezTo>
                    <a:pt x="346" y="306"/>
                    <a:pt x="349" y="306"/>
                    <a:pt x="352" y="306"/>
                  </a:cubicBezTo>
                  <a:cubicBezTo>
                    <a:pt x="345" y="326"/>
                    <a:pt x="345" y="326"/>
                    <a:pt x="366" y="328"/>
                  </a:cubicBezTo>
                  <a:cubicBezTo>
                    <a:pt x="368" y="328"/>
                    <a:pt x="369" y="329"/>
                    <a:pt x="370" y="330"/>
                  </a:cubicBezTo>
                  <a:cubicBezTo>
                    <a:pt x="370" y="330"/>
                    <a:pt x="370" y="330"/>
                    <a:pt x="370" y="330"/>
                  </a:cubicBezTo>
                  <a:cubicBezTo>
                    <a:pt x="372" y="343"/>
                    <a:pt x="380" y="350"/>
                    <a:pt x="391" y="356"/>
                  </a:cubicBezTo>
                  <a:cubicBezTo>
                    <a:pt x="392" y="357"/>
                    <a:pt x="393" y="359"/>
                    <a:pt x="395" y="360"/>
                  </a:cubicBezTo>
                  <a:cubicBezTo>
                    <a:pt x="396" y="365"/>
                    <a:pt x="403" y="368"/>
                    <a:pt x="397" y="375"/>
                  </a:cubicBezTo>
                  <a:cubicBezTo>
                    <a:pt x="394" y="379"/>
                    <a:pt x="394" y="391"/>
                    <a:pt x="398" y="393"/>
                  </a:cubicBezTo>
                  <a:cubicBezTo>
                    <a:pt x="416" y="402"/>
                    <a:pt x="425" y="417"/>
                    <a:pt x="436" y="432"/>
                  </a:cubicBezTo>
                  <a:cubicBezTo>
                    <a:pt x="437" y="462"/>
                    <a:pt x="434" y="492"/>
                    <a:pt x="438" y="522"/>
                  </a:cubicBezTo>
                  <a:cubicBezTo>
                    <a:pt x="443" y="535"/>
                    <a:pt x="446" y="549"/>
                    <a:pt x="460" y="557"/>
                  </a:cubicBezTo>
                  <a:cubicBezTo>
                    <a:pt x="460" y="558"/>
                    <a:pt x="461" y="560"/>
                    <a:pt x="462" y="561"/>
                  </a:cubicBezTo>
                  <a:cubicBezTo>
                    <a:pt x="465" y="574"/>
                    <a:pt x="475" y="581"/>
                    <a:pt x="485" y="587"/>
                  </a:cubicBezTo>
                  <a:cubicBezTo>
                    <a:pt x="495" y="593"/>
                    <a:pt x="503" y="600"/>
                    <a:pt x="508" y="609"/>
                  </a:cubicBezTo>
                  <a:cubicBezTo>
                    <a:pt x="520" y="632"/>
                    <a:pt x="531" y="656"/>
                    <a:pt x="551" y="674"/>
                  </a:cubicBezTo>
                  <a:cubicBezTo>
                    <a:pt x="553" y="676"/>
                    <a:pt x="556" y="679"/>
                    <a:pt x="556" y="681"/>
                  </a:cubicBezTo>
                  <a:cubicBezTo>
                    <a:pt x="554" y="694"/>
                    <a:pt x="563" y="694"/>
                    <a:pt x="572" y="695"/>
                  </a:cubicBezTo>
                  <a:cubicBezTo>
                    <a:pt x="572" y="695"/>
                    <a:pt x="572" y="695"/>
                    <a:pt x="572" y="695"/>
                  </a:cubicBezTo>
                  <a:cubicBezTo>
                    <a:pt x="574" y="697"/>
                    <a:pt x="575" y="698"/>
                    <a:pt x="576" y="701"/>
                  </a:cubicBezTo>
                  <a:cubicBezTo>
                    <a:pt x="578" y="704"/>
                    <a:pt x="581" y="707"/>
                    <a:pt x="584" y="704"/>
                  </a:cubicBezTo>
                  <a:cubicBezTo>
                    <a:pt x="588" y="701"/>
                    <a:pt x="583" y="698"/>
                    <a:pt x="582" y="694"/>
                  </a:cubicBezTo>
                  <a:cubicBezTo>
                    <a:pt x="582" y="693"/>
                    <a:pt x="577" y="693"/>
                    <a:pt x="574" y="693"/>
                  </a:cubicBezTo>
                  <a:cubicBezTo>
                    <a:pt x="574" y="689"/>
                    <a:pt x="574" y="685"/>
                    <a:pt x="574" y="681"/>
                  </a:cubicBezTo>
                  <a:cubicBezTo>
                    <a:pt x="574" y="678"/>
                    <a:pt x="572" y="673"/>
                    <a:pt x="575" y="671"/>
                  </a:cubicBezTo>
                  <a:cubicBezTo>
                    <a:pt x="580" y="669"/>
                    <a:pt x="582" y="674"/>
                    <a:pt x="584" y="677"/>
                  </a:cubicBezTo>
                  <a:cubicBezTo>
                    <a:pt x="597" y="689"/>
                    <a:pt x="610" y="701"/>
                    <a:pt x="622" y="714"/>
                  </a:cubicBezTo>
                  <a:cubicBezTo>
                    <a:pt x="622" y="721"/>
                    <a:pt x="623" y="728"/>
                    <a:pt x="623" y="735"/>
                  </a:cubicBezTo>
                  <a:cubicBezTo>
                    <a:pt x="624" y="747"/>
                    <a:pt x="640" y="760"/>
                    <a:pt x="655" y="761"/>
                  </a:cubicBezTo>
                  <a:cubicBezTo>
                    <a:pt x="655" y="761"/>
                    <a:pt x="655" y="761"/>
                    <a:pt x="655" y="761"/>
                  </a:cubicBezTo>
                  <a:cubicBezTo>
                    <a:pt x="656" y="762"/>
                    <a:pt x="658" y="762"/>
                    <a:pt x="659" y="763"/>
                  </a:cubicBezTo>
                  <a:cubicBezTo>
                    <a:pt x="661" y="769"/>
                    <a:pt x="668" y="769"/>
                    <a:pt x="672" y="770"/>
                  </a:cubicBezTo>
                  <a:cubicBezTo>
                    <a:pt x="688" y="774"/>
                    <a:pt x="702" y="785"/>
                    <a:pt x="719" y="780"/>
                  </a:cubicBezTo>
                  <a:cubicBezTo>
                    <a:pt x="723" y="780"/>
                    <a:pt x="726" y="780"/>
                    <a:pt x="730" y="779"/>
                  </a:cubicBezTo>
                  <a:cubicBezTo>
                    <a:pt x="740" y="781"/>
                    <a:pt x="745" y="790"/>
                    <a:pt x="751" y="796"/>
                  </a:cubicBezTo>
                  <a:cubicBezTo>
                    <a:pt x="756" y="801"/>
                    <a:pt x="761" y="805"/>
                    <a:pt x="769" y="803"/>
                  </a:cubicBezTo>
                  <a:cubicBezTo>
                    <a:pt x="772" y="804"/>
                    <a:pt x="775" y="804"/>
                    <a:pt x="778" y="804"/>
                  </a:cubicBezTo>
                  <a:cubicBezTo>
                    <a:pt x="780" y="810"/>
                    <a:pt x="785" y="810"/>
                    <a:pt x="790" y="809"/>
                  </a:cubicBezTo>
                  <a:cubicBezTo>
                    <a:pt x="792" y="809"/>
                    <a:pt x="794" y="810"/>
                    <a:pt x="796" y="810"/>
                  </a:cubicBezTo>
                  <a:cubicBezTo>
                    <a:pt x="798" y="814"/>
                    <a:pt x="800" y="816"/>
                    <a:pt x="804" y="817"/>
                  </a:cubicBezTo>
                  <a:cubicBezTo>
                    <a:pt x="810" y="826"/>
                    <a:pt x="816" y="837"/>
                    <a:pt x="823" y="843"/>
                  </a:cubicBezTo>
                  <a:cubicBezTo>
                    <a:pt x="832" y="851"/>
                    <a:pt x="843" y="860"/>
                    <a:pt x="855" y="862"/>
                  </a:cubicBezTo>
                  <a:cubicBezTo>
                    <a:pt x="861" y="864"/>
                    <a:pt x="876" y="879"/>
                    <a:pt x="879" y="856"/>
                  </a:cubicBezTo>
                  <a:cubicBezTo>
                    <a:pt x="879" y="854"/>
                    <a:pt x="890" y="845"/>
                    <a:pt x="893" y="855"/>
                  </a:cubicBezTo>
                  <a:cubicBezTo>
                    <a:pt x="895" y="864"/>
                    <a:pt x="901" y="869"/>
                    <a:pt x="904" y="876"/>
                  </a:cubicBezTo>
                  <a:cubicBezTo>
                    <a:pt x="909" y="889"/>
                    <a:pt x="906" y="906"/>
                    <a:pt x="896" y="916"/>
                  </a:cubicBezTo>
                  <a:cubicBezTo>
                    <a:pt x="890" y="921"/>
                    <a:pt x="890" y="926"/>
                    <a:pt x="896" y="931"/>
                  </a:cubicBezTo>
                  <a:cubicBezTo>
                    <a:pt x="900" y="934"/>
                    <a:pt x="905" y="938"/>
                    <a:pt x="910" y="938"/>
                  </a:cubicBezTo>
                  <a:cubicBezTo>
                    <a:pt x="918" y="939"/>
                    <a:pt x="924" y="942"/>
                    <a:pt x="925" y="950"/>
                  </a:cubicBezTo>
                  <a:cubicBezTo>
                    <a:pt x="925" y="959"/>
                    <a:pt x="918" y="966"/>
                    <a:pt x="910" y="968"/>
                  </a:cubicBezTo>
                  <a:cubicBezTo>
                    <a:pt x="901" y="971"/>
                    <a:pt x="896" y="974"/>
                    <a:pt x="893" y="983"/>
                  </a:cubicBezTo>
                  <a:cubicBezTo>
                    <a:pt x="890" y="992"/>
                    <a:pt x="883" y="989"/>
                    <a:pt x="877" y="984"/>
                  </a:cubicBezTo>
                  <a:cubicBezTo>
                    <a:pt x="876" y="982"/>
                    <a:pt x="877" y="976"/>
                    <a:pt x="872" y="978"/>
                  </a:cubicBezTo>
                  <a:cubicBezTo>
                    <a:pt x="869" y="980"/>
                    <a:pt x="866" y="983"/>
                    <a:pt x="867" y="987"/>
                  </a:cubicBezTo>
                  <a:cubicBezTo>
                    <a:pt x="869" y="993"/>
                    <a:pt x="867" y="1001"/>
                    <a:pt x="873" y="1006"/>
                  </a:cubicBezTo>
                  <a:cubicBezTo>
                    <a:pt x="889" y="1019"/>
                    <a:pt x="894" y="1040"/>
                    <a:pt x="905" y="1057"/>
                  </a:cubicBezTo>
                  <a:cubicBezTo>
                    <a:pt x="915" y="1075"/>
                    <a:pt x="918" y="1099"/>
                    <a:pt x="943" y="1105"/>
                  </a:cubicBezTo>
                  <a:cubicBezTo>
                    <a:pt x="945" y="1105"/>
                    <a:pt x="946" y="1106"/>
                    <a:pt x="948" y="1107"/>
                  </a:cubicBezTo>
                  <a:cubicBezTo>
                    <a:pt x="973" y="1119"/>
                    <a:pt x="981" y="1133"/>
                    <a:pt x="979" y="1158"/>
                  </a:cubicBezTo>
                  <a:cubicBezTo>
                    <a:pt x="978" y="1162"/>
                    <a:pt x="977" y="1167"/>
                    <a:pt x="976" y="1171"/>
                  </a:cubicBezTo>
                  <a:cubicBezTo>
                    <a:pt x="972" y="1197"/>
                    <a:pt x="968" y="1223"/>
                    <a:pt x="965" y="1249"/>
                  </a:cubicBezTo>
                  <a:cubicBezTo>
                    <a:pt x="963" y="1274"/>
                    <a:pt x="961" y="1299"/>
                    <a:pt x="949" y="1322"/>
                  </a:cubicBezTo>
                  <a:cubicBezTo>
                    <a:pt x="945" y="1331"/>
                    <a:pt x="940" y="1339"/>
                    <a:pt x="943" y="1349"/>
                  </a:cubicBezTo>
                  <a:cubicBezTo>
                    <a:pt x="946" y="1357"/>
                    <a:pt x="943" y="1365"/>
                    <a:pt x="942" y="1374"/>
                  </a:cubicBezTo>
                  <a:cubicBezTo>
                    <a:pt x="940" y="1384"/>
                    <a:pt x="933" y="1395"/>
                    <a:pt x="939" y="1407"/>
                  </a:cubicBezTo>
                  <a:cubicBezTo>
                    <a:pt x="945" y="1403"/>
                    <a:pt x="942" y="1398"/>
                    <a:pt x="943" y="1394"/>
                  </a:cubicBezTo>
                  <a:cubicBezTo>
                    <a:pt x="944" y="1391"/>
                    <a:pt x="941" y="1386"/>
                    <a:pt x="947" y="1386"/>
                  </a:cubicBezTo>
                  <a:cubicBezTo>
                    <a:pt x="952" y="1387"/>
                    <a:pt x="952" y="1392"/>
                    <a:pt x="951" y="1396"/>
                  </a:cubicBezTo>
                  <a:cubicBezTo>
                    <a:pt x="949" y="1407"/>
                    <a:pt x="946" y="1417"/>
                    <a:pt x="946" y="1428"/>
                  </a:cubicBezTo>
                  <a:cubicBezTo>
                    <a:pt x="946" y="1431"/>
                    <a:pt x="946" y="1440"/>
                    <a:pt x="936" y="1435"/>
                  </a:cubicBezTo>
                  <a:cubicBezTo>
                    <a:pt x="931" y="1432"/>
                    <a:pt x="929" y="1438"/>
                    <a:pt x="927" y="1442"/>
                  </a:cubicBezTo>
                  <a:cubicBezTo>
                    <a:pt x="925" y="1447"/>
                    <a:pt x="928" y="1449"/>
                    <a:pt x="932" y="1449"/>
                  </a:cubicBezTo>
                  <a:cubicBezTo>
                    <a:pt x="943" y="1449"/>
                    <a:pt x="928" y="1463"/>
                    <a:pt x="939" y="1463"/>
                  </a:cubicBezTo>
                  <a:cubicBezTo>
                    <a:pt x="936" y="1465"/>
                    <a:pt x="933" y="1467"/>
                    <a:pt x="929" y="1466"/>
                  </a:cubicBezTo>
                  <a:cubicBezTo>
                    <a:pt x="927" y="1466"/>
                    <a:pt x="925" y="1467"/>
                    <a:pt x="924" y="1468"/>
                  </a:cubicBezTo>
                  <a:cubicBezTo>
                    <a:pt x="923" y="1474"/>
                    <a:pt x="934" y="1471"/>
                    <a:pt x="931" y="1479"/>
                  </a:cubicBezTo>
                  <a:cubicBezTo>
                    <a:pt x="928" y="1479"/>
                    <a:pt x="924" y="1479"/>
                    <a:pt x="926" y="1483"/>
                  </a:cubicBezTo>
                  <a:cubicBezTo>
                    <a:pt x="926" y="1485"/>
                    <a:pt x="928" y="1486"/>
                    <a:pt x="929" y="1487"/>
                  </a:cubicBezTo>
                  <a:cubicBezTo>
                    <a:pt x="931" y="1485"/>
                    <a:pt x="932" y="1483"/>
                    <a:pt x="933" y="1481"/>
                  </a:cubicBezTo>
                  <a:cubicBezTo>
                    <a:pt x="933" y="1481"/>
                    <a:pt x="934" y="1481"/>
                    <a:pt x="934" y="1480"/>
                  </a:cubicBezTo>
                  <a:cubicBezTo>
                    <a:pt x="935" y="1480"/>
                    <a:pt x="935" y="1480"/>
                    <a:pt x="936" y="1480"/>
                  </a:cubicBezTo>
                  <a:cubicBezTo>
                    <a:pt x="938" y="1483"/>
                    <a:pt x="937" y="1487"/>
                    <a:pt x="936" y="1490"/>
                  </a:cubicBezTo>
                  <a:cubicBezTo>
                    <a:pt x="935" y="1496"/>
                    <a:pt x="925" y="1501"/>
                    <a:pt x="934" y="1507"/>
                  </a:cubicBezTo>
                  <a:cubicBezTo>
                    <a:pt x="940" y="1510"/>
                    <a:pt x="943" y="1518"/>
                    <a:pt x="951" y="1515"/>
                  </a:cubicBezTo>
                  <a:cubicBezTo>
                    <a:pt x="951" y="1522"/>
                    <a:pt x="944" y="1525"/>
                    <a:pt x="947" y="1532"/>
                  </a:cubicBezTo>
                  <a:cubicBezTo>
                    <a:pt x="952" y="1530"/>
                    <a:pt x="958" y="1526"/>
                    <a:pt x="965" y="1531"/>
                  </a:cubicBezTo>
                  <a:cubicBezTo>
                    <a:pt x="955" y="1531"/>
                    <a:pt x="950" y="1538"/>
                    <a:pt x="943" y="1543"/>
                  </a:cubicBezTo>
                  <a:cubicBezTo>
                    <a:pt x="953" y="1545"/>
                    <a:pt x="962" y="1546"/>
                    <a:pt x="967" y="1535"/>
                  </a:cubicBezTo>
                  <a:cubicBezTo>
                    <a:pt x="968" y="1531"/>
                    <a:pt x="969" y="1528"/>
                    <a:pt x="973" y="1527"/>
                  </a:cubicBezTo>
                  <a:cubicBezTo>
                    <a:pt x="973" y="1533"/>
                    <a:pt x="979" y="1535"/>
                    <a:pt x="980" y="1539"/>
                  </a:cubicBezTo>
                  <a:cubicBezTo>
                    <a:pt x="981" y="1542"/>
                    <a:pt x="977" y="1546"/>
                    <a:pt x="972" y="1546"/>
                  </a:cubicBezTo>
                  <a:cubicBezTo>
                    <a:pt x="969" y="1545"/>
                    <a:pt x="964" y="1543"/>
                    <a:pt x="964" y="1548"/>
                  </a:cubicBezTo>
                  <a:cubicBezTo>
                    <a:pt x="963" y="1551"/>
                    <a:pt x="968" y="1557"/>
                    <a:pt x="970" y="1557"/>
                  </a:cubicBezTo>
                  <a:cubicBezTo>
                    <a:pt x="976" y="1555"/>
                    <a:pt x="979" y="1561"/>
                    <a:pt x="984" y="1562"/>
                  </a:cubicBezTo>
                  <a:cubicBezTo>
                    <a:pt x="999" y="1566"/>
                    <a:pt x="1010" y="1557"/>
                    <a:pt x="1024" y="1556"/>
                  </a:cubicBezTo>
                  <a:cubicBezTo>
                    <a:pt x="1003" y="1545"/>
                    <a:pt x="994" y="1532"/>
                    <a:pt x="990" y="1516"/>
                  </a:cubicBezTo>
                  <a:cubicBezTo>
                    <a:pt x="984" y="1493"/>
                    <a:pt x="1001" y="1485"/>
                    <a:pt x="1011" y="1472"/>
                  </a:cubicBezTo>
                  <a:cubicBezTo>
                    <a:pt x="1017" y="1464"/>
                    <a:pt x="1025" y="1458"/>
                    <a:pt x="1011" y="1449"/>
                  </a:cubicBezTo>
                  <a:cubicBezTo>
                    <a:pt x="1001" y="1443"/>
                    <a:pt x="1000" y="1436"/>
                    <a:pt x="1013" y="1431"/>
                  </a:cubicBezTo>
                  <a:cubicBezTo>
                    <a:pt x="1018" y="1429"/>
                    <a:pt x="1023" y="1424"/>
                    <a:pt x="1024" y="1419"/>
                  </a:cubicBezTo>
                  <a:cubicBezTo>
                    <a:pt x="1025" y="1407"/>
                    <a:pt x="1032" y="1400"/>
                    <a:pt x="1044" y="1395"/>
                  </a:cubicBezTo>
                  <a:cubicBezTo>
                    <a:pt x="1041" y="1393"/>
                    <a:pt x="1039" y="1392"/>
                    <a:pt x="1038" y="1392"/>
                  </a:cubicBezTo>
                  <a:cubicBezTo>
                    <a:pt x="1029" y="1395"/>
                    <a:pt x="1028" y="1390"/>
                    <a:pt x="1027" y="1382"/>
                  </a:cubicBezTo>
                  <a:cubicBezTo>
                    <a:pt x="1027" y="1373"/>
                    <a:pt x="1034" y="1376"/>
                    <a:pt x="1038" y="1377"/>
                  </a:cubicBezTo>
                  <a:cubicBezTo>
                    <a:pt x="1053" y="1383"/>
                    <a:pt x="1056" y="1371"/>
                    <a:pt x="1056" y="1362"/>
                  </a:cubicBezTo>
                  <a:cubicBezTo>
                    <a:pt x="1057" y="1353"/>
                    <a:pt x="1061" y="1352"/>
                    <a:pt x="1067" y="1353"/>
                  </a:cubicBezTo>
                  <a:cubicBezTo>
                    <a:pt x="1077" y="1354"/>
                    <a:pt x="1087" y="1351"/>
                    <a:pt x="1096" y="1347"/>
                  </a:cubicBezTo>
                  <a:cubicBezTo>
                    <a:pt x="1104" y="1343"/>
                    <a:pt x="1114" y="1336"/>
                    <a:pt x="1110" y="1326"/>
                  </a:cubicBezTo>
                  <a:cubicBezTo>
                    <a:pt x="1107" y="1319"/>
                    <a:pt x="1106" y="1311"/>
                    <a:pt x="1101" y="1304"/>
                  </a:cubicBezTo>
                  <a:cubicBezTo>
                    <a:pt x="1105" y="1302"/>
                    <a:pt x="1108" y="1303"/>
                    <a:pt x="1112" y="1304"/>
                  </a:cubicBezTo>
                  <a:cubicBezTo>
                    <a:pt x="1132" y="1309"/>
                    <a:pt x="1143" y="1304"/>
                    <a:pt x="1153" y="1285"/>
                  </a:cubicBezTo>
                  <a:cubicBezTo>
                    <a:pt x="1158" y="1275"/>
                    <a:pt x="1162" y="1264"/>
                    <a:pt x="1169" y="1254"/>
                  </a:cubicBezTo>
                  <a:cubicBezTo>
                    <a:pt x="1170" y="1256"/>
                    <a:pt x="1171" y="1257"/>
                    <a:pt x="1171" y="1259"/>
                  </a:cubicBezTo>
                  <a:cubicBezTo>
                    <a:pt x="1171" y="1260"/>
                    <a:pt x="1171" y="1263"/>
                    <a:pt x="1174" y="1262"/>
                  </a:cubicBezTo>
                  <a:cubicBezTo>
                    <a:pt x="1182" y="1245"/>
                    <a:pt x="1198" y="1231"/>
                    <a:pt x="1195" y="1209"/>
                  </a:cubicBezTo>
                  <a:cubicBezTo>
                    <a:pt x="1194" y="1207"/>
                    <a:pt x="1195" y="1205"/>
                    <a:pt x="1196" y="1204"/>
                  </a:cubicBezTo>
                  <a:cubicBezTo>
                    <a:pt x="1210" y="1190"/>
                    <a:pt x="1227" y="1177"/>
                    <a:pt x="1247" y="1177"/>
                  </a:cubicBezTo>
                  <a:cubicBezTo>
                    <a:pt x="1260" y="1176"/>
                    <a:pt x="1267" y="1171"/>
                    <a:pt x="1271" y="1163"/>
                  </a:cubicBezTo>
                  <a:cubicBezTo>
                    <a:pt x="1284" y="1139"/>
                    <a:pt x="1294" y="1115"/>
                    <a:pt x="1291" y="1087"/>
                  </a:cubicBezTo>
                  <a:cubicBezTo>
                    <a:pt x="1291" y="1081"/>
                    <a:pt x="1290" y="1073"/>
                    <a:pt x="1297" y="1072"/>
                  </a:cubicBezTo>
                  <a:cubicBezTo>
                    <a:pt x="1303" y="1070"/>
                    <a:pt x="1304" y="1065"/>
                    <a:pt x="1306" y="1061"/>
                  </a:cubicBezTo>
                  <a:cubicBezTo>
                    <a:pt x="1310" y="1056"/>
                    <a:pt x="1313" y="1050"/>
                    <a:pt x="1319" y="1046"/>
                  </a:cubicBezTo>
                  <a:cubicBezTo>
                    <a:pt x="1331" y="1038"/>
                    <a:pt x="1335" y="1025"/>
                    <a:pt x="1333" y="1011"/>
                  </a:cubicBezTo>
                  <a:cubicBezTo>
                    <a:pt x="1332" y="1000"/>
                    <a:pt x="1328" y="991"/>
                    <a:pt x="1314" y="992"/>
                  </a:cubicBezTo>
                  <a:close/>
                  <a:moveTo>
                    <a:pt x="718" y="93"/>
                  </a:moveTo>
                  <a:cubicBezTo>
                    <a:pt x="718" y="93"/>
                    <a:pt x="718" y="94"/>
                    <a:pt x="718" y="95"/>
                  </a:cubicBezTo>
                  <a:cubicBezTo>
                    <a:pt x="721" y="98"/>
                    <a:pt x="731" y="92"/>
                    <a:pt x="730" y="102"/>
                  </a:cubicBezTo>
                  <a:cubicBezTo>
                    <a:pt x="736" y="100"/>
                    <a:pt x="736" y="104"/>
                    <a:pt x="737" y="108"/>
                  </a:cubicBezTo>
                  <a:cubicBezTo>
                    <a:pt x="736" y="115"/>
                    <a:pt x="731" y="118"/>
                    <a:pt x="727" y="122"/>
                  </a:cubicBezTo>
                  <a:cubicBezTo>
                    <a:pt x="725" y="124"/>
                    <a:pt x="722" y="128"/>
                    <a:pt x="720" y="125"/>
                  </a:cubicBezTo>
                  <a:cubicBezTo>
                    <a:pt x="717" y="123"/>
                    <a:pt x="717" y="119"/>
                    <a:pt x="716" y="116"/>
                  </a:cubicBezTo>
                  <a:cubicBezTo>
                    <a:pt x="716" y="112"/>
                    <a:pt x="719" y="111"/>
                    <a:pt x="722" y="111"/>
                  </a:cubicBezTo>
                  <a:cubicBezTo>
                    <a:pt x="730" y="112"/>
                    <a:pt x="732" y="109"/>
                    <a:pt x="730" y="102"/>
                  </a:cubicBezTo>
                  <a:cubicBezTo>
                    <a:pt x="726" y="100"/>
                    <a:pt x="716" y="107"/>
                    <a:pt x="718" y="95"/>
                  </a:cubicBezTo>
                  <a:cubicBezTo>
                    <a:pt x="718" y="94"/>
                    <a:pt x="718" y="93"/>
                    <a:pt x="718" y="93"/>
                  </a:cubicBezTo>
                  <a:cubicBezTo>
                    <a:pt x="717" y="92"/>
                    <a:pt x="716" y="91"/>
                    <a:pt x="715" y="90"/>
                  </a:cubicBezTo>
                  <a:cubicBezTo>
                    <a:pt x="716" y="91"/>
                    <a:pt x="717" y="92"/>
                    <a:pt x="718" y="93"/>
                  </a:cubicBezTo>
                  <a:close/>
                  <a:moveTo>
                    <a:pt x="537" y="621"/>
                  </a:moveTo>
                  <a:cubicBezTo>
                    <a:pt x="540" y="616"/>
                    <a:pt x="546" y="616"/>
                    <a:pt x="548" y="619"/>
                  </a:cubicBezTo>
                  <a:cubicBezTo>
                    <a:pt x="552" y="624"/>
                    <a:pt x="551" y="630"/>
                    <a:pt x="547" y="635"/>
                  </a:cubicBezTo>
                  <a:cubicBezTo>
                    <a:pt x="544" y="630"/>
                    <a:pt x="541" y="626"/>
                    <a:pt x="537" y="621"/>
                  </a:cubicBezTo>
                  <a:close/>
                </a:path>
              </a:pathLst>
            </a:custGeom>
            <a:solidFill>
              <a:schemeClr val="accent4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4350173-23D9-1EB3-565B-4ECFC71ED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7259" y="1988457"/>
              <a:ext cx="1192486" cy="913275"/>
            </a:xfrm>
            <a:custGeom>
              <a:avLst/>
              <a:gdLst>
                <a:gd name="T0" fmla="*/ 468 w 606"/>
                <a:gd name="T1" fmla="*/ 290 h 464"/>
                <a:gd name="T2" fmla="*/ 506 w 606"/>
                <a:gd name="T3" fmla="*/ 290 h 464"/>
                <a:gd name="T4" fmla="*/ 501 w 606"/>
                <a:gd name="T5" fmla="*/ 265 h 464"/>
                <a:gd name="T6" fmla="*/ 498 w 606"/>
                <a:gd name="T7" fmla="*/ 254 h 464"/>
                <a:gd name="T8" fmla="*/ 499 w 606"/>
                <a:gd name="T9" fmla="*/ 242 h 464"/>
                <a:gd name="T10" fmla="*/ 478 w 606"/>
                <a:gd name="T11" fmla="*/ 241 h 464"/>
                <a:gd name="T12" fmla="*/ 495 w 606"/>
                <a:gd name="T13" fmla="*/ 232 h 464"/>
                <a:gd name="T14" fmla="*/ 522 w 606"/>
                <a:gd name="T15" fmla="*/ 232 h 464"/>
                <a:gd name="T16" fmla="*/ 512 w 606"/>
                <a:gd name="T17" fmla="*/ 219 h 464"/>
                <a:gd name="T18" fmla="*/ 517 w 606"/>
                <a:gd name="T19" fmla="*/ 200 h 464"/>
                <a:gd name="T20" fmla="*/ 537 w 606"/>
                <a:gd name="T21" fmla="*/ 189 h 464"/>
                <a:gd name="T22" fmla="*/ 503 w 606"/>
                <a:gd name="T23" fmla="*/ 166 h 464"/>
                <a:gd name="T24" fmla="*/ 546 w 606"/>
                <a:gd name="T25" fmla="*/ 159 h 464"/>
                <a:gd name="T26" fmla="*/ 523 w 606"/>
                <a:gd name="T27" fmla="*/ 150 h 464"/>
                <a:gd name="T28" fmla="*/ 512 w 606"/>
                <a:gd name="T29" fmla="*/ 145 h 464"/>
                <a:gd name="T30" fmla="*/ 561 w 606"/>
                <a:gd name="T31" fmla="*/ 86 h 464"/>
                <a:gd name="T32" fmla="*/ 606 w 606"/>
                <a:gd name="T33" fmla="*/ 59 h 464"/>
                <a:gd name="T34" fmla="*/ 555 w 606"/>
                <a:gd name="T35" fmla="*/ 55 h 464"/>
                <a:gd name="T36" fmla="*/ 516 w 606"/>
                <a:gd name="T37" fmla="*/ 61 h 464"/>
                <a:gd name="T38" fmla="*/ 502 w 606"/>
                <a:gd name="T39" fmla="*/ 62 h 464"/>
                <a:gd name="T40" fmla="*/ 489 w 606"/>
                <a:gd name="T41" fmla="*/ 50 h 464"/>
                <a:gd name="T42" fmla="*/ 469 w 606"/>
                <a:gd name="T43" fmla="*/ 51 h 464"/>
                <a:gd name="T44" fmla="*/ 410 w 606"/>
                <a:gd name="T45" fmla="*/ 50 h 464"/>
                <a:gd name="T46" fmla="*/ 509 w 606"/>
                <a:gd name="T47" fmla="*/ 32 h 464"/>
                <a:gd name="T48" fmla="*/ 471 w 606"/>
                <a:gd name="T49" fmla="*/ 16 h 464"/>
                <a:gd name="T50" fmla="*/ 441 w 606"/>
                <a:gd name="T51" fmla="*/ 12 h 464"/>
                <a:gd name="T52" fmla="*/ 337 w 606"/>
                <a:gd name="T53" fmla="*/ 19 h 464"/>
                <a:gd name="T54" fmla="*/ 270 w 606"/>
                <a:gd name="T55" fmla="*/ 30 h 464"/>
                <a:gd name="T56" fmla="*/ 263 w 606"/>
                <a:gd name="T57" fmla="*/ 46 h 464"/>
                <a:gd name="T58" fmla="*/ 220 w 606"/>
                <a:gd name="T59" fmla="*/ 36 h 464"/>
                <a:gd name="T60" fmla="*/ 207 w 606"/>
                <a:gd name="T61" fmla="*/ 44 h 464"/>
                <a:gd name="T62" fmla="*/ 192 w 606"/>
                <a:gd name="T63" fmla="*/ 56 h 464"/>
                <a:gd name="T64" fmla="*/ 184 w 606"/>
                <a:gd name="T65" fmla="*/ 39 h 464"/>
                <a:gd name="T66" fmla="*/ 131 w 606"/>
                <a:gd name="T67" fmla="*/ 50 h 464"/>
                <a:gd name="T68" fmla="*/ 103 w 606"/>
                <a:gd name="T69" fmla="*/ 68 h 464"/>
                <a:gd name="T70" fmla="*/ 70 w 606"/>
                <a:gd name="T71" fmla="*/ 92 h 464"/>
                <a:gd name="T72" fmla="*/ 55 w 606"/>
                <a:gd name="T73" fmla="*/ 116 h 464"/>
                <a:gd name="T74" fmla="*/ 0 w 606"/>
                <a:gd name="T75" fmla="*/ 134 h 464"/>
                <a:gd name="T76" fmla="*/ 38 w 606"/>
                <a:gd name="T77" fmla="*/ 150 h 464"/>
                <a:gd name="T78" fmla="*/ 31 w 606"/>
                <a:gd name="T79" fmla="*/ 167 h 464"/>
                <a:gd name="T80" fmla="*/ 74 w 606"/>
                <a:gd name="T81" fmla="*/ 177 h 464"/>
                <a:gd name="T82" fmla="*/ 159 w 606"/>
                <a:gd name="T83" fmla="*/ 212 h 464"/>
                <a:gd name="T84" fmla="*/ 172 w 606"/>
                <a:gd name="T85" fmla="*/ 267 h 464"/>
                <a:gd name="T86" fmla="*/ 194 w 606"/>
                <a:gd name="T87" fmla="*/ 269 h 464"/>
                <a:gd name="T88" fmla="*/ 212 w 606"/>
                <a:gd name="T89" fmla="*/ 286 h 464"/>
                <a:gd name="T90" fmla="*/ 179 w 606"/>
                <a:gd name="T91" fmla="*/ 304 h 464"/>
                <a:gd name="T92" fmla="*/ 199 w 606"/>
                <a:gd name="T93" fmla="*/ 297 h 464"/>
                <a:gd name="T94" fmla="*/ 205 w 606"/>
                <a:gd name="T95" fmla="*/ 321 h 464"/>
                <a:gd name="T96" fmla="*/ 195 w 606"/>
                <a:gd name="T97" fmla="*/ 356 h 464"/>
                <a:gd name="T98" fmla="*/ 210 w 606"/>
                <a:gd name="T99" fmla="*/ 398 h 464"/>
                <a:gd name="T100" fmla="*/ 244 w 606"/>
                <a:gd name="T101" fmla="*/ 445 h 464"/>
                <a:gd name="T102" fmla="*/ 300 w 606"/>
                <a:gd name="T103" fmla="*/ 447 h 464"/>
                <a:gd name="T104" fmla="*/ 320 w 606"/>
                <a:gd name="T105" fmla="*/ 398 h 464"/>
                <a:gd name="T106" fmla="*/ 345 w 606"/>
                <a:gd name="T107" fmla="*/ 363 h 464"/>
                <a:gd name="T108" fmla="*/ 393 w 606"/>
                <a:gd name="T109" fmla="*/ 347 h 464"/>
                <a:gd name="T110" fmla="*/ 460 w 606"/>
                <a:gd name="T111" fmla="*/ 320 h 464"/>
                <a:gd name="T112" fmla="*/ 485 w 606"/>
                <a:gd name="T113" fmla="*/ 295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6" h="464">
                  <a:moveTo>
                    <a:pt x="485" y="295"/>
                  </a:moveTo>
                  <a:cubicBezTo>
                    <a:pt x="480" y="291"/>
                    <a:pt x="474" y="292"/>
                    <a:pt x="468" y="290"/>
                  </a:cubicBezTo>
                  <a:cubicBezTo>
                    <a:pt x="473" y="282"/>
                    <a:pt x="477" y="271"/>
                    <a:pt x="487" y="284"/>
                  </a:cubicBezTo>
                  <a:cubicBezTo>
                    <a:pt x="493" y="291"/>
                    <a:pt x="499" y="291"/>
                    <a:pt x="506" y="290"/>
                  </a:cubicBezTo>
                  <a:cubicBezTo>
                    <a:pt x="511" y="289"/>
                    <a:pt x="510" y="284"/>
                    <a:pt x="510" y="281"/>
                  </a:cubicBezTo>
                  <a:cubicBezTo>
                    <a:pt x="511" y="273"/>
                    <a:pt x="510" y="268"/>
                    <a:pt x="501" y="265"/>
                  </a:cubicBezTo>
                  <a:cubicBezTo>
                    <a:pt x="495" y="264"/>
                    <a:pt x="489" y="259"/>
                    <a:pt x="487" y="251"/>
                  </a:cubicBezTo>
                  <a:cubicBezTo>
                    <a:pt x="492" y="252"/>
                    <a:pt x="495" y="254"/>
                    <a:pt x="498" y="254"/>
                  </a:cubicBezTo>
                  <a:cubicBezTo>
                    <a:pt x="502" y="254"/>
                    <a:pt x="508" y="256"/>
                    <a:pt x="508" y="249"/>
                  </a:cubicBezTo>
                  <a:cubicBezTo>
                    <a:pt x="508" y="243"/>
                    <a:pt x="504" y="241"/>
                    <a:pt x="499" y="242"/>
                  </a:cubicBezTo>
                  <a:cubicBezTo>
                    <a:pt x="494" y="242"/>
                    <a:pt x="489" y="242"/>
                    <a:pt x="484" y="243"/>
                  </a:cubicBezTo>
                  <a:cubicBezTo>
                    <a:pt x="481" y="243"/>
                    <a:pt x="479" y="243"/>
                    <a:pt x="478" y="241"/>
                  </a:cubicBezTo>
                  <a:cubicBezTo>
                    <a:pt x="476" y="237"/>
                    <a:pt x="480" y="237"/>
                    <a:pt x="481" y="236"/>
                  </a:cubicBezTo>
                  <a:cubicBezTo>
                    <a:pt x="485" y="230"/>
                    <a:pt x="490" y="227"/>
                    <a:pt x="495" y="232"/>
                  </a:cubicBezTo>
                  <a:cubicBezTo>
                    <a:pt x="502" y="239"/>
                    <a:pt x="510" y="235"/>
                    <a:pt x="517" y="236"/>
                  </a:cubicBezTo>
                  <a:cubicBezTo>
                    <a:pt x="519" y="236"/>
                    <a:pt x="522" y="235"/>
                    <a:pt x="522" y="232"/>
                  </a:cubicBezTo>
                  <a:cubicBezTo>
                    <a:pt x="523" y="230"/>
                    <a:pt x="523" y="226"/>
                    <a:pt x="520" y="225"/>
                  </a:cubicBezTo>
                  <a:cubicBezTo>
                    <a:pt x="517" y="223"/>
                    <a:pt x="512" y="224"/>
                    <a:pt x="512" y="219"/>
                  </a:cubicBezTo>
                  <a:cubicBezTo>
                    <a:pt x="519" y="213"/>
                    <a:pt x="530" y="223"/>
                    <a:pt x="537" y="213"/>
                  </a:cubicBezTo>
                  <a:cubicBezTo>
                    <a:pt x="529" y="209"/>
                    <a:pt x="521" y="208"/>
                    <a:pt x="517" y="200"/>
                  </a:cubicBezTo>
                  <a:cubicBezTo>
                    <a:pt x="520" y="200"/>
                    <a:pt x="522" y="200"/>
                    <a:pt x="524" y="200"/>
                  </a:cubicBezTo>
                  <a:cubicBezTo>
                    <a:pt x="531" y="200"/>
                    <a:pt x="537" y="197"/>
                    <a:pt x="537" y="189"/>
                  </a:cubicBezTo>
                  <a:cubicBezTo>
                    <a:pt x="536" y="182"/>
                    <a:pt x="533" y="176"/>
                    <a:pt x="523" y="177"/>
                  </a:cubicBezTo>
                  <a:cubicBezTo>
                    <a:pt x="515" y="178"/>
                    <a:pt x="510" y="172"/>
                    <a:pt x="503" y="166"/>
                  </a:cubicBezTo>
                  <a:cubicBezTo>
                    <a:pt x="516" y="163"/>
                    <a:pt x="527" y="164"/>
                    <a:pt x="538" y="164"/>
                  </a:cubicBezTo>
                  <a:cubicBezTo>
                    <a:pt x="541" y="164"/>
                    <a:pt x="547" y="166"/>
                    <a:pt x="546" y="159"/>
                  </a:cubicBezTo>
                  <a:cubicBezTo>
                    <a:pt x="545" y="154"/>
                    <a:pt x="541" y="152"/>
                    <a:pt x="537" y="153"/>
                  </a:cubicBezTo>
                  <a:cubicBezTo>
                    <a:pt x="531" y="155"/>
                    <a:pt x="527" y="154"/>
                    <a:pt x="523" y="150"/>
                  </a:cubicBezTo>
                  <a:cubicBezTo>
                    <a:pt x="524" y="144"/>
                    <a:pt x="531" y="148"/>
                    <a:pt x="533" y="144"/>
                  </a:cubicBezTo>
                  <a:cubicBezTo>
                    <a:pt x="525" y="138"/>
                    <a:pt x="518" y="139"/>
                    <a:pt x="512" y="145"/>
                  </a:cubicBezTo>
                  <a:cubicBezTo>
                    <a:pt x="506" y="122"/>
                    <a:pt x="533" y="121"/>
                    <a:pt x="537" y="104"/>
                  </a:cubicBezTo>
                  <a:cubicBezTo>
                    <a:pt x="551" y="105"/>
                    <a:pt x="548" y="85"/>
                    <a:pt x="561" y="86"/>
                  </a:cubicBezTo>
                  <a:cubicBezTo>
                    <a:pt x="558" y="73"/>
                    <a:pt x="569" y="77"/>
                    <a:pt x="575" y="74"/>
                  </a:cubicBezTo>
                  <a:cubicBezTo>
                    <a:pt x="585" y="68"/>
                    <a:pt x="598" y="70"/>
                    <a:pt x="606" y="59"/>
                  </a:cubicBezTo>
                  <a:cubicBezTo>
                    <a:pt x="599" y="56"/>
                    <a:pt x="592" y="51"/>
                    <a:pt x="585" y="51"/>
                  </a:cubicBezTo>
                  <a:cubicBezTo>
                    <a:pt x="575" y="50"/>
                    <a:pt x="563" y="45"/>
                    <a:pt x="555" y="55"/>
                  </a:cubicBezTo>
                  <a:cubicBezTo>
                    <a:pt x="548" y="65"/>
                    <a:pt x="540" y="63"/>
                    <a:pt x="531" y="59"/>
                  </a:cubicBezTo>
                  <a:cubicBezTo>
                    <a:pt x="525" y="55"/>
                    <a:pt x="522" y="57"/>
                    <a:pt x="516" y="61"/>
                  </a:cubicBezTo>
                  <a:cubicBezTo>
                    <a:pt x="509" y="67"/>
                    <a:pt x="499" y="72"/>
                    <a:pt x="491" y="77"/>
                  </a:cubicBezTo>
                  <a:cubicBezTo>
                    <a:pt x="494" y="71"/>
                    <a:pt x="499" y="67"/>
                    <a:pt x="502" y="62"/>
                  </a:cubicBezTo>
                  <a:cubicBezTo>
                    <a:pt x="504" y="58"/>
                    <a:pt x="511" y="53"/>
                    <a:pt x="505" y="48"/>
                  </a:cubicBezTo>
                  <a:cubicBezTo>
                    <a:pt x="500" y="44"/>
                    <a:pt x="495" y="45"/>
                    <a:pt x="489" y="50"/>
                  </a:cubicBezTo>
                  <a:cubicBezTo>
                    <a:pt x="480" y="57"/>
                    <a:pt x="470" y="62"/>
                    <a:pt x="458" y="62"/>
                  </a:cubicBezTo>
                  <a:cubicBezTo>
                    <a:pt x="459" y="53"/>
                    <a:pt x="469" y="59"/>
                    <a:pt x="469" y="51"/>
                  </a:cubicBezTo>
                  <a:cubicBezTo>
                    <a:pt x="446" y="48"/>
                    <a:pt x="424" y="50"/>
                    <a:pt x="401" y="56"/>
                  </a:cubicBezTo>
                  <a:cubicBezTo>
                    <a:pt x="404" y="52"/>
                    <a:pt x="407" y="51"/>
                    <a:pt x="410" y="50"/>
                  </a:cubicBezTo>
                  <a:cubicBezTo>
                    <a:pt x="439" y="39"/>
                    <a:pt x="470" y="49"/>
                    <a:pt x="499" y="38"/>
                  </a:cubicBezTo>
                  <a:cubicBezTo>
                    <a:pt x="503" y="37"/>
                    <a:pt x="509" y="37"/>
                    <a:pt x="509" y="32"/>
                  </a:cubicBezTo>
                  <a:cubicBezTo>
                    <a:pt x="509" y="27"/>
                    <a:pt x="504" y="26"/>
                    <a:pt x="500" y="26"/>
                  </a:cubicBezTo>
                  <a:cubicBezTo>
                    <a:pt x="488" y="28"/>
                    <a:pt x="479" y="24"/>
                    <a:pt x="471" y="16"/>
                  </a:cubicBezTo>
                  <a:cubicBezTo>
                    <a:pt x="467" y="13"/>
                    <a:pt x="462" y="14"/>
                    <a:pt x="457" y="14"/>
                  </a:cubicBezTo>
                  <a:cubicBezTo>
                    <a:pt x="451" y="13"/>
                    <a:pt x="446" y="13"/>
                    <a:pt x="441" y="12"/>
                  </a:cubicBezTo>
                  <a:cubicBezTo>
                    <a:pt x="408" y="7"/>
                    <a:pt x="375" y="0"/>
                    <a:pt x="344" y="19"/>
                  </a:cubicBezTo>
                  <a:cubicBezTo>
                    <a:pt x="341" y="20"/>
                    <a:pt x="339" y="19"/>
                    <a:pt x="337" y="19"/>
                  </a:cubicBezTo>
                  <a:cubicBezTo>
                    <a:pt x="312" y="13"/>
                    <a:pt x="289" y="21"/>
                    <a:pt x="265" y="21"/>
                  </a:cubicBezTo>
                  <a:cubicBezTo>
                    <a:pt x="264" y="27"/>
                    <a:pt x="271" y="26"/>
                    <a:pt x="270" y="30"/>
                  </a:cubicBezTo>
                  <a:cubicBezTo>
                    <a:pt x="266" y="35"/>
                    <a:pt x="259" y="29"/>
                    <a:pt x="255" y="35"/>
                  </a:cubicBezTo>
                  <a:cubicBezTo>
                    <a:pt x="257" y="39"/>
                    <a:pt x="264" y="39"/>
                    <a:pt x="263" y="46"/>
                  </a:cubicBezTo>
                  <a:cubicBezTo>
                    <a:pt x="253" y="46"/>
                    <a:pt x="245" y="41"/>
                    <a:pt x="236" y="37"/>
                  </a:cubicBezTo>
                  <a:cubicBezTo>
                    <a:pt x="231" y="34"/>
                    <a:pt x="224" y="32"/>
                    <a:pt x="220" y="36"/>
                  </a:cubicBezTo>
                  <a:cubicBezTo>
                    <a:pt x="215" y="43"/>
                    <a:pt x="227" y="42"/>
                    <a:pt x="228" y="48"/>
                  </a:cubicBezTo>
                  <a:cubicBezTo>
                    <a:pt x="219" y="54"/>
                    <a:pt x="213" y="48"/>
                    <a:pt x="207" y="44"/>
                  </a:cubicBezTo>
                  <a:cubicBezTo>
                    <a:pt x="200" y="38"/>
                    <a:pt x="195" y="34"/>
                    <a:pt x="198" y="48"/>
                  </a:cubicBezTo>
                  <a:cubicBezTo>
                    <a:pt x="198" y="53"/>
                    <a:pt x="196" y="56"/>
                    <a:pt x="192" y="56"/>
                  </a:cubicBezTo>
                  <a:cubicBezTo>
                    <a:pt x="188" y="56"/>
                    <a:pt x="189" y="51"/>
                    <a:pt x="189" y="49"/>
                  </a:cubicBezTo>
                  <a:cubicBezTo>
                    <a:pt x="189" y="45"/>
                    <a:pt x="186" y="39"/>
                    <a:pt x="184" y="39"/>
                  </a:cubicBezTo>
                  <a:cubicBezTo>
                    <a:pt x="170" y="40"/>
                    <a:pt x="151" y="39"/>
                    <a:pt x="143" y="47"/>
                  </a:cubicBezTo>
                  <a:cubicBezTo>
                    <a:pt x="137" y="53"/>
                    <a:pt x="134" y="49"/>
                    <a:pt x="131" y="50"/>
                  </a:cubicBezTo>
                  <a:cubicBezTo>
                    <a:pt x="125" y="52"/>
                    <a:pt x="113" y="43"/>
                    <a:pt x="115" y="57"/>
                  </a:cubicBezTo>
                  <a:cubicBezTo>
                    <a:pt x="116" y="68"/>
                    <a:pt x="111" y="69"/>
                    <a:pt x="103" y="68"/>
                  </a:cubicBezTo>
                  <a:cubicBezTo>
                    <a:pt x="82" y="66"/>
                    <a:pt x="67" y="77"/>
                    <a:pt x="52" y="90"/>
                  </a:cubicBezTo>
                  <a:cubicBezTo>
                    <a:pt x="58" y="92"/>
                    <a:pt x="64" y="92"/>
                    <a:pt x="70" y="92"/>
                  </a:cubicBezTo>
                  <a:cubicBezTo>
                    <a:pt x="76" y="93"/>
                    <a:pt x="79" y="97"/>
                    <a:pt x="76" y="102"/>
                  </a:cubicBezTo>
                  <a:cubicBezTo>
                    <a:pt x="71" y="109"/>
                    <a:pt x="65" y="117"/>
                    <a:pt x="55" y="116"/>
                  </a:cubicBezTo>
                  <a:cubicBezTo>
                    <a:pt x="37" y="115"/>
                    <a:pt x="21" y="126"/>
                    <a:pt x="4" y="128"/>
                  </a:cubicBezTo>
                  <a:cubicBezTo>
                    <a:pt x="1" y="129"/>
                    <a:pt x="0" y="131"/>
                    <a:pt x="0" y="134"/>
                  </a:cubicBezTo>
                  <a:cubicBezTo>
                    <a:pt x="0" y="136"/>
                    <a:pt x="0" y="140"/>
                    <a:pt x="3" y="140"/>
                  </a:cubicBezTo>
                  <a:cubicBezTo>
                    <a:pt x="16" y="139"/>
                    <a:pt x="25" y="152"/>
                    <a:pt x="38" y="150"/>
                  </a:cubicBezTo>
                  <a:cubicBezTo>
                    <a:pt x="33" y="161"/>
                    <a:pt x="23" y="156"/>
                    <a:pt x="16" y="159"/>
                  </a:cubicBezTo>
                  <a:cubicBezTo>
                    <a:pt x="18" y="168"/>
                    <a:pt x="31" y="160"/>
                    <a:pt x="31" y="167"/>
                  </a:cubicBezTo>
                  <a:cubicBezTo>
                    <a:pt x="30" y="174"/>
                    <a:pt x="34" y="174"/>
                    <a:pt x="37" y="177"/>
                  </a:cubicBezTo>
                  <a:cubicBezTo>
                    <a:pt x="50" y="190"/>
                    <a:pt x="63" y="178"/>
                    <a:pt x="74" y="177"/>
                  </a:cubicBezTo>
                  <a:cubicBezTo>
                    <a:pt x="97" y="174"/>
                    <a:pt x="117" y="178"/>
                    <a:pt x="135" y="189"/>
                  </a:cubicBezTo>
                  <a:cubicBezTo>
                    <a:pt x="144" y="194"/>
                    <a:pt x="155" y="203"/>
                    <a:pt x="159" y="212"/>
                  </a:cubicBezTo>
                  <a:cubicBezTo>
                    <a:pt x="164" y="226"/>
                    <a:pt x="183" y="238"/>
                    <a:pt x="171" y="258"/>
                  </a:cubicBezTo>
                  <a:cubicBezTo>
                    <a:pt x="170" y="260"/>
                    <a:pt x="171" y="265"/>
                    <a:pt x="172" y="267"/>
                  </a:cubicBezTo>
                  <a:cubicBezTo>
                    <a:pt x="175" y="271"/>
                    <a:pt x="180" y="270"/>
                    <a:pt x="183" y="267"/>
                  </a:cubicBezTo>
                  <a:cubicBezTo>
                    <a:pt x="188" y="264"/>
                    <a:pt x="193" y="262"/>
                    <a:pt x="194" y="269"/>
                  </a:cubicBezTo>
                  <a:cubicBezTo>
                    <a:pt x="195" y="277"/>
                    <a:pt x="199" y="278"/>
                    <a:pt x="205" y="278"/>
                  </a:cubicBezTo>
                  <a:cubicBezTo>
                    <a:pt x="210" y="278"/>
                    <a:pt x="211" y="282"/>
                    <a:pt x="212" y="286"/>
                  </a:cubicBezTo>
                  <a:cubicBezTo>
                    <a:pt x="202" y="287"/>
                    <a:pt x="191" y="277"/>
                    <a:pt x="184" y="292"/>
                  </a:cubicBezTo>
                  <a:cubicBezTo>
                    <a:pt x="183" y="296"/>
                    <a:pt x="174" y="298"/>
                    <a:pt x="179" y="304"/>
                  </a:cubicBezTo>
                  <a:cubicBezTo>
                    <a:pt x="184" y="310"/>
                    <a:pt x="192" y="313"/>
                    <a:pt x="200" y="310"/>
                  </a:cubicBezTo>
                  <a:cubicBezTo>
                    <a:pt x="209" y="306"/>
                    <a:pt x="200" y="301"/>
                    <a:pt x="199" y="297"/>
                  </a:cubicBezTo>
                  <a:cubicBezTo>
                    <a:pt x="213" y="296"/>
                    <a:pt x="217" y="298"/>
                    <a:pt x="217" y="306"/>
                  </a:cubicBezTo>
                  <a:cubicBezTo>
                    <a:pt x="218" y="314"/>
                    <a:pt x="216" y="320"/>
                    <a:pt x="205" y="321"/>
                  </a:cubicBezTo>
                  <a:cubicBezTo>
                    <a:pt x="192" y="322"/>
                    <a:pt x="188" y="340"/>
                    <a:pt x="196" y="351"/>
                  </a:cubicBezTo>
                  <a:cubicBezTo>
                    <a:pt x="199" y="354"/>
                    <a:pt x="197" y="355"/>
                    <a:pt x="195" y="356"/>
                  </a:cubicBezTo>
                  <a:cubicBezTo>
                    <a:pt x="191" y="358"/>
                    <a:pt x="191" y="364"/>
                    <a:pt x="192" y="365"/>
                  </a:cubicBezTo>
                  <a:cubicBezTo>
                    <a:pt x="206" y="371"/>
                    <a:pt x="202" y="388"/>
                    <a:pt x="210" y="398"/>
                  </a:cubicBezTo>
                  <a:cubicBezTo>
                    <a:pt x="216" y="406"/>
                    <a:pt x="224" y="414"/>
                    <a:pt x="227" y="426"/>
                  </a:cubicBezTo>
                  <a:cubicBezTo>
                    <a:pt x="228" y="434"/>
                    <a:pt x="237" y="443"/>
                    <a:pt x="244" y="445"/>
                  </a:cubicBezTo>
                  <a:cubicBezTo>
                    <a:pt x="256" y="448"/>
                    <a:pt x="267" y="454"/>
                    <a:pt x="278" y="458"/>
                  </a:cubicBezTo>
                  <a:cubicBezTo>
                    <a:pt x="292" y="464"/>
                    <a:pt x="296" y="461"/>
                    <a:pt x="300" y="447"/>
                  </a:cubicBezTo>
                  <a:cubicBezTo>
                    <a:pt x="304" y="434"/>
                    <a:pt x="299" y="418"/>
                    <a:pt x="315" y="409"/>
                  </a:cubicBezTo>
                  <a:cubicBezTo>
                    <a:pt x="318" y="407"/>
                    <a:pt x="318" y="402"/>
                    <a:pt x="320" y="398"/>
                  </a:cubicBezTo>
                  <a:cubicBezTo>
                    <a:pt x="321" y="390"/>
                    <a:pt x="320" y="381"/>
                    <a:pt x="328" y="376"/>
                  </a:cubicBezTo>
                  <a:cubicBezTo>
                    <a:pt x="334" y="371"/>
                    <a:pt x="344" y="374"/>
                    <a:pt x="345" y="363"/>
                  </a:cubicBezTo>
                  <a:cubicBezTo>
                    <a:pt x="346" y="363"/>
                    <a:pt x="348" y="362"/>
                    <a:pt x="349" y="363"/>
                  </a:cubicBezTo>
                  <a:cubicBezTo>
                    <a:pt x="371" y="369"/>
                    <a:pt x="381" y="365"/>
                    <a:pt x="393" y="347"/>
                  </a:cubicBezTo>
                  <a:cubicBezTo>
                    <a:pt x="398" y="340"/>
                    <a:pt x="403" y="331"/>
                    <a:pt x="409" y="330"/>
                  </a:cubicBezTo>
                  <a:cubicBezTo>
                    <a:pt x="426" y="327"/>
                    <a:pt x="444" y="326"/>
                    <a:pt x="460" y="320"/>
                  </a:cubicBezTo>
                  <a:cubicBezTo>
                    <a:pt x="475" y="314"/>
                    <a:pt x="490" y="308"/>
                    <a:pt x="506" y="297"/>
                  </a:cubicBezTo>
                  <a:cubicBezTo>
                    <a:pt x="497" y="296"/>
                    <a:pt x="489" y="298"/>
                    <a:pt x="485" y="29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6B873F5-1CAB-65CE-977D-B5C8B5188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5873" y="4469092"/>
              <a:ext cx="799811" cy="607367"/>
            </a:xfrm>
            <a:custGeom>
              <a:avLst/>
              <a:gdLst>
                <a:gd name="T0" fmla="*/ 359 w 406"/>
                <a:gd name="T1" fmla="*/ 107 h 308"/>
                <a:gd name="T2" fmla="*/ 342 w 406"/>
                <a:gd name="T3" fmla="*/ 91 h 308"/>
                <a:gd name="T4" fmla="*/ 333 w 406"/>
                <a:gd name="T5" fmla="*/ 83 h 308"/>
                <a:gd name="T6" fmla="*/ 321 w 406"/>
                <a:gd name="T7" fmla="*/ 46 h 308"/>
                <a:gd name="T8" fmla="*/ 316 w 406"/>
                <a:gd name="T9" fmla="*/ 39 h 308"/>
                <a:gd name="T10" fmla="*/ 303 w 406"/>
                <a:gd name="T11" fmla="*/ 21 h 308"/>
                <a:gd name="T12" fmla="*/ 294 w 406"/>
                <a:gd name="T13" fmla="*/ 0 h 308"/>
                <a:gd name="T14" fmla="*/ 285 w 406"/>
                <a:gd name="T15" fmla="*/ 42 h 308"/>
                <a:gd name="T16" fmla="*/ 278 w 406"/>
                <a:gd name="T17" fmla="*/ 65 h 308"/>
                <a:gd name="T18" fmla="*/ 263 w 406"/>
                <a:gd name="T19" fmla="*/ 68 h 308"/>
                <a:gd name="T20" fmla="*/ 251 w 406"/>
                <a:gd name="T21" fmla="*/ 61 h 308"/>
                <a:gd name="T22" fmla="*/ 236 w 406"/>
                <a:gd name="T23" fmla="*/ 18 h 308"/>
                <a:gd name="T24" fmla="*/ 236 w 406"/>
                <a:gd name="T25" fmla="*/ 15 h 308"/>
                <a:gd name="T26" fmla="*/ 210 w 406"/>
                <a:gd name="T27" fmla="*/ 13 h 308"/>
                <a:gd name="T28" fmla="*/ 166 w 406"/>
                <a:gd name="T29" fmla="*/ 33 h 308"/>
                <a:gd name="T30" fmla="*/ 146 w 406"/>
                <a:gd name="T31" fmla="*/ 37 h 308"/>
                <a:gd name="T32" fmla="*/ 132 w 406"/>
                <a:gd name="T33" fmla="*/ 33 h 308"/>
                <a:gd name="T34" fmla="*/ 112 w 406"/>
                <a:gd name="T35" fmla="*/ 51 h 308"/>
                <a:gd name="T36" fmla="*/ 94 w 406"/>
                <a:gd name="T37" fmla="*/ 62 h 308"/>
                <a:gd name="T38" fmla="*/ 90 w 406"/>
                <a:gd name="T39" fmla="*/ 79 h 308"/>
                <a:gd name="T40" fmla="*/ 36 w 406"/>
                <a:gd name="T41" fmla="*/ 104 h 308"/>
                <a:gd name="T42" fmla="*/ 5 w 406"/>
                <a:gd name="T43" fmla="*/ 132 h 308"/>
                <a:gd name="T44" fmla="*/ 7 w 406"/>
                <a:gd name="T45" fmla="*/ 158 h 308"/>
                <a:gd name="T46" fmla="*/ 10 w 406"/>
                <a:gd name="T47" fmla="*/ 182 h 308"/>
                <a:gd name="T48" fmla="*/ 19 w 406"/>
                <a:gd name="T49" fmla="*/ 245 h 308"/>
                <a:gd name="T50" fmla="*/ 22 w 406"/>
                <a:gd name="T51" fmla="*/ 251 h 308"/>
                <a:gd name="T52" fmla="*/ 51 w 406"/>
                <a:gd name="T53" fmla="*/ 257 h 308"/>
                <a:gd name="T54" fmla="*/ 75 w 406"/>
                <a:gd name="T55" fmla="*/ 247 h 308"/>
                <a:gd name="T56" fmla="*/ 118 w 406"/>
                <a:gd name="T57" fmla="*/ 234 h 308"/>
                <a:gd name="T58" fmla="*/ 164 w 406"/>
                <a:gd name="T59" fmla="*/ 222 h 308"/>
                <a:gd name="T60" fmla="*/ 205 w 406"/>
                <a:gd name="T61" fmla="*/ 228 h 308"/>
                <a:gd name="T62" fmla="*/ 211 w 406"/>
                <a:gd name="T63" fmla="*/ 233 h 308"/>
                <a:gd name="T64" fmla="*/ 244 w 406"/>
                <a:gd name="T65" fmla="*/ 243 h 308"/>
                <a:gd name="T66" fmla="*/ 241 w 406"/>
                <a:gd name="T67" fmla="*/ 259 h 308"/>
                <a:gd name="T68" fmla="*/ 252 w 406"/>
                <a:gd name="T69" fmla="*/ 263 h 308"/>
                <a:gd name="T70" fmla="*/ 258 w 406"/>
                <a:gd name="T71" fmla="*/ 266 h 308"/>
                <a:gd name="T72" fmla="*/ 267 w 406"/>
                <a:gd name="T73" fmla="*/ 277 h 308"/>
                <a:gd name="T74" fmla="*/ 308 w 406"/>
                <a:gd name="T75" fmla="*/ 301 h 308"/>
                <a:gd name="T76" fmla="*/ 329 w 406"/>
                <a:gd name="T77" fmla="*/ 303 h 308"/>
                <a:gd name="T78" fmla="*/ 334 w 406"/>
                <a:gd name="T79" fmla="*/ 303 h 308"/>
                <a:gd name="T80" fmla="*/ 367 w 406"/>
                <a:gd name="T81" fmla="*/ 289 h 308"/>
                <a:gd name="T82" fmla="*/ 369 w 406"/>
                <a:gd name="T83" fmla="*/ 283 h 308"/>
                <a:gd name="T84" fmla="*/ 387 w 406"/>
                <a:gd name="T85" fmla="*/ 238 h 308"/>
                <a:gd name="T86" fmla="*/ 405 w 406"/>
                <a:gd name="T87" fmla="*/ 186 h 308"/>
                <a:gd name="T88" fmla="*/ 388 w 406"/>
                <a:gd name="T89" fmla="*/ 142 h 308"/>
                <a:gd name="T90" fmla="*/ 359 w 406"/>
                <a:gd name="T91" fmla="*/ 1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06" h="308">
                  <a:moveTo>
                    <a:pt x="359" y="107"/>
                  </a:moveTo>
                  <a:cubicBezTo>
                    <a:pt x="355" y="100"/>
                    <a:pt x="350" y="94"/>
                    <a:pt x="342" y="91"/>
                  </a:cubicBezTo>
                  <a:cubicBezTo>
                    <a:pt x="338" y="90"/>
                    <a:pt x="334" y="89"/>
                    <a:pt x="333" y="83"/>
                  </a:cubicBezTo>
                  <a:cubicBezTo>
                    <a:pt x="330" y="71"/>
                    <a:pt x="325" y="58"/>
                    <a:pt x="321" y="46"/>
                  </a:cubicBezTo>
                  <a:cubicBezTo>
                    <a:pt x="320" y="42"/>
                    <a:pt x="319" y="39"/>
                    <a:pt x="316" y="39"/>
                  </a:cubicBezTo>
                  <a:cubicBezTo>
                    <a:pt x="301" y="40"/>
                    <a:pt x="303" y="30"/>
                    <a:pt x="303" y="21"/>
                  </a:cubicBezTo>
                  <a:cubicBezTo>
                    <a:pt x="303" y="13"/>
                    <a:pt x="297" y="8"/>
                    <a:pt x="294" y="0"/>
                  </a:cubicBezTo>
                  <a:cubicBezTo>
                    <a:pt x="284" y="14"/>
                    <a:pt x="284" y="28"/>
                    <a:pt x="285" y="42"/>
                  </a:cubicBezTo>
                  <a:cubicBezTo>
                    <a:pt x="286" y="51"/>
                    <a:pt x="283" y="58"/>
                    <a:pt x="278" y="65"/>
                  </a:cubicBezTo>
                  <a:cubicBezTo>
                    <a:pt x="274" y="72"/>
                    <a:pt x="268" y="73"/>
                    <a:pt x="263" y="68"/>
                  </a:cubicBezTo>
                  <a:cubicBezTo>
                    <a:pt x="260" y="64"/>
                    <a:pt x="255" y="63"/>
                    <a:pt x="251" y="61"/>
                  </a:cubicBezTo>
                  <a:cubicBezTo>
                    <a:pt x="226" y="51"/>
                    <a:pt x="223" y="42"/>
                    <a:pt x="236" y="18"/>
                  </a:cubicBezTo>
                  <a:cubicBezTo>
                    <a:pt x="237" y="18"/>
                    <a:pt x="236" y="16"/>
                    <a:pt x="236" y="15"/>
                  </a:cubicBezTo>
                  <a:cubicBezTo>
                    <a:pt x="228" y="13"/>
                    <a:pt x="219" y="16"/>
                    <a:pt x="210" y="13"/>
                  </a:cubicBezTo>
                  <a:cubicBezTo>
                    <a:pt x="192" y="6"/>
                    <a:pt x="172" y="16"/>
                    <a:pt x="166" y="33"/>
                  </a:cubicBezTo>
                  <a:cubicBezTo>
                    <a:pt x="161" y="46"/>
                    <a:pt x="155" y="48"/>
                    <a:pt x="146" y="37"/>
                  </a:cubicBezTo>
                  <a:cubicBezTo>
                    <a:pt x="141" y="32"/>
                    <a:pt x="137" y="29"/>
                    <a:pt x="132" y="33"/>
                  </a:cubicBezTo>
                  <a:cubicBezTo>
                    <a:pt x="126" y="39"/>
                    <a:pt x="118" y="44"/>
                    <a:pt x="112" y="51"/>
                  </a:cubicBezTo>
                  <a:cubicBezTo>
                    <a:pt x="108" y="55"/>
                    <a:pt x="110" y="76"/>
                    <a:pt x="94" y="62"/>
                  </a:cubicBezTo>
                  <a:cubicBezTo>
                    <a:pt x="91" y="68"/>
                    <a:pt x="95" y="74"/>
                    <a:pt x="90" y="79"/>
                  </a:cubicBezTo>
                  <a:cubicBezTo>
                    <a:pt x="75" y="94"/>
                    <a:pt x="56" y="99"/>
                    <a:pt x="36" y="104"/>
                  </a:cubicBezTo>
                  <a:cubicBezTo>
                    <a:pt x="22" y="107"/>
                    <a:pt x="11" y="118"/>
                    <a:pt x="5" y="132"/>
                  </a:cubicBezTo>
                  <a:cubicBezTo>
                    <a:pt x="0" y="143"/>
                    <a:pt x="11" y="151"/>
                    <a:pt x="7" y="158"/>
                  </a:cubicBezTo>
                  <a:cubicBezTo>
                    <a:pt x="1" y="168"/>
                    <a:pt x="8" y="174"/>
                    <a:pt x="10" y="182"/>
                  </a:cubicBezTo>
                  <a:cubicBezTo>
                    <a:pt x="16" y="202"/>
                    <a:pt x="36" y="221"/>
                    <a:pt x="19" y="245"/>
                  </a:cubicBezTo>
                  <a:cubicBezTo>
                    <a:pt x="17" y="247"/>
                    <a:pt x="20" y="250"/>
                    <a:pt x="22" y="251"/>
                  </a:cubicBezTo>
                  <a:cubicBezTo>
                    <a:pt x="30" y="260"/>
                    <a:pt x="40" y="263"/>
                    <a:pt x="51" y="257"/>
                  </a:cubicBezTo>
                  <a:cubicBezTo>
                    <a:pt x="59" y="253"/>
                    <a:pt x="67" y="245"/>
                    <a:pt x="75" y="247"/>
                  </a:cubicBezTo>
                  <a:cubicBezTo>
                    <a:pt x="92" y="250"/>
                    <a:pt x="105" y="243"/>
                    <a:pt x="118" y="234"/>
                  </a:cubicBezTo>
                  <a:cubicBezTo>
                    <a:pt x="132" y="225"/>
                    <a:pt x="149" y="229"/>
                    <a:pt x="164" y="222"/>
                  </a:cubicBezTo>
                  <a:cubicBezTo>
                    <a:pt x="178" y="215"/>
                    <a:pt x="192" y="224"/>
                    <a:pt x="205" y="228"/>
                  </a:cubicBezTo>
                  <a:cubicBezTo>
                    <a:pt x="207" y="229"/>
                    <a:pt x="209" y="230"/>
                    <a:pt x="211" y="233"/>
                  </a:cubicBezTo>
                  <a:cubicBezTo>
                    <a:pt x="223" y="257"/>
                    <a:pt x="223" y="257"/>
                    <a:pt x="244" y="243"/>
                  </a:cubicBezTo>
                  <a:cubicBezTo>
                    <a:pt x="246" y="249"/>
                    <a:pt x="242" y="254"/>
                    <a:pt x="241" y="259"/>
                  </a:cubicBezTo>
                  <a:cubicBezTo>
                    <a:pt x="245" y="262"/>
                    <a:pt x="256" y="243"/>
                    <a:pt x="252" y="263"/>
                  </a:cubicBezTo>
                  <a:cubicBezTo>
                    <a:pt x="252" y="267"/>
                    <a:pt x="256" y="265"/>
                    <a:pt x="258" y="266"/>
                  </a:cubicBezTo>
                  <a:cubicBezTo>
                    <a:pt x="263" y="268"/>
                    <a:pt x="266" y="272"/>
                    <a:pt x="267" y="277"/>
                  </a:cubicBezTo>
                  <a:cubicBezTo>
                    <a:pt x="269" y="290"/>
                    <a:pt x="297" y="308"/>
                    <a:pt x="308" y="301"/>
                  </a:cubicBezTo>
                  <a:cubicBezTo>
                    <a:pt x="317" y="295"/>
                    <a:pt x="322" y="297"/>
                    <a:pt x="329" y="303"/>
                  </a:cubicBezTo>
                  <a:cubicBezTo>
                    <a:pt x="331" y="305"/>
                    <a:pt x="332" y="304"/>
                    <a:pt x="334" y="303"/>
                  </a:cubicBezTo>
                  <a:cubicBezTo>
                    <a:pt x="345" y="298"/>
                    <a:pt x="354" y="288"/>
                    <a:pt x="367" y="289"/>
                  </a:cubicBezTo>
                  <a:cubicBezTo>
                    <a:pt x="368" y="289"/>
                    <a:pt x="369" y="285"/>
                    <a:pt x="369" y="283"/>
                  </a:cubicBezTo>
                  <a:cubicBezTo>
                    <a:pt x="371" y="266"/>
                    <a:pt x="378" y="251"/>
                    <a:pt x="387" y="238"/>
                  </a:cubicBezTo>
                  <a:cubicBezTo>
                    <a:pt x="399" y="222"/>
                    <a:pt x="403" y="205"/>
                    <a:pt x="405" y="186"/>
                  </a:cubicBezTo>
                  <a:cubicBezTo>
                    <a:pt x="406" y="170"/>
                    <a:pt x="400" y="152"/>
                    <a:pt x="388" y="142"/>
                  </a:cubicBezTo>
                  <a:cubicBezTo>
                    <a:pt x="377" y="131"/>
                    <a:pt x="367" y="120"/>
                    <a:pt x="359" y="10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943BE85-62E7-C400-CDD9-AEADD65B5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293" y="2019604"/>
              <a:ext cx="578444" cy="329270"/>
            </a:xfrm>
            <a:custGeom>
              <a:avLst/>
              <a:gdLst>
                <a:gd name="T0" fmla="*/ 69 w 294"/>
                <a:gd name="T1" fmla="*/ 108 h 167"/>
                <a:gd name="T2" fmla="*/ 41 w 294"/>
                <a:gd name="T3" fmla="*/ 107 h 167"/>
                <a:gd name="T4" fmla="*/ 32 w 294"/>
                <a:gd name="T5" fmla="*/ 118 h 167"/>
                <a:gd name="T6" fmla="*/ 44 w 294"/>
                <a:gd name="T7" fmla="*/ 121 h 167"/>
                <a:gd name="T8" fmla="*/ 54 w 294"/>
                <a:gd name="T9" fmla="*/ 119 h 167"/>
                <a:gd name="T10" fmla="*/ 55 w 294"/>
                <a:gd name="T11" fmla="*/ 130 h 167"/>
                <a:gd name="T12" fmla="*/ 59 w 294"/>
                <a:gd name="T13" fmla="*/ 139 h 167"/>
                <a:gd name="T14" fmla="*/ 50 w 294"/>
                <a:gd name="T15" fmla="*/ 134 h 167"/>
                <a:gd name="T16" fmla="*/ 43 w 294"/>
                <a:gd name="T17" fmla="*/ 129 h 167"/>
                <a:gd name="T18" fmla="*/ 27 w 294"/>
                <a:gd name="T19" fmla="*/ 130 h 167"/>
                <a:gd name="T20" fmla="*/ 33 w 294"/>
                <a:gd name="T21" fmla="*/ 142 h 167"/>
                <a:gd name="T22" fmla="*/ 9 w 294"/>
                <a:gd name="T23" fmla="*/ 153 h 167"/>
                <a:gd name="T24" fmla="*/ 42 w 294"/>
                <a:gd name="T25" fmla="*/ 156 h 167"/>
                <a:gd name="T26" fmla="*/ 63 w 294"/>
                <a:gd name="T27" fmla="*/ 156 h 167"/>
                <a:gd name="T28" fmla="*/ 87 w 294"/>
                <a:gd name="T29" fmla="*/ 155 h 167"/>
                <a:gd name="T30" fmla="*/ 125 w 294"/>
                <a:gd name="T31" fmla="*/ 154 h 167"/>
                <a:gd name="T32" fmla="*/ 127 w 294"/>
                <a:gd name="T33" fmla="*/ 149 h 167"/>
                <a:gd name="T34" fmla="*/ 122 w 294"/>
                <a:gd name="T35" fmla="*/ 146 h 167"/>
                <a:gd name="T36" fmla="*/ 85 w 294"/>
                <a:gd name="T37" fmla="*/ 142 h 167"/>
                <a:gd name="T38" fmla="*/ 103 w 294"/>
                <a:gd name="T39" fmla="*/ 136 h 167"/>
                <a:gd name="T40" fmla="*/ 149 w 294"/>
                <a:gd name="T41" fmla="*/ 119 h 167"/>
                <a:gd name="T42" fmla="*/ 158 w 294"/>
                <a:gd name="T43" fmla="*/ 110 h 167"/>
                <a:gd name="T44" fmla="*/ 152 w 294"/>
                <a:gd name="T45" fmla="*/ 100 h 167"/>
                <a:gd name="T46" fmla="*/ 133 w 294"/>
                <a:gd name="T47" fmla="*/ 96 h 167"/>
                <a:gd name="T48" fmla="*/ 262 w 294"/>
                <a:gd name="T49" fmla="*/ 47 h 167"/>
                <a:gd name="T50" fmla="*/ 234 w 294"/>
                <a:gd name="T51" fmla="*/ 41 h 167"/>
                <a:gd name="T52" fmla="*/ 294 w 294"/>
                <a:gd name="T53" fmla="*/ 22 h 167"/>
                <a:gd name="T54" fmla="*/ 273 w 294"/>
                <a:gd name="T55" fmla="*/ 15 h 167"/>
                <a:gd name="T56" fmla="*/ 261 w 294"/>
                <a:gd name="T57" fmla="*/ 10 h 167"/>
                <a:gd name="T58" fmla="*/ 229 w 294"/>
                <a:gd name="T59" fmla="*/ 6 h 167"/>
                <a:gd name="T60" fmla="*/ 201 w 294"/>
                <a:gd name="T61" fmla="*/ 4 h 167"/>
                <a:gd name="T62" fmla="*/ 169 w 294"/>
                <a:gd name="T63" fmla="*/ 10 h 167"/>
                <a:gd name="T64" fmla="*/ 131 w 294"/>
                <a:gd name="T65" fmla="*/ 10 h 167"/>
                <a:gd name="T66" fmla="*/ 124 w 294"/>
                <a:gd name="T67" fmla="*/ 10 h 167"/>
                <a:gd name="T68" fmla="*/ 98 w 294"/>
                <a:gd name="T69" fmla="*/ 13 h 167"/>
                <a:gd name="T70" fmla="*/ 63 w 294"/>
                <a:gd name="T71" fmla="*/ 21 h 167"/>
                <a:gd name="T72" fmla="*/ 42 w 294"/>
                <a:gd name="T73" fmla="*/ 29 h 167"/>
                <a:gd name="T74" fmla="*/ 31 w 294"/>
                <a:gd name="T75" fmla="*/ 30 h 167"/>
                <a:gd name="T76" fmla="*/ 6 w 294"/>
                <a:gd name="T77" fmla="*/ 36 h 167"/>
                <a:gd name="T78" fmla="*/ 6 w 294"/>
                <a:gd name="T79" fmla="*/ 49 h 167"/>
                <a:gd name="T80" fmla="*/ 27 w 294"/>
                <a:gd name="T81" fmla="*/ 63 h 167"/>
                <a:gd name="T82" fmla="*/ 51 w 294"/>
                <a:gd name="T83" fmla="*/ 70 h 167"/>
                <a:gd name="T84" fmla="*/ 46 w 294"/>
                <a:gd name="T85" fmla="*/ 88 h 167"/>
                <a:gd name="T86" fmla="*/ 69 w 294"/>
                <a:gd name="T87" fmla="*/ 10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94" h="167">
                  <a:moveTo>
                    <a:pt x="69" y="108"/>
                  </a:moveTo>
                  <a:cubicBezTo>
                    <a:pt x="59" y="105"/>
                    <a:pt x="50" y="105"/>
                    <a:pt x="41" y="107"/>
                  </a:cubicBezTo>
                  <a:cubicBezTo>
                    <a:pt x="37" y="108"/>
                    <a:pt x="29" y="111"/>
                    <a:pt x="32" y="118"/>
                  </a:cubicBezTo>
                  <a:cubicBezTo>
                    <a:pt x="34" y="125"/>
                    <a:pt x="40" y="122"/>
                    <a:pt x="44" y="121"/>
                  </a:cubicBezTo>
                  <a:cubicBezTo>
                    <a:pt x="48" y="120"/>
                    <a:pt x="50" y="117"/>
                    <a:pt x="54" y="119"/>
                  </a:cubicBezTo>
                  <a:cubicBezTo>
                    <a:pt x="53" y="123"/>
                    <a:pt x="49" y="127"/>
                    <a:pt x="55" y="130"/>
                  </a:cubicBezTo>
                  <a:cubicBezTo>
                    <a:pt x="59" y="132"/>
                    <a:pt x="64" y="135"/>
                    <a:pt x="59" y="139"/>
                  </a:cubicBezTo>
                  <a:cubicBezTo>
                    <a:pt x="53" y="145"/>
                    <a:pt x="52" y="137"/>
                    <a:pt x="50" y="134"/>
                  </a:cubicBezTo>
                  <a:cubicBezTo>
                    <a:pt x="48" y="132"/>
                    <a:pt x="46" y="130"/>
                    <a:pt x="43" y="129"/>
                  </a:cubicBezTo>
                  <a:cubicBezTo>
                    <a:pt x="38" y="126"/>
                    <a:pt x="31" y="124"/>
                    <a:pt x="27" y="130"/>
                  </a:cubicBezTo>
                  <a:cubicBezTo>
                    <a:pt x="20" y="138"/>
                    <a:pt x="37" y="133"/>
                    <a:pt x="33" y="142"/>
                  </a:cubicBezTo>
                  <a:cubicBezTo>
                    <a:pt x="25" y="142"/>
                    <a:pt x="16" y="143"/>
                    <a:pt x="9" y="153"/>
                  </a:cubicBezTo>
                  <a:cubicBezTo>
                    <a:pt x="21" y="154"/>
                    <a:pt x="32" y="152"/>
                    <a:pt x="42" y="156"/>
                  </a:cubicBezTo>
                  <a:cubicBezTo>
                    <a:pt x="50" y="159"/>
                    <a:pt x="54" y="162"/>
                    <a:pt x="63" y="156"/>
                  </a:cubicBezTo>
                  <a:cubicBezTo>
                    <a:pt x="69" y="151"/>
                    <a:pt x="81" y="151"/>
                    <a:pt x="87" y="155"/>
                  </a:cubicBezTo>
                  <a:cubicBezTo>
                    <a:pt x="101" y="167"/>
                    <a:pt x="112" y="155"/>
                    <a:pt x="125" y="154"/>
                  </a:cubicBezTo>
                  <a:cubicBezTo>
                    <a:pt x="127" y="154"/>
                    <a:pt x="128" y="152"/>
                    <a:pt x="127" y="149"/>
                  </a:cubicBezTo>
                  <a:cubicBezTo>
                    <a:pt x="126" y="147"/>
                    <a:pt x="125" y="146"/>
                    <a:pt x="122" y="146"/>
                  </a:cubicBezTo>
                  <a:cubicBezTo>
                    <a:pt x="110" y="146"/>
                    <a:pt x="99" y="140"/>
                    <a:pt x="85" y="142"/>
                  </a:cubicBezTo>
                  <a:cubicBezTo>
                    <a:pt x="91" y="133"/>
                    <a:pt x="98" y="136"/>
                    <a:pt x="103" y="136"/>
                  </a:cubicBezTo>
                  <a:cubicBezTo>
                    <a:pt x="121" y="138"/>
                    <a:pt x="132" y="121"/>
                    <a:pt x="149" y="119"/>
                  </a:cubicBezTo>
                  <a:cubicBezTo>
                    <a:pt x="154" y="119"/>
                    <a:pt x="156" y="114"/>
                    <a:pt x="158" y="110"/>
                  </a:cubicBezTo>
                  <a:cubicBezTo>
                    <a:pt x="162" y="103"/>
                    <a:pt x="160" y="100"/>
                    <a:pt x="152" y="100"/>
                  </a:cubicBezTo>
                  <a:cubicBezTo>
                    <a:pt x="146" y="100"/>
                    <a:pt x="139" y="102"/>
                    <a:pt x="133" y="96"/>
                  </a:cubicBezTo>
                  <a:cubicBezTo>
                    <a:pt x="182" y="95"/>
                    <a:pt x="216" y="59"/>
                    <a:pt x="262" y="47"/>
                  </a:cubicBezTo>
                  <a:cubicBezTo>
                    <a:pt x="251" y="39"/>
                    <a:pt x="242" y="47"/>
                    <a:pt x="234" y="41"/>
                  </a:cubicBezTo>
                  <a:cubicBezTo>
                    <a:pt x="256" y="41"/>
                    <a:pt x="277" y="38"/>
                    <a:pt x="294" y="22"/>
                  </a:cubicBezTo>
                  <a:cubicBezTo>
                    <a:pt x="285" y="26"/>
                    <a:pt x="278" y="20"/>
                    <a:pt x="273" y="15"/>
                  </a:cubicBezTo>
                  <a:cubicBezTo>
                    <a:pt x="269" y="11"/>
                    <a:pt x="265" y="11"/>
                    <a:pt x="261" y="10"/>
                  </a:cubicBezTo>
                  <a:cubicBezTo>
                    <a:pt x="250" y="9"/>
                    <a:pt x="240" y="13"/>
                    <a:pt x="229" y="6"/>
                  </a:cubicBezTo>
                  <a:cubicBezTo>
                    <a:pt x="222" y="1"/>
                    <a:pt x="210" y="4"/>
                    <a:pt x="201" y="4"/>
                  </a:cubicBezTo>
                  <a:cubicBezTo>
                    <a:pt x="190" y="5"/>
                    <a:pt x="178" y="1"/>
                    <a:pt x="169" y="10"/>
                  </a:cubicBezTo>
                  <a:cubicBezTo>
                    <a:pt x="156" y="0"/>
                    <a:pt x="144" y="8"/>
                    <a:pt x="131" y="10"/>
                  </a:cubicBezTo>
                  <a:cubicBezTo>
                    <a:pt x="129" y="10"/>
                    <a:pt x="126" y="11"/>
                    <a:pt x="124" y="10"/>
                  </a:cubicBezTo>
                  <a:cubicBezTo>
                    <a:pt x="114" y="4"/>
                    <a:pt x="106" y="10"/>
                    <a:pt x="98" y="13"/>
                  </a:cubicBezTo>
                  <a:cubicBezTo>
                    <a:pt x="86" y="17"/>
                    <a:pt x="75" y="26"/>
                    <a:pt x="63" y="21"/>
                  </a:cubicBezTo>
                  <a:cubicBezTo>
                    <a:pt x="53" y="17"/>
                    <a:pt x="47" y="22"/>
                    <a:pt x="42" y="29"/>
                  </a:cubicBezTo>
                  <a:cubicBezTo>
                    <a:pt x="38" y="33"/>
                    <a:pt x="37" y="34"/>
                    <a:pt x="31" y="30"/>
                  </a:cubicBezTo>
                  <a:cubicBezTo>
                    <a:pt x="21" y="22"/>
                    <a:pt x="15" y="35"/>
                    <a:pt x="6" y="36"/>
                  </a:cubicBezTo>
                  <a:cubicBezTo>
                    <a:pt x="0" y="38"/>
                    <a:pt x="5" y="45"/>
                    <a:pt x="6" y="49"/>
                  </a:cubicBezTo>
                  <a:cubicBezTo>
                    <a:pt x="8" y="60"/>
                    <a:pt x="18" y="63"/>
                    <a:pt x="27" y="63"/>
                  </a:cubicBezTo>
                  <a:cubicBezTo>
                    <a:pt x="42" y="63"/>
                    <a:pt x="42" y="62"/>
                    <a:pt x="51" y="70"/>
                  </a:cubicBezTo>
                  <a:cubicBezTo>
                    <a:pt x="35" y="76"/>
                    <a:pt x="34" y="78"/>
                    <a:pt x="46" y="88"/>
                  </a:cubicBezTo>
                  <a:cubicBezTo>
                    <a:pt x="59" y="88"/>
                    <a:pt x="61" y="101"/>
                    <a:pt x="69" y="10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1414F4E-4A77-17D6-8820-3CC977B69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79" y="2610285"/>
              <a:ext cx="0" cy="2225"/>
            </a:xfrm>
            <a:custGeom>
              <a:avLst/>
              <a:gdLst>
                <a:gd name="T0" fmla="*/ 1 h 1"/>
                <a:gd name="T1" fmla="*/ 0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E14B137-0F20-4158-23F4-193DC10C2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2952" y="4256626"/>
              <a:ext cx="373764" cy="210242"/>
            </a:xfrm>
            <a:custGeom>
              <a:avLst/>
              <a:gdLst>
                <a:gd name="T0" fmla="*/ 162 w 190"/>
                <a:gd name="T1" fmla="*/ 61 h 107"/>
                <a:gd name="T2" fmla="*/ 102 w 190"/>
                <a:gd name="T3" fmla="*/ 28 h 107"/>
                <a:gd name="T4" fmla="*/ 46 w 190"/>
                <a:gd name="T5" fmla="*/ 30 h 107"/>
                <a:gd name="T6" fmla="*/ 32 w 190"/>
                <a:gd name="T7" fmla="*/ 22 h 107"/>
                <a:gd name="T8" fmla="*/ 0 w 190"/>
                <a:gd name="T9" fmla="*/ 12 h 107"/>
                <a:gd name="T10" fmla="*/ 14 w 190"/>
                <a:gd name="T11" fmla="*/ 33 h 107"/>
                <a:gd name="T12" fmla="*/ 20 w 190"/>
                <a:gd name="T13" fmla="*/ 39 h 107"/>
                <a:gd name="T14" fmla="*/ 63 w 190"/>
                <a:gd name="T15" fmla="*/ 51 h 107"/>
                <a:gd name="T16" fmla="*/ 69 w 190"/>
                <a:gd name="T17" fmla="*/ 76 h 107"/>
                <a:gd name="T18" fmla="*/ 68 w 190"/>
                <a:gd name="T19" fmla="*/ 83 h 107"/>
                <a:gd name="T20" fmla="*/ 74 w 190"/>
                <a:gd name="T21" fmla="*/ 84 h 107"/>
                <a:gd name="T22" fmla="*/ 99 w 190"/>
                <a:gd name="T23" fmla="*/ 89 h 107"/>
                <a:gd name="T24" fmla="*/ 121 w 190"/>
                <a:gd name="T25" fmla="*/ 88 h 107"/>
                <a:gd name="T26" fmla="*/ 151 w 190"/>
                <a:gd name="T27" fmla="*/ 89 h 107"/>
                <a:gd name="T28" fmla="*/ 190 w 190"/>
                <a:gd name="T29" fmla="*/ 107 h 107"/>
                <a:gd name="T30" fmla="*/ 180 w 190"/>
                <a:gd name="T31" fmla="*/ 93 h 107"/>
                <a:gd name="T32" fmla="*/ 166 w 190"/>
                <a:gd name="T33" fmla="*/ 66 h 107"/>
                <a:gd name="T34" fmla="*/ 162 w 190"/>
                <a:gd name="T35" fmla="*/ 6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0" h="107">
                  <a:moveTo>
                    <a:pt x="162" y="61"/>
                  </a:moveTo>
                  <a:cubicBezTo>
                    <a:pt x="142" y="49"/>
                    <a:pt x="125" y="34"/>
                    <a:pt x="102" y="28"/>
                  </a:cubicBezTo>
                  <a:cubicBezTo>
                    <a:pt x="83" y="22"/>
                    <a:pt x="65" y="8"/>
                    <a:pt x="46" y="30"/>
                  </a:cubicBezTo>
                  <a:cubicBezTo>
                    <a:pt x="40" y="37"/>
                    <a:pt x="34" y="30"/>
                    <a:pt x="32" y="22"/>
                  </a:cubicBezTo>
                  <a:cubicBezTo>
                    <a:pt x="28" y="3"/>
                    <a:pt x="17" y="0"/>
                    <a:pt x="0" y="12"/>
                  </a:cubicBezTo>
                  <a:cubicBezTo>
                    <a:pt x="4" y="19"/>
                    <a:pt x="17" y="20"/>
                    <a:pt x="14" y="33"/>
                  </a:cubicBezTo>
                  <a:cubicBezTo>
                    <a:pt x="13" y="35"/>
                    <a:pt x="15" y="40"/>
                    <a:pt x="20" y="39"/>
                  </a:cubicBezTo>
                  <a:cubicBezTo>
                    <a:pt x="36" y="37"/>
                    <a:pt x="49" y="47"/>
                    <a:pt x="63" y="51"/>
                  </a:cubicBezTo>
                  <a:cubicBezTo>
                    <a:pt x="76" y="55"/>
                    <a:pt x="78" y="67"/>
                    <a:pt x="69" y="76"/>
                  </a:cubicBezTo>
                  <a:cubicBezTo>
                    <a:pt x="68" y="78"/>
                    <a:pt x="66" y="80"/>
                    <a:pt x="68" y="83"/>
                  </a:cubicBezTo>
                  <a:cubicBezTo>
                    <a:pt x="69" y="86"/>
                    <a:pt x="72" y="84"/>
                    <a:pt x="74" y="84"/>
                  </a:cubicBezTo>
                  <a:cubicBezTo>
                    <a:pt x="83" y="82"/>
                    <a:pt x="91" y="82"/>
                    <a:pt x="99" y="89"/>
                  </a:cubicBezTo>
                  <a:cubicBezTo>
                    <a:pt x="104" y="95"/>
                    <a:pt x="114" y="95"/>
                    <a:pt x="121" y="88"/>
                  </a:cubicBezTo>
                  <a:cubicBezTo>
                    <a:pt x="133" y="77"/>
                    <a:pt x="142" y="75"/>
                    <a:pt x="151" y="89"/>
                  </a:cubicBezTo>
                  <a:cubicBezTo>
                    <a:pt x="161" y="103"/>
                    <a:pt x="175" y="105"/>
                    <a:pt x="190" y="107"/>
                  </a:cubicBezTo>
                  <a:cubicBezTo>
                    <a:pt x="190" y="99"/>
                    <a:pt x="184" y="97"/>
                    <a:pt x="180" y="93"/>
                  </a:cubicBezTo>
                  <a:cubicBezTo>
                    <a:pt x="172" y="85"/>
                    <a:pt x="159" y="81"/>
                    <a:pt x="166" y="66"/>
                  </a:cubicBezTo>
                  <a:cubicBezTo>
                    <a:pt x="168" y="63"/>
                    <a:pt x="164" y="62"/>
                    <a:pt x="162" y="6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FFEBA6B-18CC-7941-C630-43DA5D004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0219" y="4118690"/>
              <a:ext cx="202455" cy="216917"/>
            </a:xfrm>
            <a:custGeom>
              <a:avLst/>
              <a:gdLst>
                <a:gd name="T0" fmla="*/ 2 w 103"/>
                <a:gd name="T1" fmla="*/ 56 h 110"/>
                <a:gd name="T2" fmla="*/ 25 w 103"/>
                <a:gd name="T3" fmla="*/ 102 h 110"/>
                <a:gd name="T4" fmla="*/ 60 w 103"/>
                <a:gd name="T5" fmla="*/ 107 h 110"/>
                <a:gd name="T6" fmla="*/ 77 w 103"/>
                <a:gd name="T7" fmla="*/ 96 h 110"/>
                <a:gd name="T8" fmla="*/ 97 w 103"/>
                <a:gd name="T9" fmla="*/ 62 h 110"/>
                <a:gd name="T10" fmla="*/ 97 w 103"/>
                <a:gd name="T11" fmla="*/ 52 h 110"/>
                <a:gd name="T12" fmla="*/ 90 w 103"/>
                <a:gd name="T13" fmla="*/ 29 h 110"/>
                <a:gd name="T14" fmla="*/ 103 w 103"/>
                <a:gd name="T15" fmla="*/ 17 h 110"/>
                <a:gd name="T16" fmla="*/ 88 w 103"/>
                <a:gd name="T17" fmla="*/ 7 h 110"/>
                <a:gd name="T18" fmla="*/ 84 w 103"/>
                <a:gd name="T19" fmla="*/ 3 h 110"/>
                <a:gd name="T20" fmla="*/ 79 w 103"/>
                <a:gd name="T21" fmla="*/ 2 h 110"/>
                <a:gd name="T22" fmla="*/ 48 w 103"/>
                <a:gd name="T23" fmla="*/ 29 h 110"/>
                <a:gd name="T24" fmla="*/ 47 w 103"/>
                <a:gd name="T25" fmla="*/ 30 h 110"/>
                <a:gd name="T26" fmla="*/ 31 w 103"/>
                <a:gd name="T27" fmla="*/ 42 h 110"/>
                <a:gd name="T28" fmla="*/ 25 w 103"/>
                <a:gd name="T29" fmla="*/ 47 h 110"/>
                <a:gd name="T30" fmla="*/ 13 w 103"/>
                <a:gd name="T31" fmla="*/ 51 h 110"/>
                <a:gd name="T32" fmla="*/ 2 w 103"/>
                <a:gd name="T33" fmla="*/ 5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" h="110">
                  <a:moveTo>
                    <a:pt x="2" y="56"/>
                  </a:moveTo>
                  <a:cubicBezTo>
                    <a:pt x="0" y="65"/>
                    <a:pt x="17" y="100"/>
                    <a:pt x="25" y="102"/>
                  </a:cubicBezTo>
                  <a:cubicBezTo>
                    <a:pt x="38" y="105"/>
                    <a:pt x="52" y="101"/>
                    <a:pt x="60" y="107"/>
                  </a:cubicBezTo>
                  <a:cubicBezTo>
                    <a:pt x="74" y="110"/>
                    <a:pt x="75" y="103"/>
                    <a:pt x="77" y="96"/>
                  </a:cubicBezTo>
                  <a:cubicBezTo>
                    <a:pt x="82" y="84"/>
                    <a:pt x="84" y="70"/>
                    <a:pt x="97" y="62"/>
                  </a:cubicBezTo>
                  <a:cubicBezTo>
                    <a:pt x="103" y="59"/>
                    <a:pt x="101" y="56"/>
                    <a:pt x="97" y="52"/>
                  </a:cubicBezTo>
                  <a:cubicBezTo>
                    <a:pt x="90" y="46"/>
                    <a:pt x="87" y="38"/>
                    <a:pt x="90" y="29"/>
                  </a:cubicBezTo>
                  <a:cubicBezTo>
                    <a:pt x="93" y="23"/>
                    <a:pt x="103" y="24"/>
                    <a:pt x="103" y="17"/>
                  </a:cubicBezTo>
                  <a:cubicBezTo>
                    <a:pt x="103" y="7"/>
                    <a:pt x="89" y="17"/>
                    <a:pt x="88" y="7"/>
                  </a:cubicBezTo>
                  <a:cubicBezTo>
                    <a:pt x="88" y="5"/>
                    <a:pt x="86" y="4"/>
                    <a:pt x="84" y="3"/>
                  </a:cubicBezTo>
                  <a:cubicBezTo>
                    <a:pt x="83" y="1"/>
                    <a:pt x="80" y="0"/>
                    <a:pt x="79" y="2"/>
                  </a:cubicBezTo>
                  <a:cubicBezTo>
                    <a:pt x="72" y="15"/>
                    <a:pt x="62" y="24"/>
                    <a:pt x="48" y="29"/>
                  </a:cubicBezTo>
                  <a:cubicBezTo>
                    <a:pt x="48" y="29"/>
                    <a:pt x="47" y="30"/>
                    <a:pt x="47" y="30"/>
                  </a:cubicBezTo>
                  <a:cubicBezTo>
                    <a:pt x="45" y="38"/>
                    <a:pt x="40" y="43"/>
                    <a:pt x="31" y="42"/>
                  </a:cubicBezTo>
                  <a:cubicBezTo>
                    <a:pt x="28" y="42"/>
                    <a:pt x="26" y="43"/>
                    <a:pt x="25" y="47"/>
                  </a:cubicBezTo>
                  <a:cubicBezTo>
                    <a:pt x="24" y="55"/>
                    <a:pt x="20" y="56"/>
                    <a:pt x="13" y="51"/>
                  </a:cubicBezTo>
                  <a:cubicBezTo>
                    <a:pt x="7" y="48"/>
                    <a:pt x="4" y="51"/>
                    <a:pt x="2" y="5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DB0E873-C4A4-BB2B-3AA4-432240E92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304" y="4491340"/>
              <a:ext cx="163522" cy="275874"/>
            </a:xfrm>
            <a:custGeom>
              <a:avLst/>
              <a:gdLst>
                <a:gd name="T0" fmla="*/ 58 w 83"/>
                <a:gd name="T1" fmla="*/ 8 h 140"/>
                <a:gd name="T2" fmla="*/ 16 w 83"/>
                <a:gd name="T3" fmla="*/ 39 h 140"/>
                <a:gd name="T4" fmla="*/ 11 w 83"/>
                <a:gd name="T5" fmla="*/ 47 h 140"/>
                <a:gd name="T6" fmla="*/ 13 w 83"/>
                <a:gd name="T7" fmla="*/ 76 h 140"/>
                <a:gd name="T8" fmla="*/ 10 w 83"/>
                <a:gd name="T9" fmla="*/ 88 h 140"/>
                <a:gd name="T10" fmla="*/ 7 w 83"/>
                <a:gd name="T11" fmla="*/ 127 h 140"/>
                <a:gd name="T12" fmla="*/ 24 w 83"/>
                <a:gd name="T13" fmla="*/ 140 h 140"/>
                <a:gd name="T14" fmla="*/ 42 w 83"/>
                <a:gd name="T15" fmla="*/ 128 h 140"/>
                <a:gd name="T16" fmla="*/ 59 w 83"/>
                <a:gd name="T17" fmla="*/ 74 h 140"/>
                <a:gd name="T18" fmla="*/ 67 w 83"/>
                <a:gd name="T19" fmla="*/ 41 h 140"/>
                <a:gd name="T20" fmla="*/ 68 w 83"/>
                <a:gd name="T21" fmla="*/ 9 h 140"/>
                <a:gd name="T22" fmla="*/ 58 w 83"/>
                <a:gd name="T23" fmla="*/ 8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140">
                  <a:moveTo>
                    <a:pt x="58" y="8"/>
                  </a:moveTo>
                  <a:cubicBezTo>
                    <a:pt x="48" y="23"/>
                    <a:pt x="39" y="40"/>
                    <a:pt x="16" y="39"/>
                  </a:cubicBezTo>
                  <a:cubicBezTo>
                    <a:pt x="13" y="39"/>
                    <a:pt x="12" y="43"/>
                    <a:pt x="11" y="47"/>
                  </a:cubicBezTo>
                  <a:cubicBezTo>
                    <a:pt x="9" y="58"/>
                    <a:pt x="6" y="68"/>
                    <a:pt x="13" y="76"/>
                  </a:cubicBezTo>
                  <a:cubicBezTo>
                    <a:pt x="12" y="82"/>
                    <a:pt x="12" y="86"/>
                    <a:pt x="10" y="88"/>
                  </a:cubicBezTo>
                  <a:cubicBezTo>
                    <a:pt x="0" y="100"/>
                    <a:pt x="4" y="113"/>
                    <a:pt x="7" y="127"/>
                  </a:cubicBezTo>
                  <a:cubicBezTo>
                    <a:pt x="10" y="136"/>
                    <a:pt x="15" y="140"/>
                    <a:pt x="24" y="140"/>
                  </a:cubicBezTo>
                  <a:cubicBezTo>
                    <a:pt x="32" y="139"/>
                    <a:pt x="39" y="138"/>
                    <a:pt x="42" y="128"/>
                  </a:cubicBezTo>
                  <a:cubicBezTo>
                    <a:pt x="47" y="110"/>
                    <a:pt x="53" y="91"/>
                    <a:pt x="59" y="74"/>
                  </a:cubicBezTo>
                  <a:cubicBezTo>
                    <a:pt x="63" y="63"/>
                    <a:pt x="61" y="46"/>
                    <a:pt x="67" y="41"/>
                  </a:cubicBezTo>
                  <a:cubicBezTo>
                    <a:pt x="83" y="29"/>
                    <a:pt x="68" y="19"/>
                    <a:pt x="68" y="9"/>
                  </a:cubicBezTo>
                  <a:cubicBezTo>
                    <a:pt x="68" y="2"/>
                    <a:pt x="63" y="0"/>
                    <a:pt x="58" y="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43D06F7-0CF1-B20A-A2B4-9C4BB2E4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3399" y="2303263"/>
              <a:ext cx="354855" cy="251400"/>
            </a:xfrm>
            <a:custGeom>
              <a:avLst/>
              <a:gdLst>
                <a:gd name="T0" fmla="*/ 25 w 180"/>
                <a:gd name="T1" fmla="*/ 123 h 128"/>
                <a:gd name="T2" fmla="*/ 29 w 180"/>
                <a:gd name="T3" fmla="*/ 124 h 128"/>
                <a:gd name="T4" fmla="*/ 49 w 180"/>
                <a:gd name="T5" fmla="*/ 127 h 128"/>
                <a:gd name="T6" fmla="*/ 57 w 180"/>
                <a:gd name="T7" fmla="*/ 125 h 128"/>
                <a:gd name="T8" fmla="*/ 53 w 180"/>
                <a:gd name="T9" fmla="*/ 117 h 128"/>
                <a:gd name="T10" fmla="*/ 48 w 180"/>
                <a:gd name="T11" fmla="*/ 85 h 128"/>
                <a:gd name="T12" fmla="*/ 79 w 180"/>
                <a:gd name="T13" fmla="*/ 52 h 128"/>
                <a:gd name="T14" fmla="*/ 160 w 180"/>
                <a:gd name="T15" fmla="*/ 20 h 128"/>
                <a:gd name="T16" fmla="*/ 175 w 180"/>
                <a:gd name="T17" fmla="*/ 8 h 128"/>
                <a:gd name="T18" fmla="*/ 153 w 180"/>
                <a:gd name="T19" fmla="*/ 6 h 128"/>
                <a:gd name="T20" fmla="*/ 112 w 180"/>
                <a:gd name="T21" fmla="*/ 16 h 128"/>
                <a:gd name="T22" fmla="*/ 76 w 180"/>
                <a:gd name="T23" fmla="*/ 26 h 128"/>
                <a:gd name="T24" fmla="*/ 51 w 180"/>
                <a:gd name="T25" fmla="*/ 40 h 128"/>
                <a:gd name="T26" fmla="*/ 19 w 180"/>
                <a:gd name="T27" fmla="*/ 81 h 128"/>
                <a:gd name="T28" fmla="*/ 14 w 180"/>
                <a:gd name="T29" fmla="*/ 85 h 128"/>
                <a:gd name="T30" fmla="*/ 0 w 180"/>
                <a:gd name="T31" fmla="*/ 102 h 128"/>
                <a:gd name="T32" fmla="*/ 25 w 180"/>
                <a:gd name="T33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0" h="128">
                  <a:moveTo>
                    <a:pt x="25" y="123"/>
                  </a:moveTo>
                  <a:cubicBezTo>
                    <a:pt x="25" y="124"/>
                    <a:pt x="27" y="124"/>
                    <a:pt x="29" y="124"/>
                  </a:cubicBezTo>
                  <a:cubicBezTo>
                    <a:pt x="36" y="124"/>
                    <a:pt x="43" y="123"/>
                    <a:pt x="49" y="127"/>
                  </a:cubicBezTo>
                  <a:cubicBezTo>
                    <a:pt x="52" y="128"/>
                    <a:pt x="56" y="128"/>
                    <a:pt x="57" y="125"/>
                  </a:cubicBezTo>
                  <a:cubicBezTo>
                    <a:pt x="60" y="121"/>
                    <a:pt x="56" y="120"/>
                    <a:pt x="53" y="117"/>
                  </a:cubicBezTo>
                  <a:cubicBezTo>
                    <a:pt x="42" y="108"/>
                    <a:pt x="37" y="98"/>
                    <a:pt x="48" y="85"/>
                  </a:cubicBezTo>
                  <a:cubicBezTo>
                    <a:pt x="58" y="74"/>
                    <a:pt x="66" y="60"/>
                    <a:pt x="79" y="52"/>
                  </a:cubicBezTo>
                  <a:cubicBezTo>
                    <a:pt x="105" y="37"/>
                    <a:pt x="131" y="27"/>
                    <a:pt x="160" y="20"/>
                  </a:cubicBezTo>
                  <a:cubicBezTo>
                    <a:pt x="164" y="19"/>
                    <a:pt x="180" y="20"/>
                    <a:pt x="175" y="8"/>
                  </a:cubicBezTo>
                  <a:cubicBezTo>
                    <a:pt x="172" y="0"/>
                    <a:pt x="161" y="3"/>
                    <a:pt x="153" y="6"/>
                  </a:cubicBezTo>
                  <a:cubicBezTo>
                    <a:pt x="140" y="12"/>
                    <a:pt x="127" y="17"/>
                    <a:pt x="112" y="16"/>
                  </a:cubicBezTo>
                  <a:cubicBezTo>
                    <a:pt x="100" y="16"/>
                    <a:pt x="88" y="21"/>
                    <a:pt x="76" y="26"/>
                  </a:cubicBezTo>
                  <a:cubicBezTo>
                    <a:pt x="67" y="30"/>
                    <a:pt x="55" y="33"/>
                    <a:pt x="51" y="40"/>
                  </a:cubicBezTo>
                  <a:cubicBezTo>
                    <a:pt x="43" y="56"/>
                    <a:pt x="31" y="68"/>
                    <a:pt x="19" y="81"/>
                  </a:cubicBezTo>
                  <a:cubicBezTo>
                    <a:pt x="17" y="82"/>
                    <a:pt x="13" y="82"/>
                    <a:pt x="14" y="85"/>
                  </a:cubicBezTo>
                  <a:cubicBezTo>
                    <a:pt x="18" y="99"/>
                    <a:pt x="6" y="98"/>
                    <a:pt x="0" y="102"/>
                  </a:cubicBezTo>
                  <a:cubicBezTo>
                    <a:pt x="4" y="115"/>
                    <a:pt x="23" y="108"/>
                    <a:pt x="25" y="12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2568AB1-84CF-3B32-48E8-E8FE88DD8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4309" y="2932879"/>
              <a:ext cx="171308" cy="232490"/>
            </a:xfrm>
            <a:custGeom>
              <a:avLst/>
              <a:gdLst>
                <a:gd name="T0" fmla="*/ 29 w 87"/>
                <a:gd name="T1" fmla="*/ 56 h 118"/>
                <a:gd name="T2" fmla="*/ 37 w 87"/>
                <a:gd name="T3" fmla="*/ 66 h 118"/>
                <a:gd name="T4" fmla="*/ 33 w 87"/>
                <a:gd name="T5" fmla="*/ 76 h 118"/>
                <a:gd name="T6" fmla="*/ 25 w 87"/>
                <a:gd name="T7" fmla="*/ 88 h 118"/>
                <a:gd name="T8" fmla="*/ 17 w 87"/>
                <a:gd name="T9" fmla="*/ 97 h 118"/>
                <a:gd name="T10" fmla="*/ 33 w 87"/>
                <a:gd name="T11" fmla="*/ 102 h 118"/>
                <a:gd name="T12" fmla="*/ 19 w 87"/>
                <a:gd name="T13" fmla="*/ 116 h 118"/>
                <a:gd name="T14" fmla="*/ 19 w 87"/>
                <a:gd name="T15" fmla="*/ 116 h 118"/>
                <a:gd name="T16" fmla="*/ 53 w 87"/>
                <a:gd name="T17" fmla="*/ 110 h 118"/>
                <a:gd name="T18" fmla="*/ 83 w 87"/>
                <a:gd name="T19" fmla="*/ 93 h 118"/>
                <a:gd name="T20" fmla="*/ 78 w 87"/>
                <a:gd name="T21" fmla="*/ 81 h 118"/>
                <a:gd name="T22" fmla="*/ 67 w 87"/>
                <a:gd name="T23" fmla="*/ 68 h 118"/>
                <a:gd name="T24" fmla="*/ 63 w 87"/>
                <a:gd name="T25" fmla="*/ 59 h 118"/>
                <a:gd name="T26" fmla="*/ 50 w 87"/>
                <a:gd name="T27" fmla="*/ 13 h 118"/>
                <a:gd name="T28" fmla="*/ 30 w 87"/>
                <a:gd name="T29" fmla="*/ 13 h 118"/>
                <a:gd name="T30" fmla="*/ 32 w 87"/>
                <a:gd name="T31" fmla="*/ 2 h 118"/>
                <a:gd name="T32" fmla="*/ 19 w 87"/>
                <a:gd name="T33" fmla="*/ 2 h 118"/>
                <a:gd name="T34" fmla="*/ 5 w 87"/>
                <a:gd name="T35" fmla="*/ 21 h 118"/>
                <a:gd name="T36" fmla="*/ 29 w 87"/>
                <a:gd name="T37" fmla="*/ 5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" h="118">
                  <a:moveTo>
                    <a:pt x="29" y="56"/>
                  </a:moveTo>
                  <a:cubicBezTo>
                    <a:pt x="35" y="57"/>
                    <a:pt x="36" y="62"/>
                    <a:pt x="37" y="66"/>
                  </a:cubicBezTo>
                  <a:cubicBezTo>
                    <a:pt x="38" y="70"/>
                    <a:pt x="38" y="76"/>
                    <a:pt x="33" y="76"/>
                  </a:cubicBezTo>
                  <a:cubicBezTo>
                    <a:pt x="23" y="76"/>
                    <a:pt x="20" y="79"/>
                    <a:pt x="25" y="88"/>
                  </a:cubicBezTo>
                  <a:cubicBezTo>
                    <a:pt x="27" y="93"/>
                    <a:pt x="18" y="93"/>
                    <a:pt x="17" y="97"/>
                  </a:cubicBezTo>
                  <a:cubicBezTo>
                    <a:pt x="23" y="99"/>
                    <a:pt x="29" y="97"/>
                    <a:pt x="33" y="102"/>
                  </a:cubicBezTo>
                  <a:cubicBezTo>
                    <a:pt x="27" y="105"/>
                    <a:pt x="20" y="108"/>
                    <a:pt x="19" y="116"/>
                  </a:cubicBezTo>
                  <a:cubicBezTo>
                    <a:pt x="19" y="116"/>
                    <a:pt x="19" y="116"/>
                    <a:pt x="19" y="116"/>
                  </a:cubicBezTo>
                  <a:cubicBezTo>
                    <a:pt x="31" y="118"/>
                    <a:pt x="42" y="111"/>
                    <a:pt x="53" y="110"/>
                  </a:cubicBezTo>
                  <a:cubicBezTo>
                    <a:pt x="74" y="108"/>
                    <a:pt x="74" y="108"/>
                    <a:pt x="83" y="93"/>
                  </a:cubicBezTo>
                  <a:cubicBezTo>
                    <a:pt x="87" y="86"/>
                    <a:pt x="86" y="81"/>
                    <a:pt x="78" y="81"/>
                  </a:cubicBezTo>
                  <a:cubicBezTo>
                    <a:pt x="70" y="80"/>
                    <a:pt x="68" y="75"/>
                    <a:pt x="67" y="68"/>
                  </a:cubicBezTo>
                  <a:cubicBezTo>
                    <a:pt x="67" y="64"/>
                    <a:pt x="65" y="62"/>
                    <a:pt x="63" y="59"/>
                  </a:cubicBezTo>
                  <a:cubicBezTo>
                    <a:pt x="52" y="46"/>
                    <a:pt x="37" y="37"/>
                    <a:pt x="50" y="13"/>
                  </a:cubicBezTo>
                  <a:cubicBezTo>
                    <a:pt x="42" y="13"/>
                    <a:pt x="36" y="13"/>
                    <a:pt x="30" y="13"/>
                  </a:cubicBezTo>
                  <a:cubicBezTo>
                    <a:pt x="28" y="9"/>
                    <a:pt x="38" y="6"/>
                    <a:pt x="32" y="2"/>
                  </a:cubicBezTo>
                  <a:cubicBezTo>
                    <a:pt x="29" y="0"/>
                    <a:pt x="23" y="1"/>
                    <a:pt x="19" y="2"/>
                  </a:cubicBezTo>
                  <a:cubicBezTo>
                    <a:pt x="12" y="6"/>
                    <a:pt x="14" y="16"/>
                    <a:pt x="5" y="21"/>
                  </a:cubicBezTo>
                  <a:cubicBezTo>
                    <a:pt x="0" y="23"/>
                    <a:pt x="19" y="54"/>
                    <a:pt x="29" y="5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49C503-E390-C010-B9AF-9EE2D26D7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5593" y="2104146"/>
              <a:ext cx="230265" cy="161297"/>
            </a:xfrm>
            <a:custGeom>
              <a:avLst/>
              <a:gdLst>
                <a:gd name="T0" fmla="*/ 45 w 117"/>
                <a:gd name="T1" fmla="*/ 52 h 82"/>
                <a:gd name="T2" fmla="*/ 32 w 117"/>
                <a:gd name="T3" fmla="*/ 59 h 82"/>
                <a:gd name="T4" fmla="*/ 89 w 117"/>
                <a:gd name="T5" fmla="*/ 68 h 82"/>
                <a:gd name="T6" fmla="*/ 109 w 117"/>
                <a:gd name="T7" fmla="*/ 57 h 82"/>
                <a:gd name="T8" fmla="*/ 116 w 117"/>
                <a:gd name="T9" fmla="*/ 52 h 82"/>
                <a:gd name="T10" fmla="*/ 110 w 117"/>
                <a:gd name="T11" fmla="*/ 45 h 82"/>
                <a:gd name="T12" fmla="*/ 99 w 117"/>
                <a:gd name="T13" fmla="*/ 44 h 82"/>
                <a:gd name="T14" fmla="*/ 83 w 117"/>
                <a:gd name="T15" fmla="*/ 29 h 82"/>
                <a:gd name="T16" fmla="*/ 44 w 117"/>
                <a:gd name="T17" fmla="*/ 6 h 82"/>
                <a:gd name="T18" fmla="*/ 29 w 117"/>
                <a:gd name="T19" fmla="*/ 8 h 82"/>
                <a:gd name="T20" fmla="*/ 19 w 117"/>
                <a:gd name="T21" fmla="*/ 21 h 82"/>
                <a:gd name="T22" fmla="*/ 18 w 117"/>
                <a:gd name="T23" fmla="*/ 32 h 82"/>
                <a:gd name="T24" fmla="*/ 6 w 117"/>
                <a:gd name="T25" fmla="*/ 37 h 82"/>
                <a:gd name="T26" fmla="*/ 45 w 117"/>
                <a:gd name="T27" fmla="*/ 5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7" h="82">
                  <a:moveTo>
                    <a:pt x="45" y="52"/>
                  </a:moveTo>
                  <a:cubicBezTo>
                    <a:pt x="43" y="60"/>
                    <a:pt x="35" y="54"/>
                    <a:pt x="32" y="59"/>
                  </a:cubicBezTo>
                  <a:cubicBezTo>
                    <a:pt x="42" y="81"/>
                    <a:pt x="74" y="82"/>
                    <a:pt x="89" y="68"/>
                  </a:cubicBezTo>
                  <a:cubicBezTo>
                    <a:pt x="94" y="63"/>
                    <a:pt x="99" y="55"/>
                    <a:pt x="109" y="57"/>
                  </a:cubicBezTo>
                  <a:cubicBezTo>
                    <a:pt x="112" y="57"/>
                    <a:pt x="115" y="55"/>
                    <a:pt x="116" y="52"/>
                  </a:cubicBezTo>
                  <a:cubicBezTo>
                    <a:pt x="117" y="47"/>
                    <a:pt x="111" y="48"/>
                    <a:pt x="110" y="45"/>
                  </a:cubicBezTo>
                  <a:cubicBezTo>
                    <a:pt x="106" y="45"/>
                    <a:pt x="99" y="45"/>
                    <a:pt x="99" y="44"/>
                  </a:cubicBezTo>
                  <a:cubicBezTo>
                    <a:pt x="97" y="34"/>
                    <a:pt x="91" y="34"/>
                    <a:pt x="83" y="29"/>
                  </a:cubicBezTo>
                  <a:cubicBezTo>
                    <a:pt x="70" y="22"/>
                    <a:pt x="55" y="17"/>
                    <a:pt x="44" y="6"/>
                  </a:cubicBezTo>
                  <a:cubicBezTo>
                    <a:pt x="39" y="1"/>
                    <a:pt x="35" y="0"/>
                    <a:pt x="29" y="8"/>
                  </a:cubicBezTo>
                  <a:cubicBezTo>
                    <a:pt x="27" y="12"/>
                    <a:pt x="27" y="20"/>
                    <a:pt x="19" y="21"/>
                  </a:cubicBezTo>
                  <a:cubicBezTo>
                    <a:pt x="0" y="23"/>
                    <a:pt x="17" y="28"/>
                    <a:pt x="18" y="32"/>
                  </a:cubicBezTo>
                  <a:cubicBezTo>
                    <a:pt x="14" y="35"/>
                    <a:pt x="8" y="32"/>
                    <a:pt x="6" y="37"/>
                  </a:cubicBezTo>
                  <a:cubicBezTo>
                    <a:pt x="13" y="56"/>
                    <a:pt x="31" y="49"/>
                    <a:pt x="45" y="5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A6D7A61-58A1-3400-A853-2FC345DA7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1397" y="21931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5E45B09-07C5-8B88-05A9-CF700058E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8038" y="2173114"/>
              <a:ext cx="264749" cy="149060"/>
            </a:xfrm>
            <a:custGeom>
              <a:avLst/>
              <a:gdLst>
                <a:gd name="T0" fmla="*/ 11 w 134"/>
                <a:gd name="T1" fmla="*/ 21 h 76"/>
                <a:gd name="T2" fmla="*/ 9 w 134"/>
                <a:gd name="T3" fmla="*/ 26 h 76"/>
                <a:gd name="T4" fmla="*/ 20 w 134"/>
                <a:gd name="T5" fmla="*/ 39 h 76"/>
                <a:gd name="T6" fmla="*/ 32 w 134"/>
                <a:gd name="T7" fmla="*/ 38 h 76"/>
                <a:gd name="T8" fmla="*/ 53 w 134"/>
                <a:gd name="T9" fmla="*/ 36 h 76"/>
                <a:gd name="T10" fmla="*/ 43 w 134"/>
                <a:gd name="T11" fmla="*/ 41 h 76"/>
                <a:gd name="T12" fmla="*/ 34 w 134"/>
                <a:gd name="T13" fmla="*/ 60 h 76"/>
                <a:gd name="T14" fmla="*/ 52 w 134"/>
                <a:gd name="T15" fmla="*/ 74 h 76"/>
                <a:gd name="T16" fmla="*/ 59 w 134"/>
                <a:gd name="T17" fmla="*/ 72 h 76"/>
                <a:gd name="T18" fmla="*/ 78 w 134"/>
                <a:gd name="T19" fmla="*/ 43 h 76"/>
                <a:gd name="T20" fmla="*/ 92 w 134"/>
                <a:gd name="T21" fmla="*/ 33 h 76"/>
                <a:gd name="T22" fmla="*/ 103 w 134"/>
                <a:gd name="T23" fmla="*/ 47 h 76"/>
                <a:gd name="T24" fmla="*/ 105 w 134"/>
                <a:gd name="T25" fmla="*/ 56 h 76"/>
                <a:gd name="T26" fmla="*/ 134 w 134"/>
                <a:gd name="T27" fmla="*/ 47 h 76"/>
                <a:gd name="T28" fmla="*/ 120 w 134"/>
                <a:gd name="T29" fmla="*/ 42 h 76"/>
                <a:gd name="T30" fmla="*/ 79 w 134"/>
                <a:gd name="T31" fmla="*/ 13 h 76"/>
                <a:gd name="T32" fmla="*/ 68 w 134"/>
                <a:gd name="T33" fmla="*/ 10 h 76"/>
                <a:gd name="T34" fmla="*/ 52 w 134"/>
                <a:gd name="T35" fmla="*/ 4 h 76"/>
                <a:gd name="T36" fmla="*/ 54 w 134"/>
                <a:gd name="T37" fmla="*/ 13 h 76"/>
                <a:gd name="T38" fmla="*/ 53 w 134"/>
                <a:gd name="T39" fmla="*/ 19 h 76"/>
                <a:gd name="T40" fmla="*/ 40 w 134"/>
                <a:gd name="T41" fmla="*/ 5 h 76"/>
                <a:gd name="T42" fmla="*/ 36 w 134"/>
                <a:gd name="T43" fmla="*/ 10 h 76"/>
                <a:gd name="T44" fmla="*/ 32 w 134"/>
                <a:gd name="T45" fmla="*/ 15 h 76"/>
                <a:gd name="T46" fmla="*/ 27 w 134"/>
                <a:gd name="T47" fmla="*/ 7 h 76"/>
                <a:gd name="T48" fmla="*/ 28 w 134"/>
                <a:gd name="T49" fmla="*/ 4 h 76"/>
                <a:gd name="T50" fmla="*/ 6 w 134"/>
                <a:gd name="T51" fmla="*/ 7 h 76"/>
                <a:gd name="T52" fmla="*/ 11 w 134"/>
                <a:gd name="T53" fmla="*/ 2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" h="76">
                  <a:moveTo>
                    <a:pt x="11" y="21"/>
                  </a:moveTo>
                  <a:cubicBezTo>
                    <a:pt x="10" y="22"/>
                    <a:pt x="9" y="24"/>
                    <a:pt x="9" y="26"/>
                  </a:cubicBezTo>
                  <a:cubicBezTo>
                    <a:pt x="9" y="33"/>
                    <a:pt x="15" y="37"/>
                    <a:pt x="20" y="39"/>
                  </a:cubicBezTo>
                  <a:cubicBezTo>
                    <a:pt x="23" y="41"/>
                    <a:pt x="31" y="42"/>
                    <a:pt x="32" y="38"/>
                  </a:cubicBezTo>
                  <a:cubicBezTo>
                    <a:pt x="38" y="23"/>
                    <a:pt x="46" y="32"/>
                    <a:pt x="53" y="36"/>
                  </a:cubicBezTo>
                  <a:cubicBezTo>
                    <a:pt x="51" y="41"/>
                    <a:pt x="46" y="39"/>
                    <a:pt x="43" y="41"/>
                  </a:cubicBezTo>
                  <a:cubicBezTo>
                    <a:pt x="36" y="44"/>
                    <a:pt x="30" y="55"/>
                    <a:pt x="34" y="60"/>
                  </a:cubicBezTo>
                  <a:cubicBezTo>
                    <a:pt x="39" y="65"/>
                    <a:pt x="46" y="69"/>
                    <a:pt x="52" y="74"/>
                  </a:cubicBezTo>
                  <a:cubicBezTo>
                    <a:pt x="55" y="76"/>
                    <a:pt x="58" y="76"/>
                    <a:pt x="59" y="72"/>
                  </a:cubicBezTo>
                  <a:cubicBezTo>
                    <a:pt x="63" y="61"/>
                    <a:pt x="74" y="54"/>
                    <a:pt x="78" y="43"/>
                  </a:cubicBezTo>
                  <a:cubicBezTo>
                    <a:pt x="80" y="36"/>
                    <a:pt x="86" y="31"/>
                    <a:pt x="92" y="33"/>
                  </a:cubicBezTo>
                  <a:cubicBezTo>
                    <a:pt x="98" y="35"/>
                    <a:pt x="102" y="41"/>
                    <a:pt x="103" y="47"/>
                  </a:cubicBezTo>
                  <a:cubicBezTo>
                    <a:pt x="103" y="50"/>
                    <a:pt x="100" y="55"/>
                    <a:pt x="105" y="56"/>
                  </a:cubicBezTo>
                  <a:cubicBezTo>
                    <a:pt x="116" y="58"/>
                    <a:pt x="128" y="63"/>
                    <a:pt x="134" y="47"/>
                  </a:cubicBezTo>
                  <a:cubicBezTo>
                    <a:pt x="130" y="45"/>
                    <a:pt x="125" y="45"/>
                    <a:pt x="120" y="42"/>
                  </a:cubicBezTo>
                  <a:cubicBezTo>
                    <a:pt x="106" y="32"/>
                    <a:pt x="95" y="19"/>
                    <a:pt x="79" y="13"/>
                  </a:cubicBezTo>
                  <a:cubicBezTo>
                    <a:pt x="75" y="11"/>
                    <a:pt x="69" y="18"/>
                    <a:pt x="68" y="10"/>
                  </a:cubicBezTo>
                  <a:cubicBezTo>
                    <a:pt x="66" y="0"/>
                    <a:pt x="58" y="2"/>
                    <a:pt x="52" y="4"/>
                  </a:cubicBezTo>
                  <a:cubicBezTo>
                    <a:pt x="40" y="8"/>
                    <a:pt x="56" y="9"/>
                    <a:pt x="54" y="13"/>
                  </a:cubicBezTo>
                  <a:cubicBezTo>
                    <a:pt x="53" y="15"/>
                    <a:pt x="53" y="17"/>
                    <a:pt x="53" y="19"/>
                  </a:cubicBezTo>
                  <a:cubicBezTo>
                    <a:pt x="45" y="17"/>
                    <a:pt x="47" y="7"/>
                    <a:pt x="40" y="5"/>
                  </a:cubicBezTo>
                  <a:cubicBezTo>
                    <a:pt x="38" y="6"/>
                    <a:pt x="36" y="7"/>
                    <a:pt x="36" y="10"/>
                  </a:cubicBezTo>
                  <a:cubicBezTo>
                    <a:pt x="36" y="13"/>
                    <a:pt x="36" y="17"/>
                    <a:pt x="32" y="15"/>
                  </a:cubicBezTo>
                  <a:cubicBezTo>
                    <a:pt x="30" y="14"/>
                    <a:pt x="25" y="11"/>
                    <a:pt x="27" y="7"/>
                  </a:cubicBezTo>
                  <a:cubicBezTo>
                    <a:pt x="28" y="6"/>
                    <a:pt x="33" y="5"/>
                    <a:pt x="28" y="4"/>
                  </a:cubicBezTo>
                  <a:cubicBezTo>
                    <a:pt x="21" y="4"/>
                    <a:pt x="12" y="1"/>
                    <a:pt x="6" y="7"/>
                  </a:cubicBezTo>
                  <a:cubicBezTo>
                    <a:pt x="0" y="13"/>
                    <a:pt x="2" y="19"/>
                    <a:pt x="11" y="2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81CE1A2-35AA-AE65-0C00-8EBAAF5DE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4369" y="4146498"/>
              <a:ext cx="220253" cy="230264"/>
            </a:xfrm>
            <a:custGeom>
              <a:avLst/>
              <a:gdLst>
                <a:gd name="T0" fmla="*/ 104 w 112"/>
                <a:gd name="T1" fmla="*/ 102 h 117"/>
                <a:gd name="T2" fmla="*/ 109 w 112"/>
                <a:gd name="T3" fmla="*/ 85 h 117"/>
                <a:gd name="T4" fmla="*/ 108 w 112"/>
                <a:gd name="T5" fmla="*/ 77 h 117"/>
                <a:gd name="T6" fmla="*/ 103 w 112"/>
                <a:gd name="T7" fmla="*/ 77 h 117"/>
                <a:gd name="T8" fmla="*/ 96 w 112"/>
                <a:gd name="T9" fmla="*/ 80 h 117"/>
                <a:gd name="T10" fmla="*/ 80 w 112"/>
                <a:gd name="T11" fmla="*/ 63 h 117"/>
                <a:gd name="T12" fmla="*/ 52 w 112"/>
                <a:gd name="T13" fmla="*/ 34 h 117"/>
                <a:gd name="T14" fmla="*/ 44 w 112"/>
                <a:gd name="T15" fmla="*/ 28 h 117"/>
                <a:gd name="T16" fmla="*/ 0 w 112"/>
                <a:gd name="T17" fmla="*/ 3 h 117"/>
                <a:gd name="T18" fmla="*/ 7 w 112"/>
                <a:gd name="T19" fmla="*/ 17 h 117"/>
                <a:gd name="T20" fmla="*/ 48 w 112"/>
                <a:gd name="T21" fmla="*/ 70 h 117"/>
                <a:gd name="T22" fmla="*/ 86 w 112"/>
                <a:gd name="T23" fmla="*/ 111 h 117"/>
                <a:gd name="T24" fmla="*/ 104 w 112"/>
                <a:gd name="T25" fmla="*/ 10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2" h="117">
                  <a:moveTo>
                    <a:pt x="104" y="102"/>
                  </a:moveTo>
                  <a:cubicBezTo>
                    <a:pt x="104" y="96"/>
                    <a:pt x="105" y="90"/>
                    <a:pt x="109" y="85"/>
                  </a:cubicBezTo>
                  <a:cubicBezTo>
                    <a:pt x="112" y="82"/>
                    <a:pt x="111" y="79"/>
                    <a:pt x="108" y="77"/>
                  </a:cubicBezTo>
                  <a:cubicBezTo>
                    <a:pt x="106" y="76"/>
                    <a:pt x="103" y="76"/>
                    <a:pt x="103" y="77"/>
                  </a:cubicBezTo>
                  <a:cubicBezTo>
                    <a:pt x="104" y="87"/>
                    <a:pt x="98" y="82"/>
                    <a:pt x="96" y="80"/>
                  </a:cubicBezTo>
                  <a:cubicBezTo>
                    <a:pt x="90" y="75"/>
                    <a:pt x="80" y="69"/>
                    <a:pt x="80" y="63"/>
                  </a:cubicBezTo>
                  <a:cubicBezTo>
                    <a:pt x="78" y="44"/>
                    <a:pt x="64" y="41"/>
                    <a:pt x="52" y="34"/>
                  </a:cubicBezTo>
                  <a:cubicBezTo>
                    <a:pt x="48" y="32"/>
                    <a:pt x="46" y="30"/>
                    <a:pt x="44" y="28"/>
                  </a:cubicBezTo>
                  <a:cubicBezTo>
                    <a:pt x="31" y="16"/>
                    <a:pt x="22" y="0"/>
                    <a:pt x="0" y="3"/>
                  </a:cubicBezTo>
                  <a:cubicBezTo>
                    <a:pt x="0" y="9"/>
                    <a:pt x="3" y="13"/>
                    <a:pt x="7" y="17"/>
                  </a:cubicBezTo>
                  <a:cubicBezTo>
                    <a:pt x="25" y="31"/>
                    <a:pt x="39" y="50"/>
                    <a:pt x="48" y="70"/>
                  </a:cubicBezTo>
                  <a:cubicBezTo>
                    <a:pt x="57" y="89"/>
                    <a:pt x="72" y="98"/>
                    <a:pt x="86" y="111"/>
                  </a:cubicBezTo>
                  <a:cubicBezTo>
                    <a:pt x="93" y="117"/>
                    <a:pt x="103" y="112"/>
                    <a:pt x="104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EF95D91-7938-06AC-5814-5F94F63FA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379" y="2301039"/>
              <a:ext cx="333719" cy="115689"/>
            </a:xfrm>
            <a:custGeom>
              <a:avLst/>
              <a:gdLst>
                <a:gd name="T0" fmla="*/ 44 w 170"/>
                <a:gd name="T1" fmla="*/ 35 h 59"/>
                <a:gd name="T2" fmla="*/ 53 w 170"/>
                <a:gd name="T3" fmla="*/ 48 h 59"/>
                <a:gd name="T4" fmla="*/ 95 w 170"/>
                <a:gd name="T5" fmla="*/ 52 h 59"/>
                <a:gd name="T6" fmla="*/ 150 w 170"/>
                <a:gd name="T7" fmla="*/ 51 h 59"/>
                <a:gd name="T8" fmla="*/ 170 w 170"/>
                <a:gd name="T9" fmla="*/ 39 h 59"/>
                <a:gd name="T10" fmla="*/ 151 w 170"/>
                <a:gd name="T11" fmla="*/ 29 h 59"/>
                <a:gd name="T12" fmla="*/ 89 w 170"/>
                <a:gd name="T13" fmla="*/ 30 h 59"/>
                <a:gd name="T14" fmla="*/ 69 w 170"/>
                <a:gd name="T15" fmla="*/ 17 h 59"/>
                <a:gd name="T16" fmla="*/ 61 w 170"/>
                <a:gd name="T17" fmla="*/ 12 h 59"/>
                <a:gd name="T18" fmla="*/ 16 w 170"/>
                <a:gd name="T19" fmla="*/ 2 h 59"/>
                <a:gd name="T20" fmla="*/ 2 w 170"/>
                <a:gd name="T21" fmla="*/ 7 h 59"/>
                <a:gd name="T22" fmla="*/ 11 w 170"/>
                <a:gd name="T23" fmla="*/ 13 h 59"/>
                <a:gd name="T24" fmla="*/ 24 w 170"/>
                <a:gd name="T25" fmla="*/ 17 h 59"/>
                <a:gd name="T26" fmla="*/ 44 w 170"/>
                <a:gd name="T27" fmla="*/ 3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59">
                  <a:moveTo>
                    <a:pt x="44" y="35"/>
                  </a:moveTo>
                  <a:cubicBezTo>
                    <a:pt x="44" y="42"/>
                    <a:pt x="47" y="44"/>
                    <a:pt x="53" y="48"/>
                  </a:cubicBezTo>
                  <a:cubicBezTo>
                    <a:pt x="67" y="56"/>
                    <a:pt x="81" y="47"/>
                    <a:pt x="95" y="52"/>
                  </a:cubicBezTo>
                  <a:cubicBezTo>
                    <a:pt x="112" y="59"/>
                    <a:pt x="132" y="45"/>
                    <a:pt x="150" y="51"/>
                  </a:cubicBezTo>
                  <a:cubicBezTo>
                    <a:pt x="163" y="56"/>
                    <a:pt x="170" y="47"/>
                    <a:pt x="170" y="39"/>
                  </a:cubicBezTo>
                  <a:cubicBezTo>
                    <a:pt x="170" y="30"/>
                    <a:pt x="159" y="30"/>
                    <a:pt x="151" y="29"/>
                  </a:cubicBezTo>
                  <a:cubicBezTo>
                    <a:pt x="130" y="27"/>
                    <a:pt x="110" y="34"/>
                    <a:pt x="89" y="30"/>
                  </a:cubicBezTo>
                  <a:cubicBezTo>
                    <a:pt x="82" y="29"/>
                    <a:pt x="64" y="40"/>
                    <a:pt x="69" y="17"/>
                  </a:cubicBezTo>
                  <a:cubicBezTo>
                    <a:pt x="70" y="14"/>
                    <a:pt x="64" y="11"/>
                    <a:pt x="61" y="12"/>
                  </a:cubicBezTo>
                  <a:cubicBezTo>
                    <a:pt x="45" y="14"/>
                    <a:pt x="31" y="6"/>
                    <a:pt x="16" y="2"/>
                  </a:cubicBezTo>
                  <a:cubicBezTo>
                    <a:pt x="11" y="1"/>
                    <a:pt x="3" y="0"/>
                    <a:pt x="2" y="7"/>
                  </a:cubicBezTo>
                  <a:cubicBezTo>
                    <a:pt x="0" y="13"/>
                    <a:pt x="8" y="10"/>
                    <a:pt x="11" y="13"/>
                  </a:cubicBezTo>
                  <a:cubicBezTo>
                    <a:pt x="14" y="16"/>
                    <a:pt x="19" y="17"/>
                    <a:pt x="24" y="17"/>
                  </a:cubicBezTo>
                  <a:cubicBezTo>
                    <a:pt x="37" y="16"/>
                    <a:pt x="45" y="21"/>
                    <a:pt x="44" y="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0D6B25B-5398-62C2-257A-A2A717499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7254" y="2681478"/>
              <a:ext cx="204681" cy="115689"/>
            </a:xfrm>
            <a:custGeom>
              <a:avLst/>
              <a:gdLst>
                <a:gd name="T0" fmla="*/ 100 w 104"/>
                <a:gd name="T1" fmla="*/ 23 h 59"/>
                <a:gd name="T2" fmla="*/ 64 w 104"/>
                <a:gd name="T3" fmla="*/ 12 h 59"/>
                <a:gd name="T4" fmla="*/ 55 w 104"/>
                <a:gd name="T5" fmla="*/ 13 h 59"/>
                <a:gd name="T6" fmla="*/ 36 w 104"/>
                <a:gd name="T7" fmla="*/ 21 h 59"/>
                <a:gd name="T8" fmla="*/ 27 w 104"/>
                <a:gd name="T9" fmla="*/ 19 h 59"/>
                <a:gd name="T10" fmla="*/ 0 w 104"/>
                <a:gd name="T11" fmla="*/ 23 h 59"/>
                <a:gd name="T12" fmla="*/ 19 w 104"/>
                <a:gd name="T13" fmla="*/ 24 h 59"/>
                <a:gd name="T14" fmla="*/ 18 w 104"/>
                <a:gd name="T15" fmla="*/ 48 h 59"/>
                <a:gd name="T16" fmla="*/ 48 w 104"/>
                <a:gd name="T17" fmla="*/ 57 h 59"/>
                <a:gd name="T18" fmla="*/ 100 w 104"/>
                <a:gd name="T19" fmla="*/ 33 h 59"/>
                <a:gd name="T20" fmla="*/ 100 w 104"/>
                <a:gd name="T21" fmla="*/ 2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4" h="59">
                  <a:moveTo>
                    <a:pt x="100" y="23"/>
                  </a:moveTo>
                  <a:cubicBezTo>
                    <a:pt x="89" y="13"/>
                    <a:pt x="80" y="0"/>
                    <a:pt x="64" y="12"/>
                  </a:cubicBezTo>
                  <a:cubicBezTo>
                    <a:pt x="62" y="14"/>
                    <a:pt x="58" y="12"/>
                    <a:pt x="55" y="13"/>
                  </a:cubicBezTo>
                  <a:cubicBezTo>
                    <a:pt x="48" y="15"/>
                    <a:pt x="39" y="11"/>
                    <a:pt x="36" y="21"/>
                  </a:cubicBezTo>
                  <a:cubicBezTo>
                    <a:pt x="35" y="23"/>
                    <a:pt x="30" y="23"/>
                    <a:pt x="27" y="19"/>
                  </a:cubicBezTo>
                  <a:cubicBezTo>
                    <a:pt x="18" y="3"/>
                    <a:pt x="9" y="5"/>
                    <a:pt x="0" y="23"/>
                  </a:cubicBezTo>
                  <a:cubicBezTo>
                    <a:pt x="6" y="23"/>
                    <a:pt x="12" y="21"/>
                    <a:pt x="19" y="24"/>
                  </a:cubicBezTo>
                  <a:cubicBezTo>
                    <a:pt x="10" y="32"/>
                    <a:pt x="25" y="40"/>
                    <a:pt x="18" y="48"/>
                  </a:cubicBezTo>
                  <a:cubicBezTo>
                    <a:pt x="29" y="48"/>
                    <a:pt x="39" y="59"/>
                    <a:pt x="48" y="57"/>
                  </a:cubicBezTo>
                  <a:cubicBezTo>
                    <a:pt x="67" y="53"/>
                    <a:pt x="86" y="47"/>
                    <a:pt x="100" y="33"/>
                  </a:cubicBezTo>
                  <a:cubicBezTo>
                    <a:pt x="104" y="29"/>
                    <a:pt x="103" y="26"/>
                    <a:pt x="100" y="2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F7AAA6F-1990-0452-FEDE-DE7252D32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726" y="3386735"/>
              <a:ext cx="230265" cy="186882"/>
            </a:xfrm>
            <a:custGeom>
              <a:avLst/>
              <a:gdLst>
                <a:gd name="T0" fmla="*/ 77 w 117"/>
                <a:gd name="T1" fmla="*/ 47 h 95"/>
                <a:gd name="T2" fmla="*/ 50 w 117"/>
                <a:gd name="T3" fmla="*/ 67 h 95"/>
                <a:gd name="T4" fmla="*/ 45 w 117"/>
                <a:gd name="T5" fmla="*/ 67 h 95"/>
                <a:gd name="T6" fmla="*/ 0 w 117"/>
                <a:gd name="T7" fmla="*/ 86 h 95"/>
                <a:gd name="T8" fmla="*/ 31 w 117"/>
                <a:gd name="T9" fmla="*/ 79 h 95"/>
                <a:gd name="T10" fmla="*/ 44 w 117"/>
                <a:gd name="T11" fmla="*/ 81 h 95"/>
                <a:gd name="T12" fmla="*/ 57 w 117"/>
                <a:gd name="T13" fmla="*/ 83 h 95"/>
                <a:gd name="T14" fmla="*/ 61 w 117"/>
                <a:gd name="T15" fmla="*/ 80 h 95"/>
                <a:gd name="T16" fmla="*/ 79 w 117"/>
                <a:gd name="T17" fmla="*/ 77 h 95"/>
                <a:gd name="T18" fmla="*/ 100 w 117"/>
                <a:gd name="T19" fmla="*/ 55 h 95"/>
                <a:gd name="T20" fmla="*/ 104 w 117"/>
                <a:gd name="T21" fmla="*/ 37 h 95"/>
                <a:gd name="T22" fmla="*/ 107 w 117"/>
                <a:gd name="T23" fmla="*/ 10 h 95"/>
                <a:gd name="T24" fmla="*/ 94 w 117"/>
                <a:gd name="T25" fmla="*/ 7 h 95"/>
                <a:gd name="T26" fmla="*/ 90 w 117"/>
                <a:gd name="T27" fmla="*/ 20 h 95"/>
                <a:gd name="T28" fmla="*/ 77 w 117"/>
                <a:gd name="T29" fmla="*/ 4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7" h="95">
                  <a:moveTo>
                    <a:pt x="77" y="47"/>
                  </a:moveTo>
                  <a:cubicBezTo>
                    <a:pt x="66" y="52"/>
                    <a:pt x="54" y="54"/>
                    <a:pt x="50" y="67"/>
                  </a:cubicBezTo>
                  <a:cubicBezTo>
                    <a:pt x="49" y="69"/>
                    <a:pt x="46" y="67"/>
                    <a:pt x="45" y="67"/>
                  </a:cubicBezTo>
                  <a:cubicBezTo>
                    <a:pt x="29" y="70"/>
                    <a:pt x="12" y="69"/>
                    <a:pt x="0" y="86"/>
                  </a:cubicBezTo>
                  <a:cubicBezTo>
                    <a:pt x="12" y="88"/>
                    <a:pt x="21" y="81"/>
                    <a:pt x="31" y="79"/>
                  </a:cubicBezTo>
                  <a:cubicBezTo>
                    <a:pt x="35" y="78"/>
                    <a:pt x="42" y="76"/>
                    <a:pt x="44" y="81"/>
                  </a:cubicBezTo>
                  <a:cubicBezTo>
                    <a:pt x="47" y="95"/>
                    <a:pt x="52" y="92"/>
                    <a:pt x="57" y="83"/>
                  </a:cubicBezTo>
                  <a:cubicBezTo>
                    <a:pt x="58" y="81"/>
                    <a:pt x="58" y="78"/>
                    <a:pt x="61" y="80"/>
                  </a:cubicBezTo>
                  <a:cubicBezTo>
                    <a:pt x="68" y="85"/>
                    <a:pt x="74" y="80"/>
                    <a:pt x="79" y="77"/>
                  </a:cubicBezTo>
                  <a:cubicBezTo>
                    <a:pt x="89" y="74"/>
                    <a:pt x="102" y="72"/>
                    <a:pt x="100" y="55"/>
                  </a:cubicBezTo>
                  <a:cubicBezTo>
                    <a:pt x="100" y="50"/>
                    <a:pt x="99" y="40"/>
                    <a:pt x="104" y="37"/>
                  </a:cubicBezTo>
                  <a:cubicBezTo>
                    <a:pt x="117" y="29"/>
                    <a:pt x="109" y="19"/>
                    <a:pt x="107" y="10"/>
                  </a:cubicBezTo>
                  <a:cubicBezTo>
                    <a:pt x="104" y="0"/>
                    <a:pt x="98" y="4"/>
                    <a:pt x="94" y="7"/>
                  </a:cubicBezTo>
                  <a:cubicBezTo>
                    <a:pt x="91" y="10"/>
                    <a:pt x="90" y="15"/>
                    <a:pt x="90" y="20"/>
                  </a:cubicBezTo>
                  <a:cubicBezTo>
                    <a:pt x="91" y="31"/>
                    <a:pt x="86" y="42"/>
                    <a:pt x="77" y="4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715596B-60CC-DDAD-C7A7-019A26466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5141" y="2308827"/>
              <a:ext cx="222478" cy="104565"/>
            </a:xfrm>
            <a:custGeom>
              <a:avLst/>
              <a:gdLst>
                <a:gd name="T0" fmla="*/ 15 w 113"/>
                <a:gd name="T1" fmla="*/ 21 h 53"/>
                <a:gd name="T2" fmla="*/ 8 w 113"/>
                <a:gd name="T3" fmla="*/ 23 h 53"/>
                <a:gd name="T4" fmla="*/ 0 w 113"/>
                <a:gd name="T5" fmla="*/ 34 h 53"/>
                <a:gd name="T6" fmla="*/ 11 w 113"/>
                <a:gd name="T7" fmla="*/ 37 h 53"/>
                <a:gd name="T8" fmla="*/ 46 w 113"/>
                <a:gd name="T9" fmla="*/ 38 h 53"/>
                <a:gd name="T10" fmla="*/ 32 w 113"/>
                <a:gd name="T11" fmla="*/ 43 h 53"/>
                <a:gd name="T12" fmla="*/ 28 w 113"/>
                <a:gd name="T13" fmla="*/ 46 h 53"/>
                <a:gd name="T14" fmla="*/ 32 w 113"/>
                <a:gd name="T15" fmla="*/ 51 h 53"/>
                <a:gd name="T16" fmla="*/ 42 w 113"/>
                <a:gd name="T17" fmla="*/ 52 h 53"/>
                <a:gd name="T18" fmla="*/ 83 w 113"/>
                <a:gd name="T19" fmla="*/ 39 h 53"/>
                <a:gd name="T20" fmla="*/ 104 w 113"/>
                <a:gd name="T21" fmla="*/ 38 h 53"/>
                <a:gd name="T22" fmla="*/ 113 w 113"/>
                <a:gd name="T23" fmla="*/ 24 h 53"/>
                <a:gd name="T24" fmla="*/ 102 w 113"/>
                <a:gd name="T25" fmla="*/ 19 h 53"/>
                <a:gd name="T26" fmla="*/ 88 w 113"/>
                <a:gd name="T27" fmla="*/ 15 h 53"/>
                <a:gd name="T28" fmla="*/ 73 w 113"/>
                <a:gd name="T29" fmla="*/ 6 h 53"/>
                <a:gd name="T30" fmla="*/ 73 w 113"/>
                <a:gd name="T31" fmla="*/ 24 h 53"/>
                <a:gd name="T32" fmla="*/ 74 w 113"/>
                <a:gd name="T33" fmla="*/ 30 h 53"/>
                <a:gd name="T34" fmla="*/ 59 w 113"/>
                <a:gd name="T35" fmla="*/ 26 h 53"/>
                <a:gd name="T36" fmla="*/ 23 w 113"/>
                <a:gd name="T37" fmla="*/ 8 h 53"/>
                <a:gd name="T38" fmla="*/ 9 w 113"/>
                <a:gd name="T39" fmla="*/ 15 h 53"/>
                <a:gd name="T40" fmla="*/ 15 w 113"/>
                <a:gd name="T4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3" h="53">
                  <a:moveTo>
                    <a:pt x="15" y="21"/>
                  </a:moveTo>
                  <a:cubicBezTo>
                    <a:pt x="13" y="21"/>
                    <a:pt x="11" y="23"/>
                    <a:pt x="8" y="23"/>
                  </a:cubicBezTo>
                  <a:cubicBezTo>
                    <a:pt x="3" y="25"/>
                    <a:pt x="0" y="31"/>
                    <a:pt x="0" y="34"/>
                  </a:cubicBezTo>
                  <a:cubicBezTo>
                    <a:pt x="1" y="40"/>
                    <a:pt x="7" y="38"/>
                    <a:pt x="11" y="37"/>
                  </a:cubicBezTo>
                  <a:cubicBezTo>
                    <a:pt x="23" y="34"/>
                    <a:pt x="35" y="35"/>
                    <a:pt x="46" y="38"/>
                  </a:cubicBezTo>
                  <a:cubicBezTo>
                    <a:pt x="44" y="45"/>
                    <a:pt x="38" y="42"/>
                    <a:pt x="32" y="43"/>
                  </a:cubicBezTo>
                  <a:cubicBezTo>
                    <a:pt x="31" y="43"/>
                    <a:pt x="29" y="45"/>
                    <a:pt x="28" y="46"/>
                  </a:cubicBezTo>
                  <a:cubicBezTo>
                    <a:pt x="27" y="50"/>
                    <a:pt x="31" y="49"/>
                    <a:pt x="32" y="51"/>
                  </a:cubicBezTo>
                  <a:cubicBezTo>
                    <a:pt x="35" y="53"/>
                    <a:pt x="39" y="52"/>
                    <a:pt x="42" y="52"/>
                  </a:cubicBezTo>
                  <a:cubicBezTo>
                    <a:pt x="57" y="51"/>
                    <a:pt x="69" y="41"/>
                    <a:pt x="83" y="39"/>
                  </a:cubicBezTo>
                  <a:cubicBezTo>
                    <a:pt x="90" y="38"/>
                    <a:pt x="97" y="41"/>
                    <a:pt x="104" y="38"/>
                  </a:cubicBezTo>
                  <a:cubicBezTo>
                    <a:pt x="111" y="35"/>
                    <a:pt x="113" y="30"/>
                    <a:pt x="113" y="24"/>
                  </a:cubicBezTo>
                  <a:cubicBezTo>
                    <a:pt x="113" y="16"/>
                    <a:pt x="106" y="18"/>
                    <a:pt x="102" y="19"/>
                  </a:cubicBezTo>
                  <a:cubicBezTo>
                    <a:pt x="95" y="21"/>
                    <a:pt x="92" y="21"/>
                    <a:pt x="88" y="15"/>
                  </a:cubicBezTo>
                  <a:cubicBezTo>
                    <a:pt x="85" y="10"/>
                    <a:pt x="84" y="0"/>
                    <a:pt x="73" y="6"/>
                  </a:cubicBezTo>
                  <a:cubicBezTo>
                    <a:pt x="63" y="12"/>
                    <a:pt x="74" y="18"/>
                    <a:pt x="73" y="24"/>
                  </a:cubicBezTo>
                  <a:cubicBezTo>
                    <a:pt x="72" y="25"/>
                    <a:pt x="78" y="25"/>
                    <a:pt x="74" y="30"/>
                  </a:cubicBezTo>
                  <a:cubicBezTo>
                    <a:pt x="69" y="29"/>
                    <a:pt x="62" y="29"/>
                    <a:pt x="59" y="26"/>
                  </a:cubicBezTo>
                  <a:cubicBezTo>
                    <a:pt x="49" y="16"/>
                    <a:pt x="35" y="15"/>
                    <a:pt x="23" y="8"/>
                  </a:cubicBezTo>
                  <a:cubicBezTo>
                    <a:pt x="14" y="4"/>
                    <a:pt x="12" y="12"/>
                    <a:pt x="9" y="15"/>
                  </a:cubicBezTo>
                  <a:cubicBezTo>
                    <a:pt x="5" y="19"/>
                    <a:pt x="13" y="18"/>
                    <a:pt x="15" y="2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BDCF259-B2CD-2ED8-7CCD-001DD968C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748" y="2117495"/>
              <a:ext cx="147948" cy="120139"/>
            </a:xfrm>
            <a:custGeom>
              <a:avLst/>
              <a:gdLst>
                <a:gd name="T0" fmla="*/ 9 w 75"/>
                <a:gd name="T1" fmla="*/ 38 h 61"/>
                <a:gd name="T2" fmla="*/ 18 w 75"/>
                <a:gd name="T3" fmla="*/ 43 h 61"/>
                <a:gd name="T4" fmla="*/ 58 w 75"/>
                <a:gd name="T5" fmla="*/ 56 h 61"/>
                <a:gd name="T6" fmla="*/ 73 w 75"/>
                <a:gd name="T7" fmla="*/ 38 h 61"/>
                <a:gd name="T8" fmla="*/ 59 w 75"/>
                <a:gd name="T9" fmla="*/ 32 h 61"/>
                <a:gd name="T10" fmla="*/ 48 w 75"/>
                <a:gd name="T11" fmla="*/ 17 h 61"/>
                <a:gd name="T12" fmla="*/ 48 w 75"/>
                <a:gd name="T13" fmla="*/ 12 h 61"/>
                <a:gd name="T14" fmla="*/ 31 w 75"/>
                <a:gd name="T15" fmla="*/ 2 h 61"/>
                <a:gd name="T16" fmla="*/ 13 w 75"/>
                <a:gd name="T17" fmla="*/ 13 h 61"/>
                <a:gd name="T18" fmla="*/ 6 w 75"/>
                <a:gd name="T19" fmla="*/ 29 h 61"/>
                <a:gd name="T20" fmla="*/ 9 w 75"/>
                <a:gd name="T21" fmla="*/ 3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61">
                  <a:moveTo>
                    <a:pt x="9" y="38"/>
                  </a:moveTo>
                  <a:cubicBezTo>
                    <a:pt x="13" y="39"/>
                    <a:pt x="15" y="41"/>
                    <a:pt x="18" y="43"/>
                  </a:cubicBezTo>
                  <a:cubicBezTo>
                    <a:pt x="31" y="48"/>
                    <a:pt x="42" y="57"/>
                    <a:pt x="58" y="56"/>
                  </a:cubicBezTo>
                  <a:cubicBezTo>
                    <a:pt x="73" y="61"/>
                    <a:pt x="71" y="45"/>
                    <a:pt x="73" y="38"/>
                  </a:cubicBezTo>
                  <a:cubicBezTo>
                    <a:pt x="75" y="28"/>
                    <a:pt x="64" y="34"/>
                    <a:pt x="59" y="32"/>
                  </a:cubicBezTo>
                  <a:cubicBezTo>
                    <a:pt x="53" y="29"/>
                    <a:pt x="40" y="31"/>
                    <a:pt x="48" y="17"/>
                  </a:cubicBezTo>
                  <a:cubicBezTo>
                    <a:pt x="49" y="16"/>
                    <a:pt x="49" y="12"/>
                    <a:pt x="48" y="12"/>
                  </a:cubicBezTo>
                  <a:cubicBezTo>
                    <a:pt x="42" y="10"/>
                    <a:pt x="40" y="0"/>
                    <a:pt x="31" y="2"/>
                  </a:cubicBezTo>
                  <a:cubicBezTo>
                    <a:pt x="24" y="3"/>
                    <a:pt x="15" y="3"/>
                    <a:pt x="13" y="13"/>
                  </a:cubicBezTo>
                  <a:cubicBezTo>
                    <a:pt x="12" y="19"/>
                    <a:pt x="8" y="23"/>
                    <a:pt x="6" y="29"/>
                  </a:cubicBezTo>
                  <a:cubicBezTo>
                    <a:pt x="3" y="36"/>
                    <a:pt x="0" y="36"/>
                    <a:pt x="9" y="3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E81F826-3DEE-3A29-814B-577ED01A3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7084" y="5102045"/>
              <a:ext cx="150173" cy="154622"/>
            </a:xfrm>
            <a:custGeom>
              <a:avLst/>
              <a:gdLst>
                <a:gd name="T0" fmla="*/ 57 w 76"/>
                <a:gd name="T1" fmla="*/ 10 h 79"/>
                <a:gd name="T2" fmla="*/ 14 w 76"/>
                <a:gd name="T3" fmla="*/ 52 h 79"/>
                <a:gd name="T4" fmla="*/ 4 w 76"/>
                <a:gd name="T5" fmla="*/ 67 h 79"/>
                <a:gd name="T6" fmla="*/ 24 w 76"/>
                <a:gd name="T7" fmla="*/ 77 h 79"/>
                <a:gd name="T8" fmla="*/ 40 w 76"/>
                <a:gd name="T9" fmla="*/ 68 h 79"/>
                <a:gd name="T10" fmla="*/ 55 w 76"/>
                <a:gd name="T11" fmla="*/ 46 h 79"/>
                <a:gd name="T12" fmla="*/ 75 w 76"/>
                <a:gd name="T13" fmla="*/ 17 h 79"/>
                <a:gd name="T14" fmla="*/ 74 w 76"/>
                <a:gd name="T15" fmla="*/ 10 h 79"/>
                <a:gd name="T16" fmla="*/ 57 w 76"/>
                <a:gd name="T17" fmla="*/ 1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79">
                  <a:moveTo>
                    <a:pt x="57" y="10"/>
                  </a:moveTo>
                  <a:cubicBezTo>
                    <a:pt x="49" y="31"/>
                    <a:pt x="29" y="39"/>
                    <a:pt x="14" y="52"/>
                  </a:cubicBezTo>
                  <a:cubicBezTo>
                    <a:pt x="8" y="56"/>
                    <a:pt x="0" y="60"/>
                    <a:pt x="4" y="67"/>
                  </a:cubicBezTo>
                  <a:cubicBezTo>
                    <a:pt x="7" y="74"/>
                    <a:pt x="15" y="78"/>
                    <a:pt x="24" y="77"/>
                  </a:cubicBezTo>
                  <a:cubicBezTo>
                    <a:pt x="31" y="79"/>
                    <a:pt x="35" y="74"/>
                    <a:pt x="40" y="68"/>
                  </a:cubicBezTo>
                  <a:cubicBezTo>
                    <a:pt x="44" y="61"/>
                    <a:pt x="46" y="51"/>
                    <a:pt x="55" y="46"/>
                  </a:cubicBezTo>
                  <a:cubicBezTo>
                    <a:pt x="66" y="40"/>
                    <a:pt x="71" y="28"/>
                    <a:pt x="75" y="17"/>
                  </a:cubicBezTo>
                  <a:cubicBezTo>
                    <a:pt x="76" y="15"/>
                    <a:pt x="74" y="9"/>
                    <a:pt x="74" y="10"/>
                  </a:cubicBezTo>
                  <a:cubicBezTo>
                    <a:pt x="68" y="17"/>
                    <a:pt x="61" y="0"/>
                    <a:pt x="57" y="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BDDDF5C-6871-2A4B-F4EA-480E7D218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353" y="2411167"/>
              <a:ext cx="124588" cy="114575"/>
            </a:xfrm>
            <a:custGeom>
              <a:avLst/>
              <a:gdLst>
                <a:gd name="T0" fmla="*/ 10 w 63"/>
                <a:gd name="T1" fmla="*/ 27 h 58"/>
                <a:gd name="T2" fmla="*/ 2 w 63"/>
                <a:gd name="T3" fmla="*/ 29 h 58"/>
                <a:gd name="T4" fmla="*/ 7 w 63"/>
                <a:gd name="T5" fmla="*/ 37 h 58"/>
                <a:gd name="T6" fmla="*/ 29 w 63"/>
                <a:gd name="T7" fmla="*/ 53 h 58"/>
                <a:gd name="T8" fmla="*/ 41 w 63"/>
                <a:gd name="T9" fmla="*/ 57 h 58"/>
                <a:gd name="T10" fmla="*/ 60 w 63"/>
                <a:gd name="T11" fmla="*/ 25 h 58"/>
                <a:gd name="T12" fmla="*/ 44 w 63"/>
                <a:gd name="T13" fmla="*/ 26 h 58"/>
                <a:gd name="T14" fmla="*/ 49 w 63"/>
                <a:gd name="T15" fmla="*/ 21 h 58"/>
                <a:gd name="T16" fmla="*/ 55 w 63"/>
                <a:gd name="T17" fmla="*/ 12 h 58"/>
                <a:gd name="T18" fmla="*/ 43 w 63"/>
                <a:gd name="T19" fmla="*/ 4 h 58"/>
                <a:gd name="T20" fmla="*/ 19 w 63"/>
                <a:gd name="T21" fmla="*/ 9 h 58"/>
                <a:gd name="T22" fmla="*/ 13 w 63"/>
                <a:gd name="T23" fmla="*/ 15 h 58"/>
                <a:gd name="T24" fmla="*/ 15 w 63"/>
                <a:gd name="T25" fmla="*/ 20 h 58"/>
                <a:gd name="T26" fmla="*/ 25 w 63"/>
                <a:gd name="T27" fmla="*/ 25 h 58"/>
                <a:gd name="T28" fmla="*/ 10 w 63"/>
                <a:gd name="T29" fmla="*/ 2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58">
                  <a:moveTo>
                    <a:pt x="10" y="27"/>
                  </a:moveTo>
                  <a:cubicBezTo>
                    <a:pt x="8" y="26"/>
                    <a:pt x="3" y="25"/>
                    <a:pt x="2" y="29"/>
                  </a:cubicBezTo>
                  <a:cubicBezTo>
                    <a:pt x="0" y="33"/>
                    <a:pt x="4" y="37"/>
                    <a:pt x="7" y="37"/>
                  </a:cubicBezTo>
                  <a:cubicBezTo>
                    <a:pt x="16" y="40"/>
                    <a:pt x="22" y="47"/>
                    <a:pt x="29" y="53"/>
                  </a:cubicBezTo>
                  <a:cubicBezTo>
                    <a:pt x="32" y="57"/>
                    <a:pt x="37" y="58"/>
                    <a:pt x="41" y="57"/>
                  </a:cubicBezTo>
                  <a:cubicBezTo>
                    <a:pt x="60" y="51"/>
                    <a:pt x="63" y="46"/>
                    <a:pt x="60" y="25"/>
                  </a:cubicBezTo>
                  <a:cubicBezTo>
                    <a:pt x="55" y="28"/>
                    <a:pt x="49" y="27"/>
                    <a:pt x="44" y="26"/>
                  </a:cubicBezTo>
                  <a:cubicBezTo>
                    <a:pt x="44" y="21"/>
                    <a:pt x="47" y="21"/>
                    <a:pt x="49" y="21"/>
                  </a:cubicBezTo>
                  <a:cubicBezTo>
                    <a:pt x="54" y="20"/>
                    <a:pt x="57" y="16"/>
                    <a:pt x="55" y="12"/>
                  </a:cubicBezTo>
                  <a:cubicBezTo>
                    <a:pt x="52" y="8"/>
                    <a:pt x="47" y="0"/>
                    <a:pt x="43" y="4"/>
                  </a:cubicBezTo>
                  <a:cubicBezTo>
                    <a:pt x="36" y="12"/>
                    <a:pt x="27" y="8"/>
                    <a:pt x="19" y="9"/>
                  </a:cubicBezTo>
                  <a:cubicBezTo>
                    <a:pt x="16" y="10"/>
                    <a:pt x="14" y="12"/>
                    <a:pt x="13" y="15"/>
                  </a:cubicBezTo>
                  <a:cubicBezTo>
                    <a:pt x="13" y="17"/>
                    <a:pt x="13" y="20"/>
                    <a:pt x="15" y="20"/>
                  </a:cubicBezTo>
                  <a:cubicBezTo>
                    <a:pt x="20" y="19"/>
                    <a:pt x="27" y="16"/>
                    <a:pt x="25" y="25"/>
                  </a:cubicBezTo>
                  <a:cubicBezTo>
                    <a:pt x="22" y="34"/>
                    <a:pt x="17" y="32"/>
                    <a:pt x="10" y="2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97A6B0C-CCB8-47B6-5AA1-5D69C1ABD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9780" y="3031882"/>
              <a:ext cx="102340" cy="100115"/>
            </a:xfrm>
            <a:custGeom>
              <a:avLst/>
              <a:gdLst>
                <a:gd name="T0" fmla="*/ 13 w 52"/>
                <a:gd name="T1" fmla="*/ 51 h 51"/>
                <a:gd name="T2" fmla="*/ 43 w 52"/>
                <a:gd name="T3" fmla="*/ 41 h 51"/>
                <a:gd name="T4" fmla="*/ 43 w 52"/>
                <a:gd name="T5" fmla="*/ 23 h 51"/>
                <a:gd name="T6" fmla="*/ 47 w 52"/>
                <a:gd name="T7" fmla="*/ 15 h 51"/>
                <a:gd name="T8" fmla="*/ 39 w 52"/>
                <a:gd name="T9" fmla="*/ 0 h 51"/>
                <a:gd name="T10" fmla="*/ 9 w 52"/>
                <a:gd name="T11" fmla="*/ 15 h 51"/>
                <a:gd name="T12" fmla="*/ 7 w 52"/>
                <a:gd name="T13" fmla="*/ 22 h 51"/>
                <a:gd name="T14" fmla="*/ 6 w 52"/>
                <a:gd name="T15" fmla="*/ 39 h 51"/>
                <a:gd name="T16" fmla="*/ 13 w 52"/>
                <a:gd name="T1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1">
                  <a:moveTo>
                    <a:pt x="13" y="51"/>
                  </a:moveTo>
                  <a:cubicBezTo>
                    <a:pt x="23" y="49"/>
                    <a:pt x="34" y="46"/>
                    <a:pt x="43" y="41"/>
                  </a:cubicBezTo>
                  <a:cubicBezTo>
                    <a:pt x="48" y="38"/>
                    <a:pt x="46" y="29"/>
                    <a:pt x="43" y="23"/>
                  </a:cubicBezTo>
                  <a:cubicBezTo>
                    <a:pt x="42" y="20"/>
                    <a:pt x="45" y="18"/>
                    <a:pt x="47" y="15"/>
                  </a:cubicBezTo>
                  <a:cubicBezTo>
                    <a:pt x="52" y="7"/>
                    <a:pt x="49" y="0"/>
                    <a:pt x="39" y="0"/>
                  </a:cubicBezTo>
                  <a:cubicBezTo>
                    <a:pt x="35" y="0"/>
                    <a:pt x="10" y="12"/>
                    <a:pt x="9" y="15"/>
                  </a:cubicBezTo>
                  <a:cubicBezTo>
                    <a:pt x="8" y="18"/>
                    <a:pt x="6" y="21"/>
                    <a:pt x="7" y="22"/>
                  </a:cubicBezTo>
                  <a:cubicBezTo>
                    <a:pt x="13" y="28"/>
                    <a:pt x="11" y="33"/>
                    <a:pt x="6" y="39"/>
                  </a:cubicBezTo>
                  <a:cubicBezTo>
                    <a:pt x="0" y="47"/>
                    <a:pt x="7" y="51"/>
                    <a:pt x="13" y="5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61A457D-5917-10CF-9F08-BF4A86B8D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3090" y="2336636"/>
              <a:ext cx="159072" cy="71193"/>
            </a:xfrm>
            <a:custGeom>
              <a:avLst/>
              <a:gdLst>
                <a:gd name="T0" fmla="*/ 16 w 81"/>
                <a:gd name="T1" fmla="*/ 29 h 36"/>
                <a:gd name="T2" fmla="*/ 55 w 81"/>
                <a:gd name="T3" fmla="*/ 22 h 36"/>
                <a:gd name="T4" fmla="*/ 55 w 81"/>
                <a:gd name="T5" fmla="*/ 20 h 36"/>
                <a:gd name="T6" fmla="*/ 65 w 81"/>
                <a:gd name="T7" fmla="*/ 27 h 36"/>
                <a:gd name="T8" fmla="*/ 77 w 81"/>
                <a:gd name="T9" fmla="*/ 23 h 36"/>
                <a:gd name="T10" fmla="*/ 77 w 81"/>
                <a:gd name="T11" fmla="*/ 13 h 36"/>
                <a:gd name="T12" fmla="*/ 48 w 81"/>
                <a:gd name="T13" fmla="*/ 6 h 36"/>
                <a:gd name="T14" fmla="*/ 24 w 81"/>
                <a:gd name="T15" fmla="*/ 4 h 36"/>
                <a:gd name="T16" fmla="*/ 8 w 81"/>
                <a:gd name="T17" fmla="*/ 9 h 36"/>
                <a:gd name="T18" fmla="*/ 3 w 81"/>
                <a:gd name="T19" fmla="*/ 22 h 36"/>
                <a:gd name="T20" fmla="*/ 16 w 81"/>
                <a:gd name="T21" fmla="*/ 2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36">
                  <a:moveTo>
                    <a:pt x="16" y="29"/>
                  </a:moveTo>
                  <a:cubicBezTo>
                    <a:pt x="29" y="26"/>
                    <a:pt x="44" y="36"/>
                    <a:pt x="55" y="22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8" y="22"/>
                    <a:pt x="61" y="25"/>
                    <a:pt x="65" y="27"/>
                  </a:cubicBezTo>
                  <a:cubicBezTo>
                    <a:pt x="70" y="30"/>
                    <a:pt x="74" y="29"/>
                    <a:pt x="77" y="23"/>
                  </a:cubicBezTo>
                  <a:cubicBezTo>
                    <a:pt x="79" y="20"/>
                    <a:pt x="81" y="14"/>
                    <a:pt x="77" y="13"/>
                  </a:cubicBezTo>
                  <a:cubicBezTo>
                    <a:pt x="67" y="10"/>
                    <a:pt x="56" y="1"/>
                    <a:pt x="48" y="6"/>
                  </a:cubicBezTo>
                  <a:cubicBezTo>
                    <a:pt x="37" y="13"/>
                    <a:pt x="32" y="8"/>
                    <a:pt x="24" y="4"/>
                  </a:cubicBezTo>
                  <a:cubicBezTo>
                    <a:pt x="17" y="0"/>
                    <a:pt x="12" y="5"/>
                    <a:pt x="8" y="9"/>
                  </a:cubicBezTo>
                  <a:cubicBezTo>
                    <a:pt x="4" y="12"/>
                    <a:pt x="0" y="17"/>
                    <a:pt x="3" y="22"/>
                  </a:cubicBezTo>
                  <a:cubicBezTo>
                    <a:pt x="5" y="27"/>
                    <a:pt x="10" y="31"/>
                    <a:pt x="16" y="2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EEBA869-F8D8-4D04-2FA4-EC326EFB5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0425" y="2155315"/>
              <a:ext cx="179095" cy="63406"/>
            </a:xfrm>
            <a:custGeom>
              <a:avLst/>
              <a:gdLst>
                <a:gd name="T0" fmla="*/ 33 w 91"/>
                <a:gd name="T1" fmla="*/ 15 h 32"/>
                <a:gd name="T2" fmla="*/ 18 w 91"/>
                <a:gd name="T3" fmla="*/ 23 h 32"/>
                <a:gd name="T4" fmla="*/ 91 w 91"/>
                <a:gd name="T5" fmla="*/ 8 h 32"/>
                <a:gd name="T6" fmla="*/ 0 w 91"/>
                <a:gd name="T7" fmla="*/ 1 h 32"/>
                <a:gd name="T8" fmla="*/ 33 w 91"/>
                <a:gd name="T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32">
                  <a:moveTo>
                    <a:pt x="33" y="15"/>
                  </a:moveTo>
                  <a:cubicBezTo>
                    <a:pt x="28" y="17"/>
                    <a:pt x="25" y="19"/>
                    <a:pt x="18" y="23"/>
                  </a:cubicBezTo>
                  <a:cubicBezTo>
                    <a:pt x="46" y="27"/>
                    <a:pt x="70" y="32"/>
                    <a:pt x="91" y="8"/>
                  </a:cubicBezTo>
                  <a:cubicBezTo>
                    <a:pt x="60" y="0"/>
                    <a:pt x="30" y="5"/>
                    <a:pt x="0" y="1"/>
                  </a:cubicBezTo>
                  <a:cubicBezTo>
                    <a:pt x="5" y="24"/>
                    <a:pt x="22" y="9"/>
                    <a:pt x="33" y="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F3775BB-43D6-2AB8-4575-BE718998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7644" y="2308827"/>
              <a:ext cx="149060" cy="84542"/>
            </a:xfrm>
            <a:custGeom>
              <a:avLst/>
              <a:gdLst>
                <a:gd name="T0" fmla="*/ 27 w 76"/>
                <a:gd name="T1" fmla="*/ 8 h 43"/>
                <a:gd name="T2" fmla="*/ 25 w 76"/>
                <a:gd name="T3" fmla="*/ 21 h 43"/>
                <a:gd name="T4" fmla="*/ 13 w 76"/>
                <a:gd name="T5" fmla="*/ 7 h 43"/>
                <a:gd name="T6" fmla="*/ 4 w 76"/>
                <a:gd name="T7" fmla="*/ 4 h 43"/>
                <a:gd name="T8" fmla="*/ 5 w 76"/>
                <a:gd name="T9" fmla="*/ 15 h 43"/>
                <a:gd name="T10" fmla="*/ 34 w 76"/>
                <a:gd name="T11" fmla="*/ 26 h 43"/>
                <a:gd name="T12" fmla="*/ 44 w 76"/>
                <a:gd name="T13" fmla="*/ 28 h 43"/>
                <a:gd name="T14" fmla="*/ 66 w 76"/>
                <a:gd name="T15" fmla="*/ 37 h 43"/>
                <a:gd name="T16" fmla="*/ 70 w 76"/>
                <a:gd name="T17" fmla="*/ 16 h 43"/>
                <a:gd name="T18" fmla="*/ 61 w 76"/>
                <a:gd name="T19" fmla="*/ 7 h 43"/>
                <a:gd name="T20" fmla="*/ 37 w 76"/>
                <a:gd name="T21" fmla="*/ 0 h 43"/>
                <a:gd name="T22" fmla="*/ 27 w 76"/>
                <a:gd name="T23" fmla="*/ 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43">
                  <a:moveTo>
                    <a:pt x="27" y="8"/>
                  </a:moveTo>
                  <a:cubicBezTo>
                    <a:pt x="26" y="12"/>
                    <a:pt x="26" y="15"/>
                    <a:pt x="25" y="21"/>
                  </a:cubicBezTo>
                  <a:cubicBezTo>
                    <a:pt x="20" y="15"/>
                    <a:pt x="16" y="11"/>
                    <a:pt x="13" y="7"/>
                  </a:cubicBezTo>
                  <a:cubicBezTo>
                    <a:pt x="10" y="4"/>
                    <a:pt x="6" y="2"/>
                    <a:pt x="4" y="4"/>
                  </a:cubicBezTo>
                  <a:cubicBezTo>
                    <a:pt x="0" y="7"/>
                    <a:pt x="2" y="12"/>
                    <a:pt x="5" y="15"/>
                  </a:cubicBezTo>
                  <a:cubicBezTo>
                    <a:pt x="13" y="23"/>
                    <a:pt x="21" y="31"/>
                    <a:pt x="34" y="26"/>
                  </a:cubicBezTo>
                  <a:cubicBezTo>
                    <a:pt x="37" y="25"/>
                    <a:pt x="42" y="23"/>
                    <a:pt x="44" y="28"/>
                  </a:cubicBezTo>
                  <a:cubicBezTo>
                    <a:pt x="48" y="41"/>
                    <a:pt x="53" y="43"/>
                    <a:pt x="66" y="37"/>
                  </a:cubicBezTo>
                  <a:cubicBezTo>
                    <a:pt x="76" y="32"/>
                    <a:pt x="67" y="23"/>
                    <a:pt x="70" y="16"/>
                  </a:cubicBezTo>
                  <a:cubicBezTo>
                    <a:pt x="70" y="14"/>
                    <a:pt x="68" y="6"/>
                    <a:pt x="61" y="7"/>
                  </a:cubicBezTo>
                  <a:cubicBezTo>
                    <a:pt x="53" y="8"/>
                    <a:pt x="46" y="5"/>
                    <a:pt x="37" y="0"/>
                  </a:cubicBezTo>
                  <a:cubicBezTo>
                    <a:pt x="43" y="21"/>
                    <a:pt x="34" y="12"/>
                    <a:pt x="27" y="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E6FA3EE-BBDC-BDD4-A1B3-EB1C57E8F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037" y="277714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A88CE9-C011-6D34-5BEB-1BF5A4E4D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532" y="3075264"/>
              <a:ext cx="57844" cy="200231"/>
            </a:xfrm>
            <a:custGeom>
              <a:avLst/>
              <a:gdLst>
                <a:gd name="T0" fmla="*/ 1 w 29"/>
                <a:gd name="T1" fmla="*/ 15 h 102"/>
                <a:gd name="T2" fmla="*/ 1 w 29"/>
                <a:gd name="T3" fmla="*/ 91 h 102"/>
                <a:gd name="T4" fmla="*/ 8 w 29"/>
                <a:gd name="T5" fmla="*/ 96 h 102"/>
                <a:gd name="T6" fmla="*/ 17 w 29"/>
                <a:gd name="T7" fmla="*/ 102 h 102"/>
                <a:gd name="T8" fmla="*/ 11 w 29"/>
                <a:gd name="T9" fmla="*/ 90 h 102"/>
                <a:gd name="T10" fmla="*/ 18 w 29"/>
                <a:gd name="T11" fmla="*/ 63 h 102"/>
                <a:gd name="T12" fmla="*/ 23 w 29"/>
                <a:gd name="T13" fmla="*/ 55 h 102"/>
                <a:gd name="T14" fmla="*/ 15 w 29"/>
                <a:gd name="T15" fmla="*/ 11 h 102"/>
                <a:gd name="T16" fmla="*/ 8 w 29"/>
                <a:gd name="T17" fmla="*/ 0 h 102"/>
                <a:gd name="T18" fmla="*/ 1 w 29"/>
                <a:gd name="T19" fmla="*/ 10 h 102"/>
                <a:gd name="T20" fmla="*/ 1 w 29"/>
                <a:gd name="T21" fmla="*/ 1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" h="102">
                  <a:moveTo>
                    <a:pt x="1" y="15"/>
                  </a:moveTo>
                  <a:cubicBezTo>
                    <a:pt x="6" y="40"/>
                    <a:pt x="4" y="66"/>
                    <a:pt x="1" y="91"/>
                  </a:cubicBezTo>
                  <a:cubicBezTo>
                    <a:pt x="1" y="95"/>
                    <a:pt x="0" y="100"/>
                    <a:pt x="8" y="96"/>
                  </a:cubicBezTo>
                  <a:cubicBezTo>
                    <a:pt x="12" y="94"/>
                    <a:pt x="12" y="102"/>
                    <a:pt x="17" y="102"/>
                  </a:cubicBezTo>
                  <a:cubicBezTo>
                    <a:pt x="18" y="96"/>
                    <a:pt x="14" y="94"/>
                    <a:pt x="11" y="90"/>
                  </a:cubicBezTo>
                  <a:cubicBezTo>
                    <a:pt x="4" y="81"/>
                    <a:pt x="9" y="61"/>
                    <a:pt x="18" y="63"/>
                  </a:cubicBezTo>
                  <a:cubicBezTo>
                    <a:pt x="29" y="64"/>
                    <a:pt x="24" y="60"/>
                    <a:pt x="23" y="55"/>
                  </a:cubicBezTo>
                  <a:cubicBezTo>
                    <a:pt x="21" y="40"/>
                    <a:pt x="10" y="28"/>
                    <a:pt x="15" y="11"/>
                  </a:cubicBezTo>
                  <a:cubicBezTo>
                    <a:pt x="16" y="8"/>
                    <a:pt x="13" y="0"/>
                    <a:pt x="8" y="0"/>
                  </a:cubicBezTo>
                  <a:cubicBezTo>
                    <a:pt x="5" y="0"/>
                    <a:pt x="1" y="5"/>
                    <a:pt x="1" y="10"/>
                  </a:cubicBezTo>
                  <a:cubicBezTo>
                    <a:pt x="1" y="12"/>
                    <a:pt x="1" y="13"/>
                    <a:pt x="1" y="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E6FB352A-3DEE-E127-7B5B-A7F4A026A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0584" y="5023064"/>
              <a:ext cx="94554" cy="107902"/>
            </a:xfrm>
            <a:custGeom>
              <a:avLst/>
              <a:gdLst>
                <a:gd name="T0" fmla="*/ 22 w 48"/>
                <a:gd name="T1" fmla="*/ 4 h 55"/>
                <a:gd name="T2" fmla="*/ 12 w 48"/>
                <a:gd name="T3" fmla="*/ 4 h 55"/>
                <a:gd name="T4" fmla="*/ 2 w 48"/>
                <a:gd name="T5" fmla="*/ 27 h 55"/>
                <a:gd name="T6" fmla="*/ 12 w 48"/>
                <a:gd name="T7" fmla="*/ 37 h 55"/>
                <a:gd name="T8" fmla="*/ 14 w 48"/>
                <a:gd name="T9" fmla="*/ 46 h 55"/>
                <a:gd name="T10" fmla="*/ 14 w 48"/>
                <a:gd name="T11" fmla="*/ 54 h 55"/>
                <a:gd name="T12" fmla="*/ 24 w 48"/>
                <a:gd name="T13" fmla="*/ 52 h 55"/>
                <a:gd name="T14" fmla="*/ 47 w 48"/>
                <a:gd name="T15" fmla="*/ 17 h 55"/>
                <a:gd name="T16" fmla="*/ 47 w 48"/>
                <a:gd name="T17" fmla="*/ 9 h 55"/>
                <a:gd name="T18" fmla="*/ 22 w 48"/>
                <a:gd name="T19" fmla="*/ 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5">
                  <a:moveTo>
                    <a:pt x="22" y="4"/>
                  </a:moveTo>
                  <a:cubicBezTo>
                    <a:pt x="21" y="0"/>
                    <a:pt x="12" y="3"/>
                    <a:pt x="12" y="4"/>
                  </a:cubicBezTo>
                  <a:cubicBezTo>
                    <a:pt x="12" y="13"/>
                    <a:pt x="5" y="19"/>
                    <a:pt x="2" y="27"/>
                  </a:cubicBezTo>
                  <a:cubicBezTo>
                    <a:pt x="0" y="34"/>
                    <a:pt x="10" y="32"/>
                    <a:pt x="12" y="37"/>
                  </a:cubicBezTo>
                  <a:cubicBezTo>
                    <a:pt x="13" y="40"/>
                    <a:pt x="15" y="43"/>
                    <a:pt x="14" y="46"/>
                  </a:cubicBezTo>
                  <a:cubicBezTo>
                    <a:pt x="14" y="49"/>
                    <a:pt x="10" y="52"/>
                    <a:pt x="14" y="54"/>
                  </a:cubicBezTo>
                  <a:cubicBezTo>
                    <a:pt x="17" y="55"/>
                    <a:pt x="22" y="55"/>
                    <a:pt x="24" y="52"/>
                  </a:cubicBezTo>
                  <a:cubicBezTo>
                    <a:pt x="30" y="39"/>
                    <a:pt x="37" y="27"/>
                    <a:pt x="47" y="17"/>
                  </a:cubicBezTo>
                  <a:cubicBezTo>
                    <a:pt x="48" y="16"/>
                    <a:pt x="47" y="13"/>
                    <a:pt x="47" y="9"/>
                  </a:cubicBezTo>
                  <a:cubicBezTo>
                    <a:pt x="36" y="14"/>
                    <a:pt x="28" y="18"/>
                    <a:pt x="22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14C4FB8-64AA-8998-0A2D-D92B3B73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4526" y="260027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CC36564-4EF6-8EDB-8A5D-FD41B4A0D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679" y="2283240"/>
              <a:ext cx="135712" cy="68968"/>
            </a:xfrm>
            <a:custGeom>
              <a:avLst/>
              <a:gdLst>
                <a:gd name="T0" fmla="*/ 13 w 69"/>
                <a:gd name="T1" fmla="*/ 32 h 35"/>
                <a:gd name="T2" fmla="*/ 21 w 69"/>
                <a:gd name="T3" fmla="*/ 33 h 35"/>
                <a:gd name="T4" fmla="*/ 39 w 69"/>
                <a:gd name="T5" fmla="*/ 23 h 35"/>
                <a:gd name="T6" fmla="*/ 48 w 69"/>
                <a:gd name="T7" fmla="*/ 22 h 35"/>
                <a:gd name="T8" fmla="*/ 57 w 69"/>
                <a:gd name="T9" fmla="*/ 24 h 35"/>
                <a:gd name="T10" fmla="*/ 68 w 69"/>
                <a:gd name="T11" fmla="*/ 4 h 35"/>
                <a:gd name="T12" fmla="*/ 57 w 69"/>
                <a:gd name="T13" fmla="*/ 4 h 35"/>
                <a:gd name="T14" fmla="*/ 45 w 69"/>
                <a:gd name="T15" fmla="*/ 3 h 35"/>
                <a:gd name="T16" fmla="*/ 35 w 69"/>
                <a:gd name="T17" fmla="*/ 7 h 35"/>
                <a:gd name="T18" fmla="*/ 11 w 69"/>
                <a:gd name="T19" fmla="*/ 22 h 35"/>
                <a:gd name="T20" fmla="*/ 1 w 69"/>
                <a:gd name="T21" fmla="*/ 30 h 35"/>
                <a:gd name="T22" fmla="*/ 13 w 69"/>
                <a:gd name="T23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35">
                  <a:moveTo>
                    <a:pt x="13" y="32"/>
                  </a:moveTo>
                  <a:cubicBezTo>
                    <a:pt x="16" y="32"/>
                    <a:pt x="18" y="33"/>
                    <a:pt x="21" y="33"/>
                  </a:cubicBezTo>
                  <a:cubicBezTo>
                    <a:pt x="29" y="34"/>
                    <a:pt x="37" y="35"/>
                    <a:pt x="39" y="23"/>
                  </a:cubicBezTo>
                  <a:cubicBezTo>
                    <a:pt x="41" y="12"/>
                    <a:pt x="44" y="16"/>
                    <a:pt x="48" y="22"/>
                  </a:cubicBezTo>
                  <a:cubicBezTo>
                    <a:pt x="51" y="27"/>
                    <a:pt x="53" y="27"/>
                    <a:pt x="57" y="24"/>
                  </a:cubicBezTo>
                  <a:cubicBezTo>
                    <a:pt x="64" y="18"/>
                    <a:pt x="69" y="12"/>
                    <a:pt x="68" y="4"/>
                  </a:cubicBezTo>
                  <a:cubicBezTo>
                    <a:pt x="68" y="0"/>
                    <a:pt x="61" y="1"/>
                    <a:pt x="57" y="4"/>
                  </a:cubicBezTo>
                  <a:cubicBezTo>
                    <a:pt x="53" y="6"/>
                    <a:pt x="49" y="5"/>
                    <a:pt x="45" y="3"/>
                  </a:cubicBezTo>
                  <a:cubicBezTo>
                    <a:pt x="41" y="1"/>
                    <a:pt x="38" y="5"/>
                    <a:pt x="35" y="7"/>
                  </a:cubicBezTo>
                  <a:cubicBezTo>
                    <a:pt x="28" y="13"/>
                    <a:pt x="20" y="19"/>
                    <a:pt x="11" y="22"/>
                  </a:cubicBezTo>
                  <a:cubicBezTo>
                    <a:pt x="6" y="23"/>
                    <a:pt x="0" y="24"/>
                    <a:pt x="1" y="30"/>
                  </a:cubicBezTo>
                  <a:cubicBezTo>
                    <a:pt x="2" y="35"/>
                    <a:pt x="9" y="31"/>
                    <a:pt x="13" y="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094ADC1-5778-EBE0-E47C-B13FAD9D2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7621" y="2198699"/>
              <a:ext cx="133487" cy="72306"/>
            </a:xfrm>
            <a:custGeom>
              <a:avLst/>
              <a:gdLst>
                <a:gd name="T0" fmla="*/ 4 w 68"/>
                <a:gd name="T1" fmla="*/ 12 h 37"/>
                <a:gd name="T2" fmla="*/ 21 w 68"/>
                <a:gd name="T3" fmla="*/ 18 h 37"/>
                <a:gd name="T4" fmla="*/ 10 w 68"/>
                <a:gd name="T5" fmla="*/ 28 h 37"/>
                <a:gd name="T6" fmla="*/ 53 w 68"/>
                <a:gd name="T7" fmla="*/ 35 h 37"/>
                <a:gd name="T8" fmla="*/ 64 w 68"/>
                <a:gd name="T9" fmla="*/ 33 h 37"/>
                <a:gd name="T10" fmla="*/ 60 w 68"/>
                <a:gd name="T11" fmla="*/ 23 h 37"/>
                <a:gd name="T12" fmla="*/ 5 w 68"/>
                <a:gd name="T13" fmla="*/ 3 h 37"/>
                <a:gd name="T14" fmla="*/ 0 w 68"/>
                <a:gd name="T15" fmla="*/ 7 h 37"/>
                <a:gd name="T16" fmla="*/ 4 w 68"/>
                <a:gd name="T17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37">
                  <a:moveTo>
                    <a:pt x="4" y="12"/>
                  </a:moveTo>
                  <a:cubicBezTo>
                    <a:pt x="9" y="15"/>
                    <a:pt x="17" y="12"/>
                    <a:pt x="21" y="18"/>
                  </a:cubicBezTo>
                  <a:cubicBezTo>
                    <a:pt x="19" y="23"/>
                    <a:pt x="11" y="19"/>
                    <a:pt x="10" y="28"/>
                  </a:cubicBezTo>
                  <a:cubicBezTo>
                    <a:pt x="26" y="22"/>
                    <a:pt x="40" y="27"/>
                    <a:pt x="53" y="35"/>
                  </a:cubicBezTo>
                  <a:cubicBezTo>
                    <a:pt x="56" y="37"/>
                    <a:pt x="61" y="36"/>
                    <a:pt x="64" y="33"/>
                  </a:cubicBezTo>
                  <a:cubicBezTo>
                    <a:pt x="68" y="27"/>
                    <a:pt x="62" y="25"/>
                    <a:pt x="60" y="23"/>
                  </a:cubicBezTo>
                  <a:cubicBezTo>
                    <a:pt x="44" y="11"/>
                    <a:pt x="27" y="0"/>
                    <a:pt x="5" y="3"/>
                  </a:cubicBezTo>
                  <a:cubicBezTo>
                    <a:pt x="2" y="3"/>
                    <a:pt x="0" y="4"/>
                    <a:pt x="0" y="7"/>
                  </a:cubicBezTo>
                  <a:cubicBezTo>
                    <a:pt x="0" y="9"/>
                    <a:pt x="2" y="11"/>
                    <a:pt x="4" y="1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03F006F-1D5D-15C4-C97E-498DFEA79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1263" y="4361193"/>
              <a:ext cx="187994" cy="71193"/>
            </a:xfrm>
            <a:custGeom>
              <a:avLst/>
              <a:gdLst>
                <a:gd name="T0" fmla="*/ 96 w 96"/>
                <a:gd name="T1" fmla="*/ 33 h 36"/>
                <a:gd name="T2" fmla="*/ 74 w 96"/>
                <a:gd name="T3" fmla="*/ 24 h 36"/>
                <a:gd name="T4" fmla="*/ 53 w 96"/>
                <a:gd name="T5" fmla="*/ 15 h 36"/>
                <a:gd name="T6" fmla="*/ 30 w 96"/>
                <a:gd name="T7" fmla="*/ 11 h 36"/>
                <a:gd name="T8" fmla="*/ 0 w 96"/>
                <a:gd name="T9" fmla="*/ 14 h 36"/>
                <a:gd name="T10" fmla="*/ 35 w 96"/>
                <a:gd name="T11" fmla="*/ 21 h 36"/>
                <a:gd name="T12" fmla="*/ 41 w 96"/>
                <a:gd name="T13" fmla="*/ 24 h 36"/>
                <a:gd name="T14" fmla="*/ 96 w 96"/>
                <a:gd name="T15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36">
                  <a:moveTo>
                    <a:pt x="96" y="33"/>
                  </a:moveTo>
                  <a:cubicBezTo>
                    <a:pt x="88" y="24"/>
                    <a:pt x="76" y="30"/>
                    <a:pt x="74" y="24"/>
                  </a:cubicBezTo>
                  <a:cubicBezTo>
                    <a:pt x="69" y="13"/>
                    <a:pt x="61" y="16"/>
                    <a:pt x="53" y="15"/>
                  </a:cubicBezTo>
                  <a:cubicBezTo>
                    <a:pt x="45" y="14"/>
                    <a:pt x="38" y="14"/>
                    <a:pt x="30" y="11"/>
                  </a:cubicBezTo>
                  <a:cubicBezTo>
                    <a:pt x="21" y="7"/>
                    <a:pt x="9" y="0"/>
                    <a:pt x="0" y="14"/>
                  </a:cubicBezTo>
                  <a:cubicBezTo>
                    <a:pt x="11" y="19"/>
                    <a:pt x="21" y="26"/>
                    <a:pt x="35" y="21"/>
                  </a:cubicBezTo>
                  <a:cubicBezTo>
                    <a:pt x="36" y="21"/>
                    <a:pt x="39" y="23"/>
                    <a:pt x="41" y="24"/>
                  </a:cubicBezTo>
                  <a:cubicBezTo>
                    <a:pt x="57" y="36"/>
                    <a:pt x="76" y="33"/>
                    <a:pt x="96" y="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F746E91-F212-93A1-F880-736197107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6686" y="2202037"/>
              <a:ext cx="117913" cy="68968"/>
            </a:xfrm>
            <a:custGeom>
              <a:avLst/>
              <a:gdLst>
                <a:gd name="T0" fmla="*/ 52 w 60"/>
                <a:gd name="T1" fmla="*/ 24 h 35"/>
                <a:gd name="T2" fmla="*/ 56 w 60"/>
                <a:gd name="T3" fmla="*/ 14 h 35"/>
                <a:gd name="T4" fmla="*/ 6 w 60"/>
                <a:gd name="T5" fmla="*/ 18 h 35"/>
                <a:gd name="T6" fmla="*/ 0 w 60"/>
                <a:gd name="T7" fmla="*/ 30 h 35"/>
                <a:gd name="T8" fmla="*/ 52 w 60"/>
                <a:gd name="T9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35">
                  <a:moveTo>
                    <a:pt x="52" y="24"/>
                  </a:moveTo>
                  <a:cubicBezTo>
                    <a:pt x="57" y="23"/>
                    <a:pt x="60" y="19"/>
                    <a:pt x="56" y="14"/>
                  </a:cubicBezTo>
                  <a:cubicBezTo>
                    <a:pt x="43" y="0"/>
                    <a:pt x="16" y="3"/>
                    <a:pt x="6" y="18"/>
                  </a:cubicBezTo>
                  <a:cubicBezTo>
                    <a:pt x="4" y="22"/>
                    <a:pt x="2" y="25"/>
                    <a:pt x="0" y="30"/>
                  </a:cubicBezTo>
                  <a:cubicBezTo>
                    <a:pt x="19" y="35"/>
                    <a:pt x="35" y="27"/>
                    <a:pt x="52" y="2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29F3DCE-5580-EEC2-2A14-2C9A11619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9823" y="3289956"/>
              <a:ext cx="120138" cy="94553"/>
            </a:xfrm>
            <a:custGeom>
              <a:avLst/>
              <a:gdLst>
                <a:gd name="T0" fmla="*/ 19 w 61"/>
                <a:gd name="T1" fmla="*/ 8 h 48"/>
                <a:gd name="T2" fmla="*/ 8 w 61"/>
                <a:gd name="T3" fmla="*/ 29 h 48"/>
                <a:gd name="T4" fmla="*/ 6 w 61"/>
                <a:gd name="T5" fmla="*/ 48 h 48"/>
                <a:gd name="T6" fmla="*/ 21 w 61"/>
                <a:gd name="T7" fmla="*/ 37 h 48"/>
                <a:gd name="T8" fmla="*/ 29 w 61"/>
                <a:gd name="T9" fmla="*/ 41 h 48"/>
                <a:gd name="T10" fmla="*/ 57 w 61"/>
                <a:gd name="T11" fmla="*/ 25 h 48"/>
                <a:gd name="T12" fmla="*/ 55 w 61"/>
                <a:gd name="T13" fmla="*/ 17 h 48"/>
                <a:gd name="T14" fmla="*/ 26 w 61"/>
                <a:gd name="T15" fmla="*/ 4 h 48"/>
                <a:gd name="T16" fmla="*/ 21 w 61"/>
                <a:gd name="T17" fmla="*/ 2 h 48"/>
                <a:gd name="T18" fmla="*/ 19 w 61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48">
                  <a:moveTo>
                    <a:pt x="19" y="8"/>
                  </a:moveTo>
                  <a:cubicBezTo>
                    <a:pt x="18" y="16"/>
                    <a:pt x="17" y="24"/>
                    <a:pt x="8" y="29"/>
                  </a:cubicBezTo>
                  <a:cubicBezTo>
                    <a:pt x="1" y="33"/>
                    <a:pt x="0" y="40"/>
                    <a:pt x="6" y="48"/>
                  </a:cubicBezTo>
                  <a:cubicBezTo>
                    <a:pt x="4" y="33"/>
                    <a:pt x="14" y="38"/>
                    <a:pt x="21" y="37"/>
                  </a:cubicBezTo>
                  <a:cubicBezTo>
                    <a:pt x="25" y="37"/>
                    <a:pt x="28" y="41"/>
                    <a:pt x="29" y="41"/>
                  </a:cubicBezTo>
                  <a:cubicBezTo>
                    <a:pt x="36" y="32"/>
                    <a:pt x="49" y="33"/>
                    <a:pt x="57" y="25"/>
                  </a:cubicBezTo>
                  <a:cubicBezTo>
                    <a:pt x="61" y="20"/>
                    <a:pt x="57" y="17"/>
                    <a:pt x="55" y="17"/>
                  </a:cubicBezTo>
                  <a:cubicBezTo>
                    <a:pt x="40" y="24"/>
                    <a:pt x="34" y="11"/>
                    <a:pt x="26" y="4"/>
                  </a:cubicBezTo>
                  <a:cubicBezTo>
                    <a:pt x="25" y="3"/>
                    <a:pt x="24" y="0"/>
                    <a:pt x="21" y="2"/>
                  </a:cubicBezTo>
                  <a:cubicBezTo>
                    <a:pt x="19" y="3"/>
                    <a:pt x="19" y="5"/>
                    <a:pt x="19" y="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D7496C9-94A2-11D6-2DE8-830D2902C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2663" y="4258851"/>
              <a:ext cx="90105" cy="92328"/>
            </a:xfrm>
            <a:custGeom>
              <a:avLst/>
              <a:gdLst>
                <a:gd name="T0" fmla="*/ 7 w 46"/>
                <a:gd name="T1" fmla="*/ 17 h 47"/>
                <a:gd name="T2" fmla="*/ 8 w 46"/>
                <a:gd name="T3" fmla="*/ 36 h 47"/>
                <a:gd name="T4" fmla="*/ 20 w 46"/>
                <a:gd name="T5" fmla="*/ 29 h 47"/>
                <a:gd name="T6" fmla="*/ 27 w 46"/>
                <a:gd name="T7" fmla="*/ 40 h 47"/>
                <a:gd name="T8" fmla="*/ 34 w 46"/>
                <a:gd name="T9" fmla="*/ 45 h 47"/>
                <a:gd name="T10" fmla="*/ 38 w 46"/>
                <a:gd name="T11" fmla="*/ 37 h 47"/>
                <a:gd name="T12" fmla="*/ 36 w 46"/>
                <a:gd name="T13" fmla="*/ 25 h 47"/>
                <a:gd name="T14" fmla="*/ 39 w 46"/>
                <a:gd name="T15" fmla="*/ 14 h 47"/>
                <a:gd name="T16" fmla="*/ 46 w 46"/>
                <a:gd name="T17" fmla="*/ 8 h 47"/>
                <a:gd name="T18" fmla="*/ 14 w 46"/>
                <a:gd name="T19" fmla="*/ 5 h 47"/>
                <a:gd name="T20" fmla="*/ 7 w 46"/>
                <a:gd name="T21" fmla="*/ 1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47">
                  <a:moveTo>
                    <a:pt x="7" y="17"/>
                  </a:moveTo>
                  <a:cubicBezTo>
                    <a:pt x="2" y="24"/>
                    <a:pt x="0" y="30"/>
                    <a:pt x="8" y="36"/>
                  </a:cubicBezTo>
                  <a:cubicBezTo>
                    <a:pt x="17" y="43"/>
                    <a:pt x="14" y="28"/>
                    <a:pt x="20" y="29"/>
                  </a:cubicBezTo>
                  <a:cubicBezTo>
                    <a:pt x="25" y="31"/>
                    <a:pt x="24" y="36"/>
                    <a:pt x="27" y="40"/>
                  </a:cubicBezTo>
                  <a:cubicBezTo>
                    <a:pt x="29" y="42"/>
                    <a:pt x="30" y="47"/>
                    <a:pt x="34" y="45"/>
                  </a:cubicBezTo>
                  <a:cubicBezTo>
                    <a:pt x="38" y="44"/>
                    <a:pt x="41" y="40"/>
                    <a:pt x="38" y="37"/>
                  </a:cubicBezTo>
                  <a:cubicBezTo>
                    <a:pt x="36" y="33"/>
                    <a:pt x="41" y="29"/>
                    <a:pt x="36" y="25"/>
                  </a:cubicBezTo>
                  <a:cubicBezTo>
                    <a:pt x="29" y="20"/>
                    <a:pt x="35" y="16"/>
                    <a:pt x="39" y="14"/>
                  </a:cubicBezTo>
                  <a:cubicBezTo>
                    <a:pt x="41" y="12"/>
                    <a:pt x="46" y="13"/>
                    <a:pt x="46" y="8"/>
                  </a:cubicBezTo>
                  <a:cubicBezTo>
                    <a:pt x="36" y="0"/>
                    <a:pt x="22" y="25"/>
                    <a:pt x="14" y="5"/>
                  </a:cubicBezTo>
                  <a:cubicBezTo>
                    <a:pt x="6" y="6"/>
                    <a:pt x="11" y="14"/>
                    <a:pt x="7" y="1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6D8A59A-E343-782E-5618-AD2B26340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7017" y="3781634"/>
              <a:ext cx="171308" cy="73417"/>
            </a:xfrm>
            <a:custGeom>
              <a:avLst/>
              <a:gdLst>
                <a:gd name="T0" fmla="*/ 22 w 87"/>
                <a:gd name="T1" fmla="*/ 4 h 37"/>
                <a:gd name="T2" fmla="*/ 0 w 87"/>
                <a:gd name="T3" fmla="*/ 9 h 37"/>
                <a:gd name="T4" fmla="*/ 7 w 87"/>
                <a:gd name="T5" fmla="*/ 7 h 37"/>
                <a:gd name="T6" fmla="*/ 52 w 87"/>
                <a:gd name="T7" fmla="*/ 29 h 37"/>
                <a:gd name="T8" fmla="*/ 77 w 87"/>
                <a:gd name="T9" fmla="*/ 36 h 37"/>
                <a:gd name="T10" fmla="*/ 85 w 87"/>
                <a:gd name="T11" fmla="*/ 33 h 37"/>
                <a:gd name="T12" fmla="*/ 79 w 87"/>
                <a:gd name="T13" fmla="*/ 26 h 37"/>
                <a:gd name="T14" fmla="*/ 22 w 87"/>
                <a:gd name="T15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7">
                  <a:moveTo>
                    <a:pt x="22" y="4"/>
                  </a:moveTo>
                  <a:cubicBezTo>
                    <a:pt x="15" y="1"/>
                    <a:pt x="6" y="0"/>
                    <a:pt x="0" y="9"/>
                  </a:cubicBezTo>
                  <a:cubicBezTo>
                    <a:pt x="2" y="7"/>
                    <a:pt x="5" y="5"/>
                    <a:pt x="7" y="7"/>
                  </a:cubicBezTo>
                  <a:cubicBezTo>
                    <a:pt x="21" y="17"/>
                    <a:pt x="40" y="16"/>
                    <a:pt x="52" y="29"/>
                  </a:cubicBezTo>
                  <a:cubicBezTo>
                    <a:pt x="59" y="37"/>
                    <a:pt x="68" y="36"/>
                    <a:pt x="77" y="36"/>
                  </a:cubicBezTo>
                  <a:cubicBezTo>
                    <a:pt x="80" y="36"/>
                    <a:pt x="84" y="37"/>
                    <a:pt x="85" y="33"/>
                  </a:cubicBezTo>
                  <a:cubicBezTo>
                    <a:pt x="87" y="28"/>
                    <a:pt x="82" y="28"/>
                    <a:pt x="79" y="26"/>
                  </a:cubicBezTo>
                  <a:cubicBezTo>
                    <a:pt x="60" y="19"/>
                    <a:pt x="41" y="10"/>
                    <a:pt x="22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9893992-EA45-26BB-24A5-FAADF1FE3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9408" y="4061956"/>
              <a:ext cx="107902" cy="80092"/>
            </a:xfrm>
            <a:custGeom>
              <a:avLst/>
              <a:gdLst>
                <a:gd name="T0" fmla="*/ 46 w 55"/>
                <a:gd name="T1" fmla="*/ 10 h 41"/>
                <a:gd name="T2" fmla="*/ 34 w 55"/>
                <a:gd name="T3" fmla="*/ 6 h 41"/>
                <a:gd name="T4" fmla="*/ 22 w 55"/>
                <a:gd name="T5" fmla="*/ 14 h 41"/>
                <a:gd name="T6" fmla="*/ 0 w 55"/>
                <a:gd name="T7" fmla="*/ 27 h 41"/>
                <a:gd name="T8" fmla="*/ 24 w 55"/>
                <a:gd name="T9" fmla="*/ 36 h 41"/>
                <a:gd name="T10" fmla="*/ 34 w 55"/>
                <a:gd name="T11" fmla="*/ 41 h 41"/>
                <a:gd name="T12" fmla="*/ 36 w 55"/>
                <a:gd name="T13" fmla="*/ 34 h 41"/>
                <a:gd name="T14" fmla="*/ 38 w 55"/>
                <a:gd name="T15" fmla="*/ 29 h 41"/>
                <a:gd name="T16" fmla="*/ 46 w 55"/>
                <a:gd name="T17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41">
                  <a:moveTo>
                    <a:pt x="46" y="10"/>
                  </a:moveTo>
                  <a:cubicBezTo>
                    <a:pt x="45" y="0"/>
                    <a:pt x="40" y="2"/>
                    <a:pt x="34" y="6"/>
                  </a:cubicBezTo>
                  <a:cubicBezTo>
                    <a:pt x="30" y="9"/>
                    <a:pt x="28" y="17"/>
                    <a:pt x="22" y="14"/>
                  </a:cubicBezTo>
                  <a:cubicBezTo>
                    <a:pt x="10" y="9"/>
                    <a:pt x="7" y="18"/>
                    <a:pt x="0" y="27"/>
                  </a:cubicBezTo>
                  <a:cubicBezTo>
                    <a:pt x="14" y="22"/>
                    <a:pt x="23" y="20"/>
                    <a:pt x="24" y="36"/>
                  </a:cubicBezTo>
                  <a:cubicBezTo>
                    <a:pt x="24" y="41"/>
                    <a:pt x="30" y="41"/>
                    <a:pt x="34" y="41"/>
                  </a:cubicBezTo>
                  <a:cubicBezTo>
                    <a:pt x="41" y="40"/>
                    <a:pt x="36" y="37"/>
                    <a:pt x="36" y="34"/>
                  </a:cubicBezTo>
                  <a:cubicBezTo>
                    <a:pt x="35" y="32"/>
                    <a:pt x="36" y="30"/>
                    <a:pt x="38" y="29"/>
                  </a:cubicBezTo>
                  <a:cubicBezTo>
                    <a:pt x="55" y="28"/>
                    <a:pt x="46" y="17"/>
                    <a:pt x="46" y="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3DE0A2E-2DF5-B15D-9B34-D3D01DBC9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2150" y="5105382"/>
              <a:ext cx="66744" cy="81204"/>
            </a:xfrm>
            <a:custGeom>
              <a:avLst/>
              <a:gdLst>
                <a:gd name="T0" fmla="*/ 22 w 34"/>
                <a:gd name="T1" fmla="*/ 6 h 41"/>
                <a:gd name="T2" fmla="*/ 0 w 34"/>
                <a:gd name="T3" fmla="*/ 5 h 41"/>
                <a:gd name="T4" fmla="*/ 4 w 34"/>
                <a:gd name="T5" fmla="*/ 27 h 41"/>
                <a:gd name="T6" fmla="*/ 18 w 34"/>
                <a:gd name="T7" fmla="*/ 38 h 41"/>
                <a:gd name="T8" fmla="*/ 34 w 34"/>
                <a:gd name="T9" fmla="*/ 14 h 41"/>
                <a:gd name="T10" fmla="*/ 22 w 34"/>
                <a:gd name="T1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41">
                  <a:moveTo>
                    <a:pt x="22" y="6"/>
                  </a:moveTo>
                  <a:cubicBezTo>
                    <a:pt x="14" y="12"/>
                    <a:pt x="8" y="8"/>
                    <a:pt x="0" y="5"/>
                  </a:cubicBezTo>
                  <a:cubicBezTo>
                    <a:pt x="1" y="14"/>
                    <a:pt x="3" y="20"/>
                    <a:pt x="4" y="27"/>
                  </a:cubicBezTo>
                  <a:cubicBezTo>
                    <a:pt x="4" y="34"/>
                    <a:pt x="12" y="41"/>
                    <a:pt x="18" y="38"/>
                  </a:cubicBezTo>
                  <a:cubicBezTo>
                    <a:pt x="26" y="33"/>
                    <a:pt x="34" y="25"/>
                    <a:pt x="34" y="14"/>
                  </a:cubicBezTo>
                  <a:cubicBezTo>
                    <a:pt x="34" y="6"/>
                    <a:pt x="29" y="0"/>
                    <a:pt x="22" y="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CF47E63-9175-CD6E-D94B-639AEFC66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2687" y="3886200"/>
              <a:ext cx="61181" cy="99003"/>
            </a:xfrm>
            <a:custGeom>
              <a:avLst/>
              <a:gdLst>
                <a:gd name="T0" fmla="*/ 7 w 31"/>
                <a:gd name="T1" fmla="*/ 25 h 50"/>
                <a:gd name="T2" fmla="*/ 12 w 31"/>
                <a:gd name="T3" fmla="*/ 44 h 50"/>
                <a:gd name="T4" fmla="*/ 23 w 31"/>
                <a:gd name="T5" fmla="*/ 46 h 50"/>
                <a:gd name="T6" fmla="*/ 29 w 31"/>
                <a:gd name="T7" fmla="*/ 17 h 50"/>
                <a:gd name="T8" fmla="*/ 19 w 31"/>
                <a:gd name="T9" fmla="*/ 1 h 50"/>
                <a:gd name="T10" fmla="*/ 11 w 31"/>
                <a:gd name="T11" fmla="*/ 13 h 50"/>
                <a:gd name="T12" fmla="*/ 7 w 31"/>
                <a:gd name="T13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50">
                  <a:moveTo>
                    <a:pt x="7" y="25"/>
                  </a:moveTo>
                  <a:cubicBezTo>
                    <a:pt x="0" y="33"/>
                    <a:pt x="12" y="37"/>
                    <a:pt x="12" y="44"/>
                  </a:cubicBezTo>
                  <a:cubicBezTo>
                    <a:pt x="12" y="50"/>
                    <a:pt x="19" y="45"/>
                    <a:pt x="23" y="46"/>
                  </a:cubicBezTo>
                  <a:cubicBezTo>
                    <a:pt x="22" y="36"/>
                    <a:pt x="25" y="27"/>
                    <a:pt x="29" y="17"/>
                  </a:cubicBezTo>
                  <a:cubicBezTo>
                    <a:pt x="31" y="10"/>
                    <a:pt x="29" y="2"/>
                    <a:pt x="19" y="1"/>
                  </a:cubicBezTo>
                  <a:cubicBezTo>
                    <a:pt x="8" y="0"/>
                    <a:pt x="11" y="8"/>
                    <a:pt x="11" y="13"/>
                  </a:cubicBezTo>
                  <a:cubicBezTo>
                    <a:pt x="11" y="17"/>
                    <a:pt x="11" y="21"/>
                    <a:pt x="7" y="2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D5110FF-52C9-D3CE-090E-7DF70B16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3887" y="3847266"/>
              <a:ext cx="112351" cy="51169"/>
            </a:xfrm>
            <a:custGeom>
              <a:avLst/>
              <a:gdLst>
                <a:gd name="T0" fmla="*/ 57 w 57"/>
                <a:gd name="T1" fmla="*/ 16 h 26"/>
                <a:gd name="T2" fmla="*/ 25 w 57"/>
                <a:gd name="T3" fmla="*/ 5 h 26"/>
                <a:gd name="T4" fmla="*/ 15 w 57"/>
                <a:gd name="T5" fmla="*/ 17 h 26"/>
                <a:gd name="T6" fmla="*/ 0 w 57"/>
                <a:gd name="T7" fmla="*/ 18 h 26"/>
                <a:gd name="T8" fmla="*/ 57 w 57"/>
                <a:gd name="T9" fmla="*/ 1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26">
                  <a:moveTo>
                    <a:pt x="57" y="16"/>
                  </a:moveTo>
                  <a:cubicBezTo>
                    <a:pt x="47" y="6"/>
                    <a:pt x="35" y="8"/>
                    <a:pt x="25" y="5"/>
                  </a:cubicBezTo>
                  <a:cubicBezTo>
                    <a:pt x="9" y="0"/>
                    <a:pt x="8" y="4"/>
                    <a:pt x="15" y="17"/>
                  </a:cubicBezTo>
                  <a:cubicBezTo>
                    <a:pt x="9" y="18"/>
                    <a:pt x="5" y="18"/>
                    <a:pt x="0" y="18"/>
                  </a:cubicBezTo>
                  <a:cubicBezTo>
                    <a:pt x="20" y="26"/>
                    <a:pt x="38" y="22"/>
                    <a:pt x="57" y="1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9FB4435-D445-CA1E-380C-0A12D09A2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697" y="4065296"/>
              <a:ext cx="46720" cy="76755"/>
            </a:xfrm>
            <a:custGeom>
              <a:avLst/>
              <a:gdLst>
                <a:gd name="T0" fmla="*/ 8 w 24"/>
                <a:gd name="T1" fmla="*/ 0 h 39"/>
                <a:gd name="T2" fmla="*/ 5 w 24"/>
                <a:gd name="T3" fmla="*/ 1 h 39"/>
                <a:gd name="T4" fmla="*/ 9 w 24"/>
                <a:gd name="T5" fmla="*/ 37 h 39"/>
                <a:gd name="T6" fmla="*/ 14 w 24"/>
                <a:gd name="T7" fmla="*/ 38 h 39"/>
                <a:gd name="T8" fmla="*/ 23 w 24"/>
                <a:gd name="T9" fmla="*/ 22 h 39"/>
                <a:gd name="T10" fmla="*/ 8 w 24"/>
                <a:gd name="T1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39">
                  <a:moveTo>
                    <a:pt x="8" y="0"/>
                  </a:moveTo>
                  <a:cubicBezTo>
                    <a:pt x="7" y="1"/>
                    <a:pt x="6" y="1"/>
                    <a:pt x="5" y="1"/>
                  </a:cubicBezTo>
                  <a:cubicBezTo>
                    <a:pt x="0" y="5"/>
                    <a:pt x="3" y="34"/>
                    <a:pt x="9" y="37"/>
                  </a:cubicBezTo>
                  <a:cubicBezTo>
                    <a:pt x="10" y="38"/>
                    <a:pt x="12" y="39"/>
                    <a:pt x="14" y="38"/>
                  </a:cubicBezTo>
                  <a:cubicBezTo>
                    <a:pt x="21" y="34"/>
                    <a:pt x="24" y="29"/>
                    <a:pt x="23" y="22"/>
                  </a:cubicBezTo>
                  <a:cubicBezTo>
                    <a:pt x="21" y="13"/>
                    <a:pt x="16" y="6"/>
                    <a:pt x="8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C5A6055-4FE8-AE5D-E448-F46009D62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1513" y="2452325"/>
              <a:ext cx="1113" cy="1112"/>
            </a:xfrm>
            <a:prstGeom prst="ellipse">
              <a:avLst/>
            </a:pr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9147931-DE80-C703-3923-CDFDC0945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0399" y="2425627"/>
              <a:ext cx="82316" cy="54507"/>
            </a:xfrm>
            <a:custGeom>
              <a:avLst/>
              <a:gdLst>
                <a:gd name="T0" fmla="*/ 28 w 42"/>
                <a:gd name="T1" fmla="*/ 26 h 28"/>
                <a:gd name="T2" fmla="*/ 32 w 42"/>
                <a:gd name="T3" fmla="*/ 20 h 28"/>
                <a:gd name="T4" fmla="*/ 42 w 42"/>
                <a:gd name="T5" fmla="*/ 18 h 28"/>
                <a:gd name="T6" fmla="*/ 13 w 42"/>
                <a:gd name="T7" fmla="*/ 6 h 28"/>
                <a:gd name="T8" fmla="*/ 1 w 42"/>
                <a:gd name="T9" fmla="*/ 14 h 28"/>
                <a:gd name="T10" fmla="*/ 28 w 42"/>
                <a:gd name="T11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28">
                  <a:moveTo>
                    <a:pt x="28" y="26"/>
                  </a:moveTo>
                  <a:cubicBezTo>
                    <a:pt x="25" y="21"/>
                    <a:pt x="29" y="21"/>
                    <a:pt x="32" y="20"/>
                  </a:cubicBezTo>
                  <a:cubicBezTo>
                    <a:pt x="35" y="19"/>
                    <a:pt x="41" y="23"/>
                    <a:pt x="42" y="18"/>
                  </a:cubicBezTo>
                  <a:cubicBezTo>
                    <a:pt x="36" y="4"/>
                    <a:pt x="22" y="11"/>
                    <a:pt x="13" y="6"/>
                  </a:cubicBezTo>
                  <a:cubicBezTo>
                    <a:pt x="2" y="0"/>
                    <a:pt x="0" y="4"/>
                    <a:pt x="1" y="14"/>
                  </a:cubicBezTo>
                  <a:cubicBezTo>
                    <a:pt x="9" y="20"/>
                    <a:pt x="16" y="28"/>
                    <a:pt x="28" y="2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D11D2AD-EC1C-86DB-DBAD-AC66FADC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4907" y="247679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C0D3CD2-405B-740B-495F-B9D965729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7182" y="3962954"/>
              <a:ext cx="83431" cy="91216"/>
            </a:xfrm>
            <a:custGeom>
              <a:avLst/>
              <a:gdLst>
                <a:gd name="T0" fmla="*/ 31 w 42"/>
                <a:gd name="T1" fmla="*/ 46 h 46"/>
                <a:gd name="T2" fmla="*/ 35 w 42"/>
                <a:gd name="T3" fmla="*/ 26 h 46"/>
                <a:gd name="T4" fmla="*/ 0 w 42"/>
                <a:gd name="T5" fmla="*/ 7 h 46"/>
                <a:gd name="T6" fmla="*/ 31 w 42"/>
                <a:gd name="T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46">
                  <a:moveTo>
                    <a:pt x="31" y="46"/>
                  </a:moveTo>
                  <a:cubicBezTo>
                    <a:pt x="38" y="39"/>
                    <a:pt x="42" y="31"/>
                    <a:pt x="35" y="26"/>
                  </a:cubicBezTo>
                  <a:cubicBezTo>
                    <a:pt x="24" y="18"/>
                    <a:pt x="19" y="0"/>
                    <a:pt x="0" y="7"/>
                  </a:cubicBezTo>
                  <a:cubicBezTo>
                    <a:pt x="19" y="13"/>
                    <a:pt x="21" y="33"/>
                    <a:pt x="31" y="4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F53CED0-2EAA-3217-3B95-25D1C19C3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7182" y="397741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3320FB2-39CB-E3F5-2931-6024F49D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1120" y="2224285"/>
              <a:ext cx="65631" cy="46720"/>
            </a:xfrm>
            <a:custGeom>
              <a:avLst/>
              <a:gdLst>
                <a:gd name="T0" fmla="*/ 27 w 33"/>
                <a:gd name="T1" fmla="*/ 20 h 24"/>
                <a:gd name="T2" fmla="*/ 32 w 33"/>
                <a:gd name="T3" fmla="*/ 15 h 24"/>
                <a:gd name="T4" fmla="*/ 30 w 33"/>
                <a:gd name="T5" fmla="*/ 9 h 24"/>
                <a:gd name="T6" fmla="*/ 0 w 33"/>
                <a:gd name="T7" fmla="*/ 3 h 24"/>
                <a:gd name="T8" fmla="*/ 27 w 33"/>
                <a:gd name="T9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4">
                  <a:moveTo>
                    <a:pt x="27" y="20"/>
                  </a:moveTo>
                  <a:cubicBezTo>
                    <a:pt x="30" y="19"/>
                    <a:pt x="32" y="19"/>
                    <a:pt x="32" y="15"/>
                  </a:cubicBezTo>
                  <a:cubicBezTo>
                    <a:pt x="33" y="12"/>
                    <a:pt x="32" y="8"/>
                    <a:pt x="30" y="9"/>
                  </a:cubicBezTo>
                  <a:cubicBezTo>
                    <a:pt x="19" y="12"/>
                    <a:pt x="11" y="0"/>
                    <a:pt x="0" y="3"/>
                  </a:cubicBezTo>
                  <a:cubicBezTo>
                    <a:pt x="7" y="21"/>
                    <a:pt x="12" y="24"/>
                    <a:pt x="27" y="2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63ECBAC-DCF4-8BCF-BA5E-2E10B2534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9971" y="2372232"/>
              <a:ext cx="87879" cy="35596"/>
            </a:xfrm>
            <a:custGeom>
              <a:avLst/>
              <a:gdLst>
                <a:gd name="T0" fmla="*/ 45 w 45"/>
                <a:gd name="T1" fmla="*/ 7 h 18"/>
                <a:gd name="T2" fmla="*/ 3 w 45"/>
                <a:gd name="T3" fmla="*/ 0 h 18"/>
                <a:gd name="T4" fmla="*/ 0 w 45"/>
                <a:gd name="T5" fmla="*/ 2 h 18"/>
                <a:gd name="T6" fmla="*/ 2 w 45"/>
                <a:gd name="T7" fmla="*/ 7 h 18"/>
                <a:gd name="T8" fmla="*/ 45 w 45"/>
                <a:gd name="T9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18">
                  <a:moveTo>
                    <a:pt x="45" y="7"/>
                  </a:moveTo>
                  <a:cubicBezTo>
                    <a:pt x="30" y="1"/>
                    <a:pt x="15" y="10"/>
                    <a:pt x="3" y="0"/>
                  </a:cubicBezTo>
                  <a:cubicBezTo>
                    <a:pt x="3" y="0"/>
                    <a:pt x="0" y="1"/>
                    <a:pt x="0" y="2"/>
                  </a:cubicBezTo>
                  <a:cubicBezTo>
                    <a:pt x="0" y="4"/>
                    <a:pt x="1" y="6"/>
                    <a:pt x="2" y="7"/>
                  </a:cubicBezTo>
                  <a:cubicBezTo>
                    <a:pt x="12" y="17"/>
                    <a:pt x="30" y="18"/>
                    <a:pt x="45" y="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D69658E-F0D1-CE24-8220-4D52A201F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491" y="2364447"/>
              <a:ext cx="61181" cy="43382"/>
            </a:xfrm>
            <a:custGeom>
              <a:avLst/>
              <a:gdLst>
                <a:gd name="T0" fmla="*/ 16 w 31"/>
                <a:gd name="T1" fmla="*/ 2 h 22"/>
                <a:gd name="T2" fmla="*/ 1 w 31"/>
                <a:gd name="T3" fmla="*/ 10 h 22"/>
                <a:gd name="T4" fmla="*/ 13 w 31"/>
                <a:gd name="T5" fmla="*/ 15 h 22"/>
                <a:gd name="T6" fmla="*/ 22 w 31"/>
                <a:gd name="T7" fmla="*/ 19 h 22"/>
                <a:gd name="T8" fmla="*/ 30 w 31"/>
                <a:gd name="T9" fmla="*/ 10 h 22"/>
                <a:gd name="T10" fmla="*/ 16 w 31"/>
                <a:gd name="T11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2">
                  <a:moveTo>
                    <a:pt x="16" y="2"/>
                  </a:moveTo>
                  <a:cubicBezTo>
                    <a:pt x="11" y="4"/>
                    <a:pt x="1" y="0"/>
                    <a:pt x="1" y="10"/>
                  </a:cubicBezTo>
                  <a:cubicBezTo>
                    <a:pt x="0" y="19"/>
                    <a:pt x="9" y="13"/>
                    <a:pt x="13" y="15"/>
                  </a:cubicBezTo>
                  <a:cubicBezTo>
                    <a:pt x="16" y="17"/>
                    <a:pt x="19" y="18"/>
                    <a:pt x="22" y="19"/>
                  </a:cubicBezTo>
                  <a:cubicBezTo>
                    <a:pt x="31" y="22"/>
                    <a:pt x="31" y="16"/>
                    <a:pt x="30" y="10"/>
                  </a:cubicBezTo>
                  <a:cubicBezTo>
                    <a:pt x="29" y="2"/>
                    <a:pt x="22" y="3"/>
                    <a:pt x="16" y="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AC00427-D746-9DBD-113A-AFB7BEECB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0480" y="2630307"/>
              <a:ext cx="47833" cy="36709"/>
            </a:xfrm>
            <a:custGeom>
              <a:avLst/>
              <a:gdLst>
                <a:gd name="T0" fmla="*/ 12 w 24"/>
                <a:gd name="T1" fmla="*/ 18 h 19"/>
                <a:gd name="T2" fmla="*/ 23 w 24"/>
                <a:gd name="T3" fmla="*/ 9 h 19"/>
                <a:gd name="T4" fmla="*/ 11 w 24"/>
                <a:gd name="T5" fmla="*/ 0 h 19"/>
                <a:gd name="T6" fmla="*/ 0 w 24"/>
                <a:gd name="T7" fmla="*/ 11 h 19"/>
                <a:gd name="T8" fmla="*/ 12 w 24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9">
                  <a:moveTo>
                    <a:pt x="12" y="18"/>
                  </a:moveTo>
                  <a:cubicBezTo>
                    <a:pt x="19" y="19"/>
                    <a:pt x="24" y="17"/>
                    <a:pt x="23" y="9"/>
                  </a:cubicBezTo>
                  <a:cubicBezTo>
                    <a:pt x="23" y="3"/>
                    <a:pt x="18" y="0"/>
                    <a:pt x="11" y="0"/>
                  </a:cubicBezTo>
                  <a:cubicBezTo>
                    <a:pt x="3" y="0"/>
                    <a:pt x="0" y="4"/>
                    <a:pt x="0" y="11"/>
                  </a:cubicBezTo>
                  <a:cubicBezTo>
                    <a:pt x="0" y="19"/>
                    <a:pt x="6" y="18"/>
                    <a:pt x="12" y="18"/>
                  </a:cubicBezTo>
                  <a:close/>
                </a:path>
              </a:pathLst>
            </a:custGeom>
            <a:solidFill>
              <a:schemeClr val="accent5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A90F8331-56E8-5E91-ECEE-116202801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5149" y="2523518"/>
              <a:ext cx="74531" cy="23360"/>
            </a:xfrm>
            <a:custGeom>
              <a:avLst/>
              <a:gdLst>
                <a:gd name="T0" fmla="*/ 27 w 38"/>
                <a:gd name="T1" fmla="*/ 12 h 12"/>
                <a:gd name="T2" fmla="*/ 38 w 38"/>
                <a:gd name="T3" fmla="*/ 6 h 12"/>
                <a:gd name="T4" fmla="*/ 26 w 38"/>
                <a:gd name="T5" fmla="*/ 0 h 12"/>
                <a:gd name="T6" fmla="*/ 0 w 38"/>
                <a:gd name="T7" fmla="*/ 12 h 12"/>
                <a:gd name="T8" fmla="*/ 27 w 38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2">
                  <a:moveTo>
                    <a:pt x="27" y="12"/>
                  </a:moveTo>
                  <a:cubicBezTo>
                    <a:pt x="31" y="12"/>
                    <a:pt x="38" y="11"/>
                    <a:pt x="38" y="6"/>
                  </a:cubicBezTo>
                  <a:cubicBezTo>
                    <a:pt x="38" y="1"/>
                    <a:pt x="31" y="1"/>
                    <a:pt x="26" y="0"/>
                  </a:cubicBezTo>
                  <a:cubicBezTo>
                    <a:pt x="18" y="0"/>
                    <a:pt x="10" y="3"/>
                    <a:pt x="0" y="12"/>
                  </a:cubicBezTo>
                  <a:cubicBezTo>
                    <a:pt x="12" y="12"/>
                    <a:pt x="19" y="12"/>
                    <a:pt x="27" y="1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4CA7B389-EB94-55AA-7F5C-AFD6E9594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898" y="2255433"/>
              <a:ext cx="53395" cy="37821"/>
            </a:xfrm>
            <a:custGeom>
              <a:avLst/>
              <a:gdLst>
                <a:gd name="T0" fmla="*/ 18 w 27"/>
                <a:gd name="T1" fmla="*/ 4 h 19"/>
                <a:gd name="T2" fmla="*/ 0 w 27"/>
                <a:gd name="T3" fmla="*/ 12 h 19"/>
                <a:gd name="T4" fmla="*/ 13 w 27"/>
                <a:gd name="T5" fmla="*/ 19 h 19"/>
                <a:gd name="T6" fmla="*/ 27 w 27"/>
                <a:gd name="T7" fmla="*/ 8 h 19"/>
                <a:gd name="T8" fmla="*/ 18 w 27"/>
                <a:gd name="T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9">
                  <a:moveTo>
                    <a:pt x="18" y="4"/>
                  </a:moveTo>
                  <a:cubicBezTo>
                    <a:pt x="11" y="4"/>
                    <a:pt x="1" y="2"/>
                    <a:pt x="0" y="12"/>
                  </a:cubicBezTo>
                  <a:cubicBezTo>
                    <a:pt x="0" y="17"/>
                    <a:pt x="7" y="19"/>
                    <a:pt x="13" y="19"/>
                  </a:cubicBezTo>
                  <a:cubicBezTo>
                    <a:pt x="21" y="19"/>
                    <a:pt x="27" y="16"/>
                    <a:pt x="27" y="8"/>
                  </a:cubicBezTo>
                  <a:cubicBezTo>
                    <a:pt x="27" y="0"/>
                    <a:pt x="21" y="6"/>
                    <a:pt x="18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C489B9F-3A62-345A-6FC8-D551919B4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7182" y="4024136"/>
              <a:ext cx="43383" cy="53395"/>
            </a:xfrm>
            <a:custGeom>
              <a:avLst/>
              <a:gdLst>
                <a:gd name="T0" fmla="*/ 10 w 22"/>
                <a:gd name="T1" fmla="*/ 25 h 27"/>
                <a:gd name="T2" fmla="*/ 15 w 22"/>
                <a:gd name="T3" fmla="*/ 25 h 27"/>
                <a:gd name="T4" fmla="*/ 22 w 22"/>
                <a:gd name="T5" fmla="*/ 15 h 27"/>
                <a:gd name="T6" fmla="*/ 14 w 22"/>
                <a:gd name="T7" fmla="*/ 4 h 27"/>
                <a:gd name="T8" fmla="*/ 3 w 22"/>
                <a:gd name="T9" fmla="*/ 0 h 27"/>
                <a:gd name="T10" fmla="*/ 0 w 22"/>
                <a:gd name="T11" fmla="*/ 5 h 27"/>
                <a:gd name="T12" fmla="*/ 8 w 22"/>
                <a:gd name="T13" fmla="*/ 11 h 27"/>
                <a:gd name="T14" fmla="*/ 11 w 22"/>
                <a:gd name="T15" fmla="*/ 16 h 27"/>
                <a:gd name="T16" fmla="*/ 10 w 22"/>
                <a:gd name="T17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7">
                  <a:moveTo>
                    <a:pt x="10" y="25"/>
                  </a:moveTo>
                  <a:cubicBezTo>
                    <a:pt x="11" y="26"/>
                    <a:pt x="13" y="27"/>
                    <a:pt x="15" y="25"/>
                  </a:cubicBezTo>
                  <a:cubicBezTo>
                    <a:pt x="17" y="22"/>
                    <a:pt x="20" y="18"/>
                    <a:pt x="22" y="15"/>
                  </a:cubicBezTo>
                  <a:cubicBezTo>
                    <a:pt x="19" y="11"/>
                    <a:pt x="17" y="7"/>
                    <a:pt x="14" y="4"/>
                  </a:cubicBezTo>
                  <a:cubicBezTo>
                    <a:pt x="11" y="0"/>
                    <a:pt x="8" y="0"/>
                    <a:pt x="3" y="0"/>
                  </a:cubicBezTo>
                  <a:cubicBezTo>
                    <a:pt x="0" y="0"/>
                    <a:pt x="0" y="3"/>
                    <a:pt x="0" y="5"/>
                  </a:cubicBezTo>
                  <a:cubicBezTo>
                    <a:pt x="0" y="11"/>
                    <a:pt x="3" y="12"/>
                    <a:pt x="8" y="11"/>
                  </a:cubicBezTo>
                  <a:cubicBezTo>
                    <a:pt x="12" y="10"/>
                    <a:pt x="12" y="13"/>
                    <a:pt x="11" y="16"/>
                  </a:cubicBezTo>
                  <a:cubicBezTo>
                    <a:pt x="9" y="19"/>
                    <a:pt x="4" y="21"/>
                    <a:pt x="10" y="2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1A0FEDB-4E35-B8F3-4B2F-FA0139723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1082" y="2124168"/>
              <a:ext cx="80093" cy="54507"/>
            </a:xfrm>
            <a:custGeom>
              <a:avLst/>
              <a:gdLst>
                <a:gd name="T0" fmla="*/ 41 w 41"/>
                <a:gd name="T1" fmla="*/ 8 h 28"/>
                <a:gd name="T2" fmla="*/ 0 w 41"/>
                <a:gd name="T3" fmla="*/ 20 h 28"/>
                <a:gd name="T4" fmla="*/ 41 w 41"/>
                <a:gd name="T5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41" y="8"/>
                  </a:moveTo>
                  <a:cubicBezTo>
                    <a:pt x="25" y="0"/>
                    <a:pt x="16" y="16"/>
                    <a:pt x="0" y="20"/>
                  </a:cubicBezTo>
                  <a:cubicBezTo>
                    <a:pt x="20" y="28"/>
                    <a:pt x="28" y="9"/>
                    <a:pt x="41" y="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4EF0FA5-0F0E-905C-617C-625E9E5E7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478" y="3555819"/>
              <a:ext cx="43383" cy="62295"/>
            </a:xfrm>
            <a:custGeom>
              <a:avLst/>
              <a:gdLst>
                <a:gd name="T0" fmla="*/ 0 w 22"/>
                <a:gd name="T1" fmla="*/ 12 h 32"/>
                <a:gd name="T2" fmla="*/ 8 w 22"/>
                <a:gd name="T3" fmla="*/ 19 h 32"/>
                <a:gd name="T4" fmla="*/ 9 w 22"/>
                <a:gd name="T5" fmla="*/ 30 h 32"/>
                <a:gd name="T6" fmla="*/ 19 w 22"/>
                <a:gd name="T7" fmla="*/ 21 h 32"/>
                <a:gd name="T8" fmla="*/ 15 w 22"/>
                <a:gd name="T9" fmla="*/ 7 h 32"/>
                <a:gd name="T10" fmla="*/ 0 w 22"/>
                <a:gd name="T11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32">
                  <a:moveTo>
                    <a:pt x="0" y="12"/>
                  </a:moveTo>
                  <a:cubicBezTo>
                    <a:pt x="6" y="11"/>
                    <a:pt x="9" y="12"/>
                    <a:pt x="8" y="19"/>
                  </a:cubicBezTo>
                  <a:cubicBezTo>
                    <a:pt x="7" y="23"/>
                    <a:pt x="3" y="28"/>
                    <a:pt x="9" y="30"/>
                  </a:cubicBezTo>
                  <a:cubicBezTo>
                    <a:pt x="16" y="32"/>
                    <a:pt x="17" y="25"/>
                    <a:pt x="19" y="21"/>
                  </a:cubicBezTo>
                  <a:cubicBezTo>
                    <a:pt x="22" y="16"/>
                    <a:pt x="20" y="11"/>
                    <a:pt x="15" y="7"/>
                  </a:cubicBezTo>
                  <a:cubicBezTo>
                    <a:pt x="7" y="0"/>
                    <a:pt x="4" y="7"/>
                    <a:pt x="0" y="1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D4B2BFB-EEE2-6B6C-7575-AEBC93427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8259" y="3750488"/>
              <a:ext cx="35596" cy="56731"/>
            </a:xfrm>
            <a:custGeom>
              <a:avLst/>
              <a:gdLst>
                <a:gd name="T0" fmla="*/ 5 w 18"/>
                <a:gd name="T1" fmla="*/ 28 h 29"/>
                <a:gd name="T2" fmla="*/ 18 w 18"/>
                <a:gd name="T3" fmla="*/ 4 h 29"/>
                <a:gd name="T4" fmla="*/ 11 w 18"/>
                <a:gd name="T5" fmla="*/ 1 h 29"/>
                <a:gd name="T6" fmla="*/ 0 w 18"/>
                <a:gd name="T7" fmla="*/ 19 h 29"/>
                <a:gd name="T8" fmla="*/ 5 w 18"/>
                <a:gd name="T9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9">
                  <a:moveTo>
                    <a:pt x="5" y="28"/>
                  </a:moveTo>
                  <a:cubicBezTo>
                    <a:pt x="14" y="23"/>
                    <a:pt x="14" y="13"/>
                    <a:pt x="18" y="4"/>
                  </a:cubicBezTo>
                  <a:cubicBezTo>
                    <a:pt x="18" y="0"/>
                    <a:pt x="14" y="0"/>
                    <a:pt x="11" y="1"/>
                  </a:cubicBezTo>
                  <a:cubicBezTo>
                    <a:pt x="4" y="4"/>
                    <a:pt x="0" y="11"/>
                    <a:pt x="0" y="19"/>
                  </a:cubicBezTo>
                  <a:cubicBezTo>
                    <a:pt x="0" y="23"/>
                    <a:pt x="3" y="29"/>
                    <a:pt x="5" y="2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299383E-977C-A88C-DB6B-B0340FB75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3172" y="2433414"/>
              <a:ext cx="61181" cy="33371"/>
            </a:xfrm>
            <a:custGeom>
              <a:avLst/>
              <a:gdLst>
                <a:gd name="T0" fmla="*/ 23 w 31"/>
                <a:gd name="T1" fmla="*/ 4 h 17"/>
                <a:gd name="T2" fmla="*/ 0 w 31"/>
                <a:gd name="T3" fmla="*/ 8 h 17"/>
                <a:gd name="T4" fmla="*/ 19 w 31"/>
                <a:gd name="T5" fmla="*/ 15 h 17"/>
                <a:gd name="T6" fmla="*/ 30 w 31"/>
                <a:gd name="T7" fmla="*/ 11 h 17"/>
                <a:gd name="T8" fmla="*/ 23 w 31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7">
                  <a:moveTo>
                    <a:pt x="23" y="4"/>
                  </a:moveTo>
                  <a:cubicBezTo>
                    <a:pt x="15" y="0"/>
                    <a:pt x="8" y="1"/>
                    <a:pt x="0" y="8"/>
                  </a:cubicBezTo>
                  <a:cubicBezTo>
                    <a:pt x="7" y="10"/>
                    <a:pt x="13" y="13"/>
                    <a:pt x="19" y="15"/>
                  </a:cubicBezTo>
                  <a:cubicBezTo>
                    <a:pt x="23" y="16"/>
                    <a:pt x="29" y="17"/>
                    <a:pt x="30" y="11"/>
                  </a:cubicBezTo>
                  <a:cubicBezTo>
                    <a:pt x="31" y="8"/>
                    <a:pt x="27" y="6"/>
                    <a:pt x="23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6F10AE6-CBB3-25FB-812A-B088EB3B0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523" y="3449030"/>
              <a:ext cx="60069" cy="48946"/>
            </a:xfrm>
            <a:custGeom>
              <a:avLst/>
              <a:gdLst>
                <a:gd name="T0" fmla="*/ 24 w 31"/>
                <a:gd name="T1" fmla="*/ 5 h 25"/>
                <a:gd name="T2" fmla="*/ 4 w 31"/>
                <a:gd name="T3" fmla="*/ 7 h 25"/>
                <a:gd name="T4" fmla="*/ 15 w 31"/>
                <a:gd name="T5" fmla="*/ 17 h 25"/>
                <a:gd name="T6" fmla="*/ 26 w 31"/>
                <a:gd name="T7" fmla="*/ 25 h 25"/>
                <a:gd name="T8" fmla="*/ 24 w 31"/>
                <a:gd name="T9" fmla="*/ 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5">
                  <a:moveTo>
                    <a:pt x="24" y="5"/>
                  </a:moveTo>
                  <a:cubicBezTo>
                    <a:pt x="18" y="3"/>
                    <a:pt x="7" y="0"/>
                    <a:pt x="4" y="7"/>
                  </a:cubicBezTo>
                  <a:cubicBezTo>
                    <a:pt x="0" y="14"/>
                    <a:pt x="10" y="15"/>
                    <a:pt x="15" y="17"/>
                  </a:cubicBezTo>
                  <a:cubicBezTo>
                    <a:pt x="18" y="18"/>
                    <a:pt x="20" y="20"/>
                    <a:pt x="26" y="25"/>
                  </a:cubicBezTo>
                  <a:cubicBezTo>
                    <a:pt x="23" y="16"/>
                    <a:pt x="31" y="8"/>
                    <a:pt x="24" y="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E5F85FD-F3A7-5627-8634-E7FAF31BD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1332" y="3852828"/>
              <a:ext cx="47833" cy="37821"/>
            </a:xfrm>
            <a:custGeom>
              <a:avLst/>
              <a:gdLst>
                <a:gd name="T0" fmla="*/ 22 w 24"/>
                <a:gd name="T1" fmla="*/ 6 h 19"/>
                <a:gd name="T2" fmla="*/ 14 w 24"/>
                <a:gd name="T3" fmla="*/ 1 h 19"/>
                <a:gd name="T4" fmla="*/ 1 w 24"/>
                <a:gd name="T5" fmla="*/ 10 h 19"/>
                <a:gd name="T6" fmla="*/ 9 w 24"/>
                <a:gd name="T7" fmla="*/ 18 h 19"/>
                <a:gd name="T8" fmla="*/ 22 w 24"/>
                <a:gd name="T9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9">
                  <a:moveTo>
                    <a:pt x="22" y="6"/>
                  </a:moveTo>
                  <a:cubicBezTo>
                    <a:pt x="24" y="0"/>
                    <a:pt x="17" y="4"/>
                    <a:pt x="14" y="1"/>
                  </a:cubicBezTo>
                  <a:cubicBezTo>
                    <a:pt x="9" y="3"/>
                    <a:pt x="2" y="2"/>
                    <a:pt x="1" y="10"/>
                  </a:cubicBezTo>
                  <a:cubicBezTo>
                    <a:pt x="0" y="15"/>
                    <a:pt x="3" y="18"/>
                    <a:pt x="9" y="18"/>
                  </a:cubicBezTo>
                  <a:cubicBezTo>
                    <a:pt x="17" y="19"/>
                    <a:pt x="19" y="11"/>
                    <a:pt x="22" y="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A1EBFB8-91CE-2409-E4AC-F7762A07F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6806" y="2108596"/>
              <a:ext cx="61181" cy="38933"/>
            </a:xfrm>
            <a:custGeom>
              <a:avLst/>
              <a:gdLst>
                <a:gd name="T0" fmla="*/ 31 w 31"/>
                <a:gd name="T1" fmla="*/ 16 h 20"/>
                <a:gd name="T2" fmla="*/ 0 w 31"/>
                <a:gd name="T3" fmla="*/ 19 h 20"/>
                <a:gd name="T4" fmla="*/ 31 w 31"/>
                <a:gd name="T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0">
                  <a:moveTo>
                    <a:pt x="31" y="16"/>
                  </a:moveTo>
                  <a:cubicBezTo>
                    <a:pt x="21" y="11"/>
                    <a:pt x="9" y="0"/>
                    <a:pt x="0" y="19"/>
                  </a:cubicBezTo>
                  <a:cubicBezTo>
                    <a:pt x="11" y="19"/>
                    <a:pt x="21" y="20"/>
                    <a:pt x="31" y="1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0B2D522-291E-DB44-8192-3920904C8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6922" y="2129731"/>
              <a:ext cx="56732" cy="30033"/>
            </a:xfrm>
            <a:custGeom>
              <a:avLst/>
              <a:gdLst>
                <a:gd name="T0" fmla="*/ 14 w 29"/>
                <a:gd name="T1" fmla="*/ 14 h 15"/>
                <a:gd name="T2" fmla="*/ 29 w 29"/>
                <a:gd name="T3" fmla="*/ 6 h 15"/>
                <a:gd name="T4" fmla="*/ 13 w 29"/>
                <a:gd name="T5" fmla="*/ 1 h 15"/>
                <a:gd name="T6" fmla="*/ 1 w 29"/>
                <a:gd name="T7" fmla="*/ 10 h 15"/>
                <a:gd name="T8" fmla="*/ 14 w 29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5">
                  <a:moveTo>
                    <a:pt x="14" y="14"/>
                  </a:moveTo>
                  <a:cubicBezTo>
                    <a:pt x="20" y="13"/>
                    <a:pt x="23" y="9"/>
                    <a:pt x="29" y="6"/>
                  </a:cubicBezTo>
                  <a:cubicBezTo>
                    <a:pt x="23" y="1"/>
                    <a:pt x="17" y="0"/>
                    <a:pt x="13" y="1"/>
                  </a:cubicBezTo>
                  <a:cubicBezTo>
                    <a:pt x="7" y="1"/>
                    <a:pt x="0" y="5"/>
                    <a:pt x="1" y="10"/>
                  </a:cubicBezTo>
                  <a:cubicBezTo>
                    <a:pt x="2" y="15"/>
                    <a:pt x="9" y="14"/>
                    <a:pt x="14" y="1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56ADB28-95ED-4C19-4603-B6B9910E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5755" y="3392299"/>
              <a:ext cx="35596" cy="46720"/>
            </a:xfrm>
            <a:custGeom>
              <a:avLst/>
              <a:gdLst>
                <a:gd name="T0" fmla="*/ 9 w 18"/>
                <a:gd name="T1" fmla="*/ 23 h 24"/>
                <a:gd name="T2" fmla="*/ 18 w 18"/>
                <a:gd name="T3" fmla="*/ 11 h 24"/>
                <a:gd name="T4" fmla="*/ 11 w 18"/>
                <a:gd name="T5" fmla="*/ 1 h 24"/>
                <a:gd name="T6" fmla="*/ 6 w 18"/>
                <a:gd name="T7" fmla="*/ 13 h 24"/>
                <a:gd name="T8" fmla="*/ 9 w 18"/>
                <a:gd name="T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4">
                  <a:moveTo>
                    <a:pt x="9" y="23"/>
                  </a:moveTo>
                  <a:cubicBezTo>
                    <a:pt x="15" y="23"/>
                    <a:pt x="18" y="18"/>
                    <a:pt x="18" y="11"/>
                  </a:cubicBezTo>
                  <a:cubicBezTo>
                    <a:pt x="18" y="6"/>
                    <a:pt x="18" y="0"/>
                    <a:pt x="11" y="1"/>
                  </a:cubicBezTo>
                  <a:cubicBezTo>
                    <a:pt x="5" y="1"/>
                    <a:pt x="0" y="6"/>
                    <a:pt x="6" y="13"/>
                  </a:cubicBezTo>
                  <a:cubicBezTo>
                    <a:pt x="3" y="18"/>
                    <a:pt x="4" y="24"/>
                    <a:pt x="9" y="2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9ED27BB-C23D-E17D-9A98-3644CF978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8537" y="3545808"/>
              <a:ext cx="48946" cy="41159"/>
            </a:xfrm>
            <a:custGeom>
              <a:avLst/>
              <a:gdLst>
                <a:gd name="T0" fmla="*/ 6 w 25"/>
                <a:gd name="T1" fmla="*/ 19 h 21"/>
                <a:gd name="T2" fmla="*/ 25 w 25"/>
                <a:gd name="T3" fmla="*/ 4 h 21"/>
                <a:gd name="T4" fmla="*/ 3 w 25"/>
                <a:gd name="T5" fmla="*/ 9 h 21"/>
                <a:gd name="T6" fmla="*/ 2 w 25"/>
                <a:gd name="T7" fmla="*/ 17 h 21"/>
                <a:gd name="T8" fmla="*/ 6 w 25"/>
                <a:gd name="T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1">
                  <a:moveTo>
                    <a:pt x="6" y="19"/>
                  </a:moveTo>
                  <a:cubicBezTo>
                    <a:pt x="11" y="13"/>
                    <a:pt x="24" y="17"/>
                    <a:pt x="25" y="4"/>
                  </a:cubicBezTo>
                  <a:cubicBezTo>
                    <a:pt x="16" y="0"/>
                    <a:pt x="10" y="6"/>
                    <a:pt x="3" y="9"/>
                  </a:cubicBezTo>
                  <a:cubicBezTo>
                    <a:pt x="0" y="11"/>
                    <a:pt x="1" y="14"/>
                    <a:pt x="2" y="17"/>
                  </a:cubicBezTo>
                  <a:cubicBezTo>
                    <a:pt x="2" y="19"/>
                    <a:pt x="5" y="21"/>
                    <a:pt x="6" y="1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E1EFE28-E480-191B-5423-F674A3E4D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1898" y="2229848"/>
              <a:ext cx="68968" cy="27810"/>
            </a:xfrm>
            <a:custGeom>
              <a:avLst/>
              <a:gdLst>
                <a:gd name="T0" fmla="*/ 25 w 35"/>
                <a:gd name="T1" fmla="*/ 11 h 14"/>
                <a:gd name="T2" fmla="*/ 34 w 35"/>
                <a:gd name="T3" fmla="*/ 8 h 14"/>
                <a:gd name="T4" fmla="*/ 24 w 35"/>
                <a:gd name="T5" fmla="*/ 1 h 14"/>
                <a:gd name="T6" fmla="*/ 0 w 35"/>
                <a:gd name="T7" fmla="*/ 7 h 14"/>
                <a:gd name="T8" fmla="*/ 0 w 35"/>
                <a:gd name="T9" fmla="*/ 11 h 14"/>
                <a:gd name="T10" fmla="*/ 25 w 35"/>
                <a:gd name="T1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14">
                  <a:moveTo>
                    <a:pt x="25" y="11"/>
                  </a:moveTo>
                  <a:cubicBezTo>
                    <a:pt x="28" y="11"/>
                    <a:pt x="35" y="14"/>
                    <a:pt x="34" y="8"/>
                  </a:cubicBezTo>
                  <a:cubicBezTo>
                    <a:pt x="34" y="3"/>
                    <a:pt x="29" y="0"/>
                    <a:pt x="24" y="1"/>
                  </a:cubicBezTo>
                  <a:cubicBezTo>
                    <a:pt x="16" y="3"/>
                    <a:pt x="8" y="5"/>
                    <a:pt x="0" y="7"/>
                  </a:cubicBezTo>
                  <a:cubicBezTo>
                    <a:pt x="0" y="9"/>
                    <a:pt x="0" y="10"/>
                    <a:pt x="0" y="11"/>
                  </a:cubicBezTo>
                  <a:cubicBezTo>
                    <a:pt x="9" y="11"/>
                    <a:pt x="17" y="11"/>
                    <a:pt x="25" y="1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43E590E-E128-8B36-F2B2-8EE1F4FEC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4616" y="2150866"/>
              <a:ext cx="70081" cy="27810"/>
            </a:xfrm>
            <a:custGeom>
              <a:avLst/>
              <a:gdLst>
                <a:gd name="T0" fmla="*/ 36 w 36"/>
                <a:gd name="T1" fmla="*/ 4 h 14"/>
                <a:gd name="T2" fmla="*/ 0 w 36"/>
                <a:gd name="T3" fmla="*/ 10 h 14"/>
                <a:gd name="T4" fmla="*/ 36 w 36"/>
                <a:gd name="T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14">
                  <a:moveTo>
                    <a:pt x="36" y="4"/>
                  </a:moveTo>
                  <a:cubicBezTo>
                    <a:pt x="22" y="2"/>
                    <a:pt x="11" y="0"/>
                    <a:pt x="0" y="10"/>
                  </a:cubicBezTo>
                  <a:cubicBezTo>
                    <a:pt x="14" y="14"/>
                    <a:pt x="23" y="9"/>
                    <a:pt x="36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E58BA2D-36BD-6C26-5768-211D9AF9C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6197" y="4218804"/>
              <a:ext cx="26698" cy="40045"/>
            </a:xfrm>
            <a:custGeom>
              <a:avLst/>
              <a:gdLst>
                <a:gd name="T0" fmla="*/ 5 w 14"/>
                <a:gd name="T1" fmla="*/ 0 h 20"/>
                <a:gd name="T2" fmla="*/ 1 w 14"/>
                <a:gd name="T3" fmla="*/ 10 h 20"/>
                <a:gd name="T4" fmla="*/ 7 w 14"/>
                <a:gd name="T5" fmla="*/ 20 h 20"/>
                <a:gd name="T6" fmla="*/ 14 w 14"/>
                <a:gd name="T7" fmla="*/ 11 h 20"/>
                <a:gd name="T8" fmla="*/ 5 w 1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0">
                  <a:moveTo>
                    <a:pt x="5" y="0"/>
                  </a:moveTo>
                  <a:cubicBezTo>
                    <a:pt x="0" y="0"/>
                    <a:pt x="2" y="6"/>
                    <a:pt x="1" y="10"/>
                  </a:cubicBezTo>
                  <a:cubicBezTo>
                    <a:pt x="1" y="15"/>
                    <a:pt x="2" y="20"/>
                    <a:pt x="7" y="20"/>
                  </a:cubicBezTo>
                  <a:cubicBezTo>
                    <a:pt x="11" y="20"/>
                    <a:pt x="14" y="15"/>
                    <a:pt x="14" y="11"/>
                  </a:cubicBezTo>
                  <a:cubicBezTo>
                    <a:pt x="14" y="5"/>
                    <a:pt x="10" y="1"/>
                    <a:pt x="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91FAF52D-4D0E-91EE-F035-C83AE2231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4457" y="4345617"/>
              <a:ext cx="71193" cy="43382"/>
            </a:xfrm>
            <a:custGeom>
              <a:avLst/>
              <a:gdLst>
                <a:gd name="T0" fmla="*/ 36 w 36"/>
                <a:gd name="T1" fmla="*/ 0 h 22"/>
                <a:gd name="T2" fmla="*/ 0 w 36"/>
                <a:gd name="T3" fmla="*/ 12 h 22"/>
                <a:gd name="T4" fmla="*/ 36 w 36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2">
                  <a:moveTo>
                    <a:pt x="36" y="0"/>
                  </a:moveTo>
                  <a:cubicBezTo>
                    <a:pt x="28" y="17"/>
                    <a:pt x="12" y="8"/>
                    <a:pt x="0" y="12"/>
                  </a:cubicBezTo>
                  <a:cubicBezTo>
                    <a:pt x="17" y="22"/>
                    <a:pt x="30" y="18"/>
                    <a:pt x="36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D5E887B-2B82-29DF-63B1-A8A2170E2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7055" y="4407912"/>
              <a:ext cx="53395" cy="35596"/>
            </a:xfrm>
            <a:custGeom>
              <a:avLst/>
              <a:gdLst>
                <a:gd name="T0" fmla="*/ 1 w 27"/>
                <a:gd name="T1" fmla="*/ 9 h 18"/>
                <a:gd name="T2" fmla="*/ 0 w 27"/>
                <a:gd name="T3" fmla="*/ 13 h 18"/>
                <a:gd name="T4" fmla="*/ 24 w 27"/>
                <a:gd name="T5" fmla="*/ 12 h 18"/>
                <a:gd name="T6" fmla="*/ 27 w 27"/>
                <a:gd name="T7" fmla="*/ 9 h 18"/>
                <a:gd name="T8" fmla="*/ 1 w 27"/>
                <a:gd name="T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8">
                  <a:moveTo>
                    <a:pt x="1" y="9"/>
                  </a:moveTo>
                  <a:cubicBezTo>
                    <a:pt x="1" y="9"/>
                    <a:pt x="0" y="12"/>
                    <a:pt x="0" y="13"/>
                  </a:cubicBezTo>
                  <a:cubicBezTo>
                    <a:pt x="8" y="18"/>
                    <a:pt x="16" y="15"/>
                    <a:pt x="24" y="12"/>
                  </a:cubicBezTo>
                  <a:cubicBezTo>
                    <a:pt x="24" y="12"/>
                    <a:pt x="25" y="11"/>
                    <a:pt x="27" y="9"/>
                  </a:cubicBezTo>
                  <a:cubicBezTo>
                    <a:pt x="17" y="0"/>
                    <a:pt x="9" y="10"/>
                    <a:pt x="1" y="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109C0C9-B119-FAB6-84C9-6D55BA7CA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0275" y="3009634"/>
              <a:ext cx="25585" cy="35596"/>
            </a:xfrm>
            <a:custGeom>
              <a:avLst/>
              <a:gdLst>
                <a:gd name="T0" fmla="*/ 6 w 13"/>
                <a:gd name="T1" fmla="*/ 17 h 18"/>
                <a:gd name="T2" fmla="*/ 12 w 13"/>
                <a:gd name="T3" fmla="*/ 10 h 18"/>
                <a:gd name="T4" fmla="*/ 5 w 13"/>
                <a:gd name="T5" fmla="*/ 1 h 18"/>
                <a:gd name="T6" fmla="*/ 0 w 13"/>
                <a:gd name="T7" fmla="*/ 6 h 18"/>
                <a:gd name="T8" fmla="*/ 6 w 13"/>
                <a:gd name="T9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8">
                  <a:moveTo>
                    <a:pt x="6" y="17"/>
                  </a:moveTo>
                  <a:cubicBezTo>
                    <a:pt x="11" y="18"/>
                    <a:pt x="11" y="12"/>
                    <a:pt x="12" y="10"/>
                  </a:cubicBezTo>
                  <a:cubicBezTo>
                    <a:pt x="13" y="2"/>
                    <a:pt x="9" y="2"/>
                    <a:pt x="5" y="1"/>
                  </a:cubicBezTo>
                  <a:cubicBezTo>
                    <a:pt x="1" y="0"/>
                    <a:pt x="0" y="2"/>
                    <a:pt x="0" y="6"/>
                  </a:cubicBezTo>
                  <a:cubicBezTo>
                    <a:pt x="0" y="10"/>
                    <a:pt x="1" y="16"/>
                    <a:pt x="6" y="1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BDFB42D3-D294-1693-C71E-22EDA08F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6035" y="4231040"/>
              <a:ext cx="51169" cy="25584"/>
            </a:xfrm>
            <a:custGeom>
              <a:avLst/>
              <a:gdLst>
                <a:gd name="T0" fmla="*/ 0 w 26"/>
                <a:gd name="T1" fmla="*/ 13 h 13"/>
                <a:gd name="T2" fmla="*/ 26 w 26"/>
                <a:gd name="T3" fmla="*/ 4 h 13"/>
                <a:gd name="T4" fmla="*/ 0 w 26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3">
                  <a:moveTo>
                    <a:pt x="0" y="13"/>
                  </a:moveTo>
                  <a:cubicBezTo>
                    <a:pt x="8" y="6"/>
                    <a:pt x="18" y="11"/>
                    <a:pt x="26" y="4"/>
                  </a:cubicBezTo>
                  <a:cubicBezTo>
                    <a:pt x="5" y="0"/>
                    <a:pt x="2" y="0"/>
                    <a:pt x="0" y="1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8C438D0E-4687-B884-CD01-00DD77FB2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5107" y="4307796"/>
              <a:ext cx="47833" cy="25584"/>
            </a:xfrm>
            <a:custGeom>
              <a:avLst/>
              <a:gdLst>
                <a:gd name="T0" fmla="*/ 2 w 24"/>
                <a:gd name="T1" fmla="*/ 5 h 13"/>
                <a:gd name="T2" fmla="*/ 10 w 24"/>
                <a:gd name="T3" fmla="*/ 9 h 13"/>
                <a:gd name="T4" fmla="*/ 24 w 24"/>
                <a:gd name="T5" fmla="*/ 13 h 13"/>
                <a:gd name="T6" fmla="*/ 12 w 24"/>
                <a:gd name="T7" fmla="*/ 2 h 13"/>
                <a:gd name="T8" fmla="*/ 2 w 24"/>
                <a:gd name="T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3">
                  <a:moveTo>
                    <a:pt x="2" y="5"/>
                  </a:moveTo>
                  <a:cubicBezTo>
                    <a:pt x="0" y="11"/>
                    <a:pt x="7" y="8"/>
                    <a:pt x="10" y="9"/>
                  </a:cubicBezTo>
                  <a:cubicBezTo>
                    <a:pt x="14" y="10"/>
                    <a:pt x="18" y="11"/>
                    <a:pt x="24" y="13"/>
                  </a:cubicBezTo>
                  <a:cubicBezTo>
                    <a:pt x="22" y="5"/>
                    <a:pt x="17" y="3"/>
                    <a:pt x="12" y="2"/>
                  </a:cubicBezTo>
                  <a:cubicBezTo>
                    <a:pt x="8" y="1"/>
                    <a:pt x="2" y="0"/>
                    <a:pt x="2" y="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79E254D-CEC9-D255-CB5E-4F8271706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4774" y="3065255"/>
              <a:ext cx="28922" cy="41159"/>
            </a:xfrm>
            <a:custGeom>
              <a:avLst/>
              <a:gdLst>
                <a:gd name="T0" fmla="*/ 4 w 15"/>
                <a:gd name="T1" fmla="*/ 1 h 21"/>
                <a:gd name="T2" fmla="*/ 2 w 15"/>
                <a:gd name="T3" fmla="*/ 8 h 21"/>
                <a:gd name="T4" fmla="*/ 15 w 15"/>
                <a:gd name="T5" fmla="*/ 21 h 21"/>
                <a:gd name="T6" fmla="*/ 12 w 15"/>
                <a:gd name="T7" fmla="*/ 5 h 21"/>
                <a:gd name="T8" fmla="*/ 4 w 15"/>
                <a:gd name="T9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1">
                  <a:moveTo>
                    <a:pt x="4" y="1"/>
                  </a:moveTo>
                  <a:cubicBezTo>
                    <a:pt x="0" y="2"/>
                    <a:pt x="0" y="5"/>
                    <a:pt x="2" y="8"/>
                  </a:cubicBezTo>
                  <a:cubicBezTo>
                    <a:pt x="5" y="14"/>
                    <a:pt x="6" y="20"/>
                    <a:pt x="15" y="21"/>
                  </a:cubicBezTo>
                  <a:cubicBezTo>
                    <a:pt x="14" y="15"/>
                    <a:pt x="13" y="10"/>
                    <a:pt x="12" y="5"/>
                  </a:cubicBezTo>
                  <a:cubicBezTo>
                    <a:pt x="11" y="0"/>
                    <a:pt x="7" y="1"/>
                    <a:pt x="4" y="1"/>
                  </a:cubicBezTo>
                  <a:close/>
                </a:path>
              </a:pathLst>
            </a:custGeom>
            <a:solidFill>
              <a:schemeClr val="accent5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A308241-014F-1DBD-A9F1-717F36B70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6657" y="2586925"/>
              <a:ext cx="45609" cy="35596"/>
            </a:xfrm>
            <a:custGeom>
              <a:avLst/>
              <a:gdLst>
                <a:gd name="T0" fmla="*/ 2 w 23"/>
                <a:gd name="T1" fmla="*/ 8 h 18"/>
                <a:gd name="T2" fmla="*/ 5 w 23"/>
                <a:gd name="T3" fmla="*/ 15 h 18"/>
                <a:gd name="T4" fmla="*/ 23 w 23"/>
                <a:gd name="T5" fmla="*/ 5 h 18"/>
                <a:gd name="T6" fmla="*/ 2 w 23"/>
                <a:gd name="T7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8">
                  <a:moveTo>
                    <a:pt x="2" y="8"/>
                  </a:moveTo>
                  <a:cubicBezTo>
                    <a:pt x="0" y="10"/>
                    <a:pt x="2" y="14"/>
                    <a:pt x="5" y="15"/>
                  </a:cubicBezTo>
                  <a:cubicBezTo>
                    <a:pt x="13" y="18"/>
                    <a:pt x="17" y="12"/>
                    <a:pt x="23" y="5"/>
                  </a:cubicBezTo>
                  <a:cubicBezTo>
                    <a:pt x="14" y="5"/>
                    <a:pt x="7" y="0"/>
                    <a:pt x="2" y="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15042C5D-98F8-0A92-B888-965272A96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2699" y="4420147"/>
              <a:ext cx="44495" cy="21135"/>
            </a:xfrm>
            <a:custGeom>
              <a:avLst/>
              <a:gdLst>
                <a:gd name="T0" fmla="*/ 0 w 23"/>
                <a:gd name="T1" fmla="*/ 5 h 11"/>
                <a:gd name="T2" fmla="*/ 23 w 23"/>
                <a:gd name="T3" fmla="*/ 5 h 11"/>
                <a:gd name="T4" fmla="*/ 0 w 23"/>
                <a:gd name="T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1">
                  <a:moveTo>
                    <a:pt x="0" y="5"/>
                  </a:moveTo>
                  <a:cubicBezTo>
                    <a:pt x="8" y="11"/>
                    <a:pt x="15" y="8"/>
                    <a:pt x="23" y="5"/>
                  </a:cubicBezTo>
                  <a:cubicBezTo>
                    <a:pt x="9" y="0"/>
                    <a:pt x="9" y="0"/>
                    <a:pt x="0" y="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82DFF71-033F-FD07-3676-366A39BD6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2556" y="2804953"/>
              <a:ext cx="35596" cy="30033"/>
            </a:xfrm>
            <a:custGeom>
              <a:avLst/>
              <a:gdLst>
                <a:gd name="T0" fmla="*/ 0 w 18"/>
                <a:gd name="T1" fmla="*/ 11 h 15"/>
                <a:gd name="T2" fmla="*/ 17 w 18"/>
                <a:gd name="T3" fmla="*/ 6 h 15"/>
                <a:gd name="T4" fmla="*/ 16 w 18"/>
                <a:gd name="T5" fmla="*/ 1 h 15"/>
                <a:gd name="T6" fmla="*/ 0 w 18"/>
                <a:gd name="T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5">
                  <a:moveTo>
                    <a:pt x="0" y="11"/>
                  </a:moveTo>
                  <a:cubicBezTo>
                    <a:pt x="8" y="15"/>
                    <a:pt x="13" y="11"/>
                    <a:pt x="17" y="6"/>
                  </a:cubicBezTo>
                  <a:cubicBezTo>
                    <a:pt x="18" y="4"/>
                    <a:pt x="18" y="2"/>
                    <a:pt x="16" y="1"/>
                  </a:cubicBezTo>
                  <a:cubicBezTo>
                    <a:pt x="8" y="0"/>
                    <a:pt x="4" y="3"/>
                    <a:pt x="0" y="11"/>
                  </a:cubicBezTo>
                  <a:close/>
                </a:path>
              </a:pathLst>
            </a:custGeom>
            <a:solidFill>
              <a:schemeClr val="accent5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6BCB4168-66B2-84DC-B2F2-33602A3F1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9461" y="4979681"/>
              <a:ext cx="36711" cy="41159"/>
            </a:xfrm>
            <a:custGeom>
              <a:avLst/>
              <a:gdLst>
                <a:gd name="T0" fmla="*/ 17 w 19"/>
                <a:gd name="T1" fmla="*/ 21 h 21"/>
                <a:gd name="T2" fmla="*/ 11 w 19"/>
                <a:gd name="T3" fmla="*/ 4 h 21"/>
                <a:gd name="T4" fmla="*/ 3 w 19"/>
                <a:gd name="T5" fmla="*/ 2 h 21"/>
                <a:gd name="T6" fmla="*/ 4 w 19"/>
                <a:gd name="T7" fmla="*/ 9 h 21"/>
                <a:gd name="T8" fmla="*/ 17 w 19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1">
                  <a:moveTo>
                    <a:pt x="17" y="21"/>
                  </a:moveTo>
                  <a:cubicBezTo>
                    <a:pt x="19" y="14"/>
                    <a:pt x="13" y="9"/>
                    <a:pt x="11" y="4"/>
                  </a:cubicBezTo>
                  <a:cubicBezTo>
                    <a:pt x="9" y="0"/>
                    <a:pt x="6" y="0"/>
                    <a:pt x="3" y="2"/>
                  </a:cubicBezTo>
                  <a:cubicBezTo>
                    <a:pt x="0" y="4"/>
                    <a:pt x="2" y="7"/>
                    <a:pt x="4" y="9"/>
                  </a:cubicBezTo>
                  <a:cubicBezTo>
                    <a:pt x="8" y="13"/>
                    <a:pt x="12" y="17"/>
                    <a:pt x="17" y="2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4DD8CC34-1D00-F7B9-1ED5-F4DFFB224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6492" y="2793831"/>
              <a:ext cx="54508" cy="18909"/>
            </a:xfrm>
            <a:custGeom>
              <a:avLst/>
              <a:gdLst>
                <a:gd name="T0" fmla="*/ 0 w 28"/>
                <a:gd name="T1" fmla="*/ 2 h 10"/>
                <a:gd name="T2" fmla="*/ 28 w 28"/>
                <a:gd name="T3" fmla="*/ 6 h 10"/>
                <a:gd name="T4" fmla="*/ 0 w 28"/>
                <a:gd name="T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0">
                  <a:moveTo>
                    <a:pt x="0" y="2"/>
                  </a:moveTo>
                  <a:cubicBezTo>
                    <a:pt x="9" y="10"/>
                    <a:pt x="16" y="7"/>
                    <a:pt x="28" y="6"/>
                  </a:cubicBezTo>
                  <a:cubicBezTo>
                    <a:pt x="17" y="0"/>
                    <a:pt x="9" y="1"/>
                    <a:pt x="0" y="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5B142A15-E666-9D71-C68F-D22AF4694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0781" y="3175380"/>
              <a:ext cx="48946" cy="22247"/>
            </a:xfrm>
            <a:custGeom>
              <a:avLst/>
              <a:gdLst>
                <a:gd name="T0" fmla="*/ 25 w 25"/>
                <a:gd name="T1" fmla="*/ 9 h 11"/>
                <a:gd name="T2" fmla="*/ 0 w 25"/>
                <a:gd name="T3" fmla="*/ 0 h 11"/>
                <a:gd name="T4" fmla="*/ 25 w 25"/>
                <a:gd name="T5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1">
                  <a:moveTo>
                    <a:pt x="25" y="9"/>
                  </a:moveTo>
                  <a:cubicBezTo>
                    <a:pt x="17" y="4"/>
                    <a:pt x="10" y="2"/>
                    <a:pt x="0" y="0"/>
                  </a:cubicBezTo>
                  <a:cubicBezTo>
                    <a:pt x="13" y="11"/>
                    <a:pt x="13" y="11"/>
                    <a:pt x="25" y="9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7FEA421F-0D87-7F72-2457-B48CF80E3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4503" y="2267668"/>
              <a:ext cx="45609" cy="23360"/>
            </a:xfrm>
            <a:custGeom>
              <a:avLst/>
              <a:gdLst>
                <a:gd name="T0" fmla="*/ 23 w 23"/>
                <a:gd name="T1" fmla="*/ 5 h 12"/>
                <a:gd name="T2" fmla="*/ 0 w 23"/>
                <a:gd name="T3" fmla="*/ 9 h 12"/>
                <a:gd name="T4" fmla="*/ 23 w 23"/>
                <a:gd name="T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2">
                  <a:moveTo>
                    <a:pt x="23" y="5"/>
                  </a:moveTo>
                  <a:cubicBezTo>
                    <a:pt x="16" y="6"/>
                    <a:pt x="8" y="0"/>
                    <a:pt x="0" y="9"/>
                  </a:cubicBezTo>
                  <a:cubicBezTo>
                    <a:pt x="9" y="10"/>
                    <a:pt x="17" y="12"/>
                    <a:pt x="23" y="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C0B7A25E-9554-DA6E-D0BF-4CFF891DF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059" y="2273231"/>
              <a:ext cx="28922" cy="30033"/>
            </a:xfrm>
            <a:custGeom>
              <a:avLst/>
              <a:gdLst>
                <a:gd name="T0" fmla="*/ 15 w 15"/>
                <a:gd name="T1" fmla="*/ 11 h 15"/>
                <a:gd name="T2" fmla="*/ 3 w 15"/>
                <a:gd name="T3" fmla="*/ 1 h 15"/>
                <a:gd name="T4" fmla="*/ 1 w 15"/>
                <a:gd name="T5" fmla="*/ 7 h 15"/>
                <a:gd name="T6" fmla="*/ 15 w 15"/>
                <a:gd name="T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5">
                  <a:moveTo>
                    <a:pt x="15" y="11"/>
                  </a:moveTo>
                  <a:cubicBezTo>
                    <a:pt x="12" y="6"/>
                    <a:pt x="10" y="0"/>
                    <a:pt x="3" y="1"/>
                  </a:cubicBezTo>
                  <a:cubicBezTo>
                    <a:pt x="0" y="2"/>
                    <a:pt x="0" y="4"/>
                    <a:pt x="1" y="7"/>
                  </a:cubicBezTo>
                  <a:cubicBezTo>
                    <a:pt x="4" y="13"/>
                    <a:pt x="8" y="15"/>
                    <a:pt x="15" y="1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8630691F-D0B6-C471-B6AC-922388A08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2496" y="258247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34A26A1-68E7-A21D-3CC3-A22DEEA22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9123" y="2564677"/>
              <a:ext cx="33371" cy="22247"/>
            </a:xfrm>
            <a:custGeom>
              <a:avLst/>
              <a:gdLst>
                <a:gd name="T0" fmla="*/ 2 w 17"/>
                <a:gd name="T1" fmla="*/ 0 h 11"/>
                <a:gd name="T2" fmla="*/ 0 w 17"/>
                <a:gd name="T3" fmla="*/ 3 h 11"/>
                <a:gd name="T4" fmla="*/ 14 w 17"/>
                <a:gd name="T5" fmla="*/ 9 h 11"/>
                <a:gd name="T6" fmla="*/ 17 w 17"/>
                <a:gd name="T7" fmla="*/ 9 h 11"/>
                <a:gd name="T8" fmla="*/ 2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cubicBezTo>
                    <a:pt x="1" y="0"/>
                    <a:pt x="0" y="0"/>
                    <a:pt x="0" y="3"/>
                  </a:cubicBezTo>
                  <a:cubicBezTo>
                    <a:pt x="2" y="11"/>
                    <a:pt x="9" y="9"/>
                    <a:pt x="14" y="9"/>
                  </a:cubicBezTo>
                  <a:cubicBezTo>
                    <a:pt x="15" y="9"/>
                    <a:pt x="16" y="9"/>
                    <a:pt x="17" y="9"/>
                  </a:cubicBezTo>
                  <a:cubicBezTo>
                    <a:pt x="15" y="1"/>
                    <a:pt x="9" y="0"/>
                    <a:pt x="2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337FBF2-CBC6-A7EC-A353-DB0F928D6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2780" y="4420147"/>
              <a:ext cx="61181" cy="41159"/>
            </a:xfrm>
            <a:custGeom>
              <a:avLst/>
              <a:gdLst>
                <a:gd name="T0" fmla="*/ 31 w 31"/>
                <a:gd name="T1" fmla="*/ 0 h 21"/>
                <a:gd name="T2" fmla="*/ 13 w 31"/>
                <a:gd name="T3" fmla="*/ 8 h 21"/>
                <a:gd name="T4" fmla="*/ 0 w 31"/>
                <a:gd name="T5" fmla="*/ 16 h 21"/>
                <a:gd name="T6" fmla="*/ 3 w 31"/>
                <a:gd name="T7" fmla="*/ 21 h 21"/>
                <a:gd name="T8" fmla="*/ 15 w 31"/>
                <a:gd name="T9" fmla="*/ 11 h 21"/>
                <a:gd name="T10" fmla="*/ 15 w 31"/>
                <a:gd name="T11" fmla="*/ 9 h 21"/>
                <a:gd name="T12" fmla="*/ 31 w 31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1">
                  <a:moveTo>
                    <a:pt x="31" y="0"/>
                  </a:moveTo>
                  <a:cubicBezTo>
                    <a:pt x="23" y="5"/>
                    <a:pt x="16" y="0"/>
                    <a:pt x="13" y="8"/>
                  </a:cubicBezTo>
                  <a:cubicBezTo>
                    <a:pt x="8" y="10"/>
                    <a:pt x="1" y="8"/>
                    <a:pt x="0" y="16"/>
                  </a:cubicBezTo>
                  <a:cubicBezTo>
                    <a:pt x="0" y="18"/>
                    <a:pt x="0" y="21"/>
                    <a:pt x="3" y="21"/>
                  </a:cubicBezTo>
                  <a:cubicBezTo>
                    <a:pt x="10" y="21"/>
                    <a:pt x="12" y="15"/>
                    <a:pt x="15" y="11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20" y="8"/>
                    <a:pt x="27" y="11"/>
                    <a:pt x="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428741B-B19E-4D3B-E7DB-80B6A4493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79" y="2612509"/>
              <a:ext cx="2225" cy="3337"/>
            </a:xfrm>
            <a:custGeom>
              <a:avLst/>
              <a:gdLst>
                <a:gd name="T0" fmla="*/ 1 w 1"/>
                <a:gd name="T1" fmla="*/ 1 h 2"/>
                <a:gd name="T2" fmla="*/ 0 w 1"/>
                <a:gd name="T3" fmla="*/ 0 h 2"/>
                <a:gd name="T4" fmla="*/ 0 w 1"/>
                <a:gd name="T5" fmla="*/ 2 h 2"/>
                <a:gd name="T6" fmla="*/ 1 w 1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65A8F54-1325-7055-7D53-39FD62662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79" y="2610286"/>
              <a:ext cx="0" cy="2225"/>
            </a:xfrm>
            <a:custGeom>
              <a:avLst/>
              <a:gdLst>
                <a:gd name="T0" fmla="*/ 1 h 1"/>
                <a:gd name="T1" fmla="*/ 0 h 1"/>
                <a:gd name="T2" fmla="*/ 1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473718D1-1D2C-534D-DF1C-A11A51ED7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014" y="3162120"/>
              <a:ext cx="3338" cy="3337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0 h 2"/>
                <a:gd name="T6" fmla="*/ 2 w 2"/>
                <a:gd name="T7" fmla="*/ 0 h 2"/>
                <a:gd name="T8" fmla="*/ 0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1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4763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DF6B08D-FAF0-E9D8-A46C-7549F1F0A227}"/>
              </a:ext>
            </a:extLst>
          </p:cNvPr>
          <p:cNvGrpSpPr/>
          <p:nvPr/>
        </p:nvGrpSpPr>
        <p:grpSpPr>
          <a:xfrm>
            <a:off x="7119152" y="4854521"/>
            <a:ext cx="1168551" cy="590780"/>
            <a:chOff x="6970562" y="3311894"/>
            <a:chExt cx="1168551" cy="590780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43288F99-83D7-7D8A-75E2-3A6DA9DB3FF3}"/>
                </a:ext>
              </a:extLst>
            </p:cNvPr>
            <p:cNvSpPr/>
            <p:nvPr/>
          </p:nvSpPr>
          <p:spPr>
            <a:xfrm>
              <a:off x="6970562" y="3311894"/>
              <a:ext cx="1168551" cy="590780"/>
            </a:xfrm>
            <a:prstGeom prst="roundRect">
              <a:avLst>
                <a:gd name="adj" fmla="val 10946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75B45DC-4613-A058-2FD3-56D30395E5E7}"/>
                </a:ext>
              </a:extLst>
            </p:cNvPr>
            <p:cNvGrpSpPr/>
            <p:nvPr/>
          </p:nvGrpSpPr>
          <p:grpSpPr>
            <a:xfrm>
              <a:off x="7127724" y="3353083"/>
              <a:ext cx="944714" cy="508401"/>
              <a:chOff x="7070574" y="3299033"/>
              <a:chExt cx="944714" cy="508401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CAD987D-CFF5-521C-B16E-66A0CD07C0C4}"/>
                  </a:ext>
                </a:extLst>
              </p:cNvPr>
              <p:cNvSpPr txBox="1"/>
              <p:nvPr/>
            </p:nvSpPr>
            <p:spPr>
              <a:xfrm>
                <a:off x="7070574" y="3299033"/>
                <a:ext cx="770463" cy="4001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2000" dirty="0">
                    <a:solidFill>
                      <a:schemeClr val="bg2"/>
                    </a:solidFill>
                  </a:rPr>
                  <a:t>85%</a:t>
                </a:r>
                <a:endParaRPr lang="en-ID" sz="2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05CE866-5EF1-CC0D-588E-F8451A5F9A0F}"/>
                  </a:ext>
                </a:extLst>
              </p:cNvPr>
              <p:cNvSpPr txBox="1"/>
              <p:nvPr/>
            </p:nvSpPr>
            <p:spPr>
              <a:xfrm>
                <a:off x="7070574" y="3591990"/>
                <a:ext cx="944714" cy="2154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dirty="0">
                    <a:solidFill>
                      <a:schemeClr val="bg2"/>
                    </a:solidFill>
                  </a:rPr>
                  <a:t>Key problems</a:t>
                </a:r>
                <a:endParaRPr lang="en-ID" sz="800" dirty="0">
                  <a:solidFill>
                    <a:schemeClr val="bg2"/>
                  </a:solidFill>
                  <a:latin typeface="+mj-lt"/>
                </a:endParaRPr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69AB626-89A9-DEEE-50DC-FD08E35124C6}"/>
              </a:ext>
            </a:extLst>
          </p:cNvPr>
          <p:cNvGrpSpPr/>
          <p:nvPr/>
        </p:nvGrpSpPr>
        <p:grpSpPr>
          <a:xfrm>
            <a:off x="9005916" y="3691852"/>
            <a:ext cx="1168551" cy="590780"/>
            <a:chOff x="6970562" y="3311894"/>
            <a:chExt cx="1168551" cy="590780"/>
          </a:xfrm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9BC7775E-BFF6-2058-5B3A-83A6704CB241}"/>
                </a:ext>
              </a:extLst>
            </p:cNvPr>
            <p:cNvSpPr/>
            <p:nvPr/>
          </p:nvSpPr>
          <p:spPr>
            <a:xfrm>
              <a:off x="6970562" y="3311894"/>
              <a:ext cx="1168551" cy="590780"/>
            </a:xfrm>
            <a:prstGeom prst="roundRect">
              <a:avLst>
                <a:gd name="adj" fmla="val 10946"/>
              </a:avLst>
            </a:prstGeom>
            <a:solidFill>
              <a:schemeClr val="accent4"/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B460D4C7-B3C2-8FA9-DA6B-F5AFFC8D5489}"/>
                </a:ext>
              </a:extLst>
            </p:cNvPr>
            <p:cNvGrpSpPr/>
            <p:nvPr/>
          </p:nvGrpSpPr>
          <p:grpSpPr>
            <a:xfrm>
              <a:off x="7108646" y="3353083"/>
              <a:ext cx="944714" cy="508401"/>
              <a:chOff x="7051496" y="3299033"/>
              <a:chExt cx="944714" cy="508401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CFFE262-4F5F-BC69-D862-B9BD047F70B5}"/>
                  </a:ext>
                </a:extLst>
              </p:cNvPr>
              <p:cNvSpPr txBox="1"/>
              <p:nvPr/>
            </p:nvSpPr>
            <p:spPr>
              <a:xfrm>
                <a:off x="7051496" y="3299033"/>
                <a:ext cx="770463" cy="4001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2000" dirty="0">
                    <a:solidFill>
                      <a:schemeClr val="bg2"/>
                    </a:solidFill>
                  </a:rPr>
                  <a:t>72%</a:t>
                </a:r>
                <a:endParaRPr lang="en-ID" sz="20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14332C7-9F06-665E-5859-ADC153234743}"/>
                  </a:ext>
                </a:extLst>
              </p:cNvPr>
              <p:cNvSpPr txBox="1"/>
              <p:nvPr/>
            </p:nvSpPr>
            <p:spPr>
              <a:xfrm>
                <a:off x="7051496" y="3591990"/>
                <a:ext cx="944714" cy="2154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Clarity ideas</a:t>
                </a:r>
                <a:endParaRPr lang="en-ID" sz="8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232E85B-A3A3-D29D-14F0-AE8BCEDE93D8}"/>
              </a:ext>
            </a:extLst>
          </p:cNvPr>
          <p:cNvGrpSpPr/>
          <p:nvPr/>
        </p:nvGrpSpPr>
        <p:grpSpPr>
          <a:xfrm>
            <a:off x="747703" y="1357098"/>
            <a:ext cx="7909560" cy="4143804"/>
            <a:chOff x="747703" y="1354890"/>
            <a:chExt cx="7909560" cy="4143804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A363AD7-908B-E09A-2A36-F47B12E2457D}"/>
                </a:ext>
              </a:extLst>
            </p:cNvPr>
            <p:cNvSpPr txBox="1"/>
            <p:nvPr/>
          </p:nvSpPr>
          <p:spPr>
            <a:xfrm>
              <a:off x="747703" y="1631889"/>
              <a:ext cx="79095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Innovating to Solve Problems and </a:t>
              </a:r>
              <a:r>
                <a:rPr lang="en-US" sz="4000" dirty="0">
                  <a:solidFill>
                    <a:schemeClr val="accent5"/>
                  </a:solidFill>
                </a:rPr>
                <a:t>Boost Efficiency</a:t>
              </a:r>
              <a:endParaRPr lang="en-US" sz="4000" dirty="0">
                <a:solidFill>
                  <a:schemeClr val="accent5"/>
                </a:solidFill>
                <a:latin typeface="+mj-lt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1554CC6-A007-72D4-7778-88EF8AB1D73B}"/>
                </a:ext>
              </a:extLst>
            </p:cNvPr>
            <p:cNvSpPr txBox="1"/>
            <p:nvPr/>
          </p:nvSpPr>
          <p:spPr>
            <a:xfrm>
              <a:off x="771518" y="1354890"/>
              <a:ext cx="1943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Elevator Pitch Deck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D35F661-DDB2-9A92-192E-6ABA76CC082B}"/>
                </a:ext>
              </a:extLst>
            </p:cNvPr>
            <p:cNvSpPr txBox="1"/>
            <p:nvPr/>
          </p:nvSpPr>
          <p:spPr>
            <a:xfrm>
              <a:off x="776281" y="2902702"/>
              <a:ext cx="4701540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500CE01-F794-ADC7-3D6E-E52196D59B09}"/>
                </a:ext>
              </a:extLst>
            </p:cNvPr>
            <p:cNvSpPr txBox="1"/>
            <p:nvPr/>
          </p:nvSpPr>
          <p:spPr>
            <a:xfrm>
              <a:off x="771518" y="4101346"/>
              <a:ext cx="2766738" cy="941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dirty="0">
                  <a:solidFill>
                    <a:schemeClr val="accent3"/>
                  </a:solidFill>
                </a:rPr>
                <a:t>$245+</a:t>
              </a:r>
              <a:endParaRPr lang="en-US" sz="4800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F38ED94-AB95-E484-93E9-208C4EC32251}"/>
                </a:ext>
              </a:extLst>
            </p:cNvPr>
            <p:cNvSpPr txBox="1"/>
            <p:nvPr/>
          </p:nvSpPr>
          <p:spPr>
            <a:xfrm>
              <a:off x="790567" y="4972396"/>
              <a:ext cx="2766739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strong pitch deck captures attention in seconds, not minutes.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2BE769E-3BF3-2EC5-0FAE-184DB7B6F3E7}"/>
                </a:ext>
              </a:extLst>
            </p:cNvPr>
            <p:cNvSpPr txBox="1"/>
            <p:nvPr/>
          </p:nvSpPr>
          <p:spPr>
            <a:xfrm>
              <a:off x="3943647" y="4101346"/>
              <a:ext cx="2766738" cy="941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800" dirty="0">
                  <a:solidFill>
                    <a:schemeClr val="accent4"/>
                  </a:solidFill>
                </a:rPr>
                <a:t>$245+</a:t>
              </a:r>
              <a:endParaRPr lang="en-US" sz="4800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6CE6AAF-6E81-1D29-033E-3303BCD8A42C}"/>
                </a:ext>
              </a:extLst>
            </p:cNvPr>
            <p:cNvSpPr txBox="1"/>
            <p:nvPr/>
          </p:nvSpPr>
          <p:spPr>
            <a:xfrm>
              <a:off x="3962696" y="4972396"/>
              <a:ext cx="1887249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Show your value in just a few slides.</a:t>
              </a:r>
              <a:endPara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75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213BFA8-3F82-B845-A254-7899B3DC3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7" t="10363"/>
          <a:stretch>
            <a:fillRect/>
          </a:stretch>
        </p:blipFill>
        <p:spPr>
          <a:xfrm>
            <a:off x="7824476" y="710664"/>
            <a:ext cx="4367525" cy="6147337"/>
          </a:xfrm>
          <a:custGeom>
            <a:avLst/>
            <a:gdLst>
              <a:gd name="connsiteX0" fmla="*/ 155386 w 4367525"/>
              <a:gd name="connsiteY0" fmla="*/ 0 h 6147337"/>
              <a:gd name="connsiteX1" fmla="*/ 4367525 w 4367525"/>
              <a:gd name="connsiteY1" fmla="*/ 0 h 6147337"/>
              <a:gd name="connsiteX2" fmla="*/ 4367525 w 4367525"/>
              <a:gd name="connsiteY2" fmla="*/ 6147337 h 6147337"/>
              <a:gd name="connsiteX3" fmla="*/ 0 w 4367525"/>
              <a:gd name="connsiteY3" fmla="*/ 6147337 h 6147337"/>
              <a:gd name="connsiteX4" fmla="*/ 0 w 4367525"/>
              <a:gd name="connsiteY4" fmla="*/ 155386 h 6147337"/>
              <a:gd name="connsiteX5" fmla="*/ 155386 w 4367525"/>
              <a:gd name="connsiteY5" fmla="*/ 0 h 6147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67525" h="6147337">
                <a:moveTo>
                  <a:pt x="155386" y="0"/>
                </a:moveTo>
                <a:lnTo>
                  <a:pt x="4367525" y="0"/>
                </a:lnTo>
                <a:lnTo>
                  <a:pt x="4367525" y="6147337"/>
                </a:lnTo>
                <a:lnTo>
                  <a:pt x="0" y="6147337"/>
                </a:lnTo>
                <a:lnTo>
                  <a:pt x="0" y="155386"/>
                </a:lnTo>
                <a:cubicBezTo>
                  <a:pt x="0" y="69569"/>
                  <a:pt x="69569" y="0"/>
                  <a:pt x="155386" y="0"/>
                </a:cubicBezTo>
                <a:close/>
              </a:path>
            </a:pathLst>
          </a:custGeom>
        </p:spPr>
      </p:pic>
      <p:pic>
        <p:nvPicPr>
          <p:cNvPr id="2" name="Google Shape;575;p19">
            <a:extLst>
              <a:ext uri="{FF2B5EF4-FFF2-40B4-BE49-F238E27FC236}">
                <a16:creationId xmlns:a16="http://schemas.microsoft.com/office/drawing/2014/main" id="{5366CA03-04D3-473A-4A76-9A746E1F6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2654" y="-346214"/>
            <a:ext cx="10869295" cy="8765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DB6D99E2-2117-3DC8-E86D-E174E401CF34}"/>
              </a:ext>
            </a:extLst>
          </p:cNvPr>
          <p:cNvGrpSpPr/>
          <p:nvPr/>
        </p:nvGrpSpPr>
        <p:grpSpPr>
          <a:xfrm>
            <a:off x="747703" y="1014198"/>
            <a:ext cx="7909560" cy="2074110"/>
            <a:chOff x="747703" y="1014198"/>
            <a:chExt cx="7909560" cy="20741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7969D34-C9E6-EDED-B4B2-E64C21E3DE33}"/>
                </a:ext>
              </a:extLst>
            </p:cNvPr>
            <p:cNvSpPr txBox="1"/>
            <p:nvPr/>
          </p:nvSpPr>
          <p:spPr>
            <a:xfrm>
              <a:off x="747703" y="1291197"/>
              <a:ext cx="79095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Leveraging Our Competitive </a:t>
              </a:r>
              <a:r>
                <a:rPr lang="en-US" sz="4000" dirty="0">
                  <a:solidFill>
                    <a:schemeClr val="accent5"/>
                  </a:solidFill>
                  <a:latin typeface="+mj-lt"/>
                </a:rPr>
                <a:t>Advantage for Success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48B004-224D-4D93-A5D2-BE9C90DBCB2E}"/>
                </a:ext>
              </a:extLst>
            </p:cNvPr>
            <p:cNvSpPr txBox="1"/>
            <p:nvPr/>
          </p:nvSpPr>
          <p:spPr>
            <a:xfrm>
              <a:off x="771518" y="1014198"/>
              <a:ext cx="1943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Elevator Pitch Deck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B44F17-ACA0-198D-1510-9F66CB436FE0}"/>
                </a:ext>
              </a:extLst>
            </p:cNvPr>
            <p:cNvSpPr txBox="1"/>
            <p:nvPr/>
          </p:nvSpPr>
          <p:spPr>
            <a:xfrm>
              <a:off x="776281" y="2562010"/>
              <a:ext cx="4701540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334B66-778F-0E22-D6E6-DC709870CF86}"/>
              </a:ext>
            </a:extLst>
          </p:cNvPr>
          <p:cNvSpPr/>
          <p:nvPr/>
        </p:nvSpPr>
        <p:spPr>
          <a:xfrm>
            <a:off x="5919837" y="3429000"/>
            <a:ext cx="2362200" cy="2613400"/>
          </a:xfrm>
          <a:prstGeom prst="roundRect">
            <a:avLst>
              <a:gd name="adj" fmla="val 5377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9B7E4-DC2F-3777-467C-C03BEF3D280B}"/>
              </a:ext>
            </a:extLst>
          </p:cNvPr>
          <p:cNvSpPr txBox="1"/>
          <p:nvPr/>
        </p:nvSpPr>
        <p:spPr>
          <a:xfrm>
            <a:off x="6131666" y="4350209"/>
            <a:ext cx="1932192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>
                <a:solidFill>
                  <a:schemeClr val="accent5"/>
                </a:solidFill>
              </a:rPr>
              <a:t>$826+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16FE4A-1105-F616-FDA2-782ECE6C41D1}"/>
              </a:ext>
            </a:extLst>
          </p:cNvPr>
          <p:cNvSpPr txBox="1"/>
          <p:nvPr/>
        </p:nvSpPr>
        <p:spPr>
          <a:xfrm>
            <a:off x="6128492" y="5079639"/>
            <a:ext cx="1932192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Explain the problem and how your solution helps.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7CE27-B9FD-E325-59B9-7C7481261281}"/>
              </a:ext>
            </a:extLst>
          </p:cNvPr>
          <p:cNvSpPr txBox="1"/>
          <p:nvPr/>
        </p:nvSpPr>
        <p:spPr>
          <a:xfrm>
            <a:off x="3457046" y="4350209"/>
            <a:ext cx="1932192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>
                <a:solidFill>
                  <a:schemeClr val="accent4"/>
                </a:solidFill>
              </a:rPr>
              <a:t>$579+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993432-B2CB-50F7-384C-C64D1A93634A}"/>
              </a:ext>
            </a:extLst>
          </p:cNvPr>
          <p:cNvSpPr txBox="1"/>
          <p:nvPr/>
        </p:nvSpPr>
        <p:spPr>
          <a:xfrm>
            <a:off x="3453871" y="5079639"/>
            <a:ext cx="2043055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why your business is unique and valuable.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CBC5E5-FA32-8928-F472-BEA01BB44E76}"/>
              </a:ext>
            </a:extLst>
          </p:cNvPr>
          <p:cNvGrpSpPr/>
          <p:nvPr/>
        </p:nvGrpSpPr>
        <p:grpSpPr>
          <a:xfrm>
            <a:off x="883262" y="3930819"/>
            <a:ext cx="5593675" cy="244680"/>
            <a:chOff x="883262" y="3930819"/>
            <a:chExt cx="5593675" cy="244680"/>
          </a:xfrm>
        </p:grpSpPr>
        <p:sp>
          <p:nvSpPr>
            <p:cNvPr id="6" name="Graphic 8">
              <a:extLst>
                <a:ext uri="{FF2B5EF4-FFF2-40B4-BE49-F238E27FC236}">
                  <a16:creationId xmlns:a16="http://schemas.microsoft.com/office/drawing/2014/main" id="{DE2C3252-953B-6F20-6360-1D3B10702BFB}"/>
                </a:ext>
              </a:extLst>
            </p:cNvPr>
            <p:cNvSpPr/>
            <p:nvPr/>
          </p:nvSpPr>
          <p:spPr>
            <a:xfrm>
              <a:off x="6232257" y="3930819"/>
              <a:ext cx="244680" cy="244680"/>
            </a:xfrm>
            <a:custGeom>
              <a:avLst/>
              <a:gdLst>
                <a:gd name="connsiteX0" fmla="*/ 71365 w 244680"/>
                <a:gd name="connsiteY0" fmla="*/ 142730 h 244680"/>
                <a:gd name="connsiteX1" fmla="*/ 112145 w 244680"/>
                <a:gd name="connsiteY1" fmla="*/ 101950 h 244680"/>
                <a:gd name="connsiteX2" fmla="*/ 71365 w 244680"/>
                <a:gd name="connsiteY2" fmla="*/ 61170 h 244680"/>
                <a:gd name="connsiteX3" fmla="*/ 30585 w 244680"/>
                <a:gd name="connsiteY3" fmla="*/ 101950 h 244680"/>
                <a:gd name="connsiteX4" fmla="*/ 71365 w 244680"/>
                <a:gd name="connsiteY4" fmla="*/ 142730 h 244680"/>
                <a:gd name="connsiteX5" fmla="*/ 71365 w 244680"/>
                <a:gd name="connsiteY5" fmla="*/ 81560 h 244680"/>
                <a:gd name="connsiteX6" fmla="*/ 91755 w 244680"/>
                <a:gd name="connsiteY6" fmla="*/ 101950 h 244680"/>
                <a:gd name="connsiteX7" fmla="*/ 71365 w 244680"/>
                <a:gd name="connsiteY7" fmla="*/ 122340 h 244680"/>
                <a:gd name="connsiteX8" fmla="*/ 50975 w 244680"/>
                <a:gd name="connsiteY8" fmla="*/ 101950 h 244680"/>
                <a:gd name="connsiteX9" fmla="*/ 71365 w 244680"/>
                <a:gd name="connsiteY9" fmla="*/ 81560 h 244680"/>
                <a:gd name="connsiteX10" fmla="*/ 142730 w 244680"/>
                <a:gd name="connsiteY10" fmla="*/ 234485 h 244680"/>
                <a:gd name="connsiteX11" fmla="*/ 132535 w 244680"/>
                <a:gd name="connsiteY11" fmla="*/ 244680 h 244680"/>
                <a:gd name="connsiteX12" fmla="*/ 122340 w 244680"/>
                <a:gd name="connsiteY12" fmla="*/ 234485 h 244680"/>
                <a:gd name="connsiteX13" fmla="*/ 71365 w 244680"/>
                <a:gd name="connsiteY13" fmla="*/ 183510 h 244680"/>
                <a:gd name="connsiteX14" fmla="*/ 20390 w 244680"/>
                <a:gd name="connsiteY14" fmla="*/ 234485 h 244680"/>
                <a:gd name="connsiteX15" fmla="*/ 10195 w 244680"/>
                <a:gd name="connsiteY15" fmla="*/ 244680 h 244680"/>
                <a:gd name="connsiteX16" fmla="*/ 0 w 244680"/>
                <a:gd name="connsiteY16" fmla="*/ 234485 h 244680"/>
                <a:gd name="connsiteX17" fmla="*/ 71365 w 244680"/>
                <a:gd name="connsiteY17" fmla="*/ 163120 h 244680"/>
                <a:gd name="connsiteX18" fmla="*/ 142730 w 244680"/>
                <a:gd name="connsiteY18" fmla="*/ 234485 h 244680"/>
                <a:gd name="connsiteX19" fmla="*/ 244680 w 244680"/>
                <a:gd name="connsiteY19" fmla="*/ 50975 h 244680"/>
                <a:gd name="connsiteX20" fmla="*/ 244680 w 244680"/>
                <a:gd name="connsiteY20" fmla="*/ 132535 h 244680"/>
                <a:gd name="connsiteX21" fmla="*/ 193705 w 244680"/>
                <a:gd name="connsiteY21" fmla="*/ 183510 h 244680"/>
                <a:gd name="connsiteX22" fmla="*/ 152925 w 244680"/>
                <a:gd name="connsiteY22" fmla="*/ 183510 h 244680"/>
                <a:gd name="connsiteX23" fmla="*/ 142730 w 244680"/>
                <a:gd name="connsiteY23" fmla="*/ 173315 h 244680"/>
                <a:gd name="connsiteX24" fmla="*/ 152925 w 244680"/>
                <a:gd name="connsiteY24" fmla="*/ 163120 h 244680"/>
                <a:gd name="connsiteX25" fmla="*/ 193705 w 244680"/>
                <a:gd name="connsiteY25" fmla="*/ 163120 h 244680"/>
                <a:gd name="connsiteX26" fmla="*/ 224290 w 244680"/>
                <a:gd name="connsiteY26" fmla="*/ 132535 h 244680"/>
                <a:gd name="connsiteX27" fmla="*/ 224290 w 244680"/>
                <a:gd name="connsiteY27" fmla="*/ 50975 h 244680"/>
                <a:gd name="connsiteX28" fmla="*/ 193705 w 244680"/>
                <a:gd name="connsiteY28" fmla="*/ 20390 h 244680"/>
                <a:gd name="connsiteX29" fmla="*/ 96445 w 244680"/>
                <a:gd name="connsiteY29" fmla="*/ 20390 h 244680"/>
                <a:gd name="connsiteX30" fmla="*/ 69938 w 244680"/>
                <a:gd name="connsiteY30" fmla="*/ 35683 h 244680"/>
                <a:gd name="connsiteX31" fmla="*/ 55971 w 244680"/>
                <a:gd name="connsiteY31" fmla="*/ 39455 h 244680"/>
                <a:gd name="connsiteX32" fmla="*/ 52300 w 244680"/>
                <a:gd name="connsiteY32" fmla="*/ 25488 h 244680"/>
                <a:gd name="connsiteX33" fmla="*/ 96445 w 244680"/>
                <a:gd name="connsiteY33" fmla="*/ 0 h 244680"/>
                <a:gd name="connsiteX34" fmla="*/ 193705 w 244680"/>
                <a:gd name="connsiteY34" fmla="*/ 0 h 244680"/>
                <a:gd name="connsiteX35" fmla="*/ 244680 w 244680"/>
                <a:gd name="connsiteY35" fmla="*/ 50975 h 244680"/>
                <a:gd name="connsiteX36" fmla="*/ 139366 w 244680"/>
                <a:gd name="connsiteY36" fmla="*/ 111329 h 244680"/>
                <a:gd name="connsiteX37" fmla="*/ 169135 w 244680"/>
                <a:gd name="connsiteY37" fmla="*/ 81560 h 244680"/>
                <a:gd name="connsiteX38" fmla="*/ 152925 w 244680"/>
                <a:gd name="connsiteY38" fmla="*/ 81560 h 244680"/>
                <a:gd name="connsiteX39" fmla="*/ 142730 w 244680"/>
                <a:gd name="connsiteY39" fmla="*/ 71365 h 244680"/>
                <a:gd name="connsiteX40" fmla="*/ 152925 w 244680"/>
                <a:gd name="connsiteY40" fmla="*/ 61170 h 244680"/>
                <a:gd name="connsiteX41" fmla="*/ 183510 w 244680"/>
                <a:gd name="connsiteY41" fmla="*/ 61170 h 244680"/>
                <a:gd name="connsiteX42" fmla="*/ 203900 w 244680"/>
                <a:gd name="connsiteY42" fmla="*/ 81560 h 244680"/>
                <a:gd name="connsiteX43" fmla="*/ 203900 w 244680"/>
                <a:gd name="connsiteY43" fmla="*/ 112145 h 244680"/>
                <a:gd name="connsiteX44" fmla="*/ 193705 w 244680"/>
                <a:gd name="connsiteY44" fmla="*/ 122340 h 244680"/>
                <a:gd name="connsiteX45" fmla="*/ 183510 w 244680"/>
                <a:gd name="connsiteY45" fmla="*/ 112145 h 244680"/>
                <a:gd name="connsiteX46" fmla="*/ 183510 w 244680"/>
                <a:gd name="connsiteY46" fmla="*/ 95935 h 244680"/>
                <a:gd name="connsiteX47" fmla="*/ 153741 w 244680"/>
                <a:gd name="connsiteY47" fmla="*/ 125704 h 244680"/>
                <a:gd name="connsiteX48" fmla="*/ 136307 w 244680"/>
                <a:gd name="connsiteY48" fmla="*/ 132943 h 244680"/>
                <a:gd name="connsiteX49" fmla="*/ 129578 w 244680"/>
                <a:gd name="connsiteY49" fmla="*/ 132025 h 244680"/>
                <a:gd name="connsiteX50" fmla="*/ 122544 w 244680"/>
                <a:gd name="connsiteY50" fmla="*/ 119485 h 244680"/>
                <a:gd name="connsiteX51" fmla="*/ 135186 w 244680"/>
                <a:gd name="connsiteY51" fmla="*/ 112451 h 244680"/>
                <a:gd name="connsiteX52" fmla="*/ 139366 w 244680"/>
                <a:gd name="connsiteY52" fmla="*/ 111329 h 24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44680" h="244680">
                  <a:moveTo>
                    <a:pt x="71365" y="142730"/>
                  </a:moveTo>
                  <a:cubicBezTo>
                    <a:pt x="93896" y="142730"/>
                    <a:pt x="112145" y="124481"/>
                    <a:pt x="112145" y="101950"/>
                  </a:cubicBezTo>
                  <a:cubicBezTo>
                    <a:pt x="112145" y="79419"/>
                    <a:pt x="93896" y="61170"/>
                    <a:pt x="71365" y="61170"/>
                  </a:cubicBezTo>
                  <a:cubicBezTo>
                    <a:pt x="48834" y="61170"/>
                    <a:pt x="30585" y="79419"/>
                    <a:pt x="30585" y="101950"/>
                  </a:cubicBezTo>
                  <a:cubicBezTo>
                    <a:pt x="30585" y="124481"/>
                    <a:pt x="48834" y="142730"/>
                    <a:pt x="71365" y="142730"/>
                  </a:cubicBezTo>
                  <a:close/>
                  <a:moveTo>
                    <a:pt x="71365" y="81560"/>
                  </a:moveTo>
                  <a:cubicBezTo>
                    <a:pt x="82580" y="81560"/>
                    <a:pt x="91755" y="90736"/>
                    <a:pt x="91755" y="101950"/>
                  </a:cubicBezTo>
                  <a:cubicBezTo>
                    <a:pt x="91755" y="113165"/>
                    <a:pt x="82580" y="122340"/>
                    <a:pt x="71365" y="122340"/>
                  </a:cubicBezTo>
                  <a:cubicBezTo>
                    <a:pt x="60151" y="122340"/>
                    <a:pt x="50975" y="113165"/>
                    <a:pt x="50975" y="101950"/>
                  </a:cubicBezTo>
                  <a:cubicBezTo>
                    <a:pt x="50975" y="90736"/>
                    <a:pt x="60151" y="81560"/>
                    <a:pt x="71365" y="81560"/>
                  </a:cubicBezTo>
                  <a:close/>
                  <a:moveTo>
                    <a:pt x="142730" y="234485"/>
                  </a:moveTo>
                  <a:cubicBezTo>
                    <a:pt x="142730" y="240092"/>
                    <a:pt x="138142" y="244680"/>
                    <a:pt x="132535" y="244680"/>
                  </a:cubicBezTo>
                  <a:cubicBezTo>
                    <a:pt x="126928" y="244680"/>
                    <a:pt x="122340" y="240092"/>
                    <a:pt x="122340" y="234485"/>
                  </a:cubicBezTo>
                  <a:cubicBezTo>
                    <a:pt x="122340" y="206347"/>
                    <a:pt x="99503" y="183510"/>
                    <a:pt x="71365" y="183510"/>
                  </a:cubicBezTo>
                  <a:cubicBezTo>
                    <a:pt x="43227" y="183510"/>
                    <a:pt x="20390" y="206347"/>
                    <a:pt x="20390" y="234485"/>
                  </a:cubicBezTo>
                  <a:cubicBezTo>
                    <a:pt x="20390" y="240092"/>
                    <a:pt x="15802" y="244680"/>
                    <a:pt x="10195" y="244680"/>
                  </a:cubicBezTo>
                  <a:cubicBezTo>
                    <a:pt x="4588" y="244680"/>
                    <a:pt x="0" y="240092"/>
                    <a:pt x="0" y="234485"/>
                  </a:cubicBezTo>
                  <a:cubicBezTo>
                    <a:pt x="0" y="195132"/>
                    <a:pt x="32012" y="163120"/>
                    <a:pt x="71365" y="163120"/>
                  </a:cubicBezTo>
                  <a:cubicBezTo>
                    <a:pt x="110718" y="163120"/>
                    <a:pt x="142730" y="195132"/>
                    <a:pt x="142730" y="234485"/>
                  </a:cubicBezTo>
                  <a:close/>
                  <a:moveTo>
                    <a:pt x="244680" y="50975"/>
                  </a:moveTo>
                  <a:lnTo>
                    <a:pt x="244680" y="132535"/>
                  </a:lnTo>
                  <a:cubicBezTo>
                    <a:pt x="244680" y="160673"/>
                    <a:pt x="221843" y="183510"/>
                    <a:pt x="193705" y="183510"/>
                  </a:cubicBezTo>
                  <a:lnTo>
                    <a:pt x="152925" y="183510"/>
                  </a:lnTo>
                  <a:cubicBezTo>
                    <a:pt x="147318" y="183510"/>
                    <a:pt x="142730" y="178922"/>
                    <a:pt x="142730" y="173315"/>
                  </a:cubicBezTo>
                  <a:cubicBezTo>
                    <a:pt x="142730" y="167708"/>
                    <a:pt x="147318" y="163120"/>
                    <a:pt x="152925" y="163120"/>
                  </a:cubicBezTo>
                  <a:lnTo>
                    <a:pt x="193705" y="163120"/>
                  </a:lnTo>
                  <a:cubicBezTo>
                    <a:pt x="210527" y="163120"/>
                    <a:pt x="224290" y="149357"/>
                    <a:pt x="224290" y="132535"/>
                  </a:cubicBezTo>
                  <a:lnTo>
                    <a:pt x="224290" y="50975"/>
                  </a:lnTo>
                  <a:cubicBezTo>
                    <a:pt x="224290" y="34153"/>
                    <a:pt x="210527" y="20390"/>
                    <a:pt x="193705" y="20390"/>
                  </a:cubicBezTo>
                  <a:lnTo>
                    <a:pt x="96445" y="20390"/>
                  </a:lnTo>
                  <a:cubicBezTo>
                    <a:pt x="85536" y="20390"/>
                    <a:pt x="75443" y="26303"/>
                    <a:pt x="69938" y="35683"/>
                  </a:cubicBezTo>
                  <a:cubicBezTo>
                    <a:pt x="67083" y="40576"/>
                    <a:pt x="60864" y="42207"/>
                    <a:pt x="55971" y="39455"/>
                  </a:cubicBezTo>
                  <a:cubicBezTo>
                    <a:pt x="51077" y="36600"/>
                    <a:pt x="49446" y="30381"/>
                    <a:pt x="52300" y="25488"/>
                  </a:cubicBezTo>
                  <a:cubicBezTo>
                    <a:pt x="61476" y="9787"/>
                    <a:pt x="78400" y="0"/>
                    <a:pt x="96445" y="0"/>
                  </a:cubicBezTo>
                  <a:lnTo>
                    <a:pt x="193705" y="0"/>
                  </a:lnTo>
                  <a:cubicBezTo>
                    <a:pt x="221843" y="0"/>
                    <a:pt x="244680" y="22837"/>
                    <a:pt x="244680" y="50975"/>
                  </a:cubicBezTo>
                  <a:close/>
                  <a:moveTo>
                    <a:pt x="139366" y="111329"/>
                  </a:moveTo>
                  <a:lnTo>
                    <a:pt x="169135" y="81560"/>
                  </a:lnTo>
                  <a:lnTo>
                    <a:pt x="152925" y="81560"/>
                  </a:lnTo>
                  <a:cubicBezTo>
                    <a:pt x="147318" y="81560"/>
                    <a:pt x="142730" y="76972"/>
                    <a:pt x="142730" y="71365"/>
                  </a:cubicBezTo>
                  <a:cubicBezTo>
                    <a:pt x="142730" y="65758"/>
                    <a:pt x="147318" y="61170"/>
                    <a:pt x="152925" y="61170"/>
                  </a:cubicBezTo>
                  <a:lnTo>
                    <a:pt x="183510" y="61170"/>
                  </a:lnTo>
                  <a:cubicBezTo>
                    <a:pt x="194725" y="61170"/>
                    <a:pt x="203900" y="70346"/>
                    <a:pt x="203900" y="81560"/>
                  </a:cubicBezTo>
                  <a:lnTo>
                    <a:pt x="203900" y="112145"/>
                  </a:lnTo>
                  <a:cubicBezTo>
                    <a:pt x="203900" y="117752"/>
                    <a:pt x="199312" y="122340"/>
                    <a:pt x="193705" y="122340"/>
                  </a:cubicBezTo>
                  <a:cubicBezTo>
                    <a:pt x="188098" y="122340"/>
                    <a:pt x="183510" y="117752"/>
                    <a:pt x="183510" y="112145"/>
                  </a:cubicBezTo>
                  <a:lnTo>
                    <a:pt x="183510" y="95935"/>
                  </a:lnTo>
                  <a:lnTo>
                    <a:pt x="153741" y="125704"/>
                  </a:lnTo>
                  <a:cubicBezTo>
                    <a:pt x="149051" y="130394"/>
                    <a:pt x="142730" y="132943"/>
                    <a:pt x="136307" y="132943"/>
                  </a:cubicBezTo>
                  <a:cubicBezTo>
                    <a:pt x="134064" y="132943"/>
                    <a:pt x="131821" y="132637"/>
                    <a:pt x="129578" y="132025"/>
                  </a:cubicBezTo>
                  <a:cubicBezTo>
                    <a:pt x="124175" y="130496"/>
                    <a:pt x="121015" y="124889"/>
                    <a:pt x="122544" y="119485"/>
                  </a:cubicBezTo>
                  <a:cubicBezTo>
                    <a:pt x="124073" y="114082"/>
                    <a:pt x="129680" y="110922"/>
                    <a:pt x="135186" y="112451"/>
                  </a:cubicBezTo>
                  <a:cubicBezTo>
                    <a:pt x="136409" y="112757"/>
                    <a:pt x="138040" y="112655"/>
                    <a:pt x="139366" y="111329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EDE27B4-D94F-F5D0-628E-22C05E01B8D5}"/>
                </a:ext>
              </a:extLst>
            </p:cNvPr>
            <p:cNvSpPr/>
            <p:nvPr/>
          </p:nvSpPr>
          <p:spPr>
            <a:xfrm>
              <a:off x="3557634" y="3991989"/>
              <a:ext cx="244692" cy="122340"/>
            </a:xfrm>
            <a:custGeom>
              <a:avLst/>
              <a:gdLst>
                <a:gd name="connsiteX0" fmla="*/ 214098 w 244692"/>
                <a:gd name="connsiteY0" fmla="*/ 0 h 122340"/>
                <a:gd name="connsiteX1" fmla="*/ 152928 w 244692"/>
                <a:gd name="connsiteY1" fmla="*/ 0 h 122340"/>
                <a:gd name="connsiteX2" fmla="*/ 142733 w 244692"/>
                <a:gd name="connsiteY2" fmla="*/ 10195 h 122340"/>
                <a:gd name="connsiteX3" fmla="*/ 152928 w 244692"/>
                <a:gd name="connsiteY3" fmla="*/ 20390 h 122340"/>
                <a:gd name="connsiteX4" fmla="*/ 209877 w 244692"/>
                <a:gd name="connsiteY4" fmla="*/ 20390 h 122340"/>
                <a:gd name="connsiteX5" fmla="*/ 142977 w 244692"/>
                <a:gd name="connsiteY5" fmla="*/ 87290 h 122340"/>
                <a:gd name="connsiteX6" fmla="*/ 122108 w 244692"/>
                <a:gd name="connsiteY6" fmla="*/ 87290 h 122340"/>
                <a:gd name="connsiteX7" fmla="*/ 96223 w 244692"/>
                <a:gd name="connsiteY7" fmla="*/ 61404 h 122340"/>
                <a:gd name="connsiteX8" fmla="*/ 46522 w 244692"/>
                <a:gd name="connsiteY8" fmla="*/ 61404 h 122340"/>
                <a:gd name="connsiteX9" fmla="*/ 2990 w 244692"/>
                <a:gd name="connsiteY9" fmla="*/ 104937 h 122340"/>
                <a:gd name="connsiteX10" fmla="*/ 2990 w 244692"/>
                <a:gd name="connsiteY10" fmla="*/ 119353 h 122340"/>
                <a:gd name="connsiteX11" fmla="*/ 10198 w 244692"/>
                <a:gd name="connsiteY11" fmla="*/ 122340 h 122340"/>
                <a:gd name="connsiteX12" fmla="*/ 17405 w 244692"/>
                <a:gd name="connsiteY12" fmla="*/ 119353 h 122340"/>
                <a:gd name="connsiteX13" fmla="*/ 60938 w 244692"/>
                <a:gd name="connsiteY13" fmla="*/ 75820 h 122340"/>
                <a:gd name="connsiteX14" fmla="*/ 81807 w 244692"/>
                <a:gd name="connsiteY14" fmla="*/ 75820 h 122340"/>
                <a:gd name="connsiteX15" fmla="*/ 107692 w 244692"/>
                <a:gd name="connsiteY15" fmla="*/ 101705 h 122340"/>
                <a:gd name="connsiteX16" fmla="*/ 157393 w 244692"/>
                <a:gd name="connsiteY16" fmla="*/ 101705 h 122340"/>
                <a:gd name="connsiteX17" fmla="*/ 224303 w 244692"/>
                <a:gd name="connsiteY17" fmla="*/ 34806 h 122340"/>
                <a:gd name="connsiteX18" fmla="*/ 224303 w 244692"/>
                <a:gd name="connsiteY18" fmla="*/ 91755 h 122340"/>
                <a:gd name="connsiteX19" fmla="*/ 234498 w 244692"/>
                <a:gd name="connsiteY19" fmla="*/ 101950 h 122340"/>
                <a:gd name="connsiteX20" fmla="*/ 244693 w 244692"/>
                <a:gd name="connsiteY20" fmla="*/ 91755 h 122340"/>
                <a:gd name="connsiteX21" fmla="*/ 244693 w 244692"/>
                <a:gd name="connsiteY21" fmla="*/ 30585 h 122340"/>
                <a:gd name="connsiteX22" fmla="*/ 214108 w 244692"/>
                <a:gd name="connsiteY22" fmla="*/ 0 h 122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4692" h="122340">
                  <a:moveTo>
                    <a:pt x="214098" y="0"/>
                  </a:moveTo>
                  <a:lnTo>
                    <a:pt x="152928" y="0"/>
                  </a:lnTo>
                  <a:cubicBezTo>
                    <a:pt x="147290" y="0"/>
                    <a:pt x="142733" y="4557"/>
                    <a:pt x="142733" y="10195"/>
                  </a:cubicBezTo>
                  <a:cubicBezTo>
                    <a:pt x="142733" y="15833"/>
                    <a:pt x="147290" y="20390"/>
                    <a:pt x="152928" y="20390"/>
                  </a:cubicBezTo>
                  <a:lnTo>
                    <a:pt x="209877" y="20390"/>
                  </a:lnTo>
                  <a:lnTo>
                    <a:pt x="142977" y="87290"/>
                  </a:lnTo>
                  <a:cubicBezTo>
                    <a:pt x="137227" y="93040"/>
                    <a:pt x="127868" y="93040"/>
                    <a:pt x="122108" y="87290"/>
                  </a:cubicBezTo>
                  <a:lnTo>
                    <a:pt x="96223" y="61404"/>
                  </a:lnTo>
                  <a:cubicBezTo>
                    <a:pt x="82521" y="47702"/>
                    <a:pt x="60224" y="47702"/>
                    <a:pt x="46522" y="61404"/>
                  </a:cubicBezTo>
                  <a:lnTo>
                    <a:pt x="2990" y="104937"/>
                  </a:lnTo>
                  <a:cubicBezTo>
                    <a:pt x="-997" y="108923"/>
                    <a:pt x="-997" y="115367"/>
                    <a:pt x="2990" y="119353"/>
                  </a:cubicBezTo>
                  <a:cubicBezTo>
                    <a:pt x="4978" y="121341"/>
                    <a:pt x="7588" y="122340"/>
                    <a:pt x="10198" y="122340"/>
                  </a:cubicBezTo>
                  <a:cubicBezTo>
                    <a:pt x="12807" y="122340"/>
                    <a:pt x="15417" y="121341"/>
                    <a:pt x="17405" y="119353"/>
                  </a:cubicBezTo>
                  <a:lnTo>
                    <a:pt x="60938" y="75820"/>
                  </a:lnTo>
                  <a:cubicBezTo>
                    <a:pt x="66515" y="70244"/>
                    <a:pt x="76231" y="70244"/>
                    <a:pt x="81807" y="75820"/>
                  </a:cubicBezTo>
                  <a:lnTo>
                    <a:pt x="107692" y="101705"/>
                  </a:lnTo>
                  <a:cubicBezTo>
                    <a:pt x="121394" y="115407"/>
                    <a:pt x="143691" y="115407"/>
                    <a:pt x="157393" y="101705"/>
                  </a:cubicBezTo>
                  <a:lnTo>
                    <a:pt x="224303" y="34806"/>
                  </a:lnTo>
                  <a:lnTo>
                    <a:pt x="224303" y="91755"/>
                  </a:lnTo>
                  <a:cubicBezTo>
                    <a:pt x="224303" y="97393"/>
                    <a:pt x="228860" y="101950"/>
                    <a:pt x="234498" y="101950"/>
                  </a:cubicBezTo>
                  <a:cubicBezTo>
                    <a:pt x="240136" y="101950"/>
                    <a:pt x="244693" y="97393"/>
                    <a:pt x="244693" y="91755"/>
                  </a:cubicBezTo>
                  <a:lnTo>
                    <a:pt x="244693" y="30585"/>
                  </a:lnTo>
                  <a:cubicBezTo>
                    <a:pt x="244693" y="13722"/>
                    <a:pt x="230970" y="0"/>
                    <a:pt x="214108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E262340-92E5-86C6-7489-7A2BE550913F}"/>
                </a:ext>
              </a:extLst>
            </p:cNvPr>
            <p:cNvSpPr/>
            <p:nvPr/>
          </p:nvSpPr>
          <p:spPr>
            <a:xfrm>
              <a:off x="883262" y="3953968"/>
              <a:ext cx="221259" cy="221212"/>
            </a:xfrm>
            <a:custGeom>
              <a:avLst/>
              <a:gdLst>
                <a:gd name="connsiteX0" fmla="*/ 190533 w 221259"/>
                <a:gd name="connsiteY0" fmla="*/ 99190 h 221212"/>
                <a:gd name="connsiteX1" fmla="*/ 142484 w 221259"/>
                <a:gd name="connsiteY1" fmla="*/ 99190 h 221212"/>
                <a:gd name="connsiteX2" fmla="*/ 122094 w 221259"/>
                <a:gd name="connsiteY2" fmla="*/ 78800 h 221212"/>
                <a:gd name="connsiteX3" fmla="*/ 122094 w 221259"/>
                <a:gd name="connsiteY3" fmla="*/ 30619 h 221212"/>
                <a:gd name="connsiteX4" fmla="*/ 110207 w 221259"/>
                <a:gd name="connsiteY4" fmla="*/ 6324 h 221212"/>
                <a:gd name="connsiteX5" fmla="*/ 84913 w 221259"/>
                <a:gd name="connsiteY5" fmla="*/ 880 h 221212"/>
                <a:gd name="connsiteX6" fmla="*/ 3320 w 221259"/>
                <a:gd name="connsiteY6" fmla="*/ 136357 h 221212"/>
                <a:gd name="connsiteX7" fmla="*/ 90551 w 221259"/>
                <a:gd name="connsiteY7" fmla="*/ 219196 h 221212"/>
                <a:gd name="connsiteX8" fmla="*/ 220374 w 221259"/>
                <a:gd name="connsiteY8" fmla="*/ 136474 h 221212"/>
                <a:gd name="connsiteX9" fmla="*/ 214940 w 221259"/>
                <a:gd name="connsiteY9" fmla="*/ 111139 h 221212"/>
                <a:gd name="connsiteX10" fmla="*/ 190533 w 221259"/>
                <a:gd name="connsiteY10" fmla="*/ 99190 h 221212"/>
                <a:gd name="connsiteX11" fmla="*/ 200606 w 221259"/>
                <a:gd name="connsiteY11" fmla="*/ 131488 h 221212"/>
                <a:gd name="connsiteX12" fmla="*/ 89825 w 221259"/>
                <a:gd name="connsiteY12" fmla="*/ 198194 h 221212"/>
                <a:gd name="connsiteX13" fmla="*/ 23118 w 221259"/>
                <a:gd name="connsiteY13" fmla="*/ 87413 h 221212"/>
                <a:gd name="connsiteX14" fmla="*/ 89898 w 221259"/>
                <a:gd name="connsiteY14" fmla="*/ 20689 h 221212"/>
                <a:gd name="connsiteX15" fmla="*/ 97687 w 221259"/>
                <a:gd name="connsiteY15" fmla="*/ 22442 h 221212"/>
                <a:gd name="connsiteX16" fmla="*/ 101765 w 221259"/>
                <a:gd name="connsiteY16" fmla="*/ 30660 h 221212"/>
                <a:gd name="connsiteX17" fmla="*/ 101765 w 221259"/>
                <a:gd name="connsiteY17" fmla="*/ 78800 h 221212"/>
                <a:gd name="connsiteX18" fmla="*/ 142545 w 221259"/>
                <a:gd name="connsiteY18" fmla="*/ 119580 h 221212"/>
                <a:gd name="connsiteX19" fmla="*/ 190584 w 221259"/>
                <a:gd name="connsiteY19" fmla="*/ 119580 h 221212"/>
                <a:gd name="connsiteX20" fmla="*/ 198903 w 221259"/>
                <a:gd name="connsiteY20" fmla="*/ 123658 h 221212"/>
                <a:gd name="connsiteX21" fmla="*/ 200596 w 221259"/>
                <a:gd name="connsiteY21" fmla="*/ 131488 h 22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1259" h="221212">
                  <a:moveTo>
                    <a:pt x="190533" y="99190"/>
                  </a:moveTo>
                  <a:lnTo>
                    <a:pt x="142484" y="99190"/>
                  </a:lnTo>
                  <a:cubicBezTo>
                    <a:pt x="131223" y="99190"/>
                    <a:pt x="122094" y="90062"/>
                    <a:pt x="122094" y="78800"/>
                  </a:cubicBezTo>
                  <a:lnTo>
                    <a:pt x="122094" y="30619"/>
                  </a:lnTo>
                  <a:cubicBezTo>
                    <a:pt x="122123" y="21113"/>
                    <a:pt x="117730" y="12135"/>
                    <a:pt x="110207" y="6324"/>
                  </a:cubicBezTo>
                  <a:cubicBezTo>
                    <a:pt x="103078" y="679"/>
                    <a:pt x="93732" y="-1332"/>
                    <a:pt x="84913" y="880"/>
                  </a:cubicBezTo>
                  <a:cubicBezTo>
                    <a:pt x="24971" y="15760"/>
                    <a:pt x="-11560" y="76415"/>
                    <a:pt x="3320" y="136357"/>
                  </a:cubicBezTo>
                  <a:cubicBezTo>
                    <a:pt x="13804" y="178590"/>
                    <a:pt x="47834" y="210906"/>
                    <a:pt x="90551" y="219196"/>
                  </a:cubicBezTo>
                  <a:cubicBezTo>
                    <a:pt x="148906" y="230365"/>
                    <a:pt x="205845" y="194084"/>
                    <a:pt x="220374" y="136474"/>
                  </a:cubicBezTo>
                  <a:cubicBezTo>
                    <a:pt x="222594" y="127643"/>
                    <a:pt x="220587" y="118282"/>
                    <a:pt x="214940" y="111139"/>
                  </a:cubicBezTo>
                  <a:cubicBezTo>
                    <a:pt x="209063" y="103629"/>
                    <a:pt x="200069" y="99227"/>
                    <a:pt x="190533" y="99190"/>
                  </a:cubicBezTo>
                  <a:close/>
                  <a:moveTo>
                    <a:pt x="200606" y="131488"/>
                  </a:moveTo>
                  <a:cubicBezTo>
                    <a:pt x="188435" y="180500"/>
                    <a:pt x="138836" y="210366"/>
                    <a:pt x="89825" y="198194"/>
                  </a:cubicBezTo>
                  <a:cubicBezTo>
                    <a:pt x="40813" y="186023"/>
                    <a:pt x="10948" y="136426"/>
                    <a:pt x="23118" y="87413"/>
                  </a:cubicBezTo>
                  <a:cubicBezTo>
                    <a:pt x="31289" y="54513"/>
                    <a:pt x="56991" y="28832"/>
                    <a:pt x="89898" y="20689"/>
                  </a:cubicBezTo>
                  <a:cubicBezTo>
                    <a:pt x="92626" y="20007"/>
                    <a:pt x="95515" y="20658"/>
                    <a:pt x="97687" y="22442"/>
                  </a:cubicBezTo>
                  <a:cubicBezTo>
                    <a:pt x="100251" y="24397"/>
                    <a:pt x="101759" y="27435"/>
                    <a:pt x="101765" y="30660"/>
                  </a:cubicBezTo>
                  <a:lnTo>
                    <a:pt x="101765" y="78800"/>
                  </a:lnTo>
                  <a:cubicBezTo>
                    <a:pt x="101765" y="101322"/>
                    <a:pt x="120023" y="119580"/>
                    <a:pt x="142545" y="119580"/>
                  </a:cubicBezTo>
                  <a:lnTo>
                    <a:pt x="190584" y="119580"/>
                  </a:lnTo>
                  <a:cubicBezTo>
                    <a:pt x="193835" y="119594"/>
                    <a:pt x="196901" y="121096"/>
                    <a:pt x="198903" y="123658"/>
                  </a:cubicBezTo>
                  <a:cubicBezTo>
                    <a:pt x="200660" y="125861"/>
                    <a:pt x="201286" y="128757"/>
                    <a:pt x="200596" y="131488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6CB43D-0380-8C59-8DFB-37336E986CDB}"/>
                </a:ext>
              </a:extLst>
            </p:cNvPr>
            <p:cNvSpPr/>
            <p:nvPr/>
          </p:nvSpPr>
          <p:spPr>
            <a:xfrm>
              <a:off x="1025940" y="3933876"/>
              <a:ext cx="98969" cy="98892"/>
            </a:xfrm>
            <a:custGeom>
              <a:avLst/>
              <a:gdLst>
                <a:gd name="connsiteX0" fmla="*/ 98198 w 98969"/>
                <a:gd name="connsiteY0" fmla="*/ 72854 h 98892"/>
                <a:gd name="connsiteX1" fmla="*/ 26130 w 98969"/>
                <a:gd name="connsiteY1" fmla="*/ 735 h 98892"/>
                <a:gd name="connsiteX2" fmla="*/ 20584 w 98969"/>
                <a:gd name="connsiteY2" fmla="*/ 1 h 98892"/>
                <a:gd name="connsiteX3" fmla="*/ 1 w 98969"/>
                <a:gd name="connsiteY3" fmla="*/ 20196 h 98892"/>
                <a:gd name="connsiteX4" fmla="*/ 0 w 98969"/>
                <a:gd name="connsiteY4" fmla="*/ 20391 h 98892"/>
                <a:gd name="connsiteX5" fmla="*/ 0 w 98969"/>
                <a:gd name="connsiteY5" fmla="*/ 68307 h 98892"/>
                <a:gd name="connsiteX6" fmla="*/ 30585 w 98969"/>
                <a:gd name="connsiteY6" fmla="*/ 98892 h 98892"/>
                <a:gd name="connsiteX7" fmla="*/ 78695 w 98969"/>
                <a:gd name="connsiteY7" fmla="*/ 98892 h 98892"/>
                <a:gd name="connsiteX8" fmla="*/ 98969 w 98969"/>
                <a:gd name="connsiteY8" fmla="*/ 78225 h 98892"/>
                <a:gd name="connsiteX9" fmla="*/ 98198 w 98969"/>
                <a:gd name="connsiteY9" fmla="*/ 72854 h 98892"/>
                <a:gd name="connsiteX10" fmla="*/ 72731 w 98969"/>
                <a:gd name="connsiteY10" fmla="*/ 78502 h 98892"/>
                <a:gd name="connsiteX11" fmla="*/ 30544 w 98969"/>
                <a:gd name="connsiteY11" fmla="*/ 78502 h 98892"/>
                <a:gd name="connsiteX12" fmla="*/ 20349 w 98969"/>
                <a:gd name="connsiteY12" fmla="*/ 68307 h 98892"/>
                <a:gd name="connsiteX13" fmla="*/ 20268 w 98969"/>
                <a:gd name="connsiteY13" fmla="*/ 20462 h 98892"/>
                <a:gd name="connsiteX14" fmla="*/ 20523 w 98969"/>
                <a:gd name="connsiteY14" fmla="*/ 20371 h 98892"/>
                <a:gd name="connsiteX15" fmla="*/ 20788 w 98969"/>
                <a:gd name="connsiteY15" fmla="*/ 20371 h 98892"/>
                <a:gd name="connsiteX16" fmla="*/ 78654 w 98969"/>
                <a:gd name="connsiteY16" fmla="*/ 78502 h 98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8969" h="98892">
                  <a:moveTo>
                    <a:pt x="98198" y="72854"/>
                  </a:moveTo>
                  <a:cubicBezTo>
                    <a:pt x="88648" y="37745"/>
                    <a:pt x="61232" y="10310"/>
                    <a:pt x="26130" y="735"/>
                  </a:cubicBezTo>
                  <a:cubicBezTo>
                    <a:pt x="24321" y="249"/>
                    <a:pt x="22457" y="2"/>
                    <a:pt x="20584" y="1"/>
                  </a:cubicBezTo>
                  <a:cubicBezTo>
                    <a:pt x="9323" y="-106"/>
                    <a:pt x="108" y="8936"/>
                    <a:pt x="1" y="20196"/>
                  </a:cubicBezTo>
                  <a:cubicBezTo>
                    <a:pt x="0" y="20261"/>
                    <a:pt x="0" y="20326"/>
                    <a:pt x="0" y="20391"/>
                  </a:cubicBezTo>
                  <a:lnTo>
                    <a:pt x="0" y="68307"/>
                  </a:lnTo>
                  <a:cubicBezTo>
                    <a:pt x="0" y="85199"/>
                    <a:pt x="13693" y="98892"/>
                    <a:pt x="30585" y="98892"/>
                  </a:cubicBezTo>
                  <a:lnTo>
                    <a:pt x="78695" y="98892"/>
                  </a:lnTo>
                  <a:cubicBezTo>
                    <a:pt x="90000" y="98784"/>
                    <a:pt x="99078" y="89530"/>
                    <a:pt x="98969" y="78225"/>
                  </a:cubicBezTo>
                  <a:cubicBezTo>
                    <a:pt x="98952" y="76408"/>
                    <a:pt x="98693" y="74602"/>
                    <a:pt x="98198" y="72854"/>
                  </a:cubicBezTo>
                  <a:close/>
                  <a:moveTo>
                    <a:pt x="72731" y="78502"/>
                  </a:moveTo>
                  <a:lnTo>
                    <a:pt x="30544" y="78502"/>
                  </a:lnTo>
                  <a:cubicBezTo>
                    <a:pt x="24914" y="78502"/>
                    <a:pt x="20349" y="73938"/>
                    <a:pt x="20349" y="68307"/>
                  </a:cubicBezTo>
                  <a:lnTo>
                    <a:pt x="20268" y="20462"/>
                  </a:lnTo>
                  <a:cubicBezTo>
                    <a:pt x="20342" y="20408"/>
                    <a:pt x="20431" y="20377"/>
                    <a:pt x="20523" y="20371"/>
                  </a:cubicBezTo>
                  <a:lnTo>
                    <a:pt x="20788" y="20371"/>
                  </a:lnTo>
                  <a:cubicBezTo>
                    <a:pt x="49047" y="28069"/>
                    <a:pt x="71085" y="50208"/>
                    <a:pt x="78654" y="7850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0E45E3F-643E-DC8F-1164-B44CA5546BC1}"/>
              </a:ext>
            </a:extLst>
          </p:cNvPr>
          <p:cNvSpPr txBox="1"/>
          <p:nvPr/>
        </p:nvSpPr>
        <p:spPr>
          <a:xfrm>
            <a:off x="782426" y="4350209"/>
            <a:ext cx="1932192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3"/>
                </a:solidFill>
              </a:rPr>
              <a:t>$253+</a:t>
            </a:r>
            <a:endParaRPr lang="en-US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9CC38-C167-9368-1DFD-CDAB0C2E66A5}"/>
              </a:ext>
            </a:extLst>
          </p:cNvPr>
          <p:cNvSpPr txBox="1"/>
          <p:nvPr/>
        </p:nvSpPr>
        <p:spPr>
          <a:xfrm>
            <a:off x="779252" y="5079639"/>
            <a:ext cx="1932192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Clearly explain your idea in three short minutes.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075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49500">
              <a:srgbClr val="264A0D"/>
            </a:gs>
            <a:gs pos="100000">
              <a:schemeClr val="accent4"/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970D1-1AD1-7EEF-0477-0B96713A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2DD1F6C-6492-DA5A-4F10-6C6AF7A88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26" r="87803"/>
          <a:stretch>
            <a:fillRect/>
          </a:stretch>
        </p:blipFill>
        <p:spPr>
          <a:xfrm>
            <a:off x="0" y="2292350"/>
            <a:ext cx="1487106" cy="4565650"/>
          </a:xfrm>
          <a:custGeom>
            <a:avLst/>
            <a:gdLst>
              <a:gd name="connsiteX0" fmla="*/ 0 w 1487106"/>
              <a:gd name="connsiteY0" fmla="*/ 0 h 4565650"/>
              <a:gd name="connsiteX1" fmla="*/ 1144194 w 1487106"/>
              <a:gd name="connsiteY1" fmla="*/ 0 h 4565650"/>
              <a:gd name="connsiteX2" fmla="*/ 1487106 w 1487106"/>
              <a:gd name="connsiteY2" fmla="*/ 342912 h 4565650"/>
              <a:gd name="connsiteX3" fmla="*/ 1487106 w 1487106"/>
              <a:gd name="connsiteY3" fmla="*/ 4565650 h 4565650"/>
              <a:gd name="connsiteX4" fmla="*/ 0 w 1487106"/>
              <a:gd name="connsiteY4" fmla="*/ 4565650 h 456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7106" h="4565650">
                <a:moveTo>
                  <a:pt x="0" y="0"/>
                </a:moveTo>
                <a:lnTo>
                  <a:pt x="1144194" y="0"/>
                </a:lnTo>
                <a:cubicBezTo>
                  <a:pt x="1333579" y="0"/>
                  <a:pt x="1487106" y="153527"/>
                  <a:pt x="1487106" y="342912"/>
                </a:cubicBezTo>
                <a:lnTo>
                  <a:pt x="1487106" y="4565650"/>
                </a:lnTo>
                <a:lnTo>
                  <a:pt x="0" y="4565650"/>
                </a:lnTo>
                <a:close/>
              </a:path>
            </a:pathLst>
          </a:cu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6AB93B2-9D5D-9729-8053-2E0B59125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6" t="12315" r="63594" b="12222"/>
          <a:stretch>
            <a:fillRect/>
          </a:stretch>
        </p:blipFill>
        <p:spPr>
          <a:xfrm>
            <a:off x="2000250" y="844550"/>
            <a:ext cx="2438400" cy="5175250"/>
          </a:xfrm>
          <a:custGeom>
            <a:avLst/>
            <a:gdLst>
              <a:gd name="connsiteX0" fmla="*/ 342912 w 2438400"/>
              <a:gd name="connsiteY0" fmla="*/ 0 h 5175250"/>
              <a:gd name="connsiteX1" fmla="*/ 2095488 w 2438400"/>
              <a:gd name="connsiteY1" fmla="*/ 0 h 5175250"/>
              <a:gd name="connsiteX2" fmla="*/ 2438400 w 2438400"/>
              <a:gd name="connsiteY2" fmla="*/ 342912 h 5175250"/>
              <a:gd name="connsiteX3" fmla="*/ 2438400 w 2438400"/>
              <a:gd name="connsiteY3" fmla="*/ 4832338 h 5175250"/>
              <a:gd name="connsiteX4" fmla="*/ 2095488 w 2438400"/>
              <a:gd name="connsiteY4" fmla="*/ 5175250 h 5175250"/>
              <a:gd name="connsiteX5" fmla="*/ 342912 w 2438400"/>
              <a:gd name="connsiteY5" fmla="*/ 5175250 h 5175250"/>
              <a:gd name="connsiteX6" fmla="*/ 0 w 2438400"/>
              <a:gd name="connsiteY6" fmla="*/ 4832338 h 5175250"/>
              <a:gd name="connsiteX7" fmla="*/ 0 w 2438400"/>
              <a:gd name="connsiteY7" fmla="*/ 342912 h 5175250"/>
              <a:gd name="connsiteX8" fmla="*/ 342912 w 2438400"/>
              <a:gd name="connsiteY8" fmla="*/ 0 h 517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400" h="5175250">
                <a:moveTo>
                  <a:pt x="342912" y="0"/>
                </a:moveTo>
                <a:lnTo>
                  <a:pt x="2095488" y="0"/>
                </a:lnTo>
                <a:cubicBezTo>
                  <a:pt x="2284874" y="0"/>
                  <a:pt x="2438400" y="153527"/>
                  <a:pt x="2438400" y="342912"/>
                </a:cubicBezTo>
                <a:lnTo>
                  <a:pt x="2438400" y="4832338"/>
                </a:lnTo>
                <a:cubicBezTo>
                  <a:pt x="2438400" y="5021723"/>
                  <a:pt x="2284874" y="5175250"/>
                  <a:pt x="2095488" y="5175250"/>
                </a:cubicBezTo>
                <a:lnTo>
                  <a:pt x="342912" y="5175250"/>
                </a:lnTo>
                <a:cubicBezTo>
                  <a:pt x="153527" y="5175250"/>
                  <a:pt x="0" y="5021723"/>
                  <a:pt x="0" y="4832338"/>
                </a:cubicBezTo>
                <a:lnTo>
                  <a:pt x="0" y="342912"/>
                </a:lnTo>
                <a:cubicBezTo>
                  <a:pt x="0" y="153527"/>
                  <a:pt x="153527" y="0"/>
                  <a:pt x="342912" y="0"/>
                </a:cubicBezTo>
                <a:close/>
              </a:path>
            </a:pathLst>
          </a:custGeom>
        </p:spPr>
      </p:pic>
      <p:pic>
        <p:nvPicPr>
          <p:cNvPr id="18" name="Google Shape;552;p18" descr="A cell phone with a black background&#10;&#10;Description automatically generated">
            <a:extLst>
              <a:ext uri="{FF2B5EF4-FFF2-40B4-BE49-F238E27FC236}">
                <a16:creationId xmlns:a16="http://schemas.microsoft.com/office/drawing/2014/main" id="{865E6043-4D14-2106-FB39-D5E2C4523C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501570"/>
            <a:ext cx="4683888" cy="5854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552;p18" descr="A cell phone with a black background&#10;&#10;Description automatically generated">
            <a:extLst>
              <a:ext uri="{FF2B5EF4-FFF2-40B4-BE49-F238E27FC236}">
                <a16:creationId xmlns:a16="http://schemas.microsoft.com/office/drawing/2014/main" id="{D7E29CE4-F1C3-4853-C16B-A526F965DF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75244" y="1949370"/>
            <a:ext cx="4683888" cy="58548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373F058-6BCB-5760-5DB2-9D5DF50B2E06}"/>
              </a:ext>
            </a:extLst>
          </p:cNvPr>
          <p:cNvGrpSpPr/>
          <p:nvPr/>
        </p:nvGrpSpPr>
        <p:grpSpPr>
          <a:xfrm>
            <a:off x="4951794" y="1051115"/>
            <a:ext cx="7331942" cy="4755771"/>
            <a:chOff x="4003715" y="1111629"/>
            <a:chExt cx="7331942" cy="475577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D4F6D8F-E3EF-3D05-633E-2247F200B7E4}"/>
                </a:ext>
              </a:extLst>
            </p:cNvPr>
            <p:cNvGrpSpPr/>
            <p:nvPr/>
          </p:nvGrpSpPr>
          <p:grpSpPr>
            <a:xfrm>
              <a:off x="4003715" y="1111629"/>
              <a:ext cx="7331942" cy="2111848"/>
              <a:chOff x="746118" y="1014198"/>
              <a:chExt cx="7331942" cy="211184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88CBF7-9E34-F889-96D7-E7A1F183DEFC}"/>
                  </a:ext>
                </a:extLst>
              </p:cNvPr>
              <p:cNvSpPr txBox="1"/>
              <p:nvPr/>
            </p:nvSpPr>
            <p:spPr>
              <a:xfrm>
                <a:off x="747703" y="1291197"/>
                <a:ext cx="733035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+mj-lt"/>
                  </a:rPr>
                  <a:t>Maximizing Growth with Strategic Market Positioning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6E6F3C-EB3A-15C5-7D31-EDDD59359737}"/>
                  </a:ext>
                </a:extLst>
              </p:cNvPr>
              <p:cNvSpPr txBox="1"/>
              <p:nvPr/>
            </p:nvSpPr>
            <p:spPr>
              <a:xfrm>
                <a:off x="746118" y="1014198"/>
                <a:ext cx="1943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Elevator Pitch Deck</a:t>
                </a:r>
                <a:endParaRPr lang="en-ID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350649-0F1E-67B2-61C3-28326956BCB0}"/>
                  </a:ext>
                </a:extLst>
              </p:cNvPr>
              <p:cNvSpPr txBox="1"/>
              <p:nvPr/>
            </p:nvSpPr>
            <p:spPr>
              <a:xfrm>
                <a:off x="754056" y="2599748"/>
                <a:ext cx="4701540" cy="526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solidFill>
                      <a:schemeClr val="bg1"/>
                    </a:solidFill>
                  </a:rPr>
                  <a:t>An Elevator Pitch Deck is a brief presentation that introduces your business idea in a compelling way.</a:t>
                </a:r>
                <a:endParaRPr lang="en-US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57C70DD-C47A-EFB2-3F55-03823A3299EE}"/>
                </a:ext>
              </a:extLst>
            </p:cNvPr>
            <p:cNvGrpSpPr/>
            <p:nvPr/>
          </p:nvGrpSpPr>
          <p:grpSpPr>
            <a:xfrm>
              <a:off x="4003715" y="4317946"/>
              <a:ext cx="5450164" cy="1549454"/>
              <a:chOff x="3668435" y="4309352"/>
              <a:chExt cx="5450164" cy="154945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AC30C-4267-8BCB-A973-8C77300CDBDA}"/>
                  </a:ext>
                </a:extLst>
              </p:cNvPr>
              <p:cNvSpPr txBox="1"/>
              <p:nvPr/>
            </p:nvSpPr>
            <p:spPr>
              <a:xfrm>
                <a:off x="3668435" y="4309352"/>
                <a:ext cx="43677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5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defRPr>
                </a:lvl1pPr>
              </a:lstStyle>
              <a:p>
                <a:r>
                  <a:rPr lang="en-US" sz="6000" dirty="0">
                    <a:solidFill>
                      <a:schemeClr val="bg1"/>
                    </a:solidFill>
                    <a:latin typeface="+mn-lt"/>
                  </a:rPr>
                  <a:t>+82,5%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FCCEBB-F308-BB88-09AE-3F3925CB42A9}"/>
                  </a:ext>
                </a:extLst>
              </p:cNvPr>
              <p:cNvSpPr txBox="1"/>
              <p:nvPr/>
            </p:nvSpPr>
            <p:spPr>
              <a:xfrm>
                <a:off x="3673194" y="5334495"/>
                <a:ext cx="5445405" cy="524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solidFill>
                      <a:schemeClr val="bg1"/>
                    </a:solidFill>
                  </a:rPr>
                  <a:t>Clearly define the problem your target market faces and how your product or service offers a unique and effective solution.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E5FAA8-8B09-5229-3DB3-B1FA3B203B2A}"/>
              </a:ext>
            </a:extLst>
          </p:cNvPr>
          <p:cNvGrpSpPr/>
          <p:nvPr/>
        </p:nvGrpSpPr>
        <p:grpSpPr>
          <a:xfrm>
            <a:off x="381001" y="302488"/>
            <a:ext cx="890073" cy="138547"/>
            <a:chOff x="381001" y="302488"/>
            <a:chExt cx="890073" cy="13854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12EC449-89D1-21AC-8A0C-297D64CAAF50}"/>
                </a:ext>
              </a:extLst>
            </p:cNvPr>
            <p:cNvSpPr/>
            <p:nvPr/>
          </p:nvSpPr>
          <p:spPr>
            <a:xfrm>
              <a:off x="456606" y="302864"/>
              <a:ext cx="157881" cy="133045"/>
            </a:xfrm>
            <a:custGeom>
              <a:avLst/>
              <a:gdLst>
                <a:gd name="connsiteX0" fmla="*/ 48660 w 157881"/>
                <a:gd name="connsiteY0" fmla="*/ 5014 h 133045"/>
                <a:gd name="connsiteX1" fmla="*/ 60301 w 157881"/>
                <a:gd name="connsiteY1" fmla="*/ 0 h 133045"/>
                <a:gd name="connsiteX2" fmla="*/ 116663 w 157881"/>
                <a:gd name="connsiteY2" fmla="*/ 0 h 133045"/>
                <a:gd name="connsiteX3" fmla="*/ 145750 w 157881"/>
                <a:gd name="connsiteY3" fmla="*/ 73058 h 133045"/>
                <a:gd name="connsiteX4" fmla="*/ 89300 w 157881"/>
                <a:gd name="connsiteY4" fmla="*/ 131783 h 133045"/>
                <a:gd name="connsiteX5" fmla="*/ 82277 w 157881"/>
                <a:gd name="connsiteY5" fmla="*/ 128757 h 133045"/>
                <a:gd name="connsiteX6" fmla="*/ 82277 w 157881"/>
                <a:gd name="connsiteY6" fmla="*/ 77034 h 133045"/>
                <a:gd name="connsiteX7" fmla="*/ 88801 w 157881"/>
                <a:gd name="connsiteY7" fmla="*/ 70247 h 133045"/>
                <a:gd name="connsiteX8" fmla="*/ 82983 w 157881"/>
                <a:gd name="connsiteY8" fmla="*/ 55635 h 133045"/>
                <a:gd name="connsiteX9" fmla="*/ 0 w 157881"/>
                <a:gd name="connsiteY9" fmla="*/ 55635 h 133045"/>
                <a:gd name="connsiteX10" fmla="*/ 48660 w 157881"/>
                <a:gd name="connsiteY10" fmla="*/ 5014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1" h="133045">
                  <a:moveTo>
                    <a:pt x="48660" y="5014"/>
                  </a:moveTo>
                  <a:cubicBezTo>
                    <a:pt x="51746" y="1804"/>
                    <a:pt x="55937" y="0"/>
                    <a:pt x="60301" y="0"/>
                  </a:cubicBezTo>
                  <a:cubicBezTo>
                    <a:pt x="79936" y="0"/>
                    <a:pt x="98440" y="0"/>
                    <a:pt x="116663" y="0"/>
                  </a:cubicBezTo>
                  <a:cubicBezTo>
                    <a:pt x="153313" y="0"/>
                    <a:pt x="171665" y="46098"/>
                    <a:pt x="145750" y="73058"/>
                  </a:cubicBezTo>
                  <a:lnTo>
                    <a:pt x="89300" y="131783"/>
                  </a:lnTo>
                  <a:cubicBezTo>
                    <a:pt x="86708" y="134479"/>
                    <a:pt x="82277" y="132570"/>
                    <a:pt x="82277" y="128757"/>
                  </a:cubicBezTo>
                  <a:lnTo>
                    <a:pt x="82277" y="77034"/>
                  </a:lnTo>
                  <a:lnTo>
                    <a:pt x="88801" y="70247"/>
                  </a:lnTo>
                  <a:cubicBezTo>
                    <a:pt x="93984" y="64855"/>
                    <a:pt x="90313" y="55635"/>
                    <a:pt x="82983" y="55635"/>
                  </a:cubicBezTo>
                  <a:lnTo>
                    <a:pt x="0" y="55635"/>
                  </a:lnTo>
                  <a:lnTo>
                    <a:pt x="48660" y="5014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426E02-9561-AA45-0D10-188CBDE676CF}"/>
                </a:ext>
              </a:extLst>
            </p:cNvPr>
            <p:cNvSpPr/>
            <p:nvPr/>
          </p:nvSpPr>
          <p:spPr>
            <a:xfrm>
              <a:off x="381001" y="302488"/>
              <a:ext cx="157882" cy="133045"/>
            </a:xfrm>
            <a:custGeom>
              <a:avLst/>
              <a:gdLst>
                <a:gd name="connsiteX0" fmla="*/ 109222 w 157882"/>
                <a:gd name="connsiteY0" fmla="*/ 128031 h 133045"/>
                <a:gd name="connsiteX1" fmla="*/ 97581 w 157882"/>
                <a:gd name="connsiteY1" fmla="*/ 133045 h 133045"/>
                <a:gd name="connsiteX2" fmla="*/ 41219 w 157882"/>
                <a:gd name="connsiteY2" fmla="*/ 133045 h 133045"/>
                <a:gd name="connsiteX3" fmla="*/ 12132 w 157882"/>
                <a:gd name="connsiteY3" fmla="*/ 59987 h 133045"/>
                <a:gd name="connsiteX4" fmla="*/ 68583 w 157882"/>
                <a:gd name="connsiteY4" fmla="*/ 1262 h 133045"/>
                <a:gd name="connsiteX5" fmla="*/ 75605 w 157882"/>
                <a:gd name="connsiteY5" fmla="*/ 4288 h 133045"/>
                <a:gd name="connsiteX6" fmla="*/ 75605 w 157882"/>
                <a:gd name="connsiteY6" fmla="*/ 56011 h 133045"/>
                <a:gd name="connsiteX7" fmla="*/ 69082 w 157882"/>
                <a:gd name="connsiteY7" fmla="*/ 62798 h 133045"/>
                <a:gd name="connsiteX8" fmla="*/ 74899 w 157882"/>
                <a:gd name="connsiteY8" fmla="*/ 77410 h 133045"/>
                <a:gd name="connsiteX9" fmla="*/ 157882 w 157882"/>
                <a:gd name="connsiteY9" fmla="*/ 77410 h 133045"/>
                <a:gd name="connsiteX10" fmla="*/ 109222 w 157882"/>
                <a:gd name="connsiteY10" fmla="*/ 128031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2" h="133045">
                  <a:moveTo>
                    <a:pt x="109222" y="128031"/>
                  </a:moveTo>
                  <a:cubicBezTo>
                    <a:pt x="106136" y="131242"/>
                    <a:pt x="101945" y="133045"/>
                    <a:pt x="97581" y="133045"/>
                  </a:cubicBezTo>
                  <a:cubicBezTo>
                    <a:pt x="77946" y="133045"/>
                    <a:pt x="59442" y="133045"/>
                    <a:pt x="41219" y="133045"/>
                  </a:cubicBezTo>
                  <a:cubicBezTo>
                    <a:pt x="4569" y="133045"/>
                    <a:pt x="-13784" y="86948"/>
                    <a:pt x="12132" y="59987"/>
                  </a:cubicBezTo>
                  <a:lnTo>
                    <a:pt x="68583" y="1262"/>
                  </a:lnTo>
                  <a:cubicBezTo>
                    <a:pt x="71174" y="-1434"/>
                    <a:pt x="75605" y="475"/>
                    <a:pt x="75605" y="4288"/>
                  </a:cubicBezTo>
                  <a:lnTo>
                    <a:pt x="75605" y="56011"/>
                  </a:lnTo>
                  <a:lnTo>
                    <a:pt x="69082" y="62798"/>
                  </a:lnTo>
                  <a:cubicBezTo>
                    <a:pt x="63898" y="68190"/>
                    <a:pt x="67569" y="77410"/>
                    <a:pt x="74899" y="77410"/>
                  </a:cubicBezTo>
                  <a:lnTo>
                    <a:pt x="157882" y="77410"/>
                  </a:lnTo>
                  <a:lnTo>
                    <a:pt x="109222" y="128031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0EB06DA-BD29-FFB3-A420-C55B392F1F61}"/>
                </a:ext>
              </a:extLst>
            </p:cNvPr>
            <p:cNvSpPr/>
            <p:nvPr/>
          </p:nvSpPr>
          <p:spPr>
            <a:xfrm>
              <a:off x="941874" y="347318"/>
              <a:ext cx="19586" cy="66693"/>
            </a:xfrm>
            <a:custGeom>
              <a:avLst/>
              <a:gdLst>
                <a:gd name="connsiteX0" fmla="*/ 0 w 19586"/>
                <a:gd name="connsiteY0" fmla="*/ 0 h 66693"/>
                <a:gd name="connsiteX1" fmla="*/ 0 w 19586"/>
                <a:gd name="connsiteY1" fmla="*/ 66693 h 66693"/>
                <a:gd name="connsiteX2" fmla="*/ 19586 w 19586"/>
                <a:gd name="connsiteY2" fmla="*/ 66693 h 66693"/>
                <a:gd name="connsiteX3" fmla="*/ 19586 w 19586"/>
                <a:gd name="connsiteY3" fmla="*/ 0 h 66693"/>
                <a:gd name="connsiteX4" fmla="*/ 0 w 19586"/>
                <a:gd name="connsiteY4" fmla="*/ 0 h 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86" h="66693">
                  <a:moveTo>
                    <a:pt x="0" y="0"/>
                  </a:moveTo>
                  <a:lnTo>
                    <a:pt x="0" y="66693"/>
                  </a:lnTo>
                  <a:lnTo>
                    <a:pt x="19586" y="66693"/>
                  </a:lnTo>
                  <a:lnTo>
                    <a:pt x="195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BFA8B10-C0CA-A768-58F9-5CB6836516E3}"/>
                </a:ext>
              </a:extLst>
            </p:cNvPr>
            <p:cNvSpPr/>
            <p:nvPr/>
          </p:nvSpPr>
          <p:spPr>
            <a:xfrm>
              <a:off x="939765" y="315831"/>
              <a:ext cx="23865" cy="23863"/>
            </a:xfrm>
            <a:custGeom>
              <a:avLst/>
              <a:gdLst>
                <a:gd name="connsiteX0" fmla="*/ 3472 w 23865"/>
                <a:gd name="connsiteY0" fmla="*/ 20392 h 23863"/>
                <a:gd name="connsiteX1" fmla="*/ 11965 w 23865"/>
                <a:gd name="connsiteY1" fmla="*/ 23863 h 23863"/>
                <a:gd name="connsiteX2" fmla="*/ 20393 w 23865"/>
                <a:gd name="connsiteY2" fmla="*/ 20392 h 23863"/>
                <a:gd name="connsiteX3" fmla="*/ 23866 w 23865"/>
                <a:gd name="connsiteY3" fmla="*/ 11963 h 23863"/>
                <a:gd name="connsiteX4" fmla="*/ 20393 w 23865"/>
                <a:gd name="connsiteY4" fmla="*/ 3471 h 23863"/>
                <a:gd name="connsiteX5" fmla="*/ 11965 w 23865"/>
                <a:gd name="connsiteY5" fmla="*/ 0 h 23863"/>
                <a:gd name="connsiteX6" fmla="*/ 3472 w 23865"/>
                <a:gd name="connsiteY6" fmla="*/ 3471 h 23863"/>
                <a:gd name="connsiteX7" fmla="*/ 0 w 23865"/>
                <a:gd name="connsiteY7" fmla="*/ 11963 h 23863"/>
                <a:gd name="connsiteX8" fmla="*/ 3472 w 23865"/>
                <a:gd name="connsiteY8" fmla="*/ 20392 h 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65" h="23863">
                  <a:moveTo>
                    <a:pt x="3472" y="20392"/>
                  </a:moveTo>
                  <a:cubicBezTo>
                    <a:pt x="5787" y="22706"/>
                    <a:pt x="8616" y="23863"/>
                    <a:pt x="11965" y="23863"/>
                  </a:cubicBezTo>
                  <a:cubicBezTo>
                    <a:pt x="15310" y="23863"/>
                    <a:pt x="18122" y="22706"/>
                    <a:pt x="20393" y="20392"/>
                  </a:cubicBezTo>
                  <a:cubicBezTo>
                    <a:pt x="22708" y="18078"/>
                    <a:pt x="23866" y="15268"/>
                    <a:pt x="23866" y="11963"/>
                  </a:cubicBezTo>
                  <a:cubicBezTo>
                    <a:pt x="23866" y="8574"/>
                    <a:pt x="22708" y="5744"/>
                    <a:pt x="20393" y="3471"/>
                  </a:cubicBezTo>
                  <a:cubicBezTo>
                    <a:pt x="18122" y="1157"/>
                    <a:pt x="15310" y="0"/>
                    <a:pt x="11965" y="0"/>
                  </a:cubicBezTo>
                  <a:cubicBezTo>
                    <a:pt x="8616" y="0"/>
                    <a:pt x="5787" y="1157"/>
                    <a:pt x="3472" y="3471"/>
                  </a:cubicBezTo>
                  <a:cubicBezTo>
                    <a:pt x="1157" y="5744"/>
                    <a:pt x="0" y="8574"/>
                    <a:pt x="0" y="11963"/>
                  </a:cubicBezTo>
                  <a:cubicBezTo>
                    <a:pt x="0" y="15268"/>
                    <a:pt x="1157" y="18078"/>
                    <a:pt x="3472" y="20392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5094C86-FC37-F2F9-74ED-AA2A902DDA65}"/>
                </a:ext>
              </a:extLst>
            </p:cNvPr>
            <p:cNvSpPr/>
            <p:nvPr/>
          </p:nvSpPr>
          <p:spPr>
            <a:xfrm>
              <a:off x="972510" y="346202"/>
              <a:ext cx="67381" cy="93841"/>
            </a:xfrm>
            <a:custGeom>
              <a:avLst/>
              <a:gdLst>
                <a:gd name="connsiteX0" fmla="*/ 0 w 67381"/>
                <a:gd name="connsiteY0" fmla="*/ 93842 h 93841"/>
                <a:gd name="connsiteX1" fmla="*/ 0 w 67381"/>
                <a:gd name="connsiteY1" fmla="*/ 1116 h 93841"/>
                <a:gd name="connsiteX2" fmla="*/ 18596 w 67381"/>
                <a:gd name="connsiteY2" fmla="*/ 1116 h 93841"/>
                <a:gd name="connsiteX3" fmla="*/ 18596 w 67381"/>
                <a:gd name="connsiteY3" fmla="*/ 7748 h 93841"/>
                <a:gd name="connsiteX4" fmla="*/ 18839 w 67381"/>
                <a:gd name="connsiteY4" fmla="*/ 7748 h 93841"/>
                <a:gd name="connsiteX5" fmla="*/ 22625 w 67381"/>
                <a:gd name="connsiteY5" fmla="*/ 4587 h 93841"/>
                <a:gd name="connsiteX6" fmla="*/ 37748 w 67381"/>
                <a:gd name="connsiteY6" fmla="*/ 0 h 93841"/>
                <a:gd name="connsiteX7" fmla="*/ 52068 w 67381"/>
                <a:gd name="connsiteY7" fmla="*/ 3905 h 93841"/>
                <a:gd name="connsiteX8" fmla="*/ 63225 w 67381"/>
                <a:gd name="connsiteY8" fmla="*/ 15496 h 93841"/>
                <a:gd name="connsiteX9" fmla="*/ 67378 w 67381"/>
                <a:gd name="connsiteY9" fmla="*/ 34648 h 93841"/>
                <a:gd name="connsiteX10" fmla="*/ 64960 w 67381"/>
                <a:gd name="connsiteY10" fmla="*/ 49772 h 93841"/>
                <a:gd name="connsiteX11" fmla="*/ 58265 w 67381"/>
                <a:gd name="connsiteY11" fmla="*/ 60371 h 93841"/>
                <a:gd name="connsiteX12" fmla="*/ 48842 w 67381"/>
                <a:gd name="connsiteY12" fmla="*/ 66693 h 93841"/>
                <a:gd name="connsiteX13" fmla="*/ 38305 w 67381"/>
                <a:gd name="connsiteY13" fmla="*/ 68801 h 93841"/>
                <a:gd name="connsiteX14" fmla="*/ 23182 w 67381"/>
                <a:gd name="connsiteY14" fmla="*/ 64090 h 93841"/>
                <a:gd name="connsiteX15" fmla="*/ 19990 w 67381"/>
                <a:gd name="connsiteY15" fmla="*/ 61487 h 93841"/>
                <a:gd name="connsiteX16" fmla="*/ 19586 w 67381"/>
                <a:gd name="connsiteY16" fmla="*/ 61487 h 93841"/>
                <a:gd name="connsiteX17" fmla="*/ 19586 w 67381"/>
                <a:gd name="connsiteY17" fmla="*/ 93842 h 93841"/>
                <a:gd name="connsiteX18" fmla="*/ 0 w 67381"/>
                <a:gd name="connsiteY18" fmla="*/ 93842 h 93841"/>
                <a:gd name="connsiteX19" fmla="*/ 33719 w 67381"/>
                <a:gd name="connsiteY19" fmla="*/ 52437 h 93841"/>
                <a:gd name="connsiteX20" fmla="*/ 41344 w 67381"/>
                <a:gd name="connsiteY20" fmla="*/ 50144 h 93841"/>
                <a:gd name="connsiteX21" fmla="*/ 46487 w 67381"/>
                <a:gd name="connsiteY21" fmla="*/ 43822 h 93841"/>
                <a:gd name="connsiteX22" fmla="*/ 48285 w 67381"/>
                <a:gd name="connsiteY22" fmla="*/ 34276 h 93841"/>
                <a:gd name="connsiteX23" fmla="*/ 46427 w 67381"/>
                <a:gd name="connsiteY23" fmla="*/ 24731 h 93841"/>
                <a:gd name="connsiteX24" fmla="*/ 41157 w 67381"/>
                <a:gd name="connsiteY24" fmla="*/ 18595 h 93841"/>
                <a:gd name="connsiteX25" fmla="*/ 33349 w 67381"/>
                <a:gd name="connsiteY25" fmla="*/ 16487 h 93841"/>
                <a:gd name="connsiteX26" fmla="*/ 25910 w 67381"/>
                <a:gd name="connsiteY26" fmla="*/ 18533 h 93841"/>
                <a:gd name="connsiteX27" fmla="*/ 20704 w 67381"/>
                <a:gd name="connsiteY27" fmla="*/ 24669 h 93841"/>
                <a:gd name="connsiteX28" fmla="*/ 18782 w 67381"/>
                <a:gd name="connsiteY28" fmla="*/ 34276 h 93841"/>
                <a:gd name="connsiteX29" fmla="*/ 20704 w 67381"/>
                <a:gd name="connsiteY29" fmla="*/ 43822 h 93841"/>
                <a:gd name="connsiteX30" fmla="*/ 26034 w 67381"/>
                <a:gd name="connsiteY30" fmla="*/ 50144 h 93841"/>
                <a:gd name="connsiteX31" fmla="*/ 33719 w 67381"/>
                <a:gd name="connsiteY31" fmla="*/ 52437 h 9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81" h="93841">
                  <a:moveTo>
                    <a:pt x="0" y="93842"/>
                  </a:moveTo>
                  <a:lnTo>
                    <a:pt x="0" y="1116"/>
                  </a:lnTo>
                  <a:lnTo>
                    <a:pt x="18596" y="1116"/>
                  </a:lnTo>
                  <a:lnTo>
                    <a:pt x="18596" y="7748"/>
                  </a:lnTo>
                  <a:lnTo>
                    <a:pt x="18839" y="7748"/>
                  </a:lnTo>
                  <a:cubicBezTo>
                    <a:pt x="20010" y="6594"/>
                    <a:pt x="21271" y="5540"/>
                    <a:pt x="22625" y="4587"/>
                  </a:cubicBezTo>
                  <a:cubicBezTo>
                    <a:pt x="27004" y="1529"/>
                    <a:pt x="32044" y="0"/>
                    <a:pt x="37748" y="0"/>
                  </a:cubicBezTo>
                  <a:cubicBezTo>
                    <a:pt x="42748" y="0"/>
                    <a:pt x="47521" y="1302"/>
                    <a:pt x="52068" y="3905"/>
                  </a:cubicBezTo>
                  <a:cubicBezTo>
                    <a:pt x="56654" y="6508"/>
                    <a:pt x="60373" y="10372"/>
                    <a:pt x="63225" y="15496"/>
                  </a:cubicBezTo>
                  <a:cubicBezTo>
                    <a:pt x="66074" y="20620"/>
                    <a:pt x="67458" y="27004"/>
                    <a:pt x="67378" y="34648"/>
                  </a:cubicBezTo>
                  <a:cubicBezTo>
                    <a:pt x="67418" y="40433"/>
                    <a:pt x="66611" y="45475"/>
                    <a:pt x="64960" y="49772"/>
                  </a:cubicBezTo>
                  <a:cubicBezTo>
                    <a:pt x="63305" y="54028"/>
                    <a:pt x="61074" y="57561"/>
                    <a:pt x="58265" y="60371"/>
                  </a:cubicBezTo>
                  <a:cubicBezTo>
                    <a:pt x="55457" y="63181"/>
                    <a:pt x="52315" y="65288"/>
                    <a:pt x="48842" y="66693"/>
                  </a:cubicBezTo>
                  <a:cubicBezTo>
                    <a:pt x="45373" y="68098"/>
                    <a:pt x="41861" y="68801"/>
                    <a:pt x="38305" y="68801"/>
                  </a:cubicBezTo>
                  <a:cubicBezTo>
                    <a:pt x="32685" y="68801"/>
                    <a:pt x="27645" y="67230"/>
                    <a:pt x="23182" y="64090"/>
                  </a:cubicBezTo>
                  <a:cubicBezTo>
                    <a:pt x="22058" y="63289"/>
                    <a:pt x="20994" y="62421"/>
                    <a:pt x="19990" y="61487"/>
                  </a:cubicBezTo>
                  <a:lnTo>
                    <a:pt x="19586" y="61487"/>
                  </a:lnTo>
                  <a:lnTo>
                    <a:pt x="19586" y="93842"/>
                  </a:lnTo>
                  <a:lnTo>
                    <a:pt x="0" y="93842"/>
                  </a:lnTo>
                  <a:close/>
                  <a:moveTo>
                    <a:pt x="33719" y="52437"/>
                  </a:moveTo>
                  <a:cubicBezTo>
                    <a:pt x="36611" y="52396"/>
                    <a:pt x="39152" y="51632"/>
                    <a:pt x="41344" y="50144"/>
                  </a:cubicBezTo>
                  <a:cubicBezTo>
                    <a:pt x="43532" y="48656"/>
                    <a:pt x="45250" y="46549"/>
                    <a:pt x="46487" y="43822"/>
                  </a:cubicBezTo>
                  <a:cubicBezTo>
                    <a:pt x="47728" y="41094"/>
                    <a:pt x="48329" y="37913"/>
                    <a:pt x="48285" y="34276"/>
                  </a:cubicBezTo>
                  <a:cubicBezTo>
                    <a:pt x="48329" y="30557"/>
                    <a:pt x="47708" y="27376"/>
                    <a:pt x="46427" y="24731"/>
                  </a:cubicBezTo>
                  <a:cubicBezTo>
                    <a:pt x="45186" y="22045"/>
                    <a:pt x="43432" y="19999"/>
                    <a:pt x="41157" y="18595"/>
                  </a:cubicBezTo>
                  <a:cubicBezTo>
                    <a:pt x="38886" y="17149"/>
                    <a:pt x="36281" y="16446"/>
                    <a:pt x="33349" y="16487"/>
                  </a:cubicBezTo>
                  <a:cubicBezTo>
                    <a:pt x="30580" y="16446"/>
                    <a:pt x="28099" y="17128"/>
                    <a:pt x="25910" y="18533"/>
                  </a:cubicBezTo>
                  <a:cubicBezTo>
                    <a:pt x="23719" y="19938"/>
                    <a:pt x="21985" y="21983"/>
                    <a:pt x="20704" y="24669"/>
                  </a:cubicBezTo>
                  <a:cubicBezTo>
                    <a:pt x="19423" y="27314"/>
                    <a:pt x="18782" y="30516"/>
                    <a:pt x="18782" y="34276"/>
                  </a:cubicBezTo>
                  <a:cubicBezTo>
                    <a:pt x="18782" y="37913"/>
                    <a:pt x="19423" y="41094"/>
                    <a:pt x="20704" y="43822"/>
                  </a:cubicBezTo>
                  <a:cubicBezTo>
                    <a:pt x="22025" y="46549"/>
                    <a:pt x="23802" y="48656"/>
                    <a:pt x="26034" y="50144"/>
                  </a:cubicBezTo>
                  <a:cubicBezTo>
                    <a:pt x="28265" y="51632"/>
                    <a:pt x="30827" y="52396"/>
                    <a:pt x="33719" y="52437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52D1A6C-D81D-A310-2870-F502DFC6B375}"/>
                </a:ext>
              </a:extLst>
            </p:cNvPr>
            <p:cNvSpPr/>
            <p:nvPr/>
          </p:nvSpPr>
          <p:spPr>
            <a:xfrm>
              <a:off x="1042940" y="346326"/>
              <a:ext cx="52251" cy="68676"/>
            </a:xfrm>
            <a:custGeom>
              <a:avLst/>
              <a:gdLst>
                <a:gd name="connsiteX0" fmla="*/ 15807 w 52251"/>
                <a:gd name="connsiteY0" fmla="*/ 66631 h 68676"/>
                <a:gd name="connsiteX1" fmla="*/ 27211 w 52251"/>
                <a:gd name="connsiteY1" fmla="*/ 68677 h 68676"/>
                <a:gd name="connsiteX2" fmla="*/ 39669 w 52251"/>
                <a:gd name="connsiteY2" fmla="*/ 66012 h 68676"/>
                <a:gd name="connsiteX3" fmla="*/ 48782 w 52251"/>
                <a:gd name="connsiteY3" fmla="*/ 58574 h 68676"/>
                <a:gd name="connsiteX4" fmla="*/ 52251 w 52251"/>
                <a:gd name="connsiteY4" fmla="*/ 47479 h 68676"/>
                <a:gd name="connsiteX5" fmla="*/ 50146 w 52251"/>
                <a:gd name="connsiteY5" fmla="*/ 39111 h 68676"/>
                <a:gd name="connsiteX6" fmla="*/ 44940 w 52251"/>
                <a:gd name="connsiteY6" fmla="*/ 33533 h 68676"/>
                <a:gd name="connsiteX7" fmla="*/ 38555 w 52251"/>
                <a:gd name="connsiteY7" fmla="*/ 30124 h 68676"/>
                <a:gd name="connsiteX8" fmla="*/ 32788 w 52251"/>
                <a:gd name="connsiteY8" fmla="*/ 28140 h 68676"/>
                <a:gd name="connsiteX9" fmla="*/ 26591 w 52251"/>
                <a:gd name="connsiteY9" fmla="*/ 26219 h 68676"/>
                <a:gd name="connsiteX10" fmla="*/ 21694 w 52251"/>
                <a:gd name="connsiteY10" fmla="*/ 23863 h 68676"/>
                <a:gd name="connsiteX11" fmla="*/ 19773 w 52251"/>
                <a:gd name="connsiteY11" fmla="*/ 20268 h 68676"/>
                <a:gd name="connsiteX12" fmla="*/ 21694 w 52251"/>
                <a:gd name="connsiteY12" fmla="*/ 16550 h 68676"/>
                <a:gd name="connsiteX13" fmla="*/ 26531 w 52251"/>
                <a:gd name="connsiteY13" fmla="*/ 15062 h 68676"/>
                <a:gd name="connsiteX14" fmla="*/ 32231 w 52251"/>
                <a:gd name="connsiteY14" fmla="*/ 16921 h 68676"/>
                <a:gd name="connsiteX15" fmla="*/ 35704 w 52251"/>
                <a:gd name="connsiteY15" fmla="*/ 20764 h 68676"/>
                <a:gd name="connsiteX16" fmla="*/ 50763 w 52251"/>
                <a:gd name="connsiteY16" fmla="*/ 14256 h 68676"/>
                <a:gd name="connsiteX17" fmla="*/ 41097 w 52251"/>
                <a:gd name="connsiteY17" fmla="*/ 3905 h 68676"/>
                <a:gd name="connsiteX18" fmla="*/ 25847 w 52251"/>
                <a:gd name="connsiteY18" fmla="*/ 0 h 68676"/>
                <a:gd name="connsiteX19" fmla="*/ 13699 w 52251"/>
                <a:gd name="connsiteY19" fmla="*/ 2541 h 68676"/>
                <a:gd name="connsiteX20" fmla="*/ 5330 w 52251"/>
                <a:gd name="connsiteY20" fmla="*/ 9607 h 68676"/>
                <a:gd name="connsiteX21" fmla="*/ 2295 w 52251"/>
                <a:gd name="connsiteY21" fmla="*/ 19958 h 68676"/>
                <a:gd name="connsiteX22" fmla="*/ 4897 w 52251"/>
                <a:gd name="connsiteY22" fmla="*/ 29442 h 68676"/>
                <a:gd name="connsiteX23" fmla="*/ 11654 w 52251"/>
                <a:gd name="connsiteY23" fmla="*/ 35888 h 68676"/>
                <a:gd name="connsiteX24" fmla="*/ 20580 w 52251"/>
                <a:gd name="connsiteY24" fmla="*/ 39793 h 68676"/>
                <a:gd name="connsiteX25" fmla="*/ 25043 w 52251"/>
                <a:gd name="connsiteY25" fmla="*/ 41033 h 68676"/>
                <a:gd name="connsiteX26" fmla="*/ 29753 w 52251"/>
                <a:gd name="connsiteY26" fmla="*/ 42644 h 68676"/>
                <a:gd name="connsiteX27" fmla="*/ 33409 w 52251"/>
                <a:gd name="connsiteY27" fmla="*/ 44875 h 68676"/>
                <a:gd name="connsiteX28" fmla="*/ 34836 w 52251"/>
                <a:gd name="connsiteY28" fmla="*/ 47975 h 68676"/>
                <a:gd name="connsiteX29" fmla="*/ 33842 w 52251"/>
                <a:gd name="connsiteY29" fmla="*/ 50640 h 68676"/>
                <a:gd name="connsiteX30" fmla="*/ 31241 w 52251"/>
                <a:gd name="connsiteY30" fmla="*/ 52685 h 68676"/>
                <a:gd name="connsiteX31" fmla="*/ 27335 w 52251"/>
                <a:gd name="connsiteY31" fmla="*/ 53429 h 68676"/>
                <a:gd name="connsiteX32" fmla="*/ 20020 w 52251"/>
                <a:gd name="connsiteY32" fmla="*/ 50826 h 68676"/>
                <a:gd name="connsiteX33" fmla="*/ 15373 w 52251"/>
                <a:gd name="connsiteY33" fmla="*/ 45309 h 68676"/>
                <a:gd name="connsiteX34" fmla="*/ 0 w 52251"/>
                <a:gd name="connsiteY34" fmla="*/ 52066 h 68676"/>
                <a:gd name="connsiteX35" fmla="*/ 6261 w 52251"/>
                <a:gd name="connsiteY35" fmla="*/ 60867 h 68676"/>
                <a:gd name="connsiteX36" fmla="*/ 15807 w 52251"/>
                <a:gd name="connsiteY36" fmla="*/ 6663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2251" h="68676">
                  <a:moveTo>
                    <a:pt x="15807" y="66631"/>
                  </a:moveTo>
                  <a:cubicBezTo>
                    <a:pt x="19443" y="67995"/>
                    <a:pt x="23245" y="68677"/>
                    <a:pt x="27211" y="68677"/>
                  </a:cubicBezTo>
                  <a:cubicBezTo>
                    <a:pt x="31758" y="68677"/>
                    <a:pt x="35910" y="67789"/>
                    <a:pt x="39669" y="66012"/>
                  </a:cubicBezTo>
                  <a:cubicBezTo>
                    <a:pt x="43472" y="64235"/>
                    <a:pt x="46507" y="61756"/>
                    <a:pt x="48782" y="58574"/>
                  </a:cubicBezTo>
                  <a:cubicBezTo>
                    <a:pt x="51097" y="55351"/>
                    <a:pt x="52251" y="51652"/>
                    <a:pt x="52251" y="47479"/>
                  </a:cubicBezTo>
                  <a:cubicBezTo>
                    <a:pt x="52251" y="44173"/>
                    <a:pt x="51551" y="41384"/>
                    <a:pt x="50146" y="39111"/>
                  </a:cubicBezTo>
                  <a:cubicBezTo>
                    <a:pt x="48782" y="36839"/>
                    <a:pt x="47044" y="34979"/>
                    <a:pt x="44940" y="33533"/>
                  </a:cubicBezTo>
                  <a:cubicBezTo>
                    <a:pt x="42872" y="32086"/>
                    <a:pt x="40744" y="30950"/>
                    <a:pt x="38555" y="30124"/>
                  </a:cubicBezTo>
                  <a:cubicBezTo>
                    <a:pt x="36364" y="29256"/>
                    <a:pt x="34443" y="28595"/>
                    <a:pt x="32788" y="28140"/>
                  </a:cubicBezTo>
                  <a:cubicBezTo>
                    <a:pt x="30640" y="27520"/>
                    <a:pt x="28576" y="26880"/>
                    <a:pt x="26591" y="26219"/>
                  </a:cubicBezTo>
                  <a:cubicBezTo>
                    <a:pt x="24610" y="25558"/>
                    <a:pt x="22975" y="24773"/>
                    <a:pt x="21694" y="23863"/>
                  </a:cubicBezTo>
                  <a:cubicBezTo>
                    <a:pt x="20413" y="22954"/>
                    <a:pt x="19773" y="21756"/>
                    <a:pt x="19773" y="20268"/>
                  </a:cubicBezTo>
                  <a:cubicBezTo>
                    <a:pt x="19773" y="18781"/>
                    <a:pt x="20413" y="17541"/>
                    <a:pt x="21694" y="16550"/>
                  </a:cubicBezTo>
                  <a:cubicBezTo>
                    <a:pt x="22975" y="15558"/>
                    <a:pt x="24586" y="15062"/>
                    <a:pt x="26531" y="15062"/>
                  </a:cubicBezTo>
                  <a:cubicBezTo>
                    <a:pt x="28842" y="15062"/>
                    <a:pt x="30744" y="15682"/>
                    <a:pt x="32231" y="16921"/>
                  </a:cubicBezTo>
                  <a:cubicBezTo>
                    <a:pt x="33762" y="18161"/>
                    <a:pt x="34916" y="19442"/>
                    <a:pt x="35704" y="20764"/>
                  </a:cubicBezTo>
                  <a:lnTo>
                    <a:pt x="50763" y="14256"/>
                  </a:lnTo>
                  <a:cubicBezTo>
                    <a:pt x="48866" y="9959"/>
                    <a:pt x="45640" y="6508"/>
                    <a:pt x="41097" y="3905"/>
                  </a:cubicBezTo>
                  <a:cubicBezTo>
                    <a:pt x="36591" y="1302"/>
                    <a:pt x="31507" y="0"/>
                    <a:pt x="25847" y="0"/>
                  </a:cubicBezTo>
                  <a:cubicBezTo>
                    <a:pt x="21304" y="0"/>
                    <a:pt x="17251" y="847"/>
                    <a:pt x="13699" y="2541"/>
                  </a:cubicBezTo>
                  <a:cubicBezTo>
                    <a:pt x="10187" y="4235"/>
                    <a:pt x="7398" y="6591"/>
                    <a:pt x="5330" y="9607"/>
                  </a:cubicBezTo>
                  <a:cubicBezTo>
                    <a:pt x="3306" y="12583"/>
                    <a:pt x="2295" y="16033"/>
                    <a:pt x="2295" y="19958"/>
                  </a:cubicBezTo>
                  <a:cubicBezTo>
                    <a:pt x="2295" y="23678"/>
                    <a:pt x="3162" y="26839"/>
                    <a:pt x="4897" y="29442"/>
                  </a:cubicBezTo>
                  <a:cubicBezTo>
                    <a:pt x="6634" y="32045"/>
                    <a:pt x="8886" y="34194"/>
                    <a:pt x="11654" y="35888"/>
                  </a:cubicBezTo>
                  <a:cubicBezTo>
                    <a:pt x="14463" y="37541"/>
                    <a:pt x="17438" y="38843"/>
                    <a:pt x="20580" y="39793"/>
                  </a:cubicBezTo>
                  <a:cubicBezTo>
                    <a:pt x="21944" y="40165"/>
                    <a:pt x="23432" y="40578"/>
                    <a:pt x="25043" y="41033"/>
                  </a:cubicBezTo>
                  <a:cubicBezTo>
                    <a:pt x="26694" y="41487"/>
                    <a:pt x="28265" y="42024"/>
                    <a:pt x="29753" y="42644"/>
                  </a:cubicBezTo>
                  <a:cubicBezTo>
                    <a:pt x="31241" y="43264"/>
                    <a:pt x="32458" y="44008"/>
                    <a:pt x="33409" y="44875"/>
                  </a:cubicBezTo>
                  <a:cubicBezTo>
                    <a:pt x="34359" y="45743"/>
                    <a:pt x="34836" y="46776"/>
                    <a:pt x="34836" y="47975"/>
                  </a:cubicBezTo>
                  <a:cubicBezTo>
                    <a:pt x="34836" y="48925"/>
                    <a:pt x="34506" y="49813"/>
                    <a:pt x="33842" y="50640"/>
                  </a:cubicBezTo>
                  <a:cubicBezTo>
                    <a:pt x="33225" y="51466"/>
                    <a:pt x="32355" y="52148"/>
                    <a:pt x="31241" y="52685"/>
                  </a:cubicBezTo>
                  <a:cubicBezTo>
                    <a:pt x="30123" y="53181"/>
                    <a:pt x="28822" y="53429"/>
                    <a:pt x="27335" y="53429"/>
                  </a:cubicBezTo>
                  <a:cubicBezTo>
                    <a:pt x="24526" y="53429"/>
                    <a:pt x="22088" y="52562"/>
                    <a:pt x="20020" y="50826"/>
                  </a:cubicBezTo>
                  <a:cubicBezTo>
                    <a:pt x="17955" y="49090"/>
                    <a:pt x="16407" y="47252"/>
                    <a:pt x="15373" y="45309"/>
                  </a:cubicBezTo>
                  <a:lnTo>
                    <a:pt x="0" y="52066"/>
                  </a:lnTo>
                  <a:cubicBezTo>
                    <a:pt x="1404" y="55413"/>
                    <a:pt x="3492" y="58346"/>
                    <a:pt x="6261" y="60867"/>
                  </a:cubicBezTo>
                  <a:cubicBezTo>
                    <a:pt x="9029" y="63346"/>
                    <a:pt x="12211" y="65268"/>
                    <a:pt x="15807" y="6663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196FE57-DCA7-58E1-2C13-14D54EE498E9}"/>
                </a:ext>
              </a:extLst>
            </p:cNvPr>
            <p:cNvSpPr/>
            <p:nvPr/>
          </p:nvSpPr>
          <p:spPr>
            <a:xfrm>
              <a:off x="1174814" y="346326"/>
              <a:ext cx="96260" cy="67685"/>
            </a:xfrm>
            <a:custGeom>
              <a:avLst/>
              <a:gdLst>
                <a:gd name="connsiteX0" fmla="*/ 0 w 96260"/>
                <a:gd name="connsiteY0" fmla="*/ 67685 h 67685"/>
                <a:gd name="connsiteX1" fmla="*/ 0 w 96260"/>
                <a:gd name="connsiteY1" fmla="*/ 992 h 67685"/>
                <a:gd name="connsiteX2" fmla="*/ 18656 w 96260"/>
                <a:gd name="connsiteY2" fmla="*/ 992 h 67685"/>
                <a:gd name="connsiteX3" fmla="*/ 18656 w 96260"/>
                <a:gd name="connsiteY3" fmla="*/ 9484 h 67685"/>
                <a:gd name="connsiteX4" fmla="*/ 18996 w 96260"/>
                <a:gd name="connsiteY4" fmla="*/ 9484 h 67685"/>
                <a:gd name="connsiteX5" fmla="*/ 23926 w 96260"/>
                <a:gd name="connsiteY5" fmla="*/ 4339 h 67685"/>
                <a:gd name="connsiteX6" fmla="*/ 37128 w 96260"/>
                <a:gd name="connsiteY6" fmla="*/ 0 h 67685"/>
                <a:gd name="connsiteX7" fmla="*/ 47852 w 96260"/>
                <a:gd name="connsiteY7" fmla="*/ 3099 h 67685"/>
                <a:gd name="connsiteX8" fmla="*/ 53385 w 96260"/>
                <a:gd name="connsiteY8" fmla="*/ 9297 h 67685"/>
                <a:gd name="connsiteX9" fmla="*/ 53735 w 96260"/>
                <a:gd name="connsiteY9" fmla="*/ 9297 h 67685"/>
                <a:gd name="connsiteX10" fmla="*/ 61424 w 96260"/>
                <a:gd name="connsiteY10" fmla="*/ 2975 h 67685"/>
                <a:gd name="connsiteX11" fmla="*/ 74256 w 96260"/>
                <a:gd name="connsiteY11" fmla="*/ 0 h 67685"/>
                <a:gd name="connsiteX12" fmla="*/ 85163 w 96260"/>
                <a:gd name="connsiteY12" fmla="*/ 2356 h 67685"/>
                <a:gd name="connsiteX13" fmla="*/ 91857 w 96260"/>
                <a:gd name="connsiteY13" fmla="*/ 8430 h 67685"/>
                <a:gd name="connsiteX14" fmla="*/ 95266 w 96260"/>
                <a:gd name="connsiteY14" fmla="*/ 16612 h 67685"/>
                <a:gd name="connsiteX15" fmla="*/ 96260 w 96260"/>
                <a:gd name="connsiteY15" fmla="*/ 25165 h 67685"/>
                <a:gd name="connsiteX16" fmla="*/ 96260 w 96260"/>
                <a:gd name="connsiteY16" fmla="*/ 67685 h 67685"/>
                <a:gd name="connsiteX17" fmla="*/ 76547 w 96260"/>
                <a:gd name="connsiteY17" fmla="*/ 67685 h 67685"/>
                <a:gd name="connsiteX18" fmla="*/ 76547 w 96260"/>
                <a:gd name="connsiteY18" fmla="*/ 27582 h 67685"/>
                <a:gd name="connsiteX19" fmla="*/ 74256 w 96260"/>
                <a:gd name="connsiteY19" fmla="*/ 19215 h 67685"/>
                <a:gd name="connsiteX20" fmla="*/ 67685 w 96260"/>
                <a:gd name="connsiteY20" fmla="*/ 16240 h 67685"/>
                <a:gd name="connsiteX21" fmla="*/ 62601 w 96260"/>
                <a:gd name="connsiteY21" fmla="*/ 17541 h 67685"/>
                <a:gd name="connsiteX22" fmla="*/ 59132 w 96260"/>
                <a:gd name="connsiteY22" fmla="*/ 21322 h 67685"/>
                <a:gd name="connsiteX23" fmla="*/ 57892 w 96260"/>
                <a:gd name="connsiteY23" fmla="*/ 27582 h 67685"/>
                <a:gd name="connsiteX24" fmla="*/ 57892 w 96260"/>
                <a:gd name="connsiteY24" fmla="*/ 67685 h 67685"/>
                <a:gd name="connsiteX25" fmla="*/ 38305 w 96260"/>
                <a:gd name="connsiteY25" fmla="*/ 67685 h 67685"/>
                <a:gd name="connsiteX26" fmla="*/ 38305 w 96260"/>
                <a:gd name="connsiteY26" fmla="*/ 27582 h 67685"/>
                <a:gd name="connsiteX27" fmla="*/ 36010 w 96260"/>
                <a:gd name="connsiteY27" fmla="*/ 19215 h 67685"/>
                <a:gd name="connsiteX28" fmla="*/ 29379 w 96260"/>
                <a:gd name="connsiteY28" fmla="*/ 16240 h 67685"/>
                <a:gd name="connsiteX29" fmla="*/ 22375 w 96260"/>
                <a:gd name="connsiteY29" fmla="*/ 19153 h 67685"/>
                <a:gd name="connsiteX30" fmla="*/ 19586 w 96260"/>
                <a:gd name="connsiteY30" fmla="*/ 27707 h 67685"/>
                <a:gd name="connsiteX31" fmla="*/ 19586 w 96260"/>
                <a:gd name="connsiteY31" fmla="*/ 67685 h 67685"/>
                <a:gd name="connsiteX32" fmla="*/ 0 w 96260"/>
                <a:gd name="connsiteY32" fmla="*/ 67685 h 6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260" h="67685">
                  <a:moveTo>
                    <a:pt x="0" y="67685"/>
                  </a:moveTo>
                  <a:lnTo>
                    <a:pt x="0" y="992"/>
                  </a:lnTo>
                  <a:lnTo>
                    <a:pt x="18656" y="992"/>
                  </a:lnTo>
                  <a:lnTo>
                    <a:pt x="18656" y="9484"/>
                  </a:lnTo>
                  <a:lnTo>
                    <a:pt x="18996" y="9484"/>
                  </a:lnTo>
                  <a:cubicBezTo>
                    <a:pt x="20457" y="7455"/>
                    <a:pt x="22098" y="5740"/>
                    <a:pt x="23926" y="4339"/>
                  </a:cubicBezTo>
                  <a:cubicBezTo>
                    <a:pt x="27645" y="1446"/>
                    <a:pt x="32044" y="0"/>
                    <a:pt x="37128" y="0"/>
                  </a:cubicBezTo>
                  <a:cubicBezTo>
                    <a:pt x="41341" y="0"/>
                    <a:pt x="44916" y="1033"/>
                    <a:pt x="47852" y="3099"/>
                  </a:cubicBezTo>
                  <a:cubicBezTo>
                    <a:pt x="50113" y="4639"/>
                    <a:pt x="51958" y="6705"/>
                    <a:pt x="53385" y="9297"/>
                  </a:cubicBezTo>
                  <a:lnTo>
                    <a:pt x="53735" y="9297"/>
                  </a:lnTo>
                  <a:cubicBezTo>
                    <a:pt x="55847" y="6606"/>
                    <a:pt x="58412" y="4498"/>
                    <a:pt x="61424" y="2975"/>
                  </a:cubicBezTo>
                  <a:cubicBezTo>
                    <a:pt x="65350" y="992"/>
                    <a:pt x="69626" y="0"/>
                    <a:pt x="74256" y="0"/>
                  </a:cubicBezTo>
                  <a:cubicBezTo>
                    <a:pt x="78675" y="0"/>
                    <a:pt x="82314" y="785"/>
                    <a:pt x="85163" y="2356"/>
                  </a:cubicBezTo>
                  <a:cubicBezTo>
                    <a:pt x="88015" y="3884"/>
                    <a:pt x="90246" y="5909"/>
                    <a:pt x="91857" y="8430"/>
                  </a:cubicBezTo>
                  <a:cubicBezTo>
                    <a:pt x="93468" y="10909"/>
                    <a:pt x="94606" y="13636"/>
                    <a:pt x="95266" y="16612"/>
                  </a:cubicBezTo>
                  <a:cubicBezTo>
                    <a:pt x="95930" y="19545"/>
                    <a:pt x="96260" y="22396"/>
                    <a:pt x="96260" y="25165"/>
                  </a:cubicBezTo>
                  <a:lnTo>
                    <a:pt x="96260" y="67685"/>
                  </a:lnTo>
                  <a:lnTo>
                    <a:pt x="76547" y="67685"/>
                  </a:lnTo>
                  <a:lnTo>
                    <a:pt x="76547" y="27582"/>
                  </a:lnTo>
                  <a:cubicBezTo>
                    <a:pt x="76547" y="23946"/>
                    <a:pt x="75783" y="21157"/>
                    <a:pt x="74256" y="19215"/>
                  </a:cubicBezTo>
                  <a:cubicBezTo>
                    <a:pt x="72768" y="17231"/>
                    <a:pt x="70577" y="16240"/>
                    <a:pt x="67685" y="16240"/>
                  </a:cubicBezTo>
                  <a:cubicBezTo>
                    <a:pt x="65783" y="16240"/>
                    <a:pt x="64089" y="16674"/>
                    <a:pt x="62601" y="17541"/>
                  </a:cubicBezTo>
                  <a:cubicBezTo>
                    <a:pt x="61157" y="18368"/>
                    <a:pt x="60000" y="19628"/>
                    <a:pt x="59132" y="21322"/>
                  </a:cubicBezTo>
                  <a:cubicBezTo>
                    <a:pt x="58305" y="23016"/>
                    <a:pt x="57892" y="25103"/>
                    <a:pt x="57892" y="27582"/>
                  </a:cubicBezTo>
                  <a:lnTo>
                    <a:pt x="57892" y="67685"/>
                  </a:lnTo>
                  <a:lnTo>
                    <a:pt x="38305" y="67685"/>
                  </a:lnTo>
                  <a:lnTo>
                    <a:pt x="38305" y="27582"/>
                  </a:lnTo>
                  <a:cubicBezTo>
                    <a:pt x="38305" y="23946"/>
                    <a:pt x="37541" y="21157"/>
                    <a:pt x="36010" y="19215"/>
                  </a:cubicBezTo>
                  <a:cubicBezTo>
                    <a:pt x="34483" y="17231"/>
                    <a:pt x="32271" y="16240"/>
                    <a:pt x="29379" y="16240"/>
                  </a:cubicBezTo>
                  <a:cubicBezTo>
                    <a:pt x="26571" y="16240"/>
                    <a:pt x="24236" y="17211"/>
                    <a:pt x="22375" y="19153"/>
                  </a:cubicBezTo>
                  <a:cubicBezTo>
                    <a:pt x="20517" y="21053"/>
                    <a:pt x="19586" y="23905"/>
                    <a:pt x="19586" y="27707"/>
                  </a:cubicBezTo>
                  <a:lnTo>
                    <a:pt x="19586" y="67685"/>
                  </a:lnTo>
                  <a:lnTo>
                    <a:pt x="0" y="67685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E426FC-A978-BD48-A791-28F1BFB23C1D}"/>
                </a:ext>
              </a:extLst>
            </p:cNvPr>
            <p:cNvSpPr/>
            <p:nvPr/>
          </p:nvSpPr>
          <p:spPr>
            <a:xfrm>
              <a:off x="1102089" y="347318"/>
              <a:ext cx="65763" cy="67684"/>
            </a:xfrm>
            <a:custGeom>
              <a:avLst/>
              <a:gdLst>
                <a:gd name="connsiteX0" fmla="*/ 24793 w 65763"/>
                <a:gd name="connsiteY0" fmla="*/ 67685 h 67684"/>
                <a:gd name="connsiteX1" fmla="*/ 12275 w 65763"/>
                <a:gd name="connsiteY1" fmla="*/ 64772 h 67684"/>
                <a:gd name="connsiteX2" fmla="*/ 3286 w 65763"/>
                <a:gd name="connsiteY2" fmla="*/ 56094 h 67684"/>
                <a:gd name="connsiteX3" fmla="*/ 0 w 65763"/>
                <a:gd name="connsiteY3" fmla="*/ 41900 h 67684"/>
                <a:gd name="connsiteX4" fmla="*/ 0 w 65763"/>
                <a:gd name="connsiteY4" fmla="*/ 0 h 67684"/>
                <a:gd name="connsiteX5" fmla="*/ 19586 w 65763"/>
                <a:gd name="connsiteY5" fmla="*/ 0 h 67684"/>
                <a:gd name="connsiteX6" fmla="*/ 19586 w 65763"/>
                <a:gd name="connsiteY6" fmla="*/ 39297 h 67684"/>
                <a:gd name="connsiteX7" fmla="*/ 22562 w 65763"/>
                <a:gd name="connsiteY7" fmla="*/ 48098 h 67684"/>
                <a:gd name="connsiteX8" fmla="*/ 29940 w 65763"/>
                <a:gd name="connsiteY8" fmla="*/ 51074 h 67684"/>
                <a:gd name="connsiteX9" fmla="*/ 35580 w 65763"/>
                <a:gd name="connsiteY9" fmla="*/ 49648 h 67684"/>
                <a:gd name="connsiteX10" fmla="*/ 39423 w 65763"/>
                <a:gd name="connsiteY10" fmla="*/ 45619 h 67684"/>
                <a:gd name="connsiteX11" fmla="*/ 40847 w 65763"/>
                <a:gd name="connsiteY11" fmla="*/ 39297 h 67684"/>
                <a:gd name="connsiteX12" fmla="*/ 40847 w 65763"/>
                <a:gd name="connsiteY12" fmla="*/ 0 h 67684"/>
                <a:gd name="connsiteX13" fmla="*/ 60433 w 65763"/>
                <a:gd name="connsiteY13" fmla="*/ 0 h 67684"/>
                <a:gd name="connsiteX14" fmla="*/ 60433 w 65763"/>
                <a:gd name="connsiteY14" fmla="*/ 43326 h 67684"/>
                <a:gd name="connsiteX15" fmla="*/ 61487 w 65763"/>
                <a:gd name="connsiteY15" fmla="*/ 48532 h 67684"/>
                <a:gd name="connsiteX16" fmla="*/ 65763 w 65763"/>
                <a:gd name="connsiteY16" fmla="*/ 51321 h 67684"/>
                <a:gd name="connsiteX17" fmla="*/ 58822 w 65763"/>
                <a:gd name="connsiteY17" fmla="*/ 67685 h 67684"/>
                <a:gd name="connsiteX18" fmla="*/ 48038 w 65763"/>
                <a:gd name="connsiteY18" fmla="*/ 62664 h 67684"/>
                <a:gd name="connsiteX19" fmla="*/ 45437 w 65763"/>
                <a:gd name="connsiteY19" fmla="*/ 59069 h 67684"/>
                <a:gd name="connsiteX20" fmla="*/ 44940 w 65763"/>
                <a:gd name="connsiteY20" fmla="*/ 59069 h 67684"/>
                <a:gd name="connsiteX21" fmla="*/ 39176 w 65763"/>
                <a:gd name="connsiteY21" fmla="*/ 63718 h 67684"/>
                <a:gd name="connsiteX22" fmla="*/ 24793 w 65763"/>
                <a:gd name="connsiteY22" fmla="*/ 67685 h 6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3" h="67684">
                  <a:moveTo>
                    <a:pt x="24793" y="67685"/>
                  </a:moveTo>
                  <a:cubicBezTo>
                    <a:pt x="20207" y="67685"/>
                    <a:pt x="16034" y="66714"/>
                    <a:pt x="12275" y="64772"/>
                  </a:cubicBezTo>
                  <a:cubicBezTo>
                    <a:pt x="8512" y="62788"/>
                    <a:pt x="5517" y="59896"/>
                    <a:pt x="3286" y="56094"/>
                  </a:cubicBezTo>
                  <a:cubicBezTo>
                    <a:pt x="1097" y="52251"/>
                    <a:pt x="0" y="47520"/>
                    <a:pt x="0" y="41900"/>
                  </a:cubicBezTo>
                  <a:lnTo>
                    <a:pt x="0" y="0"/>
                  </a:lnTo>
                  <a:lnTo>
                    <a:pt x="19586" y="0"/>
                  </a:lnTo>
                  <a:lnTo>
                    <a:pt x="19586" y="39297"/>
                  </a:lnTo>
                  <a:cubicBezTo>
                    <a:pt x="19586" y="43140"/>
                    <a:pt x="20580" y="46074"/>
                    <a:pt x="22562" y="48098"/>
                  </a:cubicBezTo>
                  <a:cubicBezTo>
                    <a:pt x="24586" y="50082"/>
                    <a:pt x="27048" y="51074"/>
                    <a:pt x="29940" y="51074"/>
                  </a:cubicBezTo>
                  <a:cubicBezTo>
                    <a:pt x="32088" y="51074"/>
                    <a:pt x="33969" y="50598"/>
                    <a:pt x="35580" y="49648"/>
                  </a:cubicBezTo>
                  <a:cubicBezTo>
                    <a:pt x="37231" y="48698"/>
                    <a:pt x="38512" y="47355"/>
                    <a:pt x="39423" y="45619"/>
                  </a:cubicBezTo>
                  <a:cubicBezTo>
                    <a:pt x="40373" y="43842"/>
                    <a:pt x="40847" y="41735"/>
                    <a:pt x="40847" y="39297"/>
                  </a:cubicBezTo>
                  <a:lnTo>
                    <a:pt x="40847" y="0"/>
                  </a:lnTo>
                  <a:lnTo>
                    <a:pt x="60433" y="0"/>
                  </a:lnTo>
                  <a:lnTo>
                    <a:pt x="60433" y="43326"/>
                  </a:lnTo>
                  <a:cubicBezTo>
                    <a:pt x="60433" y="45722"/>
                    <a:pt x="60787" y="47458"/>
                    <a:pt x="61487" y="48532"/>
                  </a:cubicBezTo>
                  <a:cubicBezTo>
                    <a:pt x="62191" y="49607"/>
                    <a:pt x="63615" y="50537"/>
                    <a:pt x="65763" y="51321"/>
                  </a:cubicBezTo>
                  <a:lnTo>
                    <a:pt x="58822" y="67685"/>
                  </a:lnTo>
                  <a:cubicBezTo>
                    <a:pt x="53906" y="66404"/>
                    <a:pt x="50310" y="64731"/>
                    <a:pt x="48038" y="62664"/>
                  </a:cubicBezTo>
                  <a:cubicBezTo>
                    <a:pt x="46894" y="61623"/>
                    <a:pt x="46027" y="60425"/>
                    <a:pt x="45437" y="59069"/>
                  </a:cubicBezTo>
                  <a:lnTo>
                    <a:pt x="44940" y="59069"/>
                  </a:lnTo>
                  <a:cubicBezTo>
                    <a:pt x="43208" y="60809"/>
                    <a:pt x="41287" y="62359"/>
                    <a:pt x="39176" y="63718"/>
                  </a:cubicBezTo>
                  <a:cubicBezTo>
                    <a:pt x="35000" y="66363"/>
                    <a:pt x="30207" y="67685"/>
                    <a:pt x="24793" y="67685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327F1D-9A58-2C9E-E9C7-581C08CA0FC4}"/>
                </a:ext>
              </a:extLst>
            </p:cNvPr>
            <p:cNvSpPr/>
            <p:nvPr/>
          </p:nvSpPr>
          <p:spPr>
            <a:xfrm>
              <a:off x="864689" y="346326"/>
              <a:ext cx="69542" cy="68676"/>
            </a:xfrm>
            <a:custGeom>
              <a:avLst/>
              <a:gdLst>
                <a:gd name="connsiteX0" fmla="*/ 34773 w 69542"/>
                <a:gd name="connsiteY0" fmla="*/ 68677 h 68676"/>
                <a:gd name="connsiteX1" fmla="*/ 17231 w 69542"/>
                <a:gd name="connsiteY1" fmla="*/ 64276 h 68676"/>
                <a:gd name="connsiteX2" fmla="*/ 4646 w 69542"/>
                <a:gd name="connsiteY2" fmla="*/ 52128 h 68676"/>
                <a:gd name="connsiteX3" fmla="*/ 0 w 69542"/>
                <a:gd name="connsiteY3" fmla="*/ 34277 h 68676"/>
                <a:gd name="connsiteX4" fmla="*/ 4646 w 69542"/>
                <a:gd name="connsiteY4" fmla="*/ 16425 h 68676"/>
                <a:gd name="connsiteX5" fmla="*/ 17231 w 69542"/>
                <a:gd name="connsiteY5" fmla="*/ 4339 h 68676"/>
                <a:gd name="connsiteX6" fmla="*/ 34773 w 69542"/>
                <a:gd name="connsiteY6" fmla="*/ 0 h 68676"/>
                <a:gd name="connsiteX7" fmla="*/ 52438 w 69542"/>
                <a:gd name="connsiteY7" fmla="*/ 4339 h 68676"/>
                <a:gd name="connsiteX8" fmla="*/ 64896 w 69542"/>
                <a:gd name="connsiteY8" fmla="*/ 16425 h 68676"/>
                <a:gd name="connsiteX9" fmla="*/ 69543 w 69542"/>
                <a:gd name="connsiteY9" fmla="*/ 34277 h 68676"/>
                <a:gd name="connsiteX10" fmla="*/ 64896 w 69542"/>
                <a:gd name="connsiteY10" fmla="*/ 52128 h 68676"/>
                <a:gd name="connsiteX11" fmla="*/ 52375 w 69542"/>
                <a:gd name="connsiteY11" fmla="*/ 64276 h 68676"/>
                <a:gd name="connsiteX12" fmla="*/ 34773 w 69542"/>
                <a:gd name="connsiteY12" fmla="*/ 68677 h 68676"/>
                <a:gd name="connsiteX13" fmla="*/ 34773 w 69542"/>
                <a:gd name="connsiteY13" fmla="*/ 51941 h 68676"/>
                <a:gd name="connsiteX14" fmla="*/ 43015 w 69542"/>
                <a:gd name="connsiteY14" fmla="*/ 49710 h 68676"/>
                <a:gd name="connsiteX15" fmla="*/ 48779 w 69542"/>
                <a:gd name="connsiteY15" fmla="*/ 43512 h 68676"/>
                <a:gd name="connsiteX16" fmla="*/ 50887 w 69542"/>
                <a:gd name="connsiteY16" fmla="*/ 34277 h 68676"/>
                <a:gd name="connsiteX17" fmla="*/ 48842 w 69542"/>
                <a:gd name="connsiteY17" fmla="*/ 25227 h 68676"/>
                <a:gd name="connsiteX18" fmla="*/ 43202 w 69542"/>
                <a:gd name="connsiteY18" fmla="*/ 19029 h 68676"/>
                <a:gd name="connsiteX19" fmla="*/ 34896 w 69542"/>
                <a:gd name="connsiteY19" fmla="*/ 16735 h 68676"/>
                <a:gd name="connsiteX20" fmla="*/ 26527 w 69542"/>
                <a:gd name="connsiteY20" fmla="*/ 18967 h 68676"/>
                <a:gd name="connsiteX21" fmla="*/ 20764 w 69542"/>
                <a:gd name="connsiteY21" fmla="*/ 25103 h 68676"/>
                <a:gd name="connsiteX22" fmla="*/ 18656 w 69542"/>
                <a:gd name="connsiteY22" fmla="*/ 34277 h 68676"/>
                <a:gd name="connsiteX23" fmla="*/ 20764 w 69542"/>
                <a:gd name="connsiteY23" fmla="*/ 43512 h 68676"/>
                <a:gd name="connsiteX24" fmla="*/ 26591 w 69542"/>
                <a:gd name="connsiteY24" fmla="*/ 49710 h 68676"/>
                <a:gd name="connsiteX25" fmla="*/ 34773 w 69542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2" h="68676">
                  <a:moveTo>
                    <a:pt x="34773" y="68677"/>
                  </a:moveTo>
                  <a:cubicBezTo>
                    <a:pt x="28365" y="68677"/>
                    <a:pt x="22518" y="67210"/>
                    <a:pt x="17231" y="64276"/>
                  </a:cubicBezTo>
                  <a:cubicBezTo>
                    <a:pt x="11981" y="61342"/>
                    <a:pt x="7788" y="57293"/>
                    <a:pt x="4646" y="52128"/>
                  </a:cubicBezTo>
                  <a:cubicBezTo>
                    <a:pt x="1548" y="46962"/>
                    <a:pt x="0" y="41012"/>
                    <a:pt x="0" y="34277"/>
                  </a:cubicBezTo>
                  <a:cubicBezTo>
                    <a:pt x="0" y="27541"/>
                    <a:pt x="1548" y="21591"/>
                    <a:pt x="4646" y="16425"/>
                  </a:cubicBezTo>
                  <a:cubicBezTo>
                    <a:pt x="7788" y="11260"/>
                    <a:pt x="11981" y="7231"/>
                    <a:pt x="17231" y="4339"/>
                  </a:cubicBezTo>
                  <a:cubicBezTo>
                    <a:pt x="22518" y="1446"/>
                    <a:pt x="28365" y="0"/>
                    <a:pt x="34773" y="0"/>
                  </a:cubicBezTo>
                  <a:cubicBezTo>
                    <a:pt x="41301" y="0"/>
                    <a:pt x="47188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3" y="27541"/>
                    <a:pt x="69543" y="34277"/>
                  </a:cubicBezTo>
                  <a:cubicBezTo>
                    <a:pt x="69543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28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79" y="43512"/>
                  </a:cubicBezTo>
                  <a:cubicBezTo>
                    <a:pt x="50183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597" y="20516"/>
                    <a:pt x="43202" y="19029"/>
                  </a:cubicBezTo>
                  <a:cubicBezTo>
                    <a:pt x="40804" y="17500"/>
                    <a:pt x="38035" y="16735"/>
                    <a:pt x="34896" y="16735"/>
                  </a:cubicBezTo>
                  <a:cubicBezTo>
                    <a:pt x="31798" y="16735"/>
                    <a:pt x="29006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08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37448AA-E95B-D1EE-389C-0EA0A745A1B0}"/>
                </a:ext>
              </a:extLst>
            </p:cNvPr>
            <p:cNvSpPr/>
            <p:nvPr/>
          </p:nvSpPr>
          <p:spPr>
            <a:xfrm>
              <a:off x="790290" y="346264"/>
              <a:ext cx="67004" cy="94771"/>
            </a:xfrm>
            <a:custGeom>
              <a:avLst/>
              <a:gdLst>
                <a:gd name="connsiteX0" fmla="*/ 16427 w 67004"/>
                <a:gd name="connsiteY0" fmla="*/ 92726 h 94771"/>
                <a:gd name="connsiteX1" fmla="*/ 31674 w 67004"/>
                <a:gd name="connsiteY1" fmla="*/ 94771 h 94771"/>
                <a:gd name="connsiteX2" fmla="*/ 45870 w 67004"/>
                <a:gd name="connsiteY2" fmla="*/ 92788 h 94771"/>
                <a:gd name="connsiteX3" fmla="*/ 57024 w 67004"/>
                <a:gd name="connsiteY3" fmla="*/ 86961 h 94771"/>
                <a:gd name="connsiteX4" fmla="*/ 64402 w 67004"/>
                <a:gd name="connsiteY4" fmla="*/ 77292 h 94771"/>
                <a:gd name="connsiteX5" fmla="*/ 67004 w 67004"/>
                <a:gd name="connsiteY5" fmla="*/ 63904 h 94771"/>
                <a:gd name="connsiteX6" fmla="*/ 67004 w 67004"/>
                <a:gd name="connsiteY6" fmla="*/ 992 h 94771"/>
                <a:gd name="connsiteX7" fmla="*/ 49216 w 67004"/>
                <a:gd name="connsiteY7" fmla="*/ 992 h 94771"/>
                <a:gd name="connsiteX8" fmla="*/ 49216 w 67004"/>
                <a:gd name="connsiteY8" fmla="*/ 7500 h 94771"/>
                <a:gd name="connsiteX9" fmla="*/ 48846 w 67004"/>
                <a:gd name="connsiteY9" fmla="*/ 7500 h 94771"/>
                <a:gd name="connsiteX10" fmla="*/ 45000 w 67004"/>
                <a:gd name="connsiteY10" fmla="*/ 4401 h 94771"/>
                <a:gd name="connsiteX11" fmla="*/ 29940 w 67004"/>
                <a:gd name="connsiteY11" fmla="*/ 0 h 94771"/>
                <a:gd name="connsiteX12" fmla="*/ 15620 w 67004"/>
                <a:gd name="connsiteY12" fmla="*/ 3781 h 94771"/>
                <a:gd name="connsiteX13" fmla="*/ 4340 w 67004"/>
                <a:gd name="connsiteY13" fmla="*/ 14938 h 94771"/>
                <a:gd name="connsiteX14" fmla="*/ 0 w 67004"/>
                <a:gd name="connsiteY14" fmla="*/ 33471 h 94771"/>
                <a:gd name="connsiteX15" fmla="*/ 2542 w 67004"/>
                <a:gd name="connsiteY15" fmla="*/ 48037 h 94771"/>
                <a:gd name="connsiteX16" fmla="*/ 9299 w 67004"/>
                <a:gd name="connsiteY16" fmla="*/ 58388 h 94771"/>
                <a:gd name="connsiteX17" fmla="*/ 18782 w 67004"/>
                <a:gd name="connsiteY17" fmla="*/ 64524 h 94771"/>
                <a:gd name="connsiteX18" fmla="*/ 29256 w 67004"/>
                <a:gd name="connsiteY18" fmla="*/ 66507 h 94771"/>
                <a:gd name="connsiteX19" fmla="*/ 44383 w 67004"/>
                <a:gd name="connsiteY19" fmla="*/ 61859 h 94771"/>
                <a:gd name="connsiteX20" fmla="*/ 48299 w 67004"/>
                <a:gd name="connsiteY20" fmla="*/ 58573 h 94771"/>
                <a:gd name="connsiteX21" fmla="*/ 48595 w 67004"/>
                <a:gd name="connsiteY21" fmla="*/ 58573 h 94771"/>
                <a:gd name="connsiteX22" fmla="*/ 48595 w 67004"/>
                <a:gd name="connsiteY22" fmla="*/ 65020 h 94771"/>
                <a:gd name="connsiteX23" fmla="*/ 45497 w 67004"/>
                <a:gd name="connsiteY23" fmla="*/ 72705 h 94771"/>
                <a:gd name="connsiteX24" fmla="*/ 37998 w 67004"/>
                <a:gd name="connsiteY24" fmla="*/ 77044 h 94771"/>
                <a:gd name="connsiteX25" fmla="*/ 29506 w 67004"/>
                <a:gd name="connsiteY25" fmla="*/ 78408 h 94771"/>
                <a:gd name="connsiteX26" fmla="*/ 20083 w 67004"/>
                <a:gd name="connsiteY26" fmla="*/ 76858 h 94771"/>
                <a:gd name="connsiteX27" fmla="*/ 12028 w 67004"/>
                <a:gd name="connsiteY27" fmla="*/ 73263 h 94771"/>
                <a:gd name="connsiteX28" fmla="*/ 5580 w 67004"/>
                <a:gd name="connsiteY28" fmla="*/ 88635 h 94771"/>
                <a:gd name="connsiteX29" fmla="*/ 16427 w 67004"/>
                <a:gd name="connsiteY29" fmla="*/ 92726 h 94771"/>
                <a:gd name="connsiteX30" fmla="*/ 41964 w 67004"/>
                <a:gd name="connsiteY30" fmla="*/ 48346 h 94771"/>
                <a:gd name="connsiteX31" fmla="*/ 34092 w 67004"/>
                <a:gd name="connsiteY31" fmla="*/ 50578 h 94771"/>
                <a:gd name="connsiteX32" fmla="*/ 26344 w 67004"/>
                <a:gd name="connsiteY32" fmla="*/ 48346 h 94771"/>
                <a:gd name="connsiteX33" fmla="*/ 21077 w 67004"/>
                <a:gd name="connsiteY33" fmla="*/ 42086 h 94771"/>
                <a:gd name="connsiteX34" fmla="*/ 19153 w 67004"/>
                <a:gd name="connsiteY34" fmla="*/ 32851 h 94771"/>
                <a:gd name="connsiteX35" fmla="*/ 21077 w 67004"/>
                <a:gd name="connsiteY35" fmla="*/ 23801 h 94771"/>
                <a:gd name="connsiteX36" fmla="*/ 26531 w 67004"/>
                <a:gd name="connsiteY36" fmla="*/ 17913 h 94771"/>
                <a:gd name="connsiteX37" fmla="*/ 34403 w 67004"/>
                <a:gd name="connsiteY37" fmla="*/ 15805 h 94771"/>
                <a:gd name="connsiteX38" fmla="*/ 42151 w 67004"/>
                <a:gd name="connsiteY38" fmla="*/ 17851 h 94771"/>
                <a:gd name="connsiteX39" fmla="*/ 47418 w 67004"/>
                <a:gd name="connsiteY39" fmla="*/ 23739 h 94771"/>
                <a:gd name="connsiteX40" fmla="*/ 49339 w 67004"/>
                <a:gd name="connsiteY40" fmla="*/ 32851 h 94771"/>
                <a:gd name="connsiteX41" fmla="*/ 47358 w 67004"/>
                <a:gd name="connsiteY41" fmla="*/ 42148 h 94771"/>
                <a:gd name="connsiteX42" fmla="*/ 41964 w 67004"/>
                <a:gd name="connsiteY42" fmla="*/ 48346 h 9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7004" h="94771">
                  <a:moveTo>
                    <a:pt x="16427" y="92726"/>
                  </a:moveTo>
                  <a:cubicBezTo>
                    <a:pt x="21054" y="94089"/>
                    <a:pt x="26137" y="94771"/>
                    <a:pt x="31674" y="94771"/>
                  </a:cubicBezTo>
                  <a:cubicBezTo>
                    <a:pt x="36841" y="94771"/>
                    <a:pt x="41571" y="94110"/>
                    <a:pt x="45870" y="92788"/>
                  </a:cubicBezTo>
                  <a:cubicBezTo>
                    <a:pt x="50166" y="91507"/>
                    <a:pt x="53885" y="89565"/>
                    <a:pt x="57024" y="86961"/>
                  </a:cubicBezTo>
                  <a:cubicBezTo>
                    <a:pt x="60206" y="84358"/>
                    <a:pt x="62665" y="81135"/>
                    <a:pt x="64402" y="77292"/>
                  </a:cubicBezTo>
                  <a:cubicBezTo>
                    <a:pt x="66137" y="73449"/>
                    <a:pt x="67004" y="68987"/>
                    <a:pt x="67004" y="63904"/>
                  </a:cubicBezTo>
                  <a:lnTo>
                    <a:pt x="67004" y="992"/>
                  </a:lnTo>
                  <a:lnTo>
                    <a:pt x="49216" y="992"/>
                  </a:lnTo>
                  <a:lnTo>
                    <a:pt x="49216" y="7500"/>
                  </a:lnTo>
                  <a:lnTo>
                    <a:pt x="48846" y="7500"/>
                  </a:lnTo>
                  <a:cubicBezTo>
                    <a:pt x="47661" y="6367"/>
                    <a:pt x="46381" y="5334"/>
                    <a:pt x="45000" y="4401"/>
                  </a:cubicBezTo>
                  <a:cubicBezTo>
                    <a:pt x="40703" y="1467"/>
                    <a:pt x="35684" y="0"/>
                    <a:pt x="29940" y="0"/>
                  </a:cubicBezTo>
                  <a:cubicBezTo>
                    <a:pt x="24980" y="0"/>
                    <a:pt x="20207" y="1260"/>
                    <a:pt x="15620" y="3781"/>
                  </a:cubicBezTo>
                  <a:cubicBezTo>
                    <a:pt x="11034" y="6260"/>
                    <a:pt x="7275" y="9979"/>
                    <a:pt x="4340" y="14938"/>
                  </a:cubicBezTo>
                  <a:cubicBezTo>
                    <a:pt x="1448" y="19855"/>
                    <a:pt x="0" y="26032"/>
                    <a:pt x="0" y="33471"/>
                  </a:cubicBezTo>
                  <a:cubicBezTo>
                    <a:pt x="0" y="39049"/>
                    <a:pt x="847" y="43904"/>
                    <a:pt x="2542" y="48037"/>
                  </a:cubicBezTo>
                  <a:cubicBezTo>
                    <a:pt x="4236" y="52169"/>
                    <a:pt x="6488" y="55619"/>
                    <a:pt x="9299" y="58388"/>
                  </a:cubicBezTo>
                  <a:cubicBezTo>
                    <a:pt x="12151" y="61115"/>
                    <a:pt x="15310" y="63160"/>
                    <a:pt x="18782" y="64524"/>
                  </a:cubicBezTo>
                  <a:cubicBezTo>
                    <a:pt x="22255" y="65846"/>
                    <a:pt x="25744" y="66507"/>
                    <a:pt x="29256" y="66507"/>
                  </a:cubicBezTo>
                  <a:cubicBezTo>
                    <a:pt x="34920" y="66507"/>
                    <a:pt x="39960" y="64958"/>
                    <a:pt x="44383" y="61859"/>
                  </a:cubicBezTo>
                  <a:cubicBezTo>
                    <a:pt x="45780" y="60865"/>
                    <a:pt x="47088" y="59770"/>
                    <a:pt x="48299" y="58573"/>
                  </a:cubicBezTo>
                  <a:lnTo>
                    <a:pt x="48595" y="58573"/>
                  </a:lnTo>
                  <a:lnTo>
                    <a:pt x="48595" y="65020"/>
                  </a:lnTo>
                  <a:cubicBezTo>
                    <a:pt x="48595" y="68201"/>
                    <a:pt x="47565" y="70763"/>
                    <a:pt x="45497" y="72705"/>
                  </a:cubicBezTo>
                  <a:cubicBezTo>
                    <a:pt x="43432" y="74689"/>
                    <a:pt x="40930" y="76135"/>
                    <a:pt x="37998" y="77044"/>
                  </a:cubicBezTo>
                  <a:cubicBezTo>
                    <a:pt x="35063" y="77954"/>
                    <a:pt x="32231" y="78408"/>
                    <a:pt x="29506" y="78408"/>
                  </a:cubicBezTo>
                  <a:cubicBezTo>
                    <a:pt x="26324" y="78408"/>
                    <a:pt x="23182" y="77891"/>
                    <a:pt x="20083" y="76858"/>
                  </a:cubicBezTo>
                  <a:cubicBezTo>
                    <a:pt x="17025" y="75866"/>
                    <a:pt x="14339" y="74668"/>
                    <a:pt x="12028" y="73263"/>
                  </a:cubicBezTo>
                  <a:lnTo>
                    <a:pt x="5580" y="88635"/>
                  </a:lnTo>
                  <a:cubicBezTo>
                    <a:pt x="8225" y="90040"/>
                    <a:pt x="11841" y="91404"/>
                    <a:pt x="16427" y="92726"/>
                  </a:cubicBezTo>
                  <a:close/>
                  <a:moveTo>
                    <a:pt x="41964" y="48346"/>
                  </a:moveTo>
                  <a:cubicBezTo>
                    <a:pt x="39693" y="49834"/>
                    <a:pt x="37068" y="50578"/>
                    <a:pt x="34092" y="50578"/>
                  </a:cubicBezTo>
                  <a:cubicBezTo>
                    <a:pt x="31157" y="50578"/>
                    <a:pt x="28575" y="49834"/>
                    <a:pt x="26344" y="48346"/>
                  </a:cubicBezTo>
                  <a:cubicBezTo>
                    <a:pt x="24113" y="46817"/>
                    <a:pt x="22358" y="44731"/>
                    <a:pt x="21077" y="42086"/>
                  </a:cubicBezTo>
                  <a:cubicBezTo>
                    <a:pt x="19796" y="39400"/>
                    <a:pt x="19153" y="36322"/>
                    <a:pt x="19153" y="32851"/>
                  </a:cubicBezTo>
                  <a:cubicBezTo>
                    <a:pt x="19153" y="29380"/>
                    <a:pt x="19796" y="26363"/>
                    <a:pt x="21077" y="23801"/>
                  </a:cubicBezTo>
                  <a:cubicBezTo>
                    <a:pt x="22398" y="21239"/>
                    <a:pt x="24216" y="19276"/>
                    <a:pt x="26531" y="17913"/>
                  </a:cubicBezTo>
                  <a:cubicBezTo>
                    <a:pt x="28846" y="16508"/>
                    <a:pt x="31467" y="15805"/>
                    <a:pt x="34403" y="15805"/>
                  </a:cubicBezTo>
                  <a:cubicBezTo>
                    <a:pt x="37335" y="15805"/>
                    <a:pt x="39920" y="16487"/>
                    <a:pt x="42151" y="17851"/>
                  </a:cubicBezTo>
                  <a:cubicBezTo>
                    <a:pt x="44383" y="19215"/>
                    <a:pt x="46137" y="21177"/>
                    <a:pt x="47418" y="23739"/>
                  </a:cubicBezTo>
                  <a:cubicBezTo>
                    <a:pt x="48699" y="26260"/>
                    <a:pt x="49339" y="29297"/>
                    <a:pt x="49339" y="32851"/>
                  </a:cubicBezTo>
                  <a:cubicBezTo>
                    <a:pt x="49339" y="36363"/>
                    <a:pt x="48679" y="39462"/>
                    <a:pt x="47358" y="42148"/>
                  </a:cubicBezTo>
                  <a:cubicBezTo>
                    <a:pt x="46034" y="44793"/>
                    <a:pt x="44236" y="46859"/>
                    <a:pt x="41964" y="48346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2531F2A-7924-62E5-D18A-28A5D0B2B09C}"/>
                </a:ext>
              </a:extLst>
            </p:cNvPr>
            <p:cNvSpPr/>
            <p:nvPr/>
          </p:nvSpPr>
          <p:spPr>
            <a:xfrm>
              <a:off x="715771" y="346326"/>
              <a:ext cx="69545" cy="68676"/>
            </a:xfrm>
            <a:custGeom>
              <a:avLst/>
              <a:gdLst>
                <a:gd name="connsiteX0" fmla="*/ 34773 w 69545"/>
                <a:gd name="connsiteY0" fmla="*/ 68677 h 68676"/>
                <a:gd name="connsiteX1" fmla="*/ 17231 w 69545"/>
                <a:gd name="connsiteY1" fmla="*/ 64276 h 68676"/>
                <a:gd name="connsiteX2" fmla="*/ 4650 w 69545"/>
                <a:gd name="connsiteY2" fmla="*/ 52128 h 68676"/>
                <a:gd name="connsiteX3" fmla="*/ 0 w 69545"/>
                <a:gd name="connsiteY3" fmla="*/ 34277 h 68676"/>
                <a:gd name="connsiteX4" fmla="*/ 4650 w 69545"/>
                <a:gd name="connsiteY4" fmla="*/ 16425 h 68676"/>
                <a:gd name="connsiteX5" fmla="*/ 17231 w 69545"/>
                <a:gd name="connsiteY5" fmla="*/ 4339 h 68676"/>
                <a:gd name="connsiteX6" fmla="*/ 34773 w 69545"/>
                <a:gd name="connsiteY6" fmla="*/ 0 h 68676"/>
                <a:gd name="connsiteX7" fmla="*/ 52438 w 69545"/>
                <a:gd name="connsiteY7" fmla="*/ 4339 h 68676"/>
                <a:gd name="connsiteX8" fmla="*/ 64896 w 69545"/>
                <a:gd name="connsiteY8" fmla="*/ 16425 h 68676"/>
                <a:gd name="connsiteX9" fmla="*/ 69546 w 69545"/>
                <a:gd name="connsiteY9" fmla="*/ 34277 h 68676"/>
                <a:gd name="connsiteX10" fmla="*/ 64896 w 69545"/>
                <a:gd name="connsiteY10" fmla="*/ 52128 h 68676"/>
                <a:gd name="connsiteX11" fmla="*/ 52375 w 69545"/>
                <a:gd name="connsiteY11" fmla="*/ 64276 h 68676"/>
                <a:gd name="connsiteX12" fmla="*/ 34773 w 69545"/>
                <a:gd name="connsiteY12" fmla="*/ 68677 h 68676"/>
                <a:gd name="connsiteX13" fmla="*/ 34773 w 69545"/>
                <a:gd name="connsiteY13" fmla="*/ 51941 h 68676"/>
                <a:gd name="connsiteX14" fmla="*/ 43015 w 69545"/>
                <a:gd name="connsiteY14" fmla="*/ 49710 h 68676"/>
                <a:gd name="connsiteX15" fmla="*/ 48782 w 69545"/>
                <a:gd name="connsiteY15" fmla="*/ 43512 h 68676"/>
                <a:gd name="connsiteX16" fmla="*/ 50887 w 69545"/>
                <a:gd name="connsiteY16" fmla="*/ 34277 h 68676"/>
                <a:gd name="connsiteX17" fmla="*/ 48842 w 69545"/>
                <a:gd name="connsiteY17" fmla="*/ 25227 h 68676"/>
                <a:gd name="connsiteX18" fmla="*/ 43202 w 69545"/>
                <a:gd name="connsiteY18" fmla="*/ 19029 h 68676"/>
                <a:gd name="connsiteX19" fmla="*/ 34896 w 69545"/>
                <a:gd name="connsiteY19" fmla="*/ 16735 h 68676"/>
                <a:gd name="connsiteX20" fmla="*/ 26527 w 69545"/>
                <a:gd name="connsiteY20" fmla="*/ 18967 h 68676"/>
                <a:gd name="connsiteX21" fmla="*/ 20764 w 69545"/>
                <a:gd name="connsiteY21" fmla="*/ 25103 h 68676"/>
                <a:gd name="connsiteX22" fmla="*/ 18656 w 69545"/>
                <a:gd name="connsiteY22" fmla="*/ 34277 h 68676"/>
                <a:gd name="connsiteX23" fmla="*/ 20764 w 69545"/>
                <a:gd name="connsiteY23" fmla="*/ 43512 h 68676"/>
                <a:gd name="connsiteX24" fmla="*/ 26591 w 69545"/>
                <a:gd name="connsiteY24" fmla="*/ 49710 h 68676"/>
                <a:gd name="connsiteX25" fmla="*/ 34773 w 69545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5" h="68676">
                  <a:moveTo>
                    <a:pt x="34773" y="68677"/>
                  </a:moveTo>
                  <a:cubicBezTo>
                    <a:pt x="28369" y="68677"/>
                    <a:pt x="22522" y="67210"/>
                    <a:pt x="17231" y="64276"/>
                  </a:cubicBezTo>
                  <a:cubicBezTo>
                    <a:pt x="11985" y="61342"/>
                    <a:pt x="7788" y="57293"/>
                    <a:pt x="4650" y="52128"/>
                  </a:cubicBezTo>
                  <a:cubicBezTo>
                    <a:pt x="1551" y="46962"/>
                    <a:pt x="0" y="41012"/>
                    <a:pt x="0" y="34277"/>
                  </a:cubicBezTo>
                  <a:cubicBezTo>
                    <a:pt x="0" y="27541"/>
                    <a:pt x="1551" y="21591"/>
                    <a:pt x="4650" y="16425"/>
                  </a:cubicBezTo>
                  <a:cubicBezTo>
                    <a:pt x="7788" y="11260"/>
                    <a:pt x="11985" y="7231"/>
                    <a:pt x="17231" y="4339"/>
                  </a:cubicBezTo>
                  <a:cubicBezTo>
                    <a:pt x="22522" y="1446"/>
                    <a:pt x="28369" y="0"/>
                    <a:pt x="34773" y="0"/>
                  </a:cubicBezTo>
                  <a:cubicBezTo>
                    <a:pt x="41301" y="0"/>
                    <a:pt x="47191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6" y="27541"/>
                    <a:pt x="69546" y="34277"/>
                  </a:cubicBezTo>
                  <a:cubicBezTo>
                    <a:pt x="69546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32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82" y="43512"/>
                  </a:cubicBezTo>
                  <a:cubicBezTo>
                    <a:pt x="50186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600" y="20516"/>
                    <a:pt x="43202" y="19029"/>
                  </a:cubicBezTo>
                  <a:cubicBezTo>
                    <a:pt x="40807" y="17500"/>
                    <a:pt x="38035" y="16735"/>
                    <a:pt x="34896" y="16735"/>
                  </a:cubicBezTo>
                  <a:cubicBezTo>
                    <a:pt x="31798" y="16735"/>
                    <a:pt x="29009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11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E235F8-E9D1-2EBA-5788-16993B644703}"/>
                </a:ext>
              </a:extLst>
            </p:cNvPr>
            <p:cNvSpPr/>
            <p:nvPr/>
          </p:nvSpPr>
          <p:spPr>
            <a:xfrm>
              <a:off x="662820" y="322649"/>
              <a:ext cx="53244" cy="91362"/>
            </a:xfrm>
            <a:custGeom>
              <a:avLst/>
              <a:gdLst>
                <a:gd name="connsiteX0" fmla="*/ 0 w 53244"/>
                <a:gd name="connsiteY0" fmla="*/ 0 h 91362"/>
                <a:gd name="connsiteX1" fmla="*/ 0 w 53244"/>
                <a:gd name="connsiteY1" fmla="*/ 91362 h 91362"/>
                <a:gd name="connsiteX2" fmla="*/ 53244 w 53244"/>
                <a:gd name="connsiteY2" fmla="*/ 91362 h 91362"/>
                <a:gd name="connsiteX3" fmla="*/ 53244 w 53244"/>
                <a:gd name="connsiteY3" fmla="*/ 73263 h 91362"/>
                <a:gd name="connsiteX4" fmla="*/ 20330 w 53244"/>
                <a:gd name="connsiteY4" fmla="*/ 73263 h 91362"/>
                <a:gd name="connsiteX5" fmla="*/ 20330 w 53244"/>
                <a:gd name="connsiteY5" fmla="*/ 0 h 91362"/>
                <a:gd name="connsiteX6" fmla="*/ 0 w 53244"/>
                <a:gd name="connsiteY6" fmla="*/ 0 h 9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44" h="91362">
                  <a:moveTo>
                    <a:pt x="0" y="0"/>
                  </a:moveTo>
                  <a:lnTo>
                    <a:pt x="0" y="91362"/>
                  </a:lnTo>
                  <a:lnTo>
                    <a:pt x="53244" y="91362"/>
                  </a:lnTo>
                  <a:lnTo>
                    <a:pt x="53244" y="73263"/>
                  </a:lnTo>
                  <a:lnTo>
                    <a:pt x="20330" y="73263"/>
                  </a:lnTo>
                  <a:lnTo>
                    <a:pt x="20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5F609BC-C652-F0BA-3641-26969927B278}"/>
              </a:ext>
            </a:extLst>
          </p:cNvPr>
          <p:cNvSpPr txBox="1">
            <a:spLocks/>
          </p:cNvSpPr>
          <p:nvPr/>
        </p:nvSpPr>
        <p:spPr>
          <a:xfrm>
            <a:off x="9244013" y="63539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B28ECD-1E67-4EFB-A167-16536BEA8C74}" type="slidenum">
              <a:rPr lang="en-US" smtClean="0">
                <a:solidFill>
                  <a:schemeClr val="bg2"/>
                </a:solidFill>
              </a:rPr>
              <a:pPr/>
              <a:t>17</a:t>
            </a:fld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753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FBBB5E-8C99-A119-24D1-A94FF96CF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9" t="19880" r="3255" b="27235"/>
          <a:stretch>
            <a:fillRect/>
          </a:stretch>
        </p:blipFill>
        <p:spPr>
          <a:xfrm>
            <a:off x="6071518" y="1363360"/>
            <a:ext cx="5723587" cy="3626879"/>
          </a:xfrm>
          <a:custGeom>
            <a:avLst/>
            <a:gdLst>
              <a:gd name="connsiteX0" fmla="*/ 5723587 w 5723587"/>
              <a:gd name="connsiteY0" fmla="*/ 0 h 3626879"/>
              <a:gd name="connsiteX1" fmla="*/ 5652991 w 5723587"/>
              <a:gd name="connsiteY1" fmla="*/ 3626879 h 3626879"/>
              <a:gd name="connsiteX2" fmla="*/ 0 w 5723587"/>
              <a:gd name="connsiteY2" fmla="*/ 3531574 h 3626879"/>
              <a:gd name="connsiteX3" fmla="*/ 120013 w 5723587"/>
              <a:gd name="connsiteY3" fmla="*/ 56477 h 362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3587" h="3626879">
                <a:moveTo>
                  <a:pt x="5723587" y="0"/>
                </a:moveTo>
                <a:lnTo>
                  <a:pt x="5652991" y="3626879"/>
                </a:lnTo>
                <a:lnTo>
                  <a:pt x="0" y="3531574"/>
                </a:lnTo>
                <a:lnTo>
                  <a:pt x="120013" y="56477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9C492C-2021-18F5-0174-7FC8F18B9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046" y="221880"/>
            <a:ext cx="9488128" cy="711609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7A8C22A-2939-7065-5954-D4E3BCA24E66}"/>
              </a:ext>
            </a:extLst>
          </p:cNvPr>
          <p:cNvGrpSpPr/>
          <p:nvPr/>
        </p:nvGrpSpPr>
        <p:grpSpPr>
          <a:xfrm>
            <a:off x="747703" y="1003962"/>
            <a:ext cx="5729297" cy="2074110"/>
            <a:chOff x="747703" y="1014198"/>
            <a:chExt cx="5729297" cy="20741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0B14F9-82A9-784A-A144-2F99761C7E42}"/>
                </a:ext>
              </a:extLst>
            </p:cNvPr>
            <p:cNvSpPr txBox="1"/>
            <p:nvPr/>
          </p:nvSpPr>
          <p:spPr>
            <a:xfrm>
              <a:off x="747703" y="1291197"/>
              <a:ext cx="572929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Our Mission to Make an </a:t>
              </a:r>
              <a:r>
                <a:rPr lang="en-US" sz="4000" dirty="0">
                  <a:solidFill>
                    <a:schemeClr val="accent5"/>
                  </a:solidFill>
                </a:rPr>
                <a:t>Impact Globally</a:t>
              </a:r>
              <a:endParaRPr lang="en-US" sz="4000" dirty="0">
                <a:solidFill>
                  <a:schemeClr val="accent5"/>
                </a:solidFill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A2AF0E-A9EC-057E-B1BE-F9A22D4FB49B}"/>
                </a:ext>
              </a:extLst>
            </p:cNvPr>
            <p:cNvSpPr txBox="1"/>
            <p:nvPr/>
          </p:nvSpPr>
          <p:spPr>
            <a:xfrm>
              <a:off x="771518" y="1014198"/>
              <a:ext cx="1943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Elevator Pitch Deck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64CC87-A17F-8C11-BD1D-D321A3D603BA}"/>
                </a:ext>
              </a:extLst>
            </p:cNvPr>
            <p:cNvSpPr txBox="1"/>
            <p:nvPr/>
          </p:nvSpPr>
          <p:spPr>
            <a:xfrm>
              <a:off x="776281" y="2562010"/>
              <a:ext cx="4701540" cy="5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 Elevator Pitch Deck is a brief presentation that introduces your business idea in a compelling way.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626070A-07CC-FD36-7E94-1E57EC452C8B}"/>
              </a:ext>
            </a:extLst>
          </p:cNvPr>
          <p:cNvSpPr/>
          <p:nvPr/>
        </p:nvSpPr>
        <p:spPr>
          <a:xfrm>
            <a:off x="876299" y="4653125"/>
            <a:ext cx="4601521" cy="487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B9D294-9FD5-0D0C-34F1-34B734C5EC78}"/>
              </a:ext>
            </a:extLst>
          </p:cNvPr>
          <p:cNvSpPr/>
          <p:nvPr/>
        </p:nvSpPr>
        <p:spPr>
          <a:xfrm>
            <a:off x="876299" y="4653125"/>
            <a:ext cx="3600450" cy="4876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4A5E6F-45F3-4350-223B-B18A498D9674}"/>
              </a:ext>
            </a:extLst>
          </p:cNvPr>
          <p:cNvSpPr txBox="1"/>
          <p:nvPr/>
        </p:nvSpPr>
        <p:spPr>
          <a:xfrm>
            <a:off x="778656" y="5244641"/>
            <a:ext cx="2766738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3"/>
                </a:solidFill>
              </a:rPr>
              <a:t>Clear and Concise Message</a:t>
            </a:r>
            <a:endParaRPr lang="en-US" sz="1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D17EF7-0F43-DBDE-89DD-0F4545FC86B6}"/>
              </a:ext>
            </a:extLst>
          </p:cNvPr>
          <p:cNvSpPr txBox="1"/>
          <p:nvPr/>
        </p:nvSpPr>
        <p:spPr>
          <a:xfrm>
            <a:off x="778655" y="5549340"/>
            <a:ext cx="4812519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strong pitch deck captures attention in seconds, not minutes.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3FCC09-392C-5C3C-55A1-01D5AE7FE320}"/>
              </a:ext>
            </a:extLst>
          </p:cNvPr>
          <p:cNvSpPr txBox="1"/>
          <p:nvPr/>
        </p:nvSpPr>
        <p:spPr>
          <a:xfrm>
            <a:off x="771518" y="3353327"/>
            <a:ext cx="2766738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$4587+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3DD4A0-441B-50B0-257E-4C7CA04324FF}"/>
              </a:ext>
            </a:extLst>
          </p:cNvPr>
          <p:cNvSpPr txBox="1"/>
          <p:nvPr/>
        </p:nvSpPr>
        <p:spPr>
          <a:xfrm>
            <a:off x="790567" y="4224377"/>
            <a:ext cx="2766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Present ideas with clarity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4501D-5D59-4344-A563-F63867D747AA}"/>
              </a:ext>
            </a:extLst>
          </p:cNvPr>
          <p:cNvSpPr txBox="1"/>
          <p:nvPr/>
        </p:nvSpPr>
        <p:spPr>
          <a:xfrm>
            <a:off x="1568443" y="4710536"/>
            <a:ext cx="2766738" cy="37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</a:rPr>
              <a:t>79%</a:t>
            </a:r>
          </a:p>
        </p:txBody>
      </p:sp>
    </p:spTree>
    <p:extLst>
      <p:ext uri="{BB962C8B-B14F-4D97-AF65-F5344CB8AC3E}">
        <p14:creationId xmlns:p14="http://schemas.microsoft.com/office/powerpoint/2010/main" val="319726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90764BE-FB21-B944-7DD5-817BB5ECD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10000" r="64609" b="10000"/>
          <a:stretch>
            <a:fillRect/>
          </a:stretch>
        </p:blipFill>
        <p:spPr>
          <a:xfrm>
            <a:off x="609600" y="685800"/>
            <a:ext cx="3705225" cy="5486400"/>
          </a:xfrm>
          <a:custGeom>
            <a:avLst/>
            <a:gdLst>
              <a:gd name="connsiteX0" fmla="*/ 318575 w 3705225"/>
              <a:gd name="connsiteY0" fmla="*/ 0 h 5486400"/>
              <a:gd name="connsiteX1" fmla="*/ 3386650 w 3705225"/>
              <a:gd name="connsiteY1" fmla="*/ 0 h 5486400"/>
              <a:gd name="connsiteX2" fmla="*/ 3705225 w 3705225"/>
              <a:gd name="connsiteY2" fmla="*/ 318575 h 5486400"/>
              <a:gd name="connsiteX3" fmla="*/ 3705225 w 3705225"/>
              <a:gd name="connsiteY3" fmla="*/ 5167825 h 5486400"/>
              <a:gd name="connsiteX4" fmla="*/ 3386650 w 3705225"/>
              <a:gd name="connsiteY4" fmla="*/ 5486400 h 5486400"/>
              <a:gd name="connsiteX5" fmla="*/ 318575 w 3705225"/>
              <a:gd name="connsiteY5" fmla="*/ 5486400 h 5486400"/>
              <a:gd name="connsiteX6" fmla="*/ 0 w 3705225"/>
              <a:gd name="connsiteY6" fmla="*/ 5167825 h 5486400"/>
              <a:gd name="connsiteX7" fmla="*/ 0 w 3705225"/>
              <a:gd name="connsiteY7" fmla="*/ 318575 h 5486400"/>
              <a:gd name="connsiteX8" fmla="*/ 318575 w 3705225"/>
              <a:gd name="connsiteY8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5225" h="5486400">
                <a:moveTo>
                  <a:pt x="318575" y="0"/>
                </a:moveTo>
                <a:lnTo>
                  <a:pt x="3386650" y="0"/>
                </a:lnTo>
                <a:cubicBezTo>
                  <a:pt x="3562594" y="0"/>
                  <a:pt x="3705225" y="142631"/>
                  <a:pt x="3705225" y="318575"/>
                </a:cubicBezTo>
                <a:lnTo>
                  <a:pt x="3705225" y="5167825"/>
                </a:lnTo>
                <a:cubicBezTo>
                  <a:pt x="3705225" y="5343769"/>
                  <a:pt x="3562594" y="5486400"/>
                  <a:pt x="3386650" y="5486400"/>
                </a:cubicBezTo>
                <a:lnTo>
                  <a:pt x="318575" y="5486400"/>
                </a:lnTo>
                <a:cubicBezTo>
                  <a:pt x="142631" y="5486400"/>
                  <a:pt x="0" y="5343769"/>
                  <a:pt x="0" y="5167825"/>
                </a:cubicBezTo>
                <a:lnTo>
                  <a:pt x="0" y="318575"/>
                </a:lnTo>
                <a:cubicBezTo>
                  <a:pt x="0" y="142631"/>
                  <a:pt x="142631" y="0"/>
                  <a:pt x="318575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7D61C0-45CB-0ED3-35E1-8383FA4B0E6B}"/>
              </a:ext>
            </a:extLst>
          </p:cNvPr>
          <p:cNvSpPr txBox="1"/>
          <p:nvPr/>
        </p:nvSpPr>
        <p:spPr>
          <a:xfrm>
            <a:off x="4561962" y="1585554"/>
            <a:ext cx="60098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Contact Our Team to </a:t>
            </a:r>
            <a:r>
              <a:rPr lang="en-US" sz="4800" dirty="0">
                <a:solidFill>
                  <a:schemeClr val="accent5"/>
                </a:solidFill>
                <a:latin typeface="+mj-lt"/>
              </a:rPr>
              <a:t>Learn More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584F0-4BD6-E6AF-DA1D-11C668DDD3C4}"/>
              </a:ext>
            </a:extLst>
          </p:cNvPr>
          <p:cNvSpPr txBox="1"/>
          <p:nvPr/>
        </p:nvSpPr>
        <p:spPr>
          <a:xfrm>
            <a:off x="4582601" y="1308555"/>
            <a:ext cx="194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Elevator Pitch Deck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BDC9E-D597-E185-65F3-C259DA5B2A24}"/>
              </a:ext>
            </a:extLst>
          </p:cNvPr>
          <p:cNvSpPr txBox="1"/>
          <p:nvPr/>
        </p:nvSpPr>
        <p:spPr>
          <a:xfrm>
            <a:off x="4593714" y="3155214"/>
            <a:ext cx="4701540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Elevator Pitch Deck is a brief presentation that introduces your business idea in a compelling way.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6BAF9F-C2E8-2610-28C0-38F2AF86607C}"/>
              </a:ext>
            </a:extLst>
          </p:cNvPr>
          <p:cNvSpPr/>
          <p:nvPr/>
        </p:nvSpPr>
        <p:spPr>
          <a:xfrm>
            <a:off x="3924299" y="3900303"/>
            <a:ext cx="7658101" cy="1649142"/>
          </a:xfrm>
          <a:prstGeom prst="roundRect">
            <a:avLst>
              <a:gd name="adj" fmla="val 13304"/>
            </a:avLst>
          </a:prstGeom>
          <a:solidFill>
            <a:schemeClr val="bg1"/>
          </a:solidFill>
          <a:ln>
            <a:noFill/>
          </a:ln>
          <a:effectLst>
            <a:outerShdw blurRad="381000"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54683-2DCF-E0FB-DA4B-FE619DE7D19E}"/>
              </a:ext>
            </a:extLst>
          </p:cNvPr>
          <p:cNvSpPr txBox="1"/>
          <p:nvPr/>
        </p:nvSpPr>
        <p:spPr>
          <a:xfrm>
            <a:off x="5221652" y="4106062"/>
            <a:ext cx="2520222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addmail@yourmail.com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F6286-0E2A-2200-2E95-EA2483EE7ABD}"/>
              </a:ext>
            </a:extLst>
          </p:cNvPr>
          <p:cNvSpPr txBox="1"/>
          <p:nvPr/>
        </p:nvSpPr>
        <p:spPr>
          <a:xfrm>
            <a:off x="5221652" y="4570398"/>
            <a:ext cx="2520222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www.yourwebsite.com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FBDC09-3160-D142-B336-BFE07F1F95BE}"/>
              </a:ext>
            </a:extLst>
          </p:cNvPr>
          <p:cNvGrpSpPr/>
          <p:nvPr/>
        </p:nvGrpSpPr>
        <p:grpSpPr>
          <a:xfrm>
            <a:off x="4678726" y="4178434"/>
            <a:ext cx="193041" cy="1107904"/>
            <a:chOff x="4678726" y="4178434"/>
            <a:chExt cx="193041" cy="1107904"/>
          </a:xfrm>
        </p:grpSpPr>
        <p:sp>
          <p:nvSpPr>
            <p:cNvPr id="2" name="Graphic 8">
              <a:extLst>
                <a:ext uri="{FF2B5EF4-FFF2-40B4-BE49-F238E27FC236}">
                  <a16:creationId xmlns:a16="http://schemas.microsoft.com/office/drawing/2014/main" id="{64515A36-5B62-E742-8387-5771AEEDA4D0}"/>
                </a:ext>
              </a:extLst>
            </p:cNvPr>
            <p:cNvSpPr/>
            <p:nvPr/>
          </p:nvSpPr>
          <p:spPr>
            <a:xfrm>
              <a:off x="4678726" y="4178434"/>
              <a:ext cx="193041" cy="193040"/>
            </a:xfrm>
            <a:custGeom>
              <a:avLst/>
              <a:gdLst>
                <a:gd name="connsiteX0" fmla="*/ 193040 w 193041"/>
                <a:gd name="connsiteY0" fmla="*/ 136584 h 193040"/>
                <a:gd name="connsiteX1" fmla="*/ 188592 w 193041"/>
                <a:gd name="connsiteY1" fmla="*/ 143927 h 193040"/>
                <a:gd name="connsiteX2" fmla="*/ 158816 w 193041"/>
                <a:gd name="connsiteY2" fmla="*/ 158816 h 193040"/>
                <a:gd name="connsiteX3" fmla="*/ 143927 w 193041"/>
                <a:gd name="connsiteY3" fmla="*/ 188592 h 193040"/>
                <a:gd name="connsiteX4" fmla="*/ 136729 w 193041"/>
                <a:gd name="connsiteY4" fmla="*/ 193040 h 193040"/>
                <a:gd name="connsiteX5" fmla="*/ 136576 w 193041"/>
                <a:gd name="connsiteY5" fmla="*/ 193040 h 193040"/>
                <a:gd name="connsiteX6" fmla="*/ 129401 w 193041"/>
                <a:gd name="connsiteY6" fmla="*/ 188327 h 193040"/>
                <a:gd name="connsiteX7" fmla="*/ 97678 w 193041"/>
                <a:gd name="connsiteY7" fmla="*/ 118551 h 193040"/>
                <a:gd name="connsiteX8" fmla="*/ 101233 w 193041"/>
                <a:gd name="connsiteY8" fmla="*/ 101249 h 193040"/>
                <a:gd name="connsiteX9" fmla="*/ 117819 w 193041"/>
                <a:gd name="connsiteY9" fmla="*/ 97397 h 193040"/>
                <a:gd name="connsiteX10" fmla="*/ 188319 w 193041"/>
                <a:gd name="connsiteY10" fmla="*/ 129409 h 193040"/>
                <a:gd name="connsiteX11" fmla="*/ 193032 w 193041"/>
                <a:gd name="connsiteY11" fmla="*/ 136584 h 193040"/>
                <a:gd name="connsiteX12" fmla="*/ 105714 w 193041"/>
                <a:gd name="connsiteY12" fmla="*/ 173157 h 193040"/>
                <a:gd name="connsiteX13" fmla="*/ 107475 w 193041"/>
                <a:gd name="connsiteY13" fmla="*/ 186034 h 193040"/>
                <a:gd name="connsiteX14" fmla="*/ 96520 w 193041"/>
                <a:gd name="connsiteY14" fmla="*/ 193040 h 193040"/>
                <a:gd name="connsiteX15" fmla="*/ 0 w 193041"/>
                <a:gd name="connsiteY15" fmla="*/ 96520 h 193040"/>
                <a:gd name="connsiteX16" fmla="*/ 96520 w 193041"/>
                <a:gd name="connsiteY16" fmla="*/ 0 h 193040"/>
                <a:gd name="connsiteX17" fmla="*/ 193040 w 193041"/>
                <a:gd name="connsiteY17" fmla="*/ 96520 h 193040"/>
                <a:gd name="connsiteX18" fmla="*/ 180975 w 193041"/>
                <a:gd name="connsiteY18" fmla="*/ 108585 h 193040"/>
                <a:gd name="connsiteX19" fmla="*/ 168910 w 193041"/>
                <a:gd name="connsiteY19" fmla="*/ 96520 h 193040"/>
                <a:gd name="connsiteX20" fmla="*/ 122001 w 193041"/>
                <a:gd name="connsiteY20" fmla="*/ 28851 h 193040"/>
                <a:gd name="connsiteX21" fmla="*/ 137557 w 193041"/>
                <a:gd name="connsiteY21" fmla="*/ 69277 h 193040"/>
                <a:gd name="connsiteX22" fmla="*/ 122001 w 193041"/>
                <a:gd name="connsiteY22" fmla="*/ 82943 h 193040"/>
                <a:gd name="connsiteX23" fmla="*/ 114006 w 193041"/>
                <a:gd name="connsiteY23" fmla="*/ 74312 h 193040"/>
                <a:gd name="connsiteX24" fmla="*/ 96536 w 193041"/>
                <a:gd name="connsiteY24" fmla="*/ 33002 h 193040"/>
                <a:gd name="connsiteX25" fmla="*/ 76412 w 193041"/>
                <a:gd name="connsiteY25" fmla="*/ 96520 h 193040"/>
                <a:gd name="connsiteX26" fmla="*/ 105714 w 193041"/>
                <a:gd name="connsiteY26" fmla="*/ 173157 h 193040"/>
                <a:gd name="connsiteX27" fmla="*/ 25216 w 193041"/>
                <a:gd name="connsiteY27" fmla="*/ 84455 h 193040"/>
                <a:gd name="connsiteX28" fmla="*/ 52909 w 193041"/>
                <a:gd name="connsiteY28" fmla="*/ 84455 h 193040"/>
                <a:gd name="connsiteX29" fmla="*/ 70990 w 193041"/>
                <a:gd name="connsiteY29" fmla="*/ 28868 h 193040"/>
                <a:gd name="connsiteX30" fmla="*/ 25216 w 193041"/>
                <a:gd name="connsiteY30" fmla="*/ 84455 h 193040"/>
                <a:gd name="connsiteX31" fmla="*/ 71031 w 193041"/>
                <a:gd name="connsiteY31" fmla="*/ 164277 h 193040"/>
                <a:gd name="connsiteX32" fmla="*/ 52973 w 193041"/>
                <a:gd name="connsiteY32" fmla="*/ 108585 h 193040"/>
                <a:gd name="connsiteX33" fmla="*/ 25160 w 193041"/>
                <a:gd name="connsiteY33" fmla="*/ 108585 h 193040"/>
                <a:gd name="connsiteX34" fmla="*/ 71031 w 193041"/>
                <a:gd name="connsiteY34" fmla="*/ 164277 h 19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3041" h="193040">
                  <a:moveTo>
                    <a:pt x="193040" y="136584"/>
                  </a:moveTo>
                  <a:cubicBezTo>
                    <a:pt x="193096" y="139689"/>
                    <a:pt x="191367" y="142536"/>
                    <a:pt x="188592" y="143927"/>
                  </a:cubicBezTo>
                  <a:lnTo>
                    <a:pt x="158816" y="158816"/>
                  </a:lnTo>
                  <a:lnTo>
                    <a:pt x="143927" y="188592"/>
                  </a:lnTo>
                  <a:cubicBezTo>
                    <a:pt x="142560" y="191319"/>
                    <a:pt x="139769" y="193040"/>
                    <a:pt x="136729" y="193040"/>
                  </a:cubicBezTo>
                  <a:lnTo>
                    <a:pt x="136576" y="193040"/>
                  </a:lnTo>
                  <a:cubicBezTo>
                    <a:pt x="133471" y="192984"/>
                    <a:pt x="130688" y="191150"/>
                    <a:pt x="129401" y="188327"/>
                  </a:cubicBezTo>
                  <a:lnTo>
                    <a:pt x="97678" y="118551"/>
                  </a:lnTo>
                  <a:cubicBezTo>
                    <a:pt x="95386" y="111979"/>
                    <a:pt x="96850" y="105625"/>
                    <a:pt x="101233" y="101249"/>
                  </a:cubicBezTo>
                  <a:cubicBezTo>
                    <a:pt x="105609" y="96866"/>
                    <a:pt x="111963" y="95418"/>
                    <a:pt x="117819" y="97397"/>
                  </a:cubicBezTo>
                  <a:cubicBezTo>
                    <a:pt x="118060" y="97485"/>
                    <a:pt x="188319" y="129409"/>
                    <a:pt x="188319" y="129409"/>
                  </a:cubicBezTo>
                  <a:cubicBezTo>
                    <a:pt x="191142" y="130688"/>
                    <a:pt x="192976" y="133479"/>
                    <a:pt x="193032" y="136584"/>
                  </a:cubicBezTo>
                  <a:close/>
                  <a:moveTo>
                    <a:pt x="105714" y="173157"/>
                  </a:moveTo>
                  <a:cubicBezTo>
                    <a:pt x="108762" y="176736"/>
                    <a:pt x="109446" y="181763"/>
                    <a:pt x="107475" y="186034"/>
                  </a:cubicBezTo>
                  <a:cubicBezTo>
                    <a:pt x="105496" y="190305"/>
                    <a:pt x="101225" y="193040"/>
                    <a:pt x="96520" y="193040"/>
                  </a:cubicBezTo>
                  <a:cubicBezTo>
                    <a:pt x="43297" y="193040"/>
                    <a:pt x="0" y="149743"/>
                    <a:pt x="0" y="96520"/>
                  </a:cubicBezTo>
                  <a:cubicBezTo>
                    <a:pt x="0" y="43651"/>
                    <a:pt x="43780" y="563"/>
                    <a:pt x="96520" y="0"/>
                  </a:cubicBezTo>
                  <a:cubicBezTo>
                    <a:pt x="149743" y="0"/>
                    <a:pt x="193040" y="43297"/>
                    <a:pt x="193040" y="96520"/>
                  </a:cubicBezTo>
                  <a:cubicBezTo>
                    <a:pt x="193040" y="103188"/>
                    <a:pt x="187643" y="108585"/>
                    <a:pt x="180975" y="108585"/>
                  </a:cubicBezTo>
                  <a:cubicBezTo>
                    <a:pt x="174307" y="108585"/>
                    <a:pt x="168910" y="103188"/>
                    <a:pt x="168910" y="96520"/>
                  </a:cubicBezTo>
                  <a:cubicBezTo>
                    <a:pt x="168910" y="65585"/>
                    <a:pt x="149365" y="39187"/>
                    <a:pt x="122001" y="28851"/>
                  </a:cubicBezTo>
                  <a:cubicBezTo>
                    <a:pt x="127905" y="39702"/>
                    <a:pt x="133994" y="53544"/>
                    <a:pt x="137557" y="69277"/>
                  </a:cubicBezTo>
                  <a:cubicBezTo>
                    <a:pt x="139592" y="78270"/>
                    <a:pt x="130720" y="85927"/>
                    <a:pt x="122001" y="82943"/>
                  </a:cubicBezTo>
                  <a:cubicBezTo>
                    <a:pt x="118052" y="81592"/>
                    <a:pt x="114939" y="78374"/>
                    <a:pt x="114006" y="74312"/>
                  </a:cubicBezTo>
                  <a:cubicBezTo>
                    <a:pt x="110113" y="57325"/>
                    <a:pt x="102601" y="42782"/>
                    <a:pt x="96536" y="33002"/>
                  </a:cubicBezTo>
                  <a:cubicBezTo>
                    <a:pt x="87938" y="46893"/>
                    <a:pt x="76412" y="70379"/>
                    <a:pt x="76412" y="96520"/>
                  </a:cubicBezTo>
                  <a:cubicBezTo>
                    <a:pt x="76412" y="138249"/>
                    <a:pt x="105416" y="172811"/>
                    <a:pt x="105714" y="173157"/>
                  </a:cubicBezTo>
                  <a:close/>
                  <a:moveTo>
                    <a:pt x="25216" y="84455"/>
                  </a:moveTo>
                  <a:lnTo>
                    <a:pt x="52909" y="84455"/>
                  </a:lnTo>
                  <a:cubicBezTo>
                    <a:pt x="55177" y="62456"/>
                    <a:pt x="63237" y="43080"/>
                    <a:pt x="70990" y="28868"/>
                  </a:cubicBezTo>
                  <a:cubicBezTo>
                    <a:pt x="47295" y="37844"/>
                    <a:pt x="29543" y="58861"/>
                    <a:pt x="25216" y="84455"/>
                  </a:cubicBezTo>
                  <a:close/>
                  <a:moveTo>
                    <a:pt x="71031" y="164277"/>
                  </a:moveTo>
                  <a:cubicBezTo>
                    <a:pt x="63269" y="150064"/>
                    <a:pt x="55250" y="130616"/>
                    <a:pt x="52973" y="108585"/>
                  </a:cubicBezTo>
                  <a:lnTo>
                    <a:pt x="25160" y="108585"/>
                  </a:lnTo>
                  <a:cubicBezTo>
                    <a:pt x="29479" y="134211"/>
                    <a:pt x="47295" y="155317"/>
                    <a:pt x="71031" y="164277"/>
                  </a:cubicBezTo>
                  <a:close/>
                </a:path>
              </a:pathLst>
            </a:custGeom>
            <a:solidFill>
              <a:schemeClr val="accent3"/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13">
              <a:extLst>
                <a:ext uri="{FF2B5EF4-FFF2-40B4-BE49-F238E27FC236}">
                  <a16:creationId xmlns:a16="http://schemas.microsoft.com/office/drawing/2014/main" id="{498190B1-EFDE-46C6-DFBA-C07DEEFC1566}"/>
                </a:ext>
              </a:extLst>
            </p:cNvPr>
            <p:cNvSpPr/>
            <p:nvPr/>
          </p:nvSpPr>
          <p:spPr>
            <a:xfrm>
              <a:off x="4678726" y="4650813"/>
              <a:ext cx="193040" cy="176953"/>
            </a:xfrm>
            <a:custGeom>
              <a:avLst/>
              <a:gdLst>
                <a:gd name="connsiteX0" fmla="*/ 148802 w 193040"/>
                <a:gd name="connsiteY0" fmla="*/ 0 h 176953"/>
                <a:gd name="connsiteX1" fmla="*/ 44238 w 193040"/>
                <a:gd name="connsiteY1" fmla="*/ 0 h 176953"/>
                <a:gd name="connsiteX2" fmla="*/ 0 w 193040"/>
                <a:gd name="connsiteY2" fmla="*/ 44238 h 176953"/>
                <a:gd name="connsiteX3" fmla="*/ 0 w 193040"/>
                <a:gd name="connsiteY3" fmla="*/ 132715 h 176953"/>
                <a:gd name="connsiteX4" fmla="*/ 44238 w 193040"/>
                <a:gd name="connsiteY4" fmla="*/ 176953 h 176953"/>
                <a:gd name="connsiteX5" fmla="*/ 148802 w 193040"/>
                <a:gd name="connsiteY5" fmla="*/ 176953 h 176953"/>
                <a:gd name="connsiteX6" fmla="*/ 193040 w 193040"/>
                <a:gd name="connsiteY6" fmla="*/ 132715 h 176953"/>
                <a:gd name="connsiteX7" fmla="*/ 193040 w 193040"/>
                <a:gd name="connsiteY7" fmla="*/ 44238 h 176953"/>
                <a:gd name="connsiteX8" fmla="*/ 148802 w 193040"/>
                <a:gd name="connsiteY8" fmla="*/ 0 h 176953"/>
                <a:gd name="connsiteX9" fmla="*/ 148802 w 193040"/>
                <a:gd name="connsiteY9" fmla="*/ 24130 h 176953"/>
                <a:gd name="connsiteX10" fmla="*/ 162017 w 193040"/>
                <a:gd name="connsiteY10" fmla="*/ 29205 h 176953"/>
                <a:gd name="connsiteX11" fmla="*/ 109735 w 193040"/>
                <a:gd name="connsiteY11" fmla="*/ 81487 h 176953"/>
                <a:gd name="connsiteX12" fmla="*/ 83369 w 193040"/>
                <a:gd name="connsiteY12" fmla="*/ 81487 h 176953"/>
                <a:gd name="connsiteX13" fmla="*/ 31087 w 193040"/>
                <a:gd name="connsiteY13" fmla="*/ 29205 h 176953"/>
                <a:gd name="connsiteX14" fmla="*/ 44238 w 193040"/>
                <a:gd name="connsiteY14" fmla="*/ 24130 h 176953"/>
                <a:gd name="connsiteX15" fmla="*/ 148802 w 193040"/>
                <a:gd name="connsiteY15" fmla="*/ 152823 h 176953"/>
                <a:gd name="connsiteX16" fmla="*/ 44238 w 193040"/>
                <a:gd name="connsiteY16" fmla="*/ 152823 h 176953"/>
                <a:gd name="connsiteX17" fmla="*/ 24130 w 193040"/>
                <a:gd name="connsiteY17" fmla="*/ 132715 h 176953"/>
                <a:gd name="connsiteX18" fmla="*/ 24130 w 193040"/>
                <a:gd name="connsiteY18" fmla="*/ 56440 h 176953"/>
                <a:gd name="connsiteX19" fmla="*/ 66269 w 193040"/>
                <a:gd name="connsiteY19" fmla="*/ 98579 h 176953"/>
                <a:gd name="connsiteX20" fmla="*/ 126750 w 193040"/>
                <a:gd name="connsiteY20" fmla="*/ 98592 h 176953"/>
                <a:gd name="connsiteX21" fmla="*/ 126763 w 193040"/>
                <a:gd name="connsiteY21" fmla="*/ 98579 h 176953"/>
                <a:gd name="connsiteX22" fmla="*/ 168910 w 193040"/>
                <a:gd name="connsiteY22" fmla="*/ 56440 h 176953"/>
                <a:gd name="connsiteX23" fmla="*/ 168910 w 193040"/>
                <a:gd name="connsiteY23" fmla="*/ 132715 h 176953"/>
                <a:gd name="connsiteX24" fmla="*/ 148802 w 193040"/>
                <a:gd name="connsiteY24" fmla="*/ 152823 h 1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3040" h="176953">
                  <a:moveTo>
                    <a:pt x="148802" y="0"/>
                  </a:moveTo>
                  <a:lnTo>
                    <a:pt x="44238" y="0"/>
                  </a:lnTo>
                  <a:cubicBezTo>
                    <a:pt x="19817" y="27"/>
                    <a:pt x="27" y="19817"/>
                    <a:pt x="0" y="44238"/>
                  </a:cubicBezTo>
                  <a:lnTo>
                    <a:pt x="0" y="132715"/>
                  </a:lnTo>
                  <a:cubicBezTo>
                    <a:pt x="27" y="157136"/>
                    <a:pt x="19817" y="176927"/>
                    <a:pt x="44238" y="176953"/>
                  </a:cubicBezTo>
                  <a:lnTo>
                    <a:pt x="148802" y="176953"/>
                  </a:lnTo>
                  <a:cubicBezTo>
                    <a:pt x="173223" y="176927"/>
                    <a:pt x="193013" y="157136"/>
                    <a:pt x="193040" y="132715"/>
                  </a:cubicBezTo>
                  <a:lnTo>
                    <a:pt x="193040" y="44238"/>
                  </a:lnTo>
                  <a:cubicBezTo>
                    <a:pt x="193013" y="19817"/>
                    <a:pt x="173223" y="27"/>
                    <a:pt x="148802" y="0"/>
                  </a:cubicBezTo>
                  <a:close/>
                  <a:moveTo>
                    <a:pt x="148802" y="24130"/>
                  </a:moveTo>
                  <a:cubicBezTo>
                    <a:pt x="153680" y="24146"/>
                    <a:pt x="158382" y="25952"/>
                    <a:pt x="162017" y="29205"/>
                  </a:cubicBezTo>
                  <a:lnTo>
                    <a:pt x="109735" y="81487"/>
                  </a:lnTo>
                  <a:cubicBezTo>
                    <a:pt x="102359" y="88532"/>
                    <a:pt x="90746" y="88532"/>
                    <a:pt x="83369" y="81487"/>
                  </a:cubicBezTo>
                  <a:lnTo>
                    <a:pt x="31087" y="29205"/>
                  </a:lnTo>
                  <a:cubicBezTo>
                    <a:pt x="34706" y="25967"/>
                    <a:pt x="39383" y="24162"/>
                    <a:pt x="44238" y="24130"/>
                  </a:cubicBezTo>
                  <a:close/>
                  <a:moveTo>
                    <a:pt x="148802" y="152823"/>
                  </a:moveTo>
                  <a:lnTo>
                    <a:pt x="44238" y="152823"/>
                  </a:lnTo>
                  <a:cubicBezTo>
                    <a:pt x="33133" y="152823"/>
                    <a:pt x="24130" y="143820"/>
                    <a:pt x="24130" y="132715"/>
                  </a:cubicBezTo>
                  <a:lnTo>
                    <a:pt x="24130" y="56440"/>
                  </a:lnTo>
                  <a:lnTo>
                    <a:pt x="66269" y="98579"/>
                  </a:lnTo>
                  <a:cubicBezTo>
                    <a:pt x="82967" y="115284"/>
                    <a:pt x="110045" y="115290"/>
                    <a:pt x="126750" y="98592"/>
                  </a:cubicBezTo>
                  <a:cubicBezTo>
                    <a:pt x="126754" y="98588"/>
                    <a:pt x="126759" y="98583"/>
                    <a:pt x="126763" y="98579"/>
                  </a:cubicBezTo>
                  <a:lnTo>
                    <a:pt x="168910" y="56440"/>
                  </a:lnTo>
                  <a:lnTo>
                    <a:pt x="168910" y="132715"/>
                  </a:lnTo>
                  <a:cubicBezTo>
                    <a:pt x="168910" y="143820"/>
                    <a:pt x="159907" y="152823"/>
                    <a:pt x="148802" y="152823"/>
                  </a:cubicBezTo>
                  <a:close/>
                </a:path>
              </a:pathLst>
            </a:custGeom>
            <a:solidFill>
              <a:schemeClr val="accent3"/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15">
              <a:extLst>
                <a:ext uri="{FF2B5EF4-FFF2-40B4-BE49-F238E27FC236}">
                  <a16:creationId xmlns:a16="http://schemas.microsoft.com/office/drawing/2014/main" id="{4585B640-302C-DB70-E27C-1847B99D65A4}"/>
                </a:ext>
              </a:extLst>
            </p:cNvPr>
            <p:cNvSpPr/>
            <p:nvPr/>
          </p:nvSpPr>
          <p:spPr>
            <a:xfrm>
              <a:off x="4678970" y="5093277"/>
              <a:ext cx="192795" cy="193061"/>
            </a:xfrm>
            <a:custGeom>
              <a:avLst/>
              <a:gdLst>
                <a:gd name="connsiteX0" fmla="*/ 140514 w 192795"/>
                <a:gd name="connsiteY0" fmla="*/ 193040 h 193061"/>
                <a:gd name="connsiteX1" fmla="*/ 14732 w 192795"/>
                <a:gd name="connsiteY1" fmla="*/ 15588 h 193061"/>
                <a:gd name="connsiteX2" fmla="*/ 23516 w 192795"/>
                <a:gd name="connsiteY2" fmla="*/ 7915 h 193061"/>
                <a:gd name="connsiteX3" fmla="*/ 62992 w 192795"/>
                <a:gd name="connsiteY3" fmla="*/ 8244 h 193061"/>
                <a:gd name="connsiteX4" fmla="*/ 80302 w 192795"/>
                <a:gd name="connsiteY4" fmla="*/ 26889 h 193061"/>
                <a:gd name="connsiteX5" fmla="*/ 79988 w 192795"/>
                <a:gd name="connsiteY5" fmla="*/ 66382 h 193061"/>
                <a:gd name="connsiteX6" fmla="*/ 76867 w 192795"/>
                <a:gd name="connsiteY6" fmla="*/ 69551 h 193061"/>
                <a:gd name="connsiteX7" fmla="*/ 123148 w 192795"/>
                <a:gd name="connsiteY7" fmla="*/ 116025 h 193061"/>
                <a:gd name="connsiteX8" fmla="*/ 126454 w 192795"/>
                <a:gd name="connsiteY8" fmla="*/ 112808 h 193061"/>
                <a:gd name="connsiteX9" fmla="*/ 166228 w 192795"/>
                <a:gd name="connsiteY9" fmla="*/ 112808 h 193061"/>
                <a:gd name="connsiteX10" fmla="*/ 184221 w 192795"/>
                <a:gd name="connsiteY10" fmla="*/ 129498 h 193061"/>
                <a:gd name="connsiteX11" fmla="*/ 184881 w 192795"/>
                <a:gd name="connsiteY11" fmla="*/ 169280 h 193061"/>
                <a:gd name="connsiteX12" fmla="*/ 177208 w 192795"/>
                <a:gd name="connsiteY12" fmla="*/ 178055 h 193061"/>
                <a:gd name="connsiteX13" fmla="*/ 140514 w 192795"/>
                <a:gd name="connsiteY13" fmla="*/ 193040 h 193061"/>
                <a:gd name="connsiteX14" fmla="*/ 31527 w 192795"/>
                <a:gd name="connsiteY14" fmla="*/ 32978 h 193061"/>
                <a:gd name="connsiteX15" fmla="*/ 159858 w 192795"/>
                <a:gd name="connsiteY15" fmla="*/ 161269 h 193061"/>
                <a:gd name="connsiteX16" fmla="*/ 167491 w 192795"/>
                <a:gd name="connsiteY16" fmla="*/ 152558 h 193061"/>
                <a:gd name="connsiteX17" fmla="*/ 167491 w 192795"/>
                <a:gd name="connsiteY17" fmla="*/ 146871 h 193061"/>
                <a:gd name="connsiteX18" fmla="*/ 149490 w 192795"/>
                <a:gd name="connsiteY18" fmla="*/ 130189 h 193061"/>
                <a:gd name="connsiteX19" fmla="*/ 143482 w 192795"/>
                <a:gd name="connsiteY19" fmla="*/ 129868 h 193061"/>
                <a:gd name="connsiteX20" fmla="*/ 134345 w 192795"/>
                <a:gd name="connsiteY20" fmla="*/ 138860 h 193061"/>
                <a:gd name="connsiteX21" fmla="*/ 121580 w 192795"/>
                <a:gd name="connsiteY21" fmla="*/ 141531 h 193061"/>
                <a:gd name="connsiteX22" fmla="*/ 51346 w 192795"/>
                <a:gd name="connsiteY22" fmla="*/ 71401 h 193061"/>
                <a:gd name="connsiteX23" fmla="*/ 53944 w 192795"/>
                <a:gd name="connsiteY23" fmla="*/ 58451 h 193061"/>
                <a:gd name="connsiteX24" fmla="*/ 62856 w 192795"/>
                <a:gd name="connsiteY24" fmla="*/ 49394 h 193061"/>
                <a:gd name="connsiteX25" fmla="*/ 63181 w 192795"/>
                <a:gd name="connsiteY25" fmla="*/ 43887 h 193061"/>
                <a:gd name="connsiteX26" fmla="*/ 62928 w 192795"/>
                <a:gd name="connsiteY26" fmla="*/ 43627 h 193061"/>
                <a:gd name="connsiteX27" fmla="*/ 45603 w 192795"/>
                <a:gd name="connsiteY27" fmla="*/ 24983 h 193061"/>
                <a:gd name="connsiteX28" fmla="*/ 40238 w 192795"/>
                <a:gd name="connsiteY28" fmla="*/ 25304 h 193061"/>
                <a:gd name="connsiteX29" fmla="*/ 31527 w 192795"/>
                <a:gd name="connsiteY29" fmla="*/ 32978 h 193061"/>
                <a:gd name="connsiteX30" fmla="*/ 134948 w 192795"/>
                <a:gd name="connsiteY30" fmla="*/ 121342 h 193061"/>
                <a:gd name="connsiteX31" fmla="*/ 134948 w 192795"/>
                <a:gd name="connsiteY31" fmla="*/ 121342 h 193061"/>
                <a:gd name="connsiteX32" fmla="*/ 192796 w 192795"/>
                <a:gd name="connsiteY32" fmla="*/ 76412 h 193061"/>
                <a:gd name="connsiteX33" fmla="*/ 116384 w 192795"/>
                <a:gd name="connsiteY33" fmla="*/ 0 h 193061"/>
                <a:gd name="connsiteX34" fmla="*/ 104319 w 192795"/>
                <a:gd name="connsiteY34" fmla="*/ 12065 h 193061"/>
                <a:gd name="connsiteX35" fmla="*/ 116384 w 192795"/>
                <a:gd name="connsiteY35" fmla="*/ 24130 h 193061"/>
                <a:gd name="connsiteX36" fmla="*/ 168666 w 192795"/>
                <a:gd name="connsiteY36" fmla="*/ 76412 h 193061"/>
                <a:gd name="connsiteX37" fmla="*/ 180731 w 192795"/>
                <a:gd name="connsiteY37" fmla="*/ 88477 h 193061"/>
                <a:gd name="connsiteX38" fmla="*/ 192796 w 192795"/>
                <a:gd name="connsiteY38" fmla="*/ 76412 h 193061"/>
                <a:gd name="connsiteX39" fmla="*/ 152579 w 192795"/>
                <a:gd name="connsiteY39" fmla="*/ 76412 h 193061"/>
                <a:gd name="connsiteX40" fmla="*/ 116384 w 192795"/>
                <a:gd name="connsiteY40" fmla="*/ 40217 h 193061"/>
                <a:gd name="connsiteX41" fmla="*/ 104319 w 192795"/>
                <a:gd name="connsiteY41" fmla="*/ 52282 h 193061"/>
                <a:gd name="connsiteX42" fmla="*/ 116384 w 192795"/>
                <a:gd name="connsiteY42" fmla="*/ 64347 h 193061"/>
                <a:gd name="connsiteX43" fmla="*/ 128449 w 192795"/>
                <a:gd name="connsiteY43" fmla="*/ 76412 h 193061"/>
                <a:gd name="connsiteX44" fmla="*/ 140514 w 192795"/>
                <a:gd name="connsiteY44" fmla="*/ 88477 h 193061"/>
                <a:gd name="connsiteX45" fmla="*/ 152579 w 192795"/>
                <a:gd name="connsiteY45" fmla="*/ 76412 h 19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92795" h="193061">
                  <a:moveTo>
                    <a:pt x="140514" y="193040"/>
                  </a:moveTo>
                  <a:cubicBezTo>
                    <a:pt x="74969" y="194882"/>
                    <a:pt x="-41064" y="78720"/>
                    <a:pt x="14732" y="15588"/>
                  </a:cubicBezTo>
                  <a:cubicBezTo>
                    <a:pt x="14933" y="15395"/>
                    <a:pt x="23516" y="7915"/>
                    <a:pt x="23516" y="7915"/>
                  </a:cubicBezTo>
                  <a:cubicBezTo>
                    <a:pt x="34696" y="-2421"/>
                    <a:pt x="51986" y="-2276"/>
                    <a:pt x="62992" y="8244"/>
                  </a:cubicBezTo>
                  <a:lnTo>
                    <a:pt x="80302" y="26889"/>
                  </a:lnTo>
                  <a:cubicBezTo>
                    <a:pt x="90903" y="37968"/>
                    <a:pt x="90764" y="55472"/>
                    <a:pt x="79988" y="66382"/>
                  </a:cubicBezTo>
                  <a:lnTo>
                    <a:pt x="76867" y="69551"/>
                  </a:lnTo>
                  <a:cubicBezTo>
                    <a:pt x="86161" y="90133"/>
                    <a:pt x="102605" y="106645"/>
                    <a:pt x="123148" y="116025"/>
                  </a:cubicBezTo>
                  <a:lnTo>
                    <a:pt x="126454" y="112808"/>
                  </a:lnTo>
                  <a:cubicBezTo>
                    <a:pt x="137591" y="102201"/>
                    <a:pt x="155092" y="102201"/>
                    <a:pt x="166228" y="112808"/>
                  </a:cubicBezTo>
                  <a:lnTo>
                    <a:pt x="184221" y="129498"/>
                  </a:lnTo>
                  <a:cubicBezTo>
                    <a:pt x="195314" y="140334"/>
                    <a:pt x="195608" y="158082"/>
                    <a:pt x="184881" y="169280"/>
                  </a:cubicBezTo>
                  <a:cubicBezTo>
                    <a:pt x="184881" y="169280"/>
                    <a:pt x="177401" y="177854"/>
                    <a:pt x="177208" y="178055"/>
                  </a:cubicBezTo>
                  <a:cubicBezTo>
                    <a:pt x="167472" y="187755"/>
                    <a:pt x="154257" y="193152"/>
                    <a:pt x="140514" y="193040"/>
                  </a:cubicBezTo>
                  <a:close/>
                  <a:moveTo>
                    <a:pt x="31527" y="32978"/>
                  </a:moveTo>
                  <a:cubicBezTo>
                    <a:pt x="-7556" y="81382"/>
                    <a:pt x="117542" y="199258"/>
                    <a:pt x="159858" y="161269"/>
                  </a:cubicBezTo>
                  <a:cubicBezTo>
                    <a:pt x="159858" y="161269"/>
                    <a:pt x="167290" y="152751"/>
                    <a:pt x="167491" y="152558"/>
                  </a:cubicBezTo>
                  <a:cubicBezTo>
                    <a:pt x="169061" y="150987"/>
                    <a:pt x="169061" y="148441"/>
                    <a:pt x="167491" y="146871"/>
                  </a:cubicBezTo>
                  <a:lnTo>
                    <a:pt x="149490" y="130189"/>
                  </a:lnTo>
                  <a:cubicBezTo>
                    <a:pt x="147077" y="128179"/>
                    <a:pt x="145718" y="128154"/>
                    <a:pt x="143482" y="129868"/>
                  </a:cubicBezTo>
                  <a:lnTo>
                    <a:pt x="134345" y="138860"/>
                  </a:lnTo>
                  <a:cubicBezTo>
                    <a:pt x="130979" y="142172"/>
                    <a:pt x="125991" y="143215"/>
                    <a:pt x="121580" y="141531"/>
                  </a:cubicBezTo>
                  <a:cubicBezTo>
                    <a:pt x="89106" y="129446"/>
                    <a:pt x="63478" y="103857"/>
                    <a:pt x="51346" y="71401"/>
                  </a:cubicBezTo>
                  <a:cubicBezTo>
                    <a:pt x="49562" y="66951"/>
                    <a:pt x="50582" y="61868"/>
                    <a:pt x="53944" y="58451"/>
                  </a:cubicBezTo>
                  <a:lnTo>
                    <a:pt x="62856" y="49394"/>
                  </a:lnTo>
                  <a:cubicBezTo>
                    <a:pt x="64466" y="47963"/>
                    <a:pt x="64612" y="45498"/>
                    <a:pt x="63181" y="43887"/>
                  </a:cubicBezTo>
                  <a:cubicBezTo>
                    <a:pt x="63101" y="43796"/>
                    <a:pt x="63016" y="43710"/>
                    <a:pt x="62928" y="43627"/>
                  </a:cubicBezTo>
                  <a:lnTo>
                    <a:pt x="45603" y="24983"/>
                  </a:lnTo>
                  <a:cubicBezTo>
                    <a:pt x="44011" y="23653"/>
                    <a:pt x="41659" y="23794"/>
                    <a:pt x="40238" y="25304"/>
                  </a:cubicBezTo>
                  <a:cubicBezTo>
                    <a:pt x="40045" y="25505"/>
                    <a:pt x="31527" y="32978"/>
                    <a:pt x="31527" y="32978"/>
                  </a:cubicBezTo>
                  <a:close/>
                  <a:moveTo>
                    <a:pt x="134948" y="121342"/>
                  </a:moveTo>
                  <a:lnTo>
                    <a:pt x="134948" y="121342"/>
                  </a:lnTo>
                  <a:close/>
                  <a:moveTo>
                    <a:pt x="192796" y="76412"/>
                  </a:moveTo>
                  <a:cubicBezTo>
                    <a:pt x="192747" y="34231"/>
                    <a:pt x="158565" y="49"/>
                    <a:pt x="116384" y="0"/>
                  </a:cubicBezTo>
                  <a:cubicBezTo>
                    <a:pt x="109721" y="0"/>
                    <a:pt x="104319" y="5402"/>
                    <a:pt x="104319" y="12065"/>
                  </a:cubicBezTo>
                  <a:cubicBezTo>
                    <a:pt x="104319" y="18728"/>
                    <a:pt x="109721" y="24130"/>
                    <a:pt x="116384" y="24130"/>
                  </a:cubicBezTo>
                  <a:cubicBezTo>
                    <a:pt x="145243" y="24165"/>
                    <a:pt x="168630" y="47552"/>
                    <a:pt x="168666" y="76412"/>
                  </a:cubicBezTo>
                  <a:cubicBezTo>
                    <a:pt x="168666" y="83075"/>
                    <a:pt x="174068" y="88477"/>
                    <a:pt x="180731" y="88477"/>
                  </a:cubicBezTo>
                  <a:cubicBezTo>
                    <a:pt x="187394" y="88477"/>
                    <a:pt x="192796" y="83075"/>
                    <a:pt x="192796" y="76412"/>
                  </a:cubicBezTo>
                  <a:close/>
                  <a:moveTo>
                    <a:pt x="152579" y="76412"/>
                  </a:moveTo>
                  <a:cubicBezTo>
                    <a:pt x="152556" y="56431"/>
                    <a:pt x="136364" y="40239"/>
                    <a:pt x="116384" y="40217"/>
                  </a:cubicBezTo>
                  <a:cubicBezTo>
                    <a:pt x="109721" y="40217"/>
                    <a:pt x="104319" y="45618"/>
                    <a:pt x="104319" y="52282"/>
                  </a:cubicBezTo>
                  <a:cubicBezTo>
                    <a:pt x="104319" y="58945"/>
                    <a:pt x="109721" y="64347"/>
                    <a:pt x="116384" y="64347"/>
                  </a:cubicBezTo>
                  <a:cubicBezTo>
                    <a:pt x="123047" y="64347"/>
                    <a:pt x="128449" y="69748"/>
                    <a:pt x="128449" y="76412"/>
                  </a:cubicBezTo>
                  <a:cubicBezTo>
                    <a:pt x="128449" y="83075"/>
                    <a:pt x="133851" y="88477"/>
                    <a:pt x="140514" y="88477"/>
                  </a:cubicBezTo>
                  <a:cubicBezTo>
                    <a:pt x="147177" y="88477"/>
                    <a:pt x="152579" y="83075"/>
                    <a:pt x="152579" y="76412"/>
                  </a:cubicBezTo>
                  <a:close/>
                </a:path>
              </a:pathLst>
            </a:custGeom>
            <a:solidFill>
              <a:schemeClr val="accent3"/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FDC4B45-8802-6F35-0990-1B95B8D29420}"/>
              </a:ext>
            </a:extLst>
          </p:cNvPr>
          <p:cNvSpPr txBox="1"/>
          <p:nvPr/>
        </p:nvSpPr>
        <p:spPr>
          <a:xfrm>
            <a:off x="5221652" y="5035909"/>
            <a:ext cx="2520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+012 3456 78903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A31F6F-4C73-1F96-D016-71A73260CB8A}"/>
              </a:ext>
            </a:extLst>
          </p:cNvPr>
          <p:cNvGrpSpPr/>
          <p:nvPr/>
        </p:nvGrpSpPr>
        <p:grpSpPr>
          <a:xfrm>
            <a:off x="8091760" y="4257425"/>
            <a:ext cx="2718808" cy="992289"/>
            <a:chOff x="8097907" y="4572996"/>
            <a:chExt cx="2718808" cy="99228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CF122D-47F9-FE72-FBD6-C852737E2696}"/>
                </a:ext>
              </a:extLst>
            </p:cNvPr>
            <p:cNvSpPr txBox="1"/>
            <p:nvPr/>
          </p:nvSpPr>
          <p:spPr>
            <a:xfrm>
              <a:off x="8097907" y="4817388"/>
              <a:ext cx="2718808" cy="74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strong pitch deck speaks clearly, quickly, and leaves a lasting impression.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33AE8C-68E5-20E9-7D9A-F26F3B8BB746}"/>
                </a:ext>
              </a:extLst>
            </p:cNvPr>
            <p:cNvSpPr txBox="1"/>
            <p:nvPr/>
          </p:nvSpPr>
          <p:spPr>
            <a:xfrm>
              <a:off x="8192612" y="4572996"/>
              <a:ext cx="216918" cy="164970"/>
            </a:xfrm>
            <a:custGeom>
              <a:avLst/>
              <a:gdLst/>
              <a:ahLst/>
              <a:cxnLst/>
              <a:rect l="l" t="t" r="r" b="b"/>
              <a:pathLst>
                <a:path w="188366" h="143256">
                  <a:moveTo>
                    <a:pt x="39015" y="609"/>
                  </a:moveTo>
                  <a:lnTo>
                    <a:pt x="78029" y="609"/>
                  </a:lnTo>
                  <a:lnTo>
                    <a:pt x="34138" y="73761"/>
                  </a:lnTo>
                  <a:lnTo>
                    <a:pt x="69495" y="73761"/>
                  </a:lnTo>
                  <a:lnTo>
                    <a:pt x="69495" y="143256"/>
                  </a:lnTo>
                  <a:lnTo>
                    <a:pt x="0" y="143256"/>
                  </a:lnTo>
                  <a:lnTo>
                    <a:pt x="0" y="66446"/>
                  </a:lnTo>
                  <a:close/>
                  <a:moveTo>
                    <a:pt x="149352" y="0"/>
                  </a:moveTo>
                  <a:lnTo>
                    <a:pt x="188366" y="0"/>
                  </a:lnTo>
                  <a:lnTo>
                    <a:pt x="144475" y="73152"/>
                  </a:lnTo>
                  <a:lnTo>
                    <a:pt x="179832" y="73152"/>
                  </a:lnTo>
                  <a:lnTo>
                    <a:pt x="179832" y="142646"/>
                  </a:lnTo>
                  <a:lnTo>
                    <a:pt x="110338" y="142646"/>
                  </a:lnTo>
                  <a:lnTo>
                    <a:pt x="110338" y="658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800" dirty="0">
                <a:solidFill>
                  <a:schemeClr val="accent5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5535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50500">
              <a:srgbClr val="274B0D"/>
            </a:gs>
            <a:gs pos="100000">
              <a:schemeClr val="accent4"/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71FC0-B79E-306D-9CBB-2FC08D7C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54756859-9322-30FD-D305-26BFB7CD58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BD28D13-2447-CF95-9181-4CA73FC60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rgbClr val="284C0E">
                  <a:alpha val="90000"/>
                </a:srgbClr>
              </a:gs>
              <a:gs pos="100000">
                <a:schemeClr val="accent4">
                  <a:alpha val="8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A53D0-0C8E-F00E-E053-140B68EDF300}"/>
              </a:ext>
            </a:extLst>
          </p:cNvPr>
          <p:cNvSpPr txBox="1"/>
          <p:nvPr/>
        </p:nvSpPr>
        <p:spPr>
          <a:xfrm>
            <a:off x="777241" y="5505120"/>
            <a:ext cx="6096000" cy="67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bg2"/>
                </a:solidFill>
              </a:rPr>
              <a:t>An Elevator Pitch Deck is a brief presentation that introduces your business idea in a compelling way.</a:t>
            </a:r>
            <a:endParaRPr lang="en-US" sz="1600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0474B1-EC09-8130-20FD-E7012C89EF5C}"/>
              </a:ext>
            </a:extLst>
          </p:cNvPr>
          <p:cNvGrpSpPr/>
          <p:nvPr/>
        </p:nvGrpSpPr>
        <p:grpSpPr>
          <a:xfrm>
            <a:off x="381001" y="302488"/>
            <a:ext cx="890073" cy="138547"/>
            <a:chOff x="381001" y="302488"/>
            <a:chExt cx="890073" cy="13854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3EFC3A0-4EA1-18A8-5629-3F38D4263987}"/>
                </a:ext>
              </a:extLst>
            </p:cNvPr>
            <p:cNvSpPr/>
            <p:nvPr/>
          </p:nvSpPr>
          <p:spPr>
            <a:xfrm>
              <a:off x="456606" y="302864"/>
              <a:ext cx="157881" cy="133045"/>
            </a:xfrm>
            <a:custGeom>
              <a:avLst/>
              <a:gdLst>
                <a:gd name="connsiteX0" fmla="*/ 48660 w 157881"/>
                <a:gd name="connsiteY0" fmla="*/ 5014 h 133045"/>
                <a:gd name="connsiteX1" fmla="*/ 60301 w 157881"/>
                <a:gd name="connsiteY1" fmla="*/ 0 h 133045"/>
                <a:gd name="connsiteX2" fmla="*/ 116663 w 157881"/>
                <a:gd name="connsiteY2" fmla="*/ 0 h 133045"/>
                <a:gd name="connsiteX3" fmla="*/ 145750 w 157881"/>
                <a:gd name="connsiteY3" fmla="*/ 73058 h 133045"/>
                <a:gd name="connsiteX4" fmla="*/ 89300 w 157881"/>
                <a:gd name="connsiteY4" fmla="*/ 131783 h 133045"/>
                <a:gd name="connsiteX5" fmla="*/ 82277 w 157881"/>
                <a:gd name="connsiteY5" fmla="*/ 128757 h 133045"/>
                <a:gd name="connsiteX6" fmla="*/ 82277 w 157881"/>
                <a:gd name="connsiteY6" fmla="*/ 77034 h 133045"/>
                <a:gd name="connsiteX7" fmla="*/ 88801 w 157881"/>
                <a:gd name="connsiteY7" fmla="*/ 70247 h 133045"/>
                <a:gd name="connsiteX8" fmla="*/ 82983 w 157881"/>
                <a:gd name="connsiteY8" fmla="*/ 55635 h 133045"/>
                <a:gd name="connsiteX9" fmla="*/ 0 w 157881"/>
                <a:gd name="connsiteY9" fmla="*/ 55635 h 133045"/>
                <a:gd name="connsiteX10" fmla="*/ 48660 w 157881"/>
                <a:gd name="connsiteY10" fmla="*/ 5014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1" h="133045">
                  <a:moveTo>
                    <a:pt x="48660" y="5014"/>
                  </a:moveTo>
                  <a:cubicBezTo>
                    <a:pt x="51746" y="1804"/>
                    <a:pt x="55937" y="0"/>
                    <a:pt x="60301" y="0"/>
                  </a:cubicBezTo>
                  <a:cubicBezTo>
                    <a:pt x="79936" y="0"/>
                    <a:pt x="98440" y="0"/>
                    <a:pt x="116663" y="0"/>
                  </a:cubicBezTo>
                  <a:cubicBezTo>
                    <a:pt x="153313" y="0"/>
                    <a:pt x="171665" y="46098"/>
                    <a:pt x="145750" y="73058"/>
                  </a:cubicBezTo>
                  <a:lnTo>
                    <a:pt x="89300" y="131783"/>
                  </a:lnTo>
                  <a:cubicBezTo>
                    <a:pt x="86708" y="134479"/>
                    <a:pt x="82277" y="132570"/>
                    <a:pt x="82277" y="128757"/>
                  </a:cubicBezTo>
                  <a:lnTo>
                    <a:pt x="82277" y="77034"/>
                  </a:lnTo>
                  <a:lnTo>
                    <a:pt x="88801" y="70247"/>
                  </a:lnTo>
                  <a:cubicBezTo>
                    <a:pt x="93984" y="64855"/>
                    <a:pt x="90313" y="55635"/>
                    <a:pt x="82983" y="55635"/>
                  </a:cubicBezTo>
                  <a:lnTo>
                    <a:pt x="0" y="55635"/>
                  </a:lnTo>
                  <a:lnTo>
                    <a:pt x="48660" y="5014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C908E-2971-E318-C167-D63E41143361}"/>
                </a:ext>
              </a:extLst>
            </p:cNvPr>
            <p:cNvSpPr/>
            <p:nvPr/>
          </p:nvSpPr>
          <p:spPr>
            <a:xfrm>
              <a:off x="381001" y="302488"/>
              <a:ext cx="157882" cy="133045"/>
            </a:xfrm>
            <a:custGeom>
              <a:avLst/>
              <a:gdLst>
                <a:gd name="connsiteX0" fmla="*/ 109222 w 157882"/>
                <a:gd name="connsiteY0" fmla="*/ 128031 h 133045"/>
                <a:gd name="connsiteX1" fmla="*/ 97581 w 157882"/>
                <a:gd name="connsiteY1" fmla="*/ 133045 h 133045"/>
                <a:gd name="connsiteX2" fmla="*/ 41219 w 157882"/>
                <a:gd name="connsiteY2" fmla="*/ 133045 h 133045"/>
                <a:gd name="connsiteX3" fmla="*/ 12132 w 157882"/>
                <a:gd name="connsiteY3" fmla="*/ 59987 h 133045"/>
                <a:gd name="connsiteX4" fmla="*/ 68583 w 157882"/>
                <a:gd name="connsiteY4" fmla="*/ 1262 h 133045"/>
                <a:gd name="connsiteX5" fmla="*/ 75605 w 157882"/>
                <a:gd name="connsiteY5" fmla="*/ 4288 h 133045"/>
                <a:gd name="connsiteX6" fmla="*/ 75605 w 157882"/>
                <a:gd name="connsiteY6" fmla="*/ 56011 h 133045"/>
                <a:gd name="connsiteX7" fmla="*/ 69082 w 157882"/>
                <a:gd name="connsiteY7" fmla="*/ 62798 h 133045"/>
                <a:gd name="connsiteX8" fmla="*/ 74899 w 157882"/>
                <a:gd name="connsiteY8" fmla="*/ 77410 h 133045"/>
                <a:gd name="connsiteX9" fmla="*/ 157882 w 157882"/>
                <a:gd name="connsiteY9" fmla="*/ 77410 h 133045"/>
                <a:gd name="connsiteX10" fmla="*/ 109222 w 157882"/>
                <a:gd name="connsiteY10" fmla="*/ 128031 h 1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882" h="133045">
                  <a:moveTo>
                    <a:pt x="109222" y="128031"/>
                  </a:moveTo>
                  <a:cubicBezTo>
                    <a:pt x="106136" y="131242"/>
                    <a:pt x="101945" y="133045"/>
                    <a:pt x="97581" y="133045"/>
                  </a:cubicBezTo>
                  <a:cubicBezTo>
                    <a:pt x="77946" y="133045"/>
                    <a:pt x="59442" y="133045"/>
                    <a:pt x="41219" y="133045"/>
                  </a:cubicBezTo>
                  <a:cubicBezTo>
                    <a:pt x="4569" y="133045"/>
                    <a:pt x="-13784" y="86948"/>
                    <a:pt x="12132" y="59987"/>
                  </a:cubicBezTo>
                  <a:lnTo>
                    <a:pt x="68583" y="1262"/>
                  </a:lnTo>
                  <a:cubicBezTo>
                    <a:pt x="71174" y="-1434"/>
                    <a:pt x="75605" y="475"/>
                    <a:pt x="75605" y="4288"/>
                  </a:cubicBezTo>
                  <a:lnTo>
                    <a:pt x="75605" y="56011"/>
                  </a:lnTo>
                  <a:lnTo>
                    <a:pt x="69082" y="62798"/>
                  </a:lnTo>
                  <a:cubicBezTo>
                    <a:pt x="63898" y="68190"/>
                    <a:pt x="67569" y="77410"/>
                    <a:pt x="74899" y="77410"/>
                  </a:cubicBezTo>
                  <a:lnTo>
                    <a:pt x="157882" y="77410"/>
                  </a:lnTo>
                  <a:lnTo>
                    <a:pt x="109222" y="128031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53539B3-336B-D9DE-2164-B5E4AA87970D}"/>
                </a:ext>
              </a:extLst>
            </p:cNvPr>
            <p:cNvSpPr/>
            <p:nvPr/>
          </p:nvSpPr>
          <p:spPr>
            <a:xfrm>
              <a:off x="941874" y="347318"/>
              <a:ext cx="19586" cy="66693"/>
            </a:xfrm>
            <a:custGeom>
              <a:avLst/>
              <a:gdLst>
                <a:gd name="connsiteX0" fmla="*/ 0 w 19586"/>
                <a:gd name="connsiteY0" fmla="*/ 0 h 66693"/>
                <a:gd name="connsiteX1" fmla="*/ 0 w 19586"/>
                <a:gd name="connsiteY1" fmla="*/ 66693 h 66693"/>
                <a:gd name="connsiteX2" fmla="*/ 19586 w 19586"/>
                <a:gd name="connsiteY2" fmla="*/ 66693 h 66693"/>
                <a:gd name="connsiteX3" fmla="*/ 19586 w 19586"/>
                <a:gd name="connsiteY3" fmla="*/ 0 h 66693"/>
                <a:gd name="connsiteX4" fmla="*/ 0 w 19586"/>
                <a:gd name="connsiteY4" fmla="*/ 0 h 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86" h="66693">
                  <a:moveTo>
                    <a:pt x="0" y="0"/>
                  </a:moveTo>
                  <a:lnTo>
                    <a:pt x="0" y="66693"/>
                  </a:lnTo>
                  <a:lnTo>
                    <a:pt x="19586" y="66693"/>
                  </a:lnTo>
                  <a:lnTo>
                    <a:pt x="195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D96777-7C1A-3FE1-0ED6-59F380485F03}"/>
                </a:ext>
              </a:extLst>
            </p:cNvPr>
            <p:cNvSpPr/>
            <p:nvPr/>
          </p:nvSpPr>
          <p:spPr>
            <a:xfrm>
              <a:off x="939765" y="315831"/>
              <a:ext cx="23865" cy="23863"/>
            </a:xfrm>
            <a:custGeom>
              <a:avLst/>
              <a:gdLst>
                <a:gd name="connsiteX0" fmla="*/ 3472 w 23865"/>
                <a:gd name="connsiteY0" fmla="*/ 20392 h 23863"/>
                <a:gd name="connsiteX1" fmla="*/ 11965 w 23865"/>
                <a:gd name="connsiteY1" fmla="*/ 23863 h 23863"/>
                <a:gd name="connsiteX2" fmla="*/ 20393 w 23865"/>
                <a:gd name="connsiteY2" fmla="*/ 20392 h 23863"/>
                <a:gd name="connsiteX3" fmla="*/ 23866 w 23865"/>
                <a:gd name="connsiteY3" fmla="*/ 11963 h 23863"/>
                <a:gd name="connsiteX4" fmla="*/ 20393 w 23865"/>
                <a:gd name="connsiteY4" fmla="*/ 3471 h 23863"/>
                <a:gd name="connsiteX5" fmla="*/ 11965 w 23865"/>
                <a:gd name="connsiteY5" fmla="*/ 0 h 23863"/>
                <a:gd name="connsiteX6" fmla="*/ 3472 w 23865"/>
                <a:gd name="connsiteY6" fmla="*/ 3471 h 23863"/>
                <a:gd name="connsiteX7" fmla="*/ 0 w 23865"/>
                <a:gd name="connsiteY7" fmla="*/ 11963 h 23863"/>
                <a:gd name="connsiteX8" fmla="*/ 3472 w 23865"/>
                <a:gd name="connsiteY8" fmla="*/ 20392 h 2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65" h="23863">
                  <a:moveTo>
                    <a:pt x="3472" y="20392"/>
                  </a:moveTo>
                  <a:cubicBezTo>
                    <a:pt x="5787" y="22706"/>
                    <a:pt x="8616" y="23863"/>
                    <a:pt x="11965" y="23863"/>
                  </a:cubicBezTo>
                  <a:cubicBezTo>
                    <a:pt x="15310" y="23863"/>
                    <a:pt x="18122" y="22706"/>
                    <a:pt x="20393" y="20392"/>
                  </a:cubicBezTo>
                  <a:cubicBezTo>
                    <a:pt x="22708" y="18078"/>
                    <a:pt x="23866" y="15268"/>
                    <a:pt x="23866" y="11963"/>
                  </a:cubicBezTo>
                  <a:cubicBezTo>
                    <a:pt x="23866" y="8574"/>
                    <a:pt x="22708" y="5744"/>
                    <a:pt x="20393" y="3471"/>
                  </a:cubicBezTo>
                  <a:cubicBezTo>
                    <a:pt x="18122" y="1157"/>
                    <a:pt x="15310" y="0"/>
                    <a:pt x="11965" y="0"/>
                  </a:cubicBezTo>
                  <a:cubicBezTo>
                    <a:pt x="8616" y="0"/>
                    <a:pt x="5787" y="1157"/>
                    <a:pt x="3472" y="3471"/>
                  </a:cubicBezTo>
                  <a:cubicBezTo>
                    <a:pt x="1157" y="5744"/>
                    <a:pt x="0" y="8574"/>
                    <a:pt x="0" y="11963"/>
                  </a:cubicBezTo>
                  <a:cubicBezTo>
                    <a:pt x="0" y="15268"/>
                    <a:pt x="1157" y="18078"/>
                    <a:pt x="3472" y="20392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016144F-783A-26F3-420E-A7D2B22C8643}"/>
                </a:ext>
              </a:extLst>
            </p:cNvPr>
            <p:cNvSpPr/>
            <p:nvPr/>
          </p:nvSpPr>
          <p:spPr>
            <a:xfrm>
              <a:off x="972510" y="346202"/>
              <a:ext cx="67381" cy="93841"/>
            </a:xfrm>
            <a:custGeom>
              <a:avLst/>
              <a:gdLst>
                <a:gd name="connsiteX0" fmla="*/ 0 w 67381"/>
                <a:gd name="connsiteY0" fmla="*/ 93842 h 93841"/>
                <a:gd name="connsiteX1" fmla="*/ 0 w 67381"/>
                <a:gd name="connsiteY1" fmla="*/ 1116 h 93841"/>
                <a:gd name="connsiteX2" fmla="*/ 18596 w 67381"/>
                <a:gd name="connsiteY2" fmla="*/ 1116 h 93841"/>
                <a:gd name="connsiteX3" fmla="*/ 18596 w 67381"/>
                <a:gd name="connsiteY3" fmla="*/ 7748 h 93841"/>
                <a:gd name="connsiteX4" fmla="*/ 18839 w 67381"/>
                <a:gd name="connsiteY4" fmla="*/ 7748 h 93841"/>
                <a:gd name="connsiteX5" fmla="*/ 22625 w 67381"/>
                <a:gd name="connsiteY5" fmla="*/ 4587 h 93841"/>
                <a:gd name="connsiteX6" fmla="*/ 37748 w 67381"/>
                <a:gd name="connsiteY6" fmla="*/ 0 h 93841"/>
                <a:gd name="connsiteX7" fmla="*/ 52068 w 67381"/>
                <a:gd name="connsiteY7" fmla="*/ 3905 h 93841"/>
                <a:gd name="connsiteX8" fmla="*/ 63225 w 67381"/>
                <a:gd name="connsiteY8" fmla="*/ 15496 h 93841"/>
                <a:gd name="connsiteX9" fmla="*/ 67378 w 67381"/>
                <a:gd name="connsiteY9" fmla="*/ 34648 h 93841"/>
                <a:gd name="connsiteX10" fmla="*/ 64960 w 67381"/>
                <a:gd name="connsiteY10" fmla="*/ 49772 h 93841"/>
                <a:gd name="connsiteX11" fmla="*/ 58265 w 67381"/>
                <a:gd name="connsiteY11" fmla="*/ 60371 h 93841"/>
                <a:gd name="connsiteX12" fmla="*/ 48842 w 67381"/>
                <a:gd name="connsiteY12" fmla="*/ 66693 h 93841"/>
                <a:gd name="connsiteX13" fmla="*/ 38305 w 67381"/>
                <a:gd name="connsiteY13" fmla="*/ 68801 h 93841"/>
                <a:gd name="connsiteX14" fmla="*/ 23182 w 67381"/>
                <a:gd name="connsiteY14" fmla="*/ 64090 h 93841"/>
                <a:gd name="connsiteX15" fmla="*/ 19990 w 67381"/>
                <a:gd name="connsiteY15" fmla="*/ 61487 h 93841"/>
                <a:gd name="connsiteX16" fmla="*/ 19586 w 67381"/>
                <a:gd name="connsiteY16" fmla="*/ 61487 h 93841"/>
                <a:gd name="connsiteX17" fmla="*/ 19586 w 67381"/>
                <a:gd name="connsiteY17" fmla="*/ 93842 h 93841"/>
                <a:gd name="connsiteX18" fmla="*/ 0 w 67381"/>
                <a:gd name="connsiteY18" fmla="*/ 93842 h 93841"/>
                <a:gd name="connsiteX19" fmla="*/ 33719 w 67381"/>
                <a:gd name="connsiteY19" fmla="*/ 52437 h 93841"/>
                <a:gd name="connsiteX20" fmla="*/ 41344 w 67381"/>
                <a:gd name="connsiteY20" fmla="*/ 50144 h 93841"/>
                <a:gd name="connsiteX21" fmla="*/ 46487 w 67381"/>
                <a:gd name="connsiteY21" fmla="*/ 43822 h 93841"/>
                <a:gd name="connsiteX22" fmla="*/ 48285 w 67381"/>
                <a:gd name="connsiteY22" fmla="*/ 34276 h 93841"/>
                <a:gd name="connsiteX23" fmla="*/ 46427 w 67381"/>
                <a:gd name="connsiteY23" fmla="*/ 24731 h 93841"/>
                <a:gd name="connsiteX24" fmla="*/ 41157 w 67381"/>
                <a:gd name="connsiteY24" fmla="*/ 18595 h 93841"/>
                <a:gd name="connsiteX25" fmla="*/ 33349 w 67381"/>
                <a:gd name="connsiteY25" fmla="*/ 16487 h 93841"/>
                <a:gd name="connsiteX26" fmla="*/ 25910 w 67381"/>
                <a:gd name="connsiteY26" fmla="*/ 18533 h 93841"/>
                <a:gd name="connsiteX27" fmla="*/ 20704 w 67381"/>
                <a:gd name="connsiteY27" fmla="*/ 24669 h 93841"/>
                <a:gd name="connsiteX28" fmla="*/ 18782 w 67381"/>
                <a:gd name="connsiteY28" fmla="*/ 34276 h 93841"/>
                <a:gd name="connsiteX29" fmla="*/ 20704 w 67381"/>
                <a:gd name="connsiteY29" fmla="*/ 43822 h 93841"/>
                <a:gd name="connsiteX30" fmla="*/ 26034 w 67381"/>
                <a:gd name="connsiteY30" fmla="*/ 50144 h 93841"/>
                <a:gd name="connsiteX31" fmla="*/ 33719 w 67381"/>
                <a:gd name="connsiteY31" fmla="*/ 52437 h 9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7381" h="93841">
                  <a:moveTo>
                    <a:pt x="0" y="93842"/>
                  </a:moveTo>
                  <a:lnTo>
                    <a:pt x="0" y="1116"/>
                  </a:lnTo>
                  <a:lnTo>
                    <a:pt x="18596" y="1116"/>
                  </a:lnTo>
                  <a:lnTo>
                    <a:pt x="18596" y="7748"/>
                  </a:lnTo>
                  <a:lnTo>
                    <a:pt x="18839" y="7748"/>
                  </a:lnTo>
                  <a:cubicBezTo>
                    <a:pt x="20010" y="6594"/>
                    <a:pt x="21271" y="5540"/>
                    <a:pt x="22625" y="4587"/>
                  </a:cubicBezTo>
                  <a:cubicBezTo>
                    <a:pt x="27004" y="1529"/>
                    <a:pt x="32044" y="0"/>
                    <a:pt x="37748" y="0"/>
                  </a:cubicBezTo>
                  <a:cubicBezTo>
                    <a:pt x="42748" y="0"/>
                    <a:pt x="47521" y="1302"/>
                    <a:pt x="52068" y="3905"/>
                  </a:cubicBezTo>
                  <a:cubicBezTo>
                    <a:pt x="56654" y="6508"/>
                    <a:pt x="60373" y="10372"/>
                    <a:pt x="63225" y="15496"/>
                  </a:cubicBezTo>
                  <a:cubicBezTo>
                    <a:pt x="66074" y="20620"/>
                    <a:pt x="67458" y="27004"/>
                    <a:pt x="67378" y="34648"/>
                  </a:cubicBezTo>
                  <a:cubicBezTo>
                    <a:pt x="67418" y="40433"/>
                    <a:pt x="66611" y="45475"/>
                    <a:pt x="64960" y="49772"/>
                  </a:cubicBezTo>
                  <a:cubicBezTo>
                    <a:pt x="63305" y="54028"/>
                    <a:pt x="61074" y="57561"/>
                    <a:pt x="58265" y="60371"/>
                  </a:cubicBezTo>
                  <a:cubicBezTo>
                    <a:pt x="55457" y="63181"/>
                    <a:pt x="52315" y="65288"/>
                    <a:pt x="48842" y="66693"/>
                  </a:cubicBezTo>
                  <a:cubicBezTo>
                    <a:pt x="45373" y="68098"/>
                    <a:pt x="41861" y="68801"/>
                    <a:pt x="38305" y="68801"/>
                  </a:cubicBezTo>
                  <a:cubicBezTo>
                    <a:pt x="32685" y="68801"/>
                    <a:pt x="27645" y="67230"/>
                    <a:pt x="23182" y="64090"/>
                  </a:cubicBezTo>
                  <a:cubicBezTo>
                    <a:pt x="22058" y="63289"/>
                    <a:pt x="20994" y="62421"/>
                    <a:pt x="19990" y="61487"/>
                  </a:cubicBezTo>
                  <a:lnTo>
                    <a:pt x="19586" y="61487"/>
                  </a:lnTo>
                  <a:lnTo>
                    <a:pt x="19586" y="93842"/>
                  </a:lnTo>
                  <a:lnTo>
                    <a:pt x="0" y="93842"/>
                  </a:lnTo>
                  <a:close/>
                  <a:moveTo>
                    <a:pt x="33719" y="52437"/>
                  </a:moveTo>
                  <a:cubicBezTo>
                    <a:pt x="36611" y="52396"/>
                    <a:pt x="39152" y="51632"/>
                    <a:pt x="41344" y="50144"/>
                  </a:cubicBezTo>
                  <a:cubicBezTo>
                    <a:pt x="43532" y="48656"/>
                    <a:pt x="45250" y="46549"/>
                    <a:pt x="46487" y="43822"/>
                  </a:cubicBezTo>
                  <a:cubicBezTo>
                    <a:pt x="47728" y="41094"/>
                    <a:pt x="48329" y="37913"/>
                    <a:pt x="48285" y="34276"/>
                  </a:cubicBezTo>
                  <a:cubicBezTo>
                    <a:pt x="48329" y="30557"/>
                    <a:pt x="47708" y="27376"/>
                    <a:pt x="46427" y="24731"/>
                  </a:cubicBezTo>
                  <a:cubicBezTo>
                    <a:pt x="45186" y="22045"/>
                    <a:pt x="43432" y="19999"/>
                    <a:pt x="41157" y="18595"/>
                  </a:cubicBezTo>
                  <a:cubicBezTo>
                    <a:pt x="38886" y="17149"/>
                    <a:pt x="36281" y="16446"/>
                    <a:pt x="33349" y="16487"/>
                  </a:cubicBezTo>
                  <a:cubicBezTo>
                    <a:pt x="30580" y="16446"/>
                    <a:pt x="28099" y="17128"/>
                    <a:pt x="25910" y="18533"/>
                  </a:cubicBezTo>
                  <a:cubicBezTo>
                    <a:pt x="23719" y="19938"/>
                    <a:pt x="21985" y="21983"/>
                    <a:pt x="20704" y="24669"/>
                  </a:cubicBezTo>
                  <a:cubicBezTo>
                    <a:pt x="19423" y="27314"/>
                    <a:pt x="18782" y="30516"/>
                    <a:pt x="18782" y="34276"/>
                  </a:cubicBezTo>
                  <a:cubicBezTo>
                    <a:pt x="18782" y="37913"/>
                    <a:pt x="19423" y="41094"/>
                    <a:pt x="20704" y="43822"/>
                  </a:cubicBezTo>
                  <a:cubicBezTo>
                    <a:pt x="22025" y="46549"/>
                    <a:pt x="23802" y="48656"/>
                    <a:pt x="26034" y="50144"/>
                  </a:cubicBezTo>
                  <a:cubicBezTo>
                    <a:pt x="28265" y="51632"/>
                    <a:pt x="30827" y="52396"/>
                    <a:pt x="33719" y="52437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F6A595-C455-C804-7CA0-A6A6BD9237BC}"/>
                </a:ext>
              </a:extLst>
            </p:cNvPr>
            <p:cNvSpPr/>
            <p:nvPr/>
          </p:nvSpPr>
          <p:spPr>
            <a:xfrm>
              <a:off x="1042940" y="346326"/>
              <a:ext cx="52251" cy="68676"/>
            </a:xfrm>
            <a:custGeom>
              <a:avLst/>
              <a:gdLst>
                <a:gd name="connsiteX0" fmla="*/ 15807 w 52251"/>
                <a:gd name="connsiteY0" fmla="*/ 66631 h 68676"/>
                <a:gd name="connsiteX1" fmla="*/ 27211 w 52251"/>
                <a:gd name="connsiteY1" fmla="*/ 68677 h 68676"/>
                <a:gd name="connsiteX2" fmla="*/ 39669 w 52251"/>
                <a:gd name="connsiteY2" fmla="*/ 66012 h 68676"/>
                <a:gd name="connsiteX3" fmla="*/ 48782 w 52251"/>
                <a:gd name="connsiteY3" fmla="*/ 58574 h 68676"/>
                <a:gd name="connsiteX4" fmla="*/ 52251 w 52251"/>
                <a:gd name="connsiteY4" fmla="*/ 47479 h 68676"/>
                <a:gd name="connsiteX5" fmla="*/ 50146 w 52251"/>
                <a:gd name="connsiteY5" fmla="*/ 39111 h 68676"/>
                <a:gd name="connsiteX6" fmla="*/ 44940 w 52251"/>
                <a:gd name="connsiteY6" fmla="*/ 33533 h 68676"/>
                <a:gd name="connsiteX7" fmla="*/ 38555 w 52251"/>
                <a:gd name="connsiteY7" fmla="*/ 30124 h 68676"/>
                <a:gd name="connsiteX8" fmla="*/ 32788 w 52251"/>
                <a:gd name="connsiteY8" fmla="*/ 28140 h 68676"/>
                <a:gd name="connsiteX9" fmla="*/ 26591 w 52251"/>
                <a:gd name="connsiteY9" fmla="*/ 26219 h 68676"/>
                <a:gd name="connsiteX10" fmla="*/ 21694 w 52251"/>
                <a:gd name="connsiteY10" fmla="*/ 23863 h 68676"/>
                <a:gd name="connsiteX11" fmla="*/ 19773 w 52251"/>
                <a:gd name="connsiteY11" fmla="*/ 20268 h 68676"/>
                <a:gd name="connsiteX12" fmla="*/ 21694 w 52251"/>
                <a:gd name="connsiteY12" fmla="*/ 16550 h 68676"/>
                <a:gd name="connsiteX13" fmla="*/ 26531 w 52251"/>
                <a:gd name="connsiteY13" fmla="*/ 15062 h 68676"/>
                <a:gd name="connsiteX14" fmla="*/ 32231 w 52251"/>
                <a:gd name="connsiteY14" fmla="*/ 16921 h 68676"/>
                <a:gd name="connsiteX15" fmla="*/ 35704 w 52251"/>
                <a:gd name="connsiteY15" fmla="*/ 20764 h 68676"/>
                <a:gd name="connsiteX16" fmla="*/ 50763 w 52251"/>
                <a:gd name="connsiteY16" fmla="*/ 14256 h 68676"/>
                <a:gd name="connsiteX17" fmla="*/ 41097 w 52251"/>
                <a:gd name="connsiteY17" fmla="*/ 3905 h 68676"/>
                <a:gd name="connsiteX18" fmla="*/ 25847 w 52251"/>
                <a:gd name="connsiteY18" fmla="*/ 0 h 68676"/>
                <a:gd name="connsiteX19" fmla="*/ 13699 w 52251"/>
                <a:gd name="connsiteY19" fmla="*/ 2541 h 68676"/>
                <a:gd name="connsiteX20" fmla="*/ 5330 w 52251"/>
                <a:gd name="connsiteY20" fmla="*/ 9607 h 68676"/>
                <a:gd name="connsiteX21" fmla="*/ 2295 w 52251"/>
                <a:gd name="connsiteY21" fmla="*/ 19958 h 68676"/>
                <a:gd name="connsiteX22" fmla="*/ 4897 w 52251"/>
                <a:gd name="connsiteY22" fmla="*/ 29442 h 68676"/>
                <a:gd name="connsiteX23" fmla="*/ 11654 w 52251"/>
                <a:gd name="connsiteY23" fmla="*/ 35888 h 68676"/>
                <a:gd name="connsiteX24" fmla="*/ 20580 w 52251"/>
                <a:gd name="connsiteY24" fmla="*/ 39793 h 68676"/>
                <a:gd name="connsiteX25" fmla="*/ 25043 w 52251"/>
                <a:gd name="connsiteY25" fmla="*/ 41033 h 68676"/>
                <a:gd name="connsiteX26" fmla="*/ 29753 w 52251"/>
                <a:gd name="connsiteY26" fmla="*/ 42644 h 68676"/>
                <a:gd name="connsiteX27" fmla="*/ 33409 w 52251"/>
                <a:gd name="connsiteY27" fmla="*/ 44875 h 68676"/>
                <a:gd name="connsiteX28" fmla="*/ 34836 w 52251"/>
                <a:gd name="connsiteY28" fmla="*/ 47975 h 68676"/>
                <a:gd name="connsiteX29" fmla="*/ 33842 w 52251"/>
                <a:gd name="connsiteY29" fmla="*/ 50640 h 68676"/>
                <a:gd name="connsiteX30" fmla="*/ 31241 w 52251"/>
                <a:gd name="connsiteY30" fmla="*/ 52685 h 68676"/>
                <a:gd name="connsiteX31" fmla="*/ 27335 w 52251"/>
                <a:gd name="connsiteY31" fmla="*/ 53429 h 68676"/>
                <a:gd name="connsiteX32" fmla="*/ 20020 w 52251"/>
                <a:gd name="connsiteY32" fmla="*/ 50826 h 68676"/>
                <a:gd name="connsiteX33" fmla="*/ 15373 w 52251"/>
                <a:gd name="connsiteY33" fmla="*/ 45309 h 68676"/>
                <a:gd name="connsiteX34" fmla="*/ 0 w 52251"/>
                <a:gd name="connsiteY34" fmla="*/ 52066 h 68676"/>
                <a:gd name="connsiteX35" fmla="*/ 6261 w 52251"/>
                <a:gd name="connsiteY35" fmla="*/ 60867 h 68676"/>
                <a:gd name="connsiteX36" fmla="*/ 15807 w 52251"/>
                <a:gd name="connsiteY36" fmla="*/ 6663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2251" h="68676">
                  <a:moveTo>
                    <a:pt x="15807" y="66631"/>
                  </a:moveTo>
                  <a:cubicBezTo>
                    <a:pt x="19443" y="67995"/>
                    <a:pt x="23245" y="68677"/>
                    <a:pt x="27211" y="68677"/>
                  </a:cubicBezTo>
                  <a:cubicBezTo>
                    <a:pt x="31758" y="68677"/>
                    <a:pt x="35910" y="67789"/>
                    <a:pt x="39669" y="66012"/>
                  </a:cubicBezTo>
                  <a:cubicBezTo>
                    <a:pt x="43472" y="64235"/>
                    <a:pt x="46507" y="61756"/>
                    <a:pt x="48782" y="58574"/>
                  </a:cubicBezTo>
                  <a:cubicBezTo>
                    <a:pt x="51097" y="55351"/>
                    <a:pt x="52251" y="51652"/>
                    <a:pt x="52251" y="47479"/>
                  </a:cubicBezTo>
                  <a:cubicBezTo>
                    <a:pt x="52251" y="44173"/>
                    <a:pt x="51551" y="41384"/>
                    <a:pt x="50146" y="39111"/>
                  </a:cubicBezTo>
                  <a:cubicBezTo>
                    <a:pt x="48782" y="36839"/>
                    <a:pt x="47044" y="34979"/>
                    <a:pt x="44940" y="33533"/>
                  </a:cubicBezTo>
                  <a:cubicBezTo>
                    <a:pt x="42872" y="32086"/>
                    <a:pt x="40744" y="30950"/>
                    <a:pt x="38555" y="30124"/>
                  </a:cubicBezTo>
                  <a:cubicBezTo>
                    <a:pt x="36364" y="29256"/>
                    <a:pt x="34443" y="28595"/>
                    <a:pt x="32788" y="28140"/>
                  </a:cubicBezTo>
                  <a:cubicBezTo>
                    <a:pt x="30640" y="27520"/>
                    <a:pt x="28576" y="26880"/>
                    <a:pt x="26591" y="26219"/>
                  </a:cubicBezTo>
                  <a:cubicBezTo>
                    <a:pt x="24610" y="25558"/>
                    <a:pt x="22975" y="24773"/>
                    <a:pt x="21694" y="23863"/>
                  </a:cubicBezTo>
                  <a:cubicBezTo>
                    <a:pt x="20413" y="22954"/>
                    <a:pt x="19773" y="21756"/>
                    <a:pt x="19773" y="20268"/>
                  </a:cubicBezTo>
                  <a:cubicBezTo>
                    <a:pt x="19773" y="18781"/>
                    <a:pt x="20413" y="17541"/>
                    <a:pt x="21694" y="16550"/>
                  </a:cubicBezTo>
                  <a:cubicBezTo>
                    <a:pt x="22975" y="15558"/>
                    <a:pt x="24586" y="15062"/>
                    <a:pt x="26531" y="15062"/>
                  </a:cubicBezTo>
                  <a:cubicBezTo>
                    <a:pt x="28842" y="15062"/>
                    <a:pt x="30744" y="15682"/>
                    <a:pt x="32231" y="16921"/>
                  </a:cubicBezTo>
                  <a:cubicBezTo>
                    <a:pt x="33762" y="18161"/>
                    <a:pt x="34916" y="19442"/>
                    <a:pt x="35704" y="20764"/>
                  </a:cubicBezTo>
                  <a:lnTo>
                    <a:pt x="50763" y="14256"/>
                  </a:lnTo>
                  <a:cubicBezTo>
                    <a:pt x="48866" y="9959"/>
                    <a:pt x="45640" y="6508"/>
                    <a:pt x="41097" y="3905"/>
                  </a:cubicBezTo>
                  <a:cubicBezTo>
                    <a:pt x="36591" y="1302"/>
                    <a:pt x="31507" y="0"/>
                    <a:pt x="25847" y="0"/>
                  </a:cubicBezTo>
                  <a:cubicBezTo>
                    <a:pt x="21304" y="0"/>
                    <a:pt x="17251" y="847"/>
                    <a:pt x="13699" y="2541"/>
                  </a:cubicBezTo>
                  <a:cubicBezTo>
                    <a:pt x="10187" y="4235"/>
                    <a:pt x="7398" y="6591"/>
                    <a:pt x="5330" y="9607"/>
                  </a:cubicBezTo>
                  <a:cubicBezTo>
                    <a:pt x="3306" y="12583"/>
                    <a:pt x="2295" y="16033"/>
                    <a:pt x="2295" y="19958"/>
                  </a:cubicBezTo>
                  <a:cubicBezTo>
                    <a:pt x="2295" y="23678"/>
                    <a:pt x="3162" y="26839"/>
                    <a:pt x="4897" y="29442"/>
                  </a:cubicBezTo>
                  <a:cubicBezTo>
                    <a:pt x="6634" y="32045"/>
                    <a:pt x="8886" y="34194"/>
                    <a:pt x="11654" y="35888"/>
                  </a:cubicBezTo>
                  <a:cubicBezTo>
                    <a:pt x="14463" y="37541"/>
                    <a:pt x="17438" y="38843"/>
                    <a:pt x="20580" y="39793"/>
                  </a:cubicBezTo>
                  <a:cubicBezTo>
                    <a:pt x="21944" y="40165"/>
                    <a:pt x="23432" y="40578"/>
                    <a:pt x="25043" y="41033"/>
                  </a:cubicBezTo>
                  <a:cubicBezTo>
                    <a:pt x="26694" y="41487"/>
                    <a:pt x="28265" y="42024"/>
                    <a:pt x="29753" y="42644"/>
                  </a:cubicBezTo>
                  <a:cubicBezTo>
                    <a:pt x="31241" y="43264"/>
                    <a:pt x="32458" y="44008"/>
                    <a:pt x="33409" y="44875"/>
                  </a:cubicBezTo>
                  <a:cubicBezTo>
                    <a:pt x="34359" y="45743"/>
                    <a:pt x="34836" y="46776"/>
                    <a:pt x="34836" y="47975"/>
                  </a:cubicBezTo>
                  <a:cubicBezTo>
                    <a:pt x="34836" y="48925"/>
                    <a:pt x="34506" y="49813"/>
                    <a:pt x="33842" y="50640"/>
                  </a:cubicBezTo>
                  <a:cubicBezTo>
                    <a:pt x="33225" y="51466"/>
                    <a:pt x="32355" y="52148"/>
                    <a:pt x="31241" y="52685"/>
                  </a:cubicBezTo>
                  <a:cubicBezTo>
                    <a:pt x="30123" y="53181"/>
                    <a:pt x="28822" y="53429"/>
                    <a:pt x="27335" y="53429"/>
                  </a:cubicBezTo>
                  <a:cubicBezTo>
                    <a:pt x="24526" y="53429"/>
                    <a:pt x="22088" y="52562"/>
                    <a:pt x="20020" y="50826"/>
                  </a:cubicBezTo>
                  <a:cubicBezTo>
                    <a:pt x="17955" y="49090"/>
                    <a:pt x="16407" y="47252"/>
                    <a:pt x="15373" y="45309"/>
                  </a:cubicBezTo>
                  <a:lnTo>
                    <a:pt x="0" y="52066"/>
                  </a:lnTo>
                  <a:cubicBezTo>
                    <a:pt x="1404" y="55413"/>
                    <a:pt x="3492" y="58346"/>
                    <a:pt x="6261" y="60867"/>
                  </a:cubicBezTo>
                  <a:cubicBezTo>
                    <a:pt x="9029" y="63346"/>
                    <a:pt x="12211" y="65268"/>
                    <a:pt x="15807" y="6663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8DEFF2F-A321-590A-CDBD-26AE74C8A00F}"/>
                </a:ext>
              </a:extLst>
            </p:cNvPr>
            <p:cNvSpPr/>
            <p:nvPr/>
          </p:nvSpPr>
          <p:spPr>
            <a:xfrm>
              <a:off x="1174814" y="346326"/>
              <a:ext cx="96260" cy="67685"/>
            </a:xfrm>
            <a:custGeom>
              <a:avLst/>
              <a:gdLst>
                <a:gd name="connsiteX0" fmla="*/ 0 w 96260"/>
                <a:gd name="connsiteY0" fmla="*/ 67685 h 67685"/>
                <a:gd name="connsiteX1" fmla="*/ 0 w 96260"/>
                <a:gd name="connsiteY1" fmla="*/ 992 h 67685"/>
                <a:gd name="connsiteX2" fmla="*/ 18656 w 96260"/>
                <a:gd name="connsiteY2" fmla="*/ 992 h 67685"/>
                <a:gd name="connsiteX3" fmla="*/ 18656 w 96260"/>
                <a:gd name="connsiteY3" fmla="*/ 9484 h 67685"/>
                <a:gd name="connsiteX4" fmla="*/ 18996 w 96260"/>
                <a:gd name="connsiteY4" fmla="*/ 9484 h 67685"/>
                <a:gd name="connsiteX5" fmla="*/ 23926 w 96260"/>
                <a:gd name="connsiteY5" fmla="*/ 4339 h 67685"/>
                <a:gd name="connsiteX6" fmla="*/ 37128 w 96260"/>
                <a:gd name="connsiteY6" fmla="*/ 0 h 67685"/>
                <a:gd name="connsiteX7" fmla="*/ 47852 w 96260"/>
                <a:gd name="connsiteY7" fmla="*/ 3099 h 67685"/>
                <a:gd name="connsiteX8" fmla="*/ 53385 w 96260"/>
                <a:gd name="connsiteY8" fmla="*/ 9297 h 67685"/>
                <a:gd name="connsiteX9" fmla="*/ 53735 w 96260"/>
                <a:gd name="connsiteY9" fmla="*/ 9297 h 67685"/>
                <a:gd name="connsiteX10" fmla="*/ 61424 w 96260"/>
                <a:gd name="connsiteY10" fmla="*/ 2975 h 67685"/>
                <a:gd name="connsiteX11" fmla="*/ 74256 w 96260"/>
                <a:gd name="connsiteY11" fmla="*/ 0 h 67685"/>
                <a:gd name="connsiteX12" fmla="*/ 85163 w 96260"/>
                <a:gd name="connsiteY12" fmla="*/ 2356 h 67685"/>
                <a:gd name="connsiteX13" fmla="*/ 91857 w 96260"/>
                <a:gd name="connsiteY13" fmla="*/ 8430 h 67685"/>
                <a:gd name="connsiteX14" fmla="*/ 95266 w 96260"/>
                <a:gd name="connsiteY14" fmla="*/ 16612 h 67685"/>
                <a:gd name="connsiteX15" fmla="*/ 96260 w 96260"/>
                <a:gd name="connsiteY15" fmla="*/ 25165 h 67685"/>
                <a:gd name="connsiteX16" fmla="*/ 96260 w 96260"/>
                <a:gd name="connsiteY16" fmla="*/ 67685 h 67685"/>
                <a:gd name="connsiteX17" fmla="*/ 76547 w 96260"/>
                <a:gd name="connsiteY17" fmla="*/ 67685 h 67685"/>
                <a:gd name="connsiteX18" fmla="*/ 76547 w 96260"/>
                <a:gd name="connsiteY18" fmla="*/ 27582 h 67685"/>
                <a:gd name="connsiteX19" fmla="*/ 74256 w 96260"/>
                <a:gd name="connsiteY19" fmla="*/ 19215 h 67685"/>
                <a:gd name="connsiteX20" fmla="*/ 67685 w 96260"/>
                <a:gd name="connsiteY20" fmla="*/ 16240 h 67685"/>
                <a:gd name="connsiteX21" fmla="*/ 62601 w 96260"/>
                <a:gd name="connsiteY21" fmla="*/ 17541 h 67685"/>
                <a:gd name="connsiteX22" fmla="*/ 59132 w 96260"/>
                <a:gd name="connsiteY22" fmla="*/ 21322 h 67685"/>
                <a:gd name="connsiteX23" fmla="*/ 57892 w 96260"/>
                <a:gd name="connsiteY23" fmla="*/ 27582 h 67685"/>
                <a:gd name="connsiteX24" fmla="*/ 57892 w 96260"/>
                <a:gd name="connsiteY24" fmla="*/ 67685 h 67685"/>
                <a:gd name="connsiteX25" fmla="*/ 38305 w 96260"/>
                <a:gd name="connsiteY25" fmla="*/ 67685 h 67685"/>
                <a:gd name="connsiteX26" fmla="*/ 38305 w 96260"/>
                <a:gd name="connsiteY26" fmla="*/ 27582 h 67685"/>
                <a:gd name="connsiteX27" fmla="*/ 36010 w 96260"/>
                <a:gd name="connsiteY27" fmla="*/ 19215 h 67685"/>
                <a:gd name="connsiteX28" fmla="*/ 29379 w 96260"/>
                <a:gd name="connsiteY28" fmla="*/ 16240 h 67685"/>
                <a:gd name="connsiteX29" fmla="*/ 22375 w 96260"/>
                <a:gd name="connsiteY29" fmla="*/ 19153 h 67685"/>
                <a:gd name="connsiteX30" fmla="*/ 19586 w 96260"/>
                <a:gd name="connsiteY30" fmla="*/ 27707 h 67685"/>
                <a:gd name="connsiteX31" fmla="*/ 19586 w 96260"/>
                <a:gd name="connsiteY31" fmla="*/ 67685 h 67685"/>
                <a:gd name="connsiteX32" fmla="*/ 0 w 96260"/>
                <a:gd name="connsiteY32" fmla="*/ 67685 h 67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6260" h="67685">
                  <a:moveTo>
                    <a:pt x="0" y="67685"/>
                  </a:moveTo>
                  <a:lnTo>
                    <a:pt x="0" y="992"/>
                  </a:lnTo>
                  <a:lnTo>
                    <a:pt x="18656" y="992"/>
                  </a:lnTo>
                  <a:lnTo>
                    <a:pt x="18656" y="9484"/>
                  </a:lnTo>
                  <a:lnTo>
                    <a:pt x="18996" y="9484"/>
                  </a:lnTo>
                  <a:cubicBezTo>
                    <a:pt x="20457" y="7455"/>
                    <a:pt x="22098" y="5740"/>
                    <a:pt x="23926" y="4339"/>
                  </a:cubicBezTo>
                  <a:cubicBezTo>
                    <a:pt x="27645" y="1446"/>
                    <a:pt x="32044" y="0"/>
                    <a:pt x="37128" y="0"/>
                  </a:cubicBezTo>
                  <a:cubicBezTo>
                    <a:pt x="41341" y="0"/>
                    <a:pt x="44916" y="1033"/>
                    <a:pt x="47852" y="3099"/>
                  </a:cubicBezTo>
                  <a:cubicBezTo>
                    <a:pt x="50113" y="4639"/>
                    <a:pt x="51958" y="6705"/>
                    <a:pt x="53385" y="9297"/>
                  </a:cubicBezTo>
                  <a:lnTo>
                    <a:pt x="53735" y="9297"/>
                  </a:lnTo>
                  <a:cubicBezTo>
                    <a:pt x="55847" y="6606"/>
                    <a:pt x="58412" y="4498"/>
                    <a:pt x="61424" y="2975"/>
                  </a:cubicBezTo>
                  <a:cubicBezTo>
                    <a:pt x="65350" y="992"/>
                    <a:pt x="69626" y="0"/>
                    <a:pt x="74256" y="0"/>
                  </a:cubicBezTo>
                  <a:cubicBezTo>
                    <a:pt x="78675" y="0"/>
                    <a:pt x="82314" y="785"/>
                    <a:pt x="85163" y="2356"/>
                  </a:cubicBezTo>
                  <a:cubicBezTo>
                    <a:pt x="88015" y="3884"/>
                    <a:pt x="90246" y="5909"/>
                    <a:pt x="91857" y="8430"/>
                  </a:cubicBezTo>
                  <a:cubicBezTo>
                    <a:pt x="93468" y="10909"/>
                    <a:pt x="94606" y="13636"/>
                    <a:pt x="95266" y="16612"/>
                  </a:cubicBezTo>
                  <a:cubicBezTo>
                    <a:pt x="95930" y="19545"/>
                    <a:pt x="96260" y="22396"/>
                    <a:pt x="96260" y="25165"/>
                  </a:cubicBezTo>
                  <a:lnTo>
                    <a:pt x="96260" y="67685"/>
                  </a:lnTo>
                  <a:lnTo>
                    <a:pt x="76547" y="67685"/>
                  </a:lnTo>
                  <a:lnTo>
                    <a:pt x="76547" y="27582"/>
                  </a:lnTo>
                  <a:cubicBezTo>
                    <a:pt x="76547" y="23946"/>
                    <a:pt x="75783" y="21157"/>
                    <a:pt x="74256" y="19215"/>
                  </a:cubicBezTo>
                  <a:cubicBezTo>
                    <a:pt x="72768" y="17231"/>
                    <a:pt x="70577" y="16240"/>
                    <a:pt x="67685" y="16240"/>
                  </a:cubicBezTo>
                  <a:cubicBezTo>
                    <a:pt x="65783" y="16240"/>
                    <a:pt x="64089" y="16674"/>
                    <a:pt x="62601" y="17541"/>
                  </a:cubicBezTo>
                  <a:cubicBezTo>
                    <a:pt x="61157" y="18368"/>
                    <a:pt x="60000" y="19628"/>
                    <a:pt x="59132" y="21322"/>
                  </a:cubicBezTo>
                  <a:cubicBezTo>
                    <a:pt x="58305" y="23016"/>
                    <a:pt x="57892" y="25103"/>
                    <a:pt x="57892" y="27582"/>
                  </a:cubicBezTo>
                  <a:lnTo>
                    <a:pt x="57892" y="67685"/>
                  </a:lnTo>
                  <a:lnTo>
                    <a:pt x="38305" y="67685"/>
                  </a:lnTo>
                  <a:lnTo>
                    <a:pt x="38305" y="27582"/>
                  </a:lnTo>
                  <a:cubicBezTo>
                    <a:pt x="38305" y="23946"/>
                    <a:pt x="37541" y="21157"/>
                    <a:pt x="36010" y="19215"/>
                  </a:cubicBezTo>
                  <a:cubicBezTo>
                    <a:pt x="34483" y="17231"/>
                    <a:pt x="32271" y="16240"/>
                    <a:pt x="29379" y="16240"/>
                  </a:cubicBezTo>
                  <a:cubicBezTo>
                    <a:pt x="26571" y="16240"/>
                    <a:pt x="24236" y="17211"/>
                    <a:pt x="22375" y="19153"/>
                  </a:cubicBezTo>
                  <a:cubicBezTo>
                    <a:pt x="20517" y="21053"/>
                    <a:pt x="19586" y="23905"/>
                    <a:pt x="19586" y="27707"/>
                  </a:cubicBezTo>
                  <a:lnTo>
                    <a:pt x="19586" y="67685"/>
                  </a:lnTo>
                  <a:lnTo>
                    <a:pt x="0" y="67685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6C3DB6E-4DEC-0A3B-FB1C-5C770C5424EE}"/>
                </a:ext>
              </a:extLst>
            </p:cNvPr>
            <p:cNvSpPr/>
            <p:nvPr/>
          </p:nvSpPr>
          <p:spPr>
            <a:xfrm>
              <a:off x="1102089" y="347318"/>
              <a:ext cx="65763" cy="67684"/>
            </a:xfrm>
            <a:custGeom>
              <a:avLst/>
              <a:gdLst>
                <a:gd name="connsiteX0" fmla="*/ 24793 w 65763"/>
                <a:gd name="connsiteY0" fmla="*/ 67685 h 67684"/>
                <a:gd name="connsiteX1" fmla="*/ 12275 w 65763"/>
                <a:gd name="connsiteY1" fmla="*/ 64772 h 67684"/>
                <a:gd name="connsiteX2" fmla="*/ 3286 w 65763"/>
                <a:gd name="connsiteY2" fmla="*/ 56094 h 67684"/>
                <a:gd name="connsiteX3" fmla="*/ 0 w 65763"/>
                <a:gd name="connsiteY3" fmla="*/ 41900 h 67684"/>
                <a:gd name="connsiteX4" fmla="*/ 0 w 65763"/>
                <a:gd name="connsiteY4" fmla="*/ 0 h 67684"/>
                <a:gd name="connsiteX5" fmla="*/ 19586 w 65763"/>
                <a:gd name="connsiteY5" fmla="*/ 0 h 67684"/>
                <a:gd name="connsiteX6" fmla="*/ 19586 w 65763"/>
                <a:gd name="connsiteY6" fmla="*/ 39297 h 67684"/>
                <a:gd name="connsiteX7" fmla="*/ 22562 w 65763"/>
                <a:gd name="connsiteY7" fmla="*/ 48098 h 67684"/>
                <a:gd name="connsiteX8" fmla="*/ 29940 w 65763"/>
                <a:gd name="connsiteY8" fmla="*/ 51074 h 67684"/>
                <a:gd name="connsiteX9" fmla="*/ 35580 w 65763"/>
                <a:gd name="connsiteY9" fmla="*/ 49648 h 67684"/>
                <a:gd name="connsiteX10" fmla="*/ 39423 w 65763"/>
                <a:gd name="connsiteY10" fmla="*/ 45619 h 67684"/>
                <a:gd name="connsiteX11" fmla="*/ 40847 w 65763"/>
                <a:gd name="connsiteY11" fmla="*/ 39297 h 67684"/>
                <a:gd name="connsiteX12" fmla="*/ 40847 w 65763"/>
                <a:gd name="connsiteY12" fmla="*/ 0 h 67684"/>
                <a:gd name="connsiteX13" fmla="*/ 60433 w 65763"/>
                <a:gd name="connsiteY13" fmla="*/ 0 h 67684"/>
                <a:gd name="connsiteX14" fmla="*/ 60433 w 65763"/>
                <a:gd name="connsiteY14" fmla="*/ 43326 h 67684"/>
                <a:gd name="connsiteX15" fmla="*/ 61487 w 65763"/>
                <a:gd name="connsiteY15" fmla="*/ 48532 h 67684"/>
                <a:gd name="connsiteX16" fmla="*/ 65763 w 65763"/>
                <a:gd name="connsiteY16" fmla="*/ 51321 h 67684"/>
                <a:gd name="connsiteX17" fmla="*/ 58822 w 65763"/>
                <a:gd name="connsiteY17" fmla="*/ 67685 h 67684"/>
                <a:gd name="connsiteX18" fmla="*/ 48038 w 65763"/>
                <a:gd name="connsiteY18" fmla="*/ 62664 h 67684"/>
                <a:gd name="connsiteX19" fmla="*/ 45437 w 65763"/>
                <a:gd name="connsiteY19" fmla="*/ 59069 h 67684"/>
                <a:gd name="connsiteX20" fmla="*/ 44940 w 65763"/>
                <a:gd name="connsiteY20" fmla="*/ 59069 h 67684"/>
                <a:gd name="connsiteX21" fmla="*/ 39176 w 65763"/>
                <a:gd name="connsiteY21" fmla="*/ 63718 h 67684"/>
                <a:gd name="connsiteX22" fmla="*/ 24793 w 65763"/>
                <a:gd name="connsiteY22" fmla="*/ 67685 h 6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763" h="67684">
                  <a:moveTo>
                    <a:pt x="24793" y="67685"/>
                  </a:moveTo>
                  <a:cubicBezTo>
                    <a:pt x="20207" y="67685"/>
                    <a:pt x="16034" y="66714"/>
                    <a:pt x="12275" y="64772"/>
                  </a:cubicBezTo>
                  <a:cubicBezTo>
                    <a:pt x="8512" y="62788"/>
                    <a:pt x="5517" y="59896"/>
                    <a:pt x="3286" y="56094"/>
                  </a:cubicBezTo>
                  <a:cubicBezTo>
                    <a:pt x="1097" y="52251"/>
                    <a:pt x="0" y="47520"/>
                    <a:pt x="0" y="41900"/>
                  </a:cubicBezTo>
                  <a:lnTo>
                    <a:pt x="0" y="0"/>
                  </a:lnTo>
                  <a:lnTo>
                    <a:pt x="19586" y="0"/>
                  </a:lnTo>
                  <a:lnTo>
                    <a:pt x="19586" y="39297"/>
                  </a:lnTo>
                  <a:cubicBezTo>
                    <a:pt x="19586" y="43140"/>
                    <a:pt x="20580" y="46074"/>
                    <a:pt x="22562" y="48098"/>
                  </a:cubicBezTo>
                  <a:cubicBezTo>
                    <a:pt x="24586" y="50082"/>
                    <a:pt x="27048" y="51074"/>
                    <a:pt x="29940" y="51074"/>
                  </a:cubicBezTo>
                  <a:cubicBezTo>
                    <a:pt x="32088" y="51074"/>
                    <a:pt x="33969" y="50598"/>
                    <a:pt x="35580" y="49648"/>
                  </a:cubicBezTo>
                  <a:cubicBezTo>
                    <a:pt x="37231" y="48698"/>
                    <a:pt x="38512" y="47355"/>
                    <a:pt x="39423" y="45619"/>
                  </a:cubicBezTo>
                  <a:cubicBezTo>
                    <a:pt x="40373" y="43842"/>
                    <a:pt x="40847" y="41735"/>
                    <a:pt x="40847" y="39297"/>
                  </a:cubicBezTo>
                  <a:lnTo>
                    <a:pt x="40847" y="0"/>
                  </a:lnTo>
                  <a:lnTo>
                    <a:pt x="60433" y="0"/>
                  </a:lnTo>
                  <a:lnTo>
                    <a:pt x="60433" y="43326"/>
                  </a:lnTo>
                  <a:cubicBezTo>
                    <a:pt x="60433" y="45722"/>
                    <a:pt x="60787" y="47458"/>
                    <a:pt x="61487" y="48532"/>
                  </a:cubicBezTo>
                  <a:cubicBezTo>
                    <a:pt x="62191" y="49607"/>
                    <a:pt x="63615" y="50537"/>
                    <a:pt x="65763" y="51321"/>
                  </a:cubicBezTo>
                  <a:lnTo>
                    <a:pt x="58822" y="67685"/>
                  </a:lnTo>
                  <a:cubicBezTo>
                    <a:pt x="53906" y="66404"/>
                    <a:pt x="50310" y="64731"/>
                    <a:pt x="48038" y="62664"/>
                  </a:cubicBezTo>
                  <a:cubicBezTo>
                    <a:pt x="46894" y="61623"/>
                    <a:pt x="46027" y="60425"/>
                    <a:pt x="45437" y="59069"/>
                  </a:cubicBezTo>
                  <a:lnTo>
                    <a:pt x="44940" y="59069"/>
                  </a:lnTo>
                  <a:cubicBezTo>
                    <a:pt x="43208" y="60809"/>
                    <a:pt x="41287" y="62359"/>
                    <a:pt x="39176" y="63718"/>
                  </a:cubicBezTo>
                  <a:cubicBezTo>
                    <a:pt x="35000" y="66363"/>
                    <a:pt x="30207" y="67685"/>
                    <a:pt x="24793" y="67685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19B6B4-9527-2346-7840-06CB2E3114A0}"/>
                </a:ext>
              </a:extLst>
            </p:cNvPr>
            <p:cNvSpPr/>
            <p:nvPr/>
          </p:nvSpPr>
          <p:spPr>
            <a:xfrm>
              <a:off x="864689" y="346326"/>
              <a:ext cx="69542" cy="68676"/>
            </a:xfrm>
            <a:custGeom>
              <a:avLst/>
              <a:gdLst>
                <a:gd name="connsiteX0" fmla="*/ 34773 w 69542"/>
                <a:gd name="connsiteY0" fmla="*/ 68677 h 68676"/>
                <a:gd name="connsiteX1" fmla="*/ 17231 w 69542"/>
                <a:gd name="connsiteY1" fmla="*/ 64276 h 68676"/>
                <a:gd name="connsiteX2" fmla="*/ 4646 w 69542"/>
                <a:gd name="connsiteY2" fmla="*/ 52128 h 68676"/>
                <a:gd name="connsiteX3" fmla="*/ 0 w 69542"/>
                <a:gd name="connsiteY3" fmla="*/ 34277 h 68676"/>
                <a:gd name="connsiteX4" fmla="*/ 4646 w 69542"/>
                <a:gd name="connsiteY4" fmla="*/ 16425 h 68676"/>
                <a:gd name="connsiteX5" fmla="*/ 17231 w 69542"/>
                <a:gd name="connsiteY5" fmla="*/ 4339 h 68676"/>
                <a:gd name="connsiteX6" fmla="*/ 34773 w 69542"/>
                <a:gd name="connsiteY6" fmla="*/ 0 h 68676"/>
                <a:gd name="connsiteX7" fmla="*/ 52438 w 69542"/>
                <a:gd name="connsiteY7" fmla="*/ 4339 h 68676"/>
                <a:gd name="connsiteX8" fmla="*/ 64896 w 69542"/>
                <a:gd name="connsiteY8" fmla="*/ 16425 h 68676"/>
                <a:gd name="connsiteX9" fmla="*/ 69543 w 69542"/>
                <a:gd name="connsiteY9" fmla="*/ 34277 h 68676"/>
                <a:gd name="connsiteX10" fmla="*/ 64896 w 69542"/>
                <a:gd name="connsiteY10" fmla="*/ 52128 h 68676"/>
                <a:gd name="connsiteX11" fmla="*/ 52375 w 69542"/>
                <a:gd name="connsiteY11" fmla="*/ 64276 h 68676"/>
                <a:gd name="connsiteX12" fmla="*/ 34773 w 69542"/>
                <a:gd name="connsiteY12" fmla="*/ 68677 h 68676"/>
                <a:gd name="connsiteX13" fmla="*/ 34773 w 69542"/>
                <a:gd name="connsiteY13" fmla="*/ 51941 h 68676"/>
                <a:gd name="connsiteX14" fmla="*/ 43015 w 69542"/>
                <a:gd name="connsiteY14" fmla="*/ 49710 h 68676"/>
                <a:gd name="connsiteX15" fmla="*/ 48779 w 69542"/>
                <a:gd name="connsiteY15" fmla="*/ 43512 h 68676"/>
                <a:gd name="connsiteX16" fmla="*/ 50887 w 69542"/>
                <a:gd name="connsiteY16" fmla="*/ 34277 h 68676"/>
                <a:gd name="connsiteX17" fmla="*/ 48842 w 69542"/>
                <a:gd name="connsiteY17" fmla="*/ 25227 h 68676"/>
                <a:gd name="connsiteX18" fmla="*/ 43202 w 69542"/>
                <a:gd name="connsiteY18" fmla="*/ 19029 h 68676"/>
                <a:gd name="connsiteX19" fmla="*/ 34896 w 69542"/>
                <a:gd name="connsiteY19" fmla="*/ 16735 h 68676"/>
                <a:gd name="connsiteX20" fmla="*/ 26527 w 69542"/>
                <a:gd name="connsiteY20" fmla="*/ 18967 h 68676"/>
                <a:gd name="connsiteX21" fmla="*/ 20764 w 69542"/>
                <a:gd name="connsiteY21" fmla="*/ 25103 h 68676"/>
                <a:gd name="connsiteX22" fmla="*/ 18656 w 69542"/>
                <a:gd name="connsiteY22" fmla="*/ 34277 h 68676"/>
                <a:gd name="connsiteX23" fmla="*/ 20764 w 69542"/>
                <a:gd name="connsiteY23" fmla="*/ 43512 h 68676"/>
                <a:gd name="connsiteX24" fmla="*/ 26591 w 69542"/>
                <a:gd name="connsiteY24" fmla="*/ 49710 h 68676"/>
                <a:gd name="connsiteX25" fmla="*/ 34773 w 69542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2" h="68676">
                  <a:moveTo>
                    <a:pt x="34773" y="68677"/>
                  </a:moveTo>
                  <a:cubicBezTo>
                    <a:pt x="28365" y="68677"/>
                    <a:pt x="22518" y="67210"/>
                    <a:pt x="17231" y="64276"/>
                  </a:cubicBezTo>
                  <a:cubicBezTo>
                    <a:pt x="11981" y="61342"/>
                    <a:pt x="7788" y="57293"/>
                    <a:pt x="4646" y="52128"/>
                  </a:cubicBezTo>
                  <a:cubicBezTo>
                    <a:pt x="1548" y="46962"/>
                    <a:pt x="0" y="41012"/>
                    <a:pt x="0" y="34277"/>
                  </a:cubicBezTo>
                  <a:cubicBezTo>
                    <a:pt x="0" y="27541"/>
                    <a:pt x="1548" y="21591"/>
                    <a:pt x="4646" y="16425"/>
                  </a:cubicBezTo>
                  <a:cubicBezTo>
                    <a:pt x="7788" y="11260"/>
                    <a:pt x="11981" y="7231"/>
                    <a:pt x="17231" y="4339"/>
                  </a:cubicBezTo>
                  <a:cubicBezTo>
                    <a:pt x="22518" y="1446"/>
                    <a:pt x="28365" y="0"/>
                    <a:pt x="34773" y="0"/>
                  </a:cubicBezTo>
                  <a:cubicBezTo>
                    <a:pt x="41301" y="0"/>
                    <a:pt x="47188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3" y="27541"/>
                    <a:pt x="69543" y="34277"/>
                  </a:cubicBezTo>
                  <a:cubicBezTo>
                    <a:pt x="69543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28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79" y="43512"/>
                  </a:cubicBezTo>
                  <a:cubicBezTo>
                    <a:pt x="50183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597" y="20516"/>
                    <a:pt x="43202" y="19029"/>
                  </a:cubicBezTo>
                  <a:cubicBezTo>
                    <a:pt x="40804" y="17500"/>
                    <a:pt x="38035" y="16735"/>
                    <a:pt x="34896" y="16735"/>
                  </a:cubicBezTo>
                  <a:cubicBezTo>
                    <a:pt x="31798" y="16735"/>
                    <a:pt x="29006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08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E71DF3-0F3D-70DA-CFFE-35CC6051FAB0}"/>
                </a:ext>
              </a:extLst>
            </p:cNvPr>
            <p:cNvSpPr/>
            <p:nvPr/>
          </p:nvSpPr>
          <p:spPr>
            <a:xfrm>
              <a:off x="790290" y="346264"/>
              <a:ext cx="67004" cy="94771"/>
            </a:xfrm>
            <a:custGeom>
              <a:avLst/>
              <a:gdLst>
                <a:gd name="connsiteX0" fmla="*/ 16427 w 67004"/>
                <a:gd name="connsiteY0" fmla="*/ 92726 h 94771"/>
                <a:gd name="connsiteX1" fmla="*/ 31674 w 67004"/>
                <a:gd name="connsiteY1" fmla="*/ 94771 h 94771"/>
                <a:gd name="connsiteX2" fmla="*/ 45870 w 67004"/>
                <a:gd name="connsiteY2" fmla="*/ 92788 h 94771"/>
                <a:gd name="connsiteX3" fmla="*/ 57024 w 67004"/>
                <a:gd name="connsiteY3" fmla="*/ 86961 h 94771"/>
                <a:gd name="connsiteX4" fmla="*/ 64402 w 67004"/>
                <a:gd name="connsiteY4" fmla="*/ 77292 h 94771"/>
                <a:gd name="connsiteX5" fmla="*/ 67004 w 67004"/>
                <a:gd name="connsiteY5" fmla="*/ 63904 h 94771"/>
                <a:gd name="connsiteX6" fmla="*/ 67004 w 67004"/>
                <a:gd name="connsiteY6" fmla="*/ 992 h 94771"/>
                <a:gd name="connsiteX7" fmla="*/ 49216 w 67004"/>
                <a:gd name="connsiteY7" fmla="*/ 992 h 94771"/>
                <a:gd name="connsiteX8" fmla="*/ 49216 w 67004"/>
                <a:gd name="connsiteY8" fmla="*/ 7500 h 94771"/>
                <a:gd name="connsiteX9" fmla="*/ 48846 w 67004"/>
                <a:gd name="connsiteY9" fmla="*/ 7500 h 94771"/>
                <a:gd name="connsiteX10" fmla="*/ 45000 w 67004"/>
                <a:gd name="connsiteY10" fmla="*/ 4401 h 94771"/>
                <a:gd name="connsiteX11" fmla="*/ 29940 w 67004"/>
                <a:gd name="connsiteY11" fmla="*/ 0 h 94771"/>
                <a:gd name="connsiteX12" fmla="*/ 15620 w 67004"/>
                <a:gd name="connsiteY12" fmla="*/ 3781 h 94771"/>
                <a:gd name="connsiteX13" fmla="*/ 4340 w 67004"/>
                <a:gd name="connsiteY13" fmla="*/ 14938 h 94771"/>
                <a:gd name="connsiteX14" fmla="*/ 0 w 67004"/>
                <a:gd name="connsiteY14" fmla="*/ 33471 h 94771"/>
                <a:gd name="connsiteX15" fmla="*/ 2542 w 67004"/>
                <a:gd name="connsiteY15" fmla="*/ 48037 h 94771"/>
                <a:gd name="connsiteX16" fmla="*/ 9299 w 67004"/>
                <a:gd name="connsiteY16" fmla="*/ 58388 h 94771"/>
                <a:gd name="connsiteX17" fmla="*/ 18782 w 67004"/>
                <a:gd name="connsiteY17" fmla="*/ 64524 h 94771"/>
                <a:gd name="connsiteX18" fmla="*/ 29256 w 67004"/>
                <a:gd name="connsiteY18" fmla="*/ 66507 h 94771"/>
                <a:gd name="connsiteX19" fmla="*/ 44383 w 67004"/>
                <a:gd name="connsiteY19" fmla="*/ 61859 h 94771"/>
                <a:gd name="connsiteX20" fmla="*/ 48299 w 67004"/>
                <a:gd name="connsiteY20" fmla="*/ 58573 h 94771"/>
                <a:gd name="connsiteX21" fmla="*/ 48595 w 67004"/>
                <a:gd name="connsiteY21" fmla="*/ 58573 h 94771"/>
                <a:gd name="connsiteX22" fmla="*/ 48595 w 67004"/>
                <a:gd name="connsiteY22" fmla="*/ 65020 h 94771"/>
                <a:gd name="connsiteX23" fmla="*/ 45497 w 67004"/>
                <a:gd name="connsiteY23" fmla="*/ 72705 h 94771"/>
                <a:gd name="connsiteX24" fmla="*/ 37998 w 67004"/>
                <a:gd name="connsiteY24" fmla="*/ 77044 h 94771"/>
                <a:gd name="connsiteX25" fmla="*/ 29506 w 67004"/>
                <a:gd name="connsiteY25" fmla="*/ 78408 h 94771"/>
                <a:gd name="connsiteX26" fmla="*/ 20083 w 67004"/>
                <a:gd name="connsiteY26" fmla="*/ 76858 h 94771"/>
                <a:gd name="connsiteX27" fmla="*/ 12028 w 67004"/>
                <a:gd name="connsiteY27" fmla="*/ 73263 h 94771"/>
                <a:gd name="connsiteX28" fmla="*/ 5580 w 67004"/>
                <a:gd name="connsiteY28" fmla="*/ 88635 h 94771"/>
                <a:gd name="connsiteX29" fmla="*/ 16427 w 67004"/>
                <a:gd name="connsiteY29" fmla="*/ 92726 h 94771"/>
                <a:gd name="connsiteX30" fmla="*/ 41964 w 67004"/>
                <a:gd name="connsiteY30" fmla="*/ 48346 h 94771"/>
                <a:gd name="connsiteX31" fmla="*/ 34092 w 67004"/>
                <a:gd name="connsiteY31" fmla="*/ 50578 h 94771"/>
                <a:gd name="connsiteX32" fmla="*/ 26344 w 67004"/>
                <a:gd name="connsiteY32" fmla="*/ 48346 h 94771"/>
                <a:gd name="connsiteX33" fmla="*/ 21077 w 67004"/>
                <a:gd name="connsiteY33" fmla="*/ 42086 h 94771"/>
                <a:gd name="connsiteX34" fmla="*/ 19153 w 67004"/>
                <a:gd name="connsiteY34" fmla="*/ 32851 h 94771"/>
                <a:gd name="connsiteX35" fmla="*/ 21077 w 67004"/>
                <a:gd name="connsiteY35" fmla="*/ 23801 h 94771"/>
                <a:gd name="connsiteX36" fmla="*/ 26531 w 67004"/>
                <a:gd name="connsiteY36" fmla="*/ 17913 h 94771"/>
                <a:gd name="connsiteX37" fmla="*/ 34403 w 67004"/>
                <a:gd name="connsiteY37" fmla="*/ 15805 h 94771"/>
                <a:gd name="connsiteX38" fmla="*/ 42151 w 67004"/>
                <a:gd name="connsiteY38" fmla="*/ 17851 h 94771"/>
                <a:gd name="connsiteX39" fmla="*/ 47418 w 67004"/>
                <a:gd name="connsiteY39" fmla="*/ 23739 h 94771"/>
                <a:gd name="connsiteX40" fmla="*/ 49339 w 67004"/>
                <a:gd name="connsiteY40" fmla="*/ 32851 h 94771"/>
                <a:gd name="connsiteX41" fmla="*/ 47358 w 67004"/>
                <a:gd name="connsiteY41" fmla="*/ 42148 h 94771"/>
                <a:gd name="connsiteX42" fmla="*/ 41964 w 67004"/>
                <a:gd name="connsiteY42" fmla="*/ 48346 h 9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7004" h="94771">
                  <a:moveTo>
                    <a:pt x="16427" y="92726"/>
                  </a:moveTo>
                  <a:cubicBezTo>
                    <a:pt x="21054" y="94089"/>
                    <a:pt x="26137" y="94771"/>
                    <a:pt x="31674" y="94771"/>
                  </a:cubicBezTo>
                  <a:cubicBezTo>
                    <a:pt x="36841" y="94771"/>
                    <a:pt x="41571" y="94110"/>
                    <a:pt x="45870" y="92788"/>
                  </a:cubicBezTo>
                  <a:cubicBezTo>
                    <a:pt x="50166" y="91507"/>
                    <a:pt x="53885" y="89565"/>
                    <a:pt x="57024" y="86961"/>
                  </a:cubicBezTo>
                  <a:cubicBezTo>
                    <a:pt x="60206" y="84358"/>
                    <a:pt x="62665" y="81135"/>
                    <a:pt x="64402" y="77292"/>
                  </a:cubicBezTo>
                  <a:cubicBezTo>
                    <a:pt x="66137" y="73449"/>
                    <a:pt x="67004" y="68987"/>
                    <a:pt x="67004" y="63904"/>
                  </a:cubicBezTo>
                  <a:lnTo>
                    <a:pt x="67004" y="992"/>
                  </a:lnTo>
                  <a:lnTo>
                    <a:pt x="49216" y="992"/>
                  </a:lnTo>
                  <a:lnTo>
                    <a:pt x="49216" y="7500"/>
                  </a:lnTo>
                  <a:lnTo>
                    <a:pt x="48846" y="7500"/>
                  </a:lnTo>
                  <a:cubicBezTo>
                    <a:pt x="47661" y="6367"/>
                    <a:pt x="46381" y="5334"/>
                    <a:pt x="45000" y="4401"/>
                  </a:cubicBezTo>
                  <a:cubicBezTo>
                    <a:pt x="40703" y="1467"/>
                    <a:pt x="35684" y="0"/>
                    <a:pt x="29940" y="0"/>
                  </a:cubicBezTo>
                  <a:cubicBezTo>
                    <a:pt x="24980" y="0"/>
                    <a:pt x="20207" y="1260"/>
                    <a:pt x="15620" y="3781"/>
                  </a:cubicBezTo>
                  <a:cubicBezTo>
                    <a:pt x="11034" y="6260"/>
                    <a:pt x="7275" y="9979"/>
                    <a:pt x="4340" y="14938"/>
                  </a:cubicBezTo>
                  <a:cubicBezTo>
                    <a:pt x="1448" y="19855"/>
                    <a:pt x="0" y="26032"/>
                    <a:pt x="0" y="33471"/>
                  </a:cubicBezTo>
                  <a:cubicBezTo>
                    <a:pt x="0" y="39049"/>
                    <a:pt x="847" y="43904"/>
                    <a:pt x="2542" y="48037"/>
                  </a:cubicBezTo>
                  <a:cubicBezTo>
                    <a:pt x="4236" y="52169"/>
                    <a:pt x="6488" y="55619"/>
                    <a:pt x="9299" y="58388"/>
                  </a:cubicBezTo>
                  <a:cubicBezTo>
                    <a:pt x="12151" y="61115"/>
                    <a:pt x="15310" y="63160"/>
                    <a:pt x="18782" y="64524"/>
                  </a:cubicBezTo>
                  <a:cubicBezTo>
                    <a:pt x="22255" y="65846"/>
                    <a:pt x="25744" y="66507"/>
                    <a:pt x="29256" y="66507"/>
                  </a:cubicBezTo>
                  <a:cubicBezTo>
                    <a:pt x="34920" y="66507"/>
                    <a:pt x="39960" y="64958"/>
                    <a:pt x="44383" y="61859"/>
                  </a:cubicBezTo>
                  <a:cubicBezTo>
                    <a:pt x="45780" y="60865"/>
                    <a:pt x="47088" y="59770"/>
                    <a:pt x="48299" y="58573"/>
                  </a:cubicBezTo>
                  <a:lnTo>
                    <a:pt x="48595" y="58573"/>
                  </a:lnTo>
                  <a:lnTo>
                    <a:pt x="48595" y="65020"/>
                  </a:lnTo>
                  <a:cubicBezTo>
                    <a:pt x="48595" y="68201"/>
                    <a:pt x="47565" y="70763"/>
                    <a:pt x="45497" y="72705"/>
                  </a:cubicBezTo>
                  <a:cubicBezTo>
                    <a:pt x="43432" y="74689"/>
                    <a:pt x="40930" y="76135"/>
                    <a:pt x="37998" y="77044"/>
                  </a:cubicBezTo>
                  <a:cubicBezTo>
                    <a:pt x="35063" y="77954"/>
                    <a:pt x="32231" y="78408"/>
                    <a:pt x="29506" y="78408"/>
                  </a:cubicBezTo>
                  <a:cubicBezTo>
                    <a:pt x="26324" y="78408"/>
                    <a:pt x="23182" y="77891"/>
                    <a:pt x="20083" y="76858"/>
                  </a:cubicBezTo>
                  <a:cubicBezTo>
                    <a:pt x="17025" y="75866"/>
                    <a:pt x="14339" y="74668"/>
                    <a:pt x="12028" y="73263"/>
                  </a:cubicBezTo>
                  <a:lnTo>
                    <a:pt x="5580" y="88635"/>
                  </a:lnTo>
                  <a:cubicBezTo>
                    <a:pt x="8225" y="90040"/>
                    <a:pt x="11841" y="91404"/>
                    <a:pt x="16427" y="92726"/>
                  </a:cubicBezTo>
                  <a:close/>
                  <a:moveTo>
                    <a:pt x="41964" y="48346"/>
                  </a:moveTo>
                  <a:cubicBezTo>
                    <a:pt x="39693" y="49834"/>
                    <a:pt x="37068" y="50578"/>
                    <a:pt x="34092" y="50578"/>
                  </a:cubicBezTo>
                  <a:cubicBezTo>
                    <a:pt x="31157" y="50578"/>
                    <a:pt x="28575" y="49834"/>
                    <a:pt x="26344" y="48346"/>
                  </a:cubicBezTo>
                  <a:cubicBezTo>
                    <a:pt x="24113" y="46817"/>
                    <a:pt x="22358" y="44731"/>
                    <a:pt x="21077" y="42086"/>
                  </a:cubicBezTo>
                  <a:cubicBezTo>
                    <a:pt x="19796" y="39400"/>
                    <a:pt x="19153" y="36322"/>
                    <a:pt x="19153" y="32851"/>
                  </a:cubicBezTo>
                  <a:cubicBezTo>
                    <a:pt x="19153" y="29380"/>
                    <a:pt x="19796" y="26363"/>
                    <a:pt x="21077" y="23801"/>
                  </a:cubicBezTo>
                  <a:cubicBezTo>
                    <a:pt x="22398" y="21239"/>
                    <a:pt x="24216" y="19276"/>
                    <a:pt x="26531" y="17913"/>
                  </a:cubicBezTo>
                  <a:cubicBezTo>
                    <a:pt x="28846" y="16508"/>
                    <a:pt x="31467" y="15805"/>
                    <a:pt x="34403" y="15805"/>
                  </a:cubicBezTo>
                  <a:cubicBezTo>
                    <a:pt x="37335" y="15805"/>
                    <a:pt x="39920" y="16487"/>
                    <a:pt x="42151" y="17851"/>
                  </a:cubicBezTo>
                  <a:cubicBezTo>
                    <a:pt x="44383" y="19215"/>
                    <a:pt x="46137" y="21177"/>
                    <a:pt x="47418" y="23739"/>
                  </a:cubicBezTo>
                  <a:cubicBezTo>
                    <a:pt x="48699" y="26260"/>
                    <a:pt x="49339" y="29297"/>
                    <a:pt x="49339" y="32851"/>
                  </a:cubicBezTo>
                  <a:cubicBezTo>
                    <a:pt x="49339" y="36363"/>
                    <a:pt x="48679" y="39462"/>
                    <a:pt x="47358" y="42148"/>
                  </a:cubicBezTo>
                  <a:cubicBezTo>
                    <a:pt x="46034" y="44793"/>
                    <a:pt x="44236" y="46859"/>
                    <a:pt x="41964" y="48346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5BD542-C274-D592-054A-FC03C3DD20C3}"/>
                </a:ext>
              </a:extLst>
            </p:cNvPr>
            <p:cNvSpPr/>
            <p:nvPr/>
          </p:nvSpPr>
          <p:spPr>
            <a:xfrm>
              <a:off x="715771" y="346326"/>
              <a:ext cx="69545" cy="68676"/>
            </a:xfrm>
            <a:custGeom>
              <a:avLst/>
              <a:gdLst>
                <a:gd name="connsiteX0" fmla="*/ 34773 w 69545"/>
                <a:gd name="connsiteY0" fmla="*/ 68677 h 68676"/>
                <a:gd name="connsiteX1" fmla="*/ 17231 w 69545"/>
                <a:gd name="connsiteY1" fmla="*/ 64276 h 68676"/>
                <a:gd name="connsiteX2" fmla="*/ 4650 w 69545"/>
                <a:gd name="connsiteY2" fmla="*/ 52128 h 68676"/>
                <a:gd name="connsiteX3" fmla="*/ 0 w 69545"/>
                <a:gd name="connsiteY3" fmla="*/ 34277 h 68676"/>
                <a:gd name="connsiteX4" fmla="*/ 4650 w 69545"/>
                <a:gd name="connsiteY4" fmla="*/ 16425 h 68676"/>
                <a:gd name="connsiteX5" fmla="*/ 17231 w 69545"/>
                <a:gd name="connsiteY5" fmla="*/ 4339 h 68676"/>
                <a:gd name="connsiteX6" fmla="*/ 34773 w 69545"/>
                <a:gd name="connsiteY6" fmla="*/ 0 h 68676"/>
                <a:gd name="connsiteX7" fmla="*/ 52438 w 69545"/>
                <a:gd name="connsiteY7" fmla="*/ 4339 h 68676"/>
                <a:gd name="connsiteX8" fmla="*/ 64896 w 69545"/>
                <a:gd name="connsiteY8" fmla="*/ 16425 h 68676"/>
                <a:gd name="connsiteX9" fmla="*/ 69546 w 69545"/>
                <a:gd name="connsiteY9" fmla="*/ 34277 h 68676"/>
                <a:gd name="connsiteX10" fmla="*/ 64896 w 69545"/>
                <a:gd name="connsiteY10" fmla="*/ 52128 h 68676"/>
                <a:gd name="connsiteX11" fmla="*/ 52375 w 69545"/>
                <a:gd name="connsiteY11" fmla="*/ 64276 h 68676"/>
                <a:gd name="connsiteX12" fmla="*/ 34773 w 69545"/>
                <a:gd name="connsiteY12" fmla="*/ 68677 h 68676"/>
                <a:gd name="connsiteX13" fmla="*/ 34773 w 69545"/>
                <a:gd name="connsiteY13" fmla="*/ 51941 h 68676"/>
                <a:gd name="connsiteX14" fmla="*/ 43015 w 69545"/>
                <a:gd name="connsiteY14" fmla="*/ 49710 h 68676"/>
                <a:gd name="connsiteX15" fmla="*/ 48782 w 69545"/>
                <a:gd name="connsiteY15" fmla="*/ 43512 h 68676"/>
                <a:gd name="connsiteX16" fmla="*/ 50887 w 69545"/>
                <a:gd name="connsiteY16" fmla="*/ 34277 h 68676"/>
                <a:gd name="connsiteX17" fmla="*/ 48842 w 69545"/>
                <a:gd name="connsiteY17" fmla="*/ 25227 h 68676"/>
                <a:gd name="connsiteX18" fmla="*/ 43202 w 69545"/>
                <a:gd name="connsiteY18" fmla="*/ 19029 h 68676"/>
                <a:gd name="connsiteX19" fmla="*/ 34896 w 69545"/>
                <a:gd name="connsiteY19" fmla="*/ 16735 h 68676"/>
                <a:gd name="connsiteX20" fmla="*/ 26527 w 69545"/>
                <a:gd name="connsiteY20" fmla="*/ 18967 h 68676"/>
                <a:gd name="connsiteX21" fmla="*/ 20764 w 69545"/>
                <a:gd name="connsiteY21" fmla="*/ 25103 h 68676"/>
                <a:gd name="connsiteX22" fmla="*/ 18656 w 69545"/>
                <a:gd name="connsiteY22" fmla="*/ 34277 h 68676"/>
                <a:gd name="connsiteX23" fmla="*/ 20764 w 69545"/>
                <a:gd name="connsiteY23" fmla="*/ 43512 h 68676"/>
                <a:gd name="connsiteX24" fmla="*/ 26591 w 69545"/>
                <a:gd name="connsiteY24" fmla="*/ 49710 h 68676"/>
                <a:gd name="connsiteX25" fmla="*/ 34773 w 69545"/>
                <a:gd name="connsiteY25" fmla="*/ 51941 h 68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545" h="68676">
                  <a:moveTo>
                    <a:pt x="34773" y="68677"/>
                  </a:moveTo>
                  <a:cubicBezTo>
                    <a:pt x="28369" y="68677"/>
                    <a:pt x="22522" y="67210"/>
                    <a:pt x="17231" y="64276"/>
                  </a:cubicBezTo>
                  <a:cubicBezTo>
                    <a:pt x="11985" y="61342"/>
                    <a:pt x="7788" y="57293"/>
                    <a:pt x="4650" y="52128"/>
                  </a:cubicBezTo>
                  <a:cubicBezTo>
                    <a:pt x="1551" y="46962"/>
                    <a:pt x="0" y="41012"/>
                    <a:pt x="0" y="34277"/>
                  </a:cubicBezTo>
                  <a:cubicBezTo>
                    <a:pt x="0" y="27541"/>
                    <a:pt x="1551" y="21591"/>
                    <a:pt x="4650" y="16425"/>
                  </a:cubicBezTo>
                  <a:cubicBezTo>
                    <a:pt x="7788" y="11260"/>
                    <a:pt x="11985" y="7231"/>
                    <a:pt x="17231" y="4339"/>
                  </a:cubicBezTo>
                  <a:cubicBezTo>
                    <a:pt x="22522" y="1446"/>
                    <a:pt x="28369" y="0"/>
                    <a:pt x="34773" y="0"/>
                  </a:cubicBezTo>
                  <a:cubicBezTo>
                    <a:pt x="41301" y="0"/>
                    <a:pt x="47191" y="1446"/>
                    <a:pt x="52438" y="4339"/>
                  </a:cubicBezTo>
                  <a:cubicBezTo>
                    <a:pt x="57685" y="7231"/>
                    <a:pt x="61837" y="11260"/>
                    <a:pt x="64896" y="16425"/>
                  </a:cubicBezTo>
                  <a:cubicBezTo>
                    <a:pt x="67995" y="21591"/>
                    <a:pt x="69546" y="27541"/>
                    <a:pt x="69546" y="34277"/>
                  </a:cubicBezTo>
                  <a:cubicBezTo>
                    <a:pt x="69546" y="41012"/>
                    <a:pt x="67995" y="46962"/>
                    <a:pt x="64896" y="52128"/>
                  </a:cubicBezTo>
                  <a:cubicBezTo>
                    <a:pt x="61837" y="57293"/>
                    <a:pt x="57665" y="61342"/>
                    <a:pt x="52375" y="64276"/>
                  </a:cubicBezTo>
                  <a:cubicBezTo>
                    <a:pt x="47128" y="67210"/>
                    <a:pt x="41261" y="68677"/>
                    <a:pt x="34773" y="68677"/>
                  </a:cubicBezTo>
                  <a:close/>
                  <a:moveTo>
                    <a:pt x="34773" y="51941"/>
                  </a:moveTo>
                  <a:cubicBezTo>
                    <a:pt x="37832" y="51941"/>
                    <a:pt x="40577" y="51198"/>
                    <a:pt x="43015" y="49710"/>
                  </a:cubicBezTo>
                  <a:cubicBezTo>
                    <a:pt x="45453" y="48223"/>
                    <a:pt x="47375" y="46157"/>
                    <a:pt x="48782" y="43512"/>
                  </a:cubicBezTo>
                  <a:cubicBezTo>
                    <a:pt x="50186" y="40868"/>
                    <a:pt x="50887" y="37789"/>
                    <a:pt x="50887" y="34277"/>
                  </a:cubicBezTo>
                  <a:cubicBezTo>
                    <a:pt x="50887" y="30888"/>
                    <a:pt x="50206" y="27872"/>
                    <a:pt x="48842" y="25227"/>
                  </a:cubicBezTo>
                  <a:cubicBezTo>
                    <a:pt x="47478" y="22583"/>
                    <a:pt x="45600" y="20516"/>
                    <a:pt x="43202" y="19029"/>
                  </a:cubicBezTo>
                  <a:cubicBezTo>
                    <a:pt x="40807" y="17500"/>
                    <a:pt x="38035" y="16735"/>
                    <a:pt x="34896" y="16735"/>
                  </a:cubicBezTo>
                  <a:cubicBezTo>
                    <a:pt x="31798" y="16735"/>
                    <a:pt x="29009" y="17479"/>
                    <a:pt x="26527" y="18967"/>
                  </a:cubicBezTo>
                  <a:cubicBezTo>
                    <a:pt x="24089" y="20413"/>
                    <a:pt x="22168" y="22458"/>
                    <a:pt x="20764" y="25103"/>
                  </a:cubicBezTo>
                  <a:cubicBezTo>
                    <a:pt x="19359" y="27748"/>
                    <a:pt x="18656" y="30806"/>
                    <a:pt x="18656" y="34277"/>
                  </a:cubicBezTo>
                  <a:cubicBezTo>
                    <a:pt x="18656" y="37789"/>
                    <a:pt x="19359" y="40868"/>
                    <a:pt x="20764" y="43512"/>
                  </a:cubicBezTo>
                  <a:cubicBezTo>
                    <a:pt x="22211" y="46157"/>
                    <a:pt x="24153" y="48223"/>
                    <a:pt x="26591" y="49710"/>
                  </a:cubicBezTo>
                  <a:cubicBezTo>
                    <a:pt x="29029" y="51198"/>
                    <a:pt x="31754" y="51941"/>
                    <a:pt x="34773" y="51941"/>
                  </a:cubicBez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CC46514-3513-1871-11E1-CF2D0C2F6DE0}"/>
                </a:ext>
              </a:extLst>
            </p:cNvPr>
            <p:cNvSpPr/>
            <p:nvPr/>
          </p:nvSpPr>
          <p:spPr>
            <a:xfrm>
              <a:off x="662820" y="322649"/>
              <a:ext cx="53244" cy="91362"/>
            </a:xfrm>
            <a:custGeom>
              <a:avLst/>
              <a:gdLst>
                <a:gd name="connsiteX0" fmla="*/ 0 w 53244"/>
                <a:gd name="connsiteY0" fmla="*/ 0 h 91362"/>
                <a:gd name="connsiteX1" fmla="*/ 0 w 53244"/>
                <a:gd name="connsiteY1" fmla="*/ 91362 h 91362"/>
                <a:gd name="connsiteX2" fmla="*/ 53244 w 53244"/>
                <a:gd name="connsiteY2" fmla="*/ 91362 h 91362"/>
                <a:gd name="connsiteX3" fmla="*/ 53244 w 53244"/>
                <a:gd name="connsiteY3" fmla="*/ 73263 h 91362"/>
                <a:gd name="connsiteX4" fmla="*/ 20330 w 53244"/>
                <a:gd name="connsiteY4" fmla="*/ 73263 h 91362"/>
                <a:gd name="connsiteX5" fmla="*/ 20330 w 53244"/>
                <a:gd name="connsiteY5" fmla="*/ 0 h 91362"/>
                <a:gd name="connsiteX6" fmla="*/ 0 w 53244"/>
                <a:gd name="connsiteY6" fmla="*/ 0 h 9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44" h="91362">
                  <a:moveTo>
                    <a:pt x="0" y="0"/>
                  </a:moveTo>
                  <a:lnTo>
                    <a:pt x="0" y="91362"/>
                  </a:lnTo>
                  <a:lnTo>
                    <a:pt x="53244" y="91362"/>
                  </a:lnTo>
                  <a:lnTo>
                    <a:pt x="53244" y="73263"/>
                  </a:lnTo>
                  <a:lnTo>
                    <a:pt x="20330" y="73263"/>
                  </a:lnTo>
                  <a:lnTo>
                    <a:pt x="20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33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ED4A0E5-7778-08BA-17BF-9D9DDDBDBC13}"/>
              </a:ext>
            </a:extLst>
          </p:cNvPr>
          <p:cNvGrpSpPr/>
          <p:nvPr/>
        </p:nvGrpSpPr>
        <p:grpSpPr>
          <a:xfrm>
            <a:off x="685800" y="2525279"/>
            <a:ext cx="7620000" cy="1807443"/>
            <a:chOff x="685800" y="2644170"/>
            <a:chExt cx="7620000" cy="18074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0F3039-8F38-D04E-5FD1-99AD2B8C9E93}"/>
                </a:ext>
              </a:extLst>
            </p:cNvPr>
            <p:cNvSpPr txBox="1"/>
            <p:nvPr/>
          </p:nvSpPr>
          <p:spPr>
            <a:xfrm>
              <a:off x="685800" y="2644170"/>
              <a:ext cx="7620000" cy="1569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9600" b="1" dirty="0">
                  <a:solidFill>
                    <a:schemeClr val="bg2"/>
                  </a:solidFill>
                  <a:latin typeface="+mj-lt"/>
                </a:rPr>
                <a:t>Thank You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D8C4DE-CEB5-E850-A3F3-B1065E41D36E}"/>
                </a:ext>
              </a:extLst>
            </p:cNvPr>
            <p:cNvSpPr txBox="1"/>
            <p:nvPr/>
          </p:nvSpPr>
          <p:spPr>
            <a:xfrm>
              <a:off x="777241" y="4113059"/>
              <a:ext cx="321373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dirty="0">
                  <a:solidFill>
                    <a:schemeClr val="bg2"/>
                  </a:solidFill>
                </a:rPr>
                <a:t>For Joining this Presentation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020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72500"/>
      </a:accent1>
      <a:accent2>
        <a:srgbClr val="123C00"/>
      </a:accent2>
      <a:accent3>
        <a:srgbClr val="2A5500"/>
      </a:accent3>
      <a:accent4>
        <a:srgbClr val="46701A"/>
      </a:accent4>
      <a:accent5>
        <a:srgbClr val="618B35"/>
      </a:accent5>
      <a:accent6>
        <a:srgbClr val="E2DCD0"/>
      </a:accent6>
      <a:hlink>
        <a:srgbClr val="467886"/>
      </a:hlink>
      <a:folHlink>
        <a:srgbClr val="96607D"/>
      </a:folHlink>
    </a:clrScheme>
    <a:fontScheme name="Custom 1">
      <a:majorFont>
        <a:latin typeface="Liter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1112</Words>
  <Application>Microsoft Office PowerPoint</Application>
  <PresentationFormat>Widescreen</PresentationFormat>
  <Paragraphs>168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Onest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Slidesignus 22 22</dc:creator>
  <cp:lastModifiedBy>Slidesignus 22 22</cp:lastModifiedBy>
  <cp:revision>21</cp:revision>
  <dcterms:created xsi:type="dcterms:W3CDTF">2025-04-24T06:59:06Z</dcterms:created>
  <dcterms:modified xsi:type="dcterms:W3CDTF">2025-04-26T03:44:20Z</dcterms:modified>
</cp:coreProperties>
</file>