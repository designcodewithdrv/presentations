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3" r:id="rId3"/>
    <p:sldId id="262" r:id="rId4"/>
    <p:sldId id="261" r:id="rId5"/>
    <p:sldId id="264" r:id="rId6"/>
    <p:sldId id="260" r:id="rId7"/>
    <p:sldId id="266" r:id="rId8"/>
    <p:sldId id="265" r:id="rId9"/>
    <p:sldId id="270" r:id="rId10"/>
    <p:sldId id="259" r:id="rId11"/>
    <p:sldId id="269" r:id="rId12"/>
    <p:sldId id="267" r:id="rId13"/>
    <p:sldId id="268" r:id="rId14"/>
    <p:sldId id="257" r:id="rId15"/>
    <p:sldId id="272" r:id="rId16"/>
    <p:sldId id="273" r:id="rId17"/>
    <p:sldId id="275" r:id="rId18"/>
    <p:sldId id="274" r:id="rId19"/>
    <p:sldId id="271" r:id="rId20"/>
    <p:sldId id="278" r:id="rId21"/>
    <p:sldId id="279"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p:scale>
          <a:sx n="100" d="100"/>
          <a:sy n="100" d="100"/>
        </p:scale>
        <p:origin x="936" y="2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2652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1EAA9DA-3F76-FFBD-3D7F-059464765884}"/>
              </a:ext>
            </a:extLst>
          </p:cNvPr>
          <p:cNvSpPr>
            <a:spLocks noGrp="1"/>
          </p:cNvSpPr>
          <p:nvPr>
            <p:ph type="pic" sz="quarter" idx="10"/>
          </p:nvPr>
        </p:nvSpPr>
        <p:spPr>
          <a:xfrm>
            <a:off x="787400" y="2120901"/>
            <a:ext cx="6058413" cy="4154875"/>
          </a:xfrm>
          <a:custGeom>
            <a:avLst/>
            <a:gdLst>
              <a:gd name="connsiteX0" fmla="*/ 0 w 6058413"/>
              <a:gd name="connsiteY0" fmla="*/ 0 h 4154875"/>
              <a:gd name="connsiteX1" fmla="*/ 6058413 w 6058413"/>
              <a:gd name="connsiteY1" fmla="*/ 0 h 4154875"/>
              <a:gd name="connsiteX2" fmla="*/ 6058413 w 6058413"/>
              <a:gd name="connsiteY2" fmla="*/ 4154875 h 4154875"/>
              <a:gd name="connsiteX3" fmla="*/ 0 w 6058413"/>
              <a:gd name="connsiteY3" fmla="*/ 4154875 h 4154875"/>
            </a:gdLst>
            <a:ahLst/>
            <a:cxnLst>
              <a:cxn ang="0">
                <a:pos x="connsiteX0" y="connsiteY0"/>
              </a:cxn>
              <a:cxn ang="0">
                <a:pos x="connsiteX1" y="connsiteY1"/>
              </a:cxn>
              <a:cxn ang="0">
                <a:pos x="connsiteX2" y="connsiteY2"/>
              </a:cxn>
              <a:cxn ang="0">
                <a:pos x="connsiteX3" y="connsiteY3"/>
              </a:cxn>
            </a:cxnLst>
            <a:rect l="l" t="t" r="r" b="b"/>
            <a:pathLst>
              <a:path w="6058413" h="4154875">
                <a:moveTo>
                  <a:pt x="0" y="0"/>
                </a:moveTo>
                <a:lnTo>
                  <a:pt x="6058413" y="0"/>
                </a:lnTo>
                <a:lnTo>
                  <a:pt x="6058413" y="4154875"/>
                </a:lnTo>
                <a:lnTo>
                  <a:pt x="0" y="4154875"/>
                </a:ln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4070367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1DC54F0-42D9-4806-4C86-BE460858D590}"/>
              </a:ext>
            </a:extLst>
          </p:cNvPr>
          <p:cNvSpPr>
            <a:spLocks noGrp="1"/>
          </p:cNvSpPr>
          <p:nvPr>
            <p:ph type="pic" sz="quarter" idx="10"/>
          </p:nvPr>
        </p:nvSpPr>
        <p:spPr>
          <a:xfrm>
            <a:off x="7200900" y="2011023"/>
            <a:ext cx="3975100" cy="2686050"/>
          </a:xfrm>
          <a:custGeom>
            <a:avLst/>
            <a:gdLst>
              <a:gd name="connsiteX0" fmla="*/ 82542 w 3975100"/>
              <a:gd name="connsiteY0" fmla="*/ 0 h 2686050"/>
              <a:gd name="connsiteX1" fmla="*/ 3892558 w 3975100"/>
              <a:gd name="connsiteY1" fmla="*/ 0 h 2686050"/>
              <a:gd name="connsiteX2" fmla="*/ 3975100 w 3975100"/>
              <a:gd name="connsiteY2" fmla="*/ 82542 h 2686050"/>
              <a:gd name="connsiteX3" fmla="*/ 3975100 w 3975100"/>
              <a:gd name="connsiteY3" fmla="*/ 2603508 h 2686050"/>
              <a:gd name="connsiteX4" fmla="*/ 3892558 w 3975100"/>
              <a:gd name="connsiteY4" fmla="*/ 2686050 h 2686050"/>
              <a:gd name="connsiteX5" fmla="*/ 82542 w 3975100"/>
              <a:gd name="connsiteY5" fmla="*/ 2686050 h 2686050"/>
              <a:gd name="connsiteX6" fmla="*/ 0 w 3975100"/>
              <a:gd name="connsiteY6" fmla="*/ 2603508 h 2686050"/>
              <a:gd name="connsiteX7" fmla="*/ 0 w 3975100"/>
              <a:gd name="connsiteY7" fmla="*/ 82542 h 2686050"/>
              <a:gd name="connsiteX8" fmla="*/ 82542 w 3975100"/>
              <a:gd name="connsiteY8" fmla="*/ 0 h 2686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75100" h="2686050">
                <a:moveTo>
                  <a:pt x="82542" y="0"/>
                </a:moveTo>
                <a:lnTo>
                  <a:pt x="3892558" y="0"/>
                </a:lnTo>
                <a:cubicBezTo>
                  <a:pt x="3938145" y="0"/>
                  <a:pt x="3975100" y="36955"/>
                  <a:pt x="3975100" y="82542"/>
                </a:cubicBezTo>
                <a:lnTo>
                  <a:pt x="3975100" y="2603508"/>
                </a:lnTo>
                <a:cubicBezTo>
                  <a:pt x="3975100" y="2649095"/>
                  <a:pt x="3938145" y="2686050"/>
                  <a:pt x="3892558" y="2686050"/>
                </a:cubicBezTo>
                <a:lnTo>
                  <a:pt x="82542" y="2686050"/>
                </a:lnTo>
                <a:cubicBezTo>
                  <a:pt x="36955" y="2686050"/>
                  <a:pt x="0" y="2649095"/>
                  <a:pt x="0" y="2603508"/>
                </a:cubicBezTo>
                <a:lnTo>
                  <a:pt x="0" y="82542"/>
                </a:lnTo>
                <a:cubicBezTo>
                  <a:pt x="0" y="36955"/>
                  <a:pt x="36955" y="0"/>
                  <a:pt x="82542" y="0"/>
                </a:cubicBez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487738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C778CD8-3DE2-1685-4411-91BAB4C2A00B}"/>
              </a:ext>
            </a:extLst>
          </p:cNvPr>
          <p:cNvSpPr>
            <a:spLocks noGrp="1"/>
          </p:cNvSpPr>
          <p:nvPr>
            <p:ph type="pic" sz="quarter" idx="11"/>
          </p:nvPr>
        </p:nvSpPr>
        <p:spPr>
          <a:xfrm>
            <a:off x="3804641" y="1892300"/>
            <a:ext cx="2133600" cy="3390900"/>
          </a:xfrm>
          <a:custGeom>
            <a:avLst/>
            <a:gdLst>
              <a:gd name="connsiteX0" fmla="*/ 0 w 2133600"/>
              <a:gd name="connsiteY0" fmla="*/ 0 h 3390900"/>
              <a:gd name="connsiteX1" fmla="*/ 2133600 w 2133600"/>
              <a:gd name="connsiteY1" fmla="*/ 0 h 3390900"/>
              <a:gd name="connsiteX2" fmla="*/ 2133600 w 2133600"/>
              <a:gd name="connsiteY2" fmla="*/ 3390900 h 3390900"/>
              <a:gd name="connsiteX3" fmla="*/ 0 w 213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2133600" h="3390900">
                <a:moveTo>
                  <a:pt x="0" y="0"/>
                </a:moveTo>
                <a:lnTo>
                  <a:pt x="2133600" y="0"/>
                </a:lnTo>
                <a:lnTo>
                  <a:pt x="2133600" y="3390900"/>
                </a:lnTo>
                <a:lnTo>
                  <a:pt x="0" y="3390900"/>
                </a:lnTo>
                <a:close/>
              </a:path>
            </a:pathLst>
          </a:custGeom>
        </p:spPr>
        <p:txBody>
          <a:bodyPr wrap="square">
            <a:noAutofit/>
          </a:bodyPr>
          <a:lstStyle>
            <a:lvl1pPr>
              <a:defRPr sz="1000"/>
            </a:lvl1pPr>
          </a:lstStyle>
          <a:p>
            <a:endParaRPr lang="en-US"/>
          </a:p>
        </p:txBody>
      </p:sp>
      <p:sp>
        <p:nvSpPr>
          <p:cNvPr id="6" name="Picture Placeholder 5">
            <a:extLst>
              <a:ext uri="{FF2B5EF4-FFF2-40B4-BE49-F238E27FC236}">
                <a16:creationId xmlns:a16="http://schemas.microsoft.com/office/drawing/2014/main" id="{0AA331ED-4811-FA0A-118B-F1A88CDBEE72}"/>
              </a:ext>
            </a:extLst>
          </p:cNvPr>
          <p:cNvSpPr>
            <a:spLocks noGrp="1"/>
          </p:cNvSpPr>
          <p:nvPr>
            <p:ph type="pic" sz="quarter" idx="10"/>
          </p:nvPr>
        </p:nvSpPr>
        <p:spPr>
          <a:xfrm>
            <a:off x="873915" y="1892300"/>
            <a:ext cx="2133600" cy="3390900"/>
          </a:xfrm>
          <a:custGeom>
            <a:avLst/>
            <a:gdLst>
              <a:gd name="connsiteX0" fmla="*/ 0 w 2133600"/>
              <a:gd name="connsiteY0" fmla="*/ 0 h 3390900"/>
              <a:gd name="connsiteX1" fmla="*/ 2133600 w 2133600"/>
              <a:gd name="connsiteY1" fmla="*/ 0 h 3390900"/>
              <a:gd name="connsiteX2" fmla="*/ 2133600 w 2133600"/>
              <a:gd name="connsiteY2" fmla="*/ 3390900 h 3390900"/>
              <a:gd name="connsiteX3" fmla="*/ 0 w 213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2133600" h="3390900">
                <a:moveTo>
                  <a:pt x="0" y="0"/>
                </a:moveTo>
                <a:lnTo>
                  <a:pt x="2133600" y="0"/>
                </a:lnTo>
                <a:lnTo>
                  <a:pt x="2133600" y="3390900"/>
                </a:lnTo>
                <a:lnTo>
                  <a:pt x="0" y="3390900"/>
                </a:ln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1708600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F01D9647-B09B-5193-9D50-958B6F06D0D6}"/>
              </a:ext>
            </a:extLst>
          </p:cNvPr>
          <p:cNvSpPr>
            <a:spLocks noGrp="1"/>
          </p:cNvSpPr>
          <p:nvPr>
            <p:ph type="pic" sz="quarter" idx="12"/>
          </p:nvPr>
        </p:nvSpPr>
        <p:spPr>
          <a:xfrm>
            <a:off x="6957184" y="3705758"/>
            <a:ext cx="2656387" cy="2656388"/>
          </a:xfrm>
          <a:custGeom>
            <a:avLst/>
            <a:gdLst>
              <a:gd name="connsiteX0" fmla="*/ 1328194 w 2656387"/>
              <a:gd name="connsiteY0" fmla="*/ 0 h 2656388"/>
              <a:gd name="connsiteX1" fmla="*/ 1442425 w 2656387"/>
              <a:gd name="connsiteY1" fmla="*/ 47316 h 2656388"/>
              <a:gd name="connsiteX2" fmla="*/ 2609071 w 2656387"/>
              <a:gd name="connsiteY2" fmla="*/ 1213962 h 2656388"/>
              <a:gd name="connsiteX3" fmla="*/ 2609071 w 2656387"/>
              <a:gd name="connsiteY3" fmla="*/ 1442425 h 2656388"/>
              <a:gd name="connsiteX4" fmla="*/ 1442425 w 2656387"/>
              <a:gd name="connsiteY4" fmla="*/ 2609072 h 2656388"/>
              <a:gd name="connsiteX5" fmla="*/ 1213962 w 2656387"/>
              <a:gd name="connsiteY5" fmla="*/ 2609072 h 2656388"/>
              <a:gd name="connsiteX6" fmla="*/ 47316 w 2656387"/>
              <a:gd name="connsiteY6" fmla="*/ 1442425 h 2656388"/>
              <a:gd name="connsiteX7" fmla="*/ 47316 w 2656387"/>
              <a:gd name="connsiteY7" fmla="*/ 1213962 h 2656388"/>
              <a:gd name="connsiteX8" fmla="*/ 1213962 w 2656387"/>
              <a:gd name="connsiteY8" fmla="*/ 47316 h 2656388"/>
              <a:gd name="connsiteX9" fmla="*/ 1328194 w 2656387"/>
              <a:gd name="connsiteY9" fmla="*/ 0 h 2656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56387" h="2656388">
                <a:moveTo>
                  <a:pt x="1328194" y="0"/>
                </a:moveTo>
                <a:cubicBezTo>
                  <a:pt x="1369537" y="0"/>
                  <a:pt x="1410881" y="15772"/>
                  <a:pt x="1442425" y="47316"/>
                </a:cubicBezTo>
                <a:lnTo>
                  <a:pt x="2609071" y="1213962"/>
                </a:lnTo>
                <a:cubicBezTo>
                  <a:pt x="2672160" y="1277050"/>
                  <a:pt x="2672160" y="1379337"/>
                  <a:pt x="2609071" y="1442425"/>
                </a:cubicBezTo>
                <a:lnTo>
                  <a:pt x="1442425" y="2609072"/>
                </a:lnTo>
                <a:cubicBezTo>
                  <a:pt x="1379337" y="2672160"/>
                  <a:pt x="1277050" y="2672160"/>
                  <a:pt x="1213962" y="2609072"/>
                </a:cubicBezTo>
                <a:lnTo>
                  <a:pt x="47316" y="1442425"/>
                </a:lnTo>
                <a:cubicBezTo>
                  <a:pt x="-15772" y="1379337"/>
                  <a:pt x="-15772" y="1277050"/>
                  <a:pt x="47316" y="1213962"/>
                </a:cubicBezTo>
                <a:lnTo>
                  <a:pt x="1213962" y="47316"/>
                </a:lnTo>
                <a:cubicBezTo>
                  <a:pt x="1245506" y="15772"/>
                  <a:pt x="1286850" y="0"/>
                  <a:pt x="1328194" y="0"/>
                </a:cubicBezTo>
                <a:close/>
              </a:path>
            </a:pathLst>
          </a:custGeom>
        </p:spPr>
        <p:txBody>
          <a:bodyPr wrap="square">
            <a:noAutofit/>
          </a:bodyPr>
          <a:lstStyle>
            <a:lvl1pPr>
              <a:defRPr sz="1000"/>
            </a:lvl1pPr>
          </a:lstStyle>
          <a:p>
            <a:endParaRPr lang="en-US"/>
          </a:p>
        </p:txBody>
      </p:sp>
      <p:sp>
        <p:nvSpPr>
          <p:cNvPr id="13" name="Picture Placeholder 12">
            <a:extLst>
              <a:ext uri="{FF2B5EF4-FFF2-40B4-BE49-F238E27FC236}">
                <a16:creationId xmlns:a16="http://schemas.microsoft.com/office/drawing/2014/main" id="{96A4931C-71F2-3BD3-28DD-0214FDE0E9FF}"/>
              </a:ext>
            </a:extLst>
          </p:cNvPr>
          <p:cNvSpPr>
            <a:spLocks noGrp="1"/>
          </p:cNvSpPr>
          <p:nvPr>
            <p:ph type="pic" sz="quarter" idx="13"/>
          </p:nvPr>
        </p:nvSpPr>
        <p:spPr>
          <a:xfrm>
            <a:off x="5340422" y="2074152"/>
            <a:ext cx="2656387" cy="2656388"/>
          </a:xfrm>
          <a:custGeom>
            <a:avLst/>
            <a:gdLst>
              <a:gd name="connsiteX0" fmla="*/ 1328194 w 2656387"/>
              <a:gd name="connsiteY0" fmla="*/ 0 h 2656388"/>
              <a:gd name="connsiteX1" fmla="*/ 1442425 w 2656387"/>
              <a:gd name="connsiteY1" fmla="*/ 47316 h 2656388"/>
              <a:gd name="connsiteX2" fmla="*/ 2609071 w 2656387"/>
              <a:gd name="connsiteY2" fmla="*/ 1213962 h 2656388"/>
              <a:gd name="connsiteX3" fmla="*/ 2609071 w 2656387"/>
              <a:gd name="connsiteY3" fmla="*/ 1442425 h 2656388"/>
              <a:gd name="connsiteX4" fmla="*/ 1442425 w 2656387"/>
              <a:gd name="connsiteY4" fmla="*/ 2609072 h 2656388"/>
              <a:gd name="connsiteX5" fmla="*/ 1213962 w 2656387"/>
              <a:gd name="connsiteY5" fmla="*/ 2609072 h 2656388"/>
              <a:gd name="connsiteX6" fmla="*/ 47316 w 2656387"/>
              <a:gd name="connsiteY6" fmla="*/ 1442425 h 2656388"/>
              <a:gd name="connsiteX7" fmla="*/ 47316 w 2656387"/>
              <a:gd name="connsiteY7" fmla="*/ 1213962 h 2656388"/>
              <a:gd name="connsiteX8" fmla="*/ 1213962 w 2656387"/>
              <a:gd name="connsiteY8" fmla="*/ 47316 h 2656388"/>
              <a:gd name="connsiteX9" fmla="*/ 1328194 w 2656387"/>
              <a:gd name="connsiteY9" fmla="*/ 0 h 2656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56387" h="2656388">
                <a:moveTo>
                  <a:pt x="1328194" y="0"/>
                </a:moveTo>
                <a:cubicBezTo>
                  <a:pt x="1369537" y="0"/>
                  <a:pt x="1410881" y="15772"/>
                  <a:pt x="1442425" y="47316"/>
                </a:cubicBezTo>
                <a:lnTo>
                  <a:pt x="2609071" y="1213962"/>
                </a:lnTo>
                <a:cubicBezTo>
                  <a:pt x="2672160" y="1277050"/>
                  <a:pt x="2672160" y="1379337"/>
                  <a:pt x="2609071" y="1442425"/>
                </a:cubicBezTo>
                <a:lnTo>
                  <a:pt x="1442425" y="2609072"/>
                </a:lnTo>
                <a:cubicBezTo>
                  <a:pt x="1379337" y="2672160"/>
                  <a:pt x="1277050" y="2672160"/>
                  <a:pt x="1213962" y="2609072"/>
                </a:cubicBezTo>
                <a:lnTo>
                  <a:pt x="47316" y="1442425"/>
                </a:lnTo>
                <a:cubicBezTo>
                  <a:pt x="-15772" y="1379337"/>
                  <a:pt x="-15772" y="1277050"/>
                  <a:pt x="47316" y="1213962"/>
                </a:cubicBezTo>
                <a:lnTo>
                  <a:pt x="1213962" y="47316"/>
                </a:lnTo>
                <a:cubicBezTo>
                  <a:pt x="1245506" y="15772"/>
                  <a:pt x="1286850" y="0"/>
                  <a:pt x="1328194" y="0"/>
                </a:cubicBezTo>
                <a:close/>
              </a:path>
            </a:pathLst>
          </a:custGeom>
        </p:spPr>
        <p:txBody>
          <a:bodyPr wrap="square">
            <a:noAutofit/>
          </a:bodyPr>
          <a:lstStyle>
            <a:lvl1pPr>
              <a:defRPr sz="1000"/>
            </a:lvl1pPr>
          </a:lstStyle>
          <a:p>
            <a:endParaRPr lang="en-US"/>
          </a:p>
        </p:txBody>
      </p:sp>
      <p:sp>
        <p:nvSpPr>
          <p:cNvPr id="8" name="Picture Placeholder 7">
            <a:extLst>
              <a:ext uri="{FF2B5EF4-FFF2-40B4-BE49-F238E27FC236}">
                <a16:creationId xmlns:a16="http://schemas.microsoft.com/office/drawing/2014/main" id="{E4D49855-E4C2-73F1-A0D4-CB5C63468ECE}"/>
              </a:ext>
            </a:extLst>
          </p:cNvPr>
          <p:cNvSpPr>
            <a:spLocks noGrp="1"/>
          </p:cNvSpPr>
          <p:nvPr>
            <p:ph type="pic" sz="quarter" idx="10"/>
          </p:nvPr>
        </p:nvSpPr>
        <p:spPr>
          <a:xfrm>
            <a:off x="8581724" y="1049370"/>
            <a:ext cx="4705953" cy="4705953"/>
          </a:xfrm>
          <a:custGeom>
            <a:avLst/>
            <a:gdLst>
              <a:gd name="connsiteX0" fmla="*/ 2352977 w 4705953"/>
              <a:gd name="connsiteY0" fmla="*/ 0 h 4705953"/>
              <a:gd name="connsiteX1" fmla="*/ 2555345 w 4705953"/>
              <a:gd name="connsiteY1" fmla="*/ 83824 h 4705953"/>
              <a:gd name="connsiteX2" fmla="*/ 4622130 w 4705953"/>
              <a:gd name="connsiteY2" fmla="*/ 2150608 h 4705953"/>
              <a:gd name="connsiteX3" fmla="*/ 4622130 w 4705953"/>
              <a:gd name="connsiteY3" fmla="*/ 2555345 h 4705953"/>
              <a:gd name="connsiteX4" fmla="*/ 2555345 w 4705953"/>
              <a:gd name="connsiteY4" fmla="*/ 4622130 h 4705953"/>
              <a:gd name="connsiteX5" fmla="*/ 2150608 w 4705953"/>
              <a:gd name="connsiteY5" fmla="*/ 4622130 h 4705953"/>
              <a:gd name="connsiteX6" fmla="*/ 83823 w 4705953"/>
              <a:gd name="connsiteY6" fmla="*/ 2555345 h 4705953"/>
              <a:gd name="connsiteX7" fmla="*/ 83823 w 4705953"/>
              <a:gd name="connsiteY7" fmla="*/ 2150608 h 4705953"/>
              <a:gd name="connsiteX8" fmla="*/ 2150608 w 4705953"/>
              <a:gd name="connsiteY8" fmla="*/ 83824 h 4705953"/>
              <a:gd name="connsiteX9" fmla="*/ 2352977 w 4705953"/>
              <a:gd name="connsiteY9" fmla="*/ 0 h 4705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05953" h="4705953">
                <a:moveTo>
                  <a:pt x="2352977" y="0"/>
                </a:moveTo>
                <a:cubicBezTo>
                  <a:pt x="2426220" y="0"/>
                  <a:pt x="2499463" y="27941"/>
                  <a:pt x="2555345" y="83824"/>
                </a:cubicBezTo>
                <a:lnTo>
                  <a:pt x="4622130" y="2150608"/>
                </a:lnTo>
                <a:cubicBezTo>
                  <a:pt x="4733894" y="2262373"/>
                  <a:pt x="4733894" y="2443580"/>
                  <a:pt x="4622130" y="2555345"/>
                </a:cubicBezTo>
                <a:lnTo>
                  <a:pt x="2555345" y="4622130"/>
                </a:lnTo>
                <a:cubicBezTo>
                  <a:pt x="2443580" y="4733894"/>
                  <a:pt x="2262373" y="4733894"/>
                  <a:pt x="2150608" y="4622130"/>
                </a:cubicBezTo>
                <a:lnTo>
                  <a:pt x="83823" y="2555345"/>
                </a:lnTo>
                <a:cubicBezTo>
                  <a:pt x="-27941" y="2443580"/>
                  <a:pt x="-27941" y="2262373"/>
                  <a:pt x="83823" y="2150608"/>
                </a:cubicBezTo>
                <a:lnTo>
                  <a:pt x="2150608" y="83824"/>
                </a:lnTo>
                <a:cubicBezTo>
                  <a:pt x="2206491" y="27941"/>
                  <a:pt x="2279734" y="0"/>
                  <a:pt x="2352977" y="0"/>
                </a:cubicBezTo>
                <a:close/>
              </a:path>
            </a:pathLst>
          </a:custGeom>
        </p:spPr>
        <p:txBody>
          <a:bodyPr wrap="square">
            <a:noAutofit/>
          </a:bodyPr>
          <a:lstStyle>
            <a:lvl1pPr>
              <a:defRPr sz="1000"/>
            </a:lvl1pPr>
          </a:lstStyle>
          <a:p>
            <a:endParaRPr lang="en-US"/>
          </a:p>
        </p:txBody>
      </p:sp>
      <p:sp>
        <p:nvSpPr>
          <p:cNvPr id="11" name="Picture Placeholder 10">
            <a:extLst>
              <a:ext uri="{FF2B5EF4-FFF2-40B4-BE49-F238E27FC236}">
                <a16:creationId xmlns:a16="http://schemas.microsoft.com/office/drawing/2014/main" id="{055A0178-6134-42F5-31D7-6A56A237E6D2}"/>
              </a:ext>
            </a:extLst>
          </p:cNvPr>
          <p:cNvSpPr>
            <a:spLocks noGrp="1"/>
          </p:cNvSpPr>
          <p:nvPr>
            <p:ph type="pic" sz="quarter" idx="11"/>
          </p:nvPr>
        </p:nvSpPr>
        <p:spPr>
          <a:xfrm>
            <a:off x="6957184" y="438052"/>
            <a:ext cx="2656387" cy="2656388"/>
          </a:xfrm>
          <a:custGeom>
            <a:avLst/>
            <a:gdLst>
              <a:gd name="connsiteX0" fmla="*/ 1328194 w 2656387"/>
              <a:gd name="connsiteY0" fmla="*/ 0 h 2656388"/>
              <a:gd name="connsiteX1" fmla="*/ 1442425 w 2656387"/>
              <a:gd name="connsiteY1" fmla="*/ 47316 h 2656388"/>
              <a:gd name="connsiteX2" fmla="*/ 2609071 w 2656387"/>
              <a:gd name="connsiteY2" fmla="*/ 1213962 h 2656388"/>
              <a:gd name="connsiteX3" fmla="*/ 2609071 w 2656387"/>
              <a:gd name="connsiteY3" fmla="*/ 1442425 h 2656388"/>
              <a:gd name="connsiteX4" fmla="*/ 1442425 w 2656387"/>
              <a:gd name="connsiteY4" fmla="*/ 2609072 h 2656388"/>
              <a:gd name="connsiteX5" fmla="*/ 1213962 w 2656387"/>
              <a:gd name="connsiteY5" fmla="*/ 2609072 h 2656388"/>
              <a:gd name="connsiteX6" fmla="*/ 47316 w 2656387"/>
              <a:gd name="connsiteY6" fmla="*/ 1442425 h 2656388"/>
              <a:gd name="connsiteX7" fmla="*/ 47316 w 2656387"/>
              <a:gd name="connsiteY7" fmla="*/ 1213962 h 2656388"/>
              <a:gd name="connsiteX8" fmla="*/ 1213962 w 2656387"/>
              <a:gd name="connsiteY8" fmla="*/ 47316 h 2656388"/>
              <a:gd name="connsiteX9" fmla="*/ 1328194 w 2656387"/>
              <a:gd name="connsiteY9" fmla="*/ 0 h 2656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56387" h="2656388">
                <a:moveTo>
                  <a:pt x="1328194" y="0"/>
                </a:moveTo>
                <a:cubicBezTo>
                  <a:pt x="1369537" y="0"/>
                  <a:pt x="1410881" y="15772"/>
                  <a:pt x="1442425" y="47316"/>
                </a:cubicBezTo>
                <a:lnTo>
                  <a:pt x="2609071" y="1213962"/>
                </a:lnTo>
                <a:cubicBezTo>
                  <a:pt x="2672160" y="1277050"/>
                  <a:pt x="2672160" y="1379337"/>
                  <a:pt x="2609071" y="1442425"/>
                </a:cubicBezTo>
                <a:lnTo>
                  <a:pt x="1442425" y="2609072"/>
                </a:lnTo>
                <a:cubicBezTo>
                  <a:pt x="1379337" y="2672160"/>
                  <a:pt x="1277050" y="2672160"/>
                  <a:pt x="1213962" y="2609072"/>
                </a:cubicBezTo>
                <a:lnTo>
                  <a:pt x="47316" y="1442425"/>
                </a:lnTo>
                <a:cubicBezTo>
                  <a:pt x="-15772" y="1379337"/>
                  <a:pt x="-15772" y="1277050"/>
                  <a:pt x="47316" y="1213962"/>
                </a:cubicBezTo>
                <a:lnTo>
                  <a:pt x="1213962" y="47316"/>
                </a:lnTo>
                <a:cubicBezTo>
                  <a:pt x="1245506" y="15772"/>
                  <a:pt x="1286850" y="0"/>
                  <a:pt x="1328194" y="0"/>
                </a:cubicBez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75395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0750C8D-AEE5-E7D3-1CEF-9DE1272DBC3F}"/>
              </a:ext>
            </a:extLst>
          </p:cNvPr>
          <p:cNvSpPr>
            <a:spLocks noGrp="1"/>
          </p:cNvSpPr>
          <p:nvPr>
            <p:ph type="pic" sz="quarter" idx="10"/>
          </p:nvPr>
        </p:nvSpPr>
        <p:spPr>
          <a:xfrm>
            <a:off x="2870200" y="711202"/>
            <a:ext cx="3225800" cy="2514600"/>
          </a:xfrm>
          <a:custGeom>
            <a:avLst/>
            <a:gdLst>
              <a:gd name="connsiteX0" fmla="*/ 0 w 2628900"/>
              <a:gd name="connsiteY0" fmla="*/ 0 h 2730499"/>
              <a:gd name="connsiteX1" fmla="*/ 2628900 w 2628900"/>
              <a:gd name="connsiteY1" fmla="*/ 0 h 2730499"/>
              <a:gd name="connsiteX2" fmla="*/ 2628900 w 2628900"/>
              <a:gd name="connsiteY2" fmla="*/ 2730499 h 2730499"/>
              <a:gd name="connsiteX3" fmla="*/ 0 w 2628900"/>
              <a:gd name="connsiteY3" fmla="*/ 2730499 h 2730499"/>
            </a:gdLst>
            <a:ahLst/>
            <a:cxnLst>
              <a:cxn ang="0">
                <a:pos x="connsiteX0" y="connsiteY0"/>
              </a:cxn>
              <a:cxn ang="0">
                <a:pos x="connsiteX1" y="connsiteY1"/>
              </a:cxn>
              <a:cxn ang="0">
                <a:pos x="connsiteX2" y="connsiteY2"/>
              </a:cxn>
              <a:cxn ang="0">
                <a:pos x="connsiteX3" y="connsiteY3"/>
              </a:cxn>
            </a:cxnLst>
            <a:rect l="l" t="t" r="r" b="b"/>
            <a:pathLst>
              <a:path w="2628900" h="2730499">
                <a:moveTo>
                  <a:pt x="0" y="0"/>
                </a:moveTo>
                <a:lnTo>
                  <a:pt x="2628900" y="0"/>
                </a:lnTo>
                <a:lnTo>
                  <a:pt x="2628900" y="2730499"/>
                </a:lnTo>
                <a:lnTo>
                  <a:pt x="0" y="2730499"/>
                </a:lnTo>
                <a:close/>
              </a:path>
            </a:pathLst>
          </a:custGeom>
        </p:spPr>
        <p:txBody>
          <a:bodyPr wrap="square">
            <a:noAutofit/>
          </a:bodyPr>
          <a:lstStyle>
            <a:lvl1pPr>
              <a:defRPr sz="1000"/>
            </a:lvl1pPr>
          </a:lstStyle>
          <a:p>
            <a:endParaRPr lang="en-US"/>
          </a:p>
        </p:txBody>
      </p:sp>
      <p:sp>
        <p:nvSpPr>
          <p:cNvPr id="6" name="Picture Placeholder 5">
            <a:extLst>
              <a:ext uri="{FF2B5EF4-FFF2-40B4-BE49-F238E27FC236}">
                <a16:creationId xmlns:a16="http://schemas.microsoft.com/office/drawing/2014/main" id="{C8647324-491F-6408-BC6D-FB2F803F03DE}"/>
              </a:ext>
            </a:extLst>
          </p:cNvPr>
          <p:cNvSpPr>
            <a:spLocks noGrp="1"/>
          </p:cNvSpPr>
          <p:nvPr>
            <p:ph type="pic" sz="quarter" idx="11"/>
          </p:nvPr>
        </p:nvSpPr>
        <p:spPr>
          <a:xfrm>
            <a:off x="2870200" y="3632198"/>
            <a:ext cx="3225800" cy="2514600"/>
          </a:xfrm>
          <a:custGeom>
            <a:avLst/>
            <a:gdLst>
              <a:gd name="connsiteX0" fmla="*/ 0 w 2628900"/>
              <a:gd name="connsiteY0" fmla="*/ 0 h 2730499"/>
              <a:gd name="connsiteX1" fmla="*/ 2628900 w 2628900"/>
              <a:gd name="connsiteY1" fmla="*/ 0 h 2730499"/>
              <a:gd name="connsiteX2" fmla="*/ 2628900 w 2628900"/>
              <a:gd name="connsiteY2" fmla="*/ 2730499 h 2730499"/>
              <a:gd name="connsiteX3" fmla="*/ 0 w 2628900"/>
              <a:gd name="connsiteY3" fmla="*/ 2730499 h 2730499"/>
            </a:gdLst>
            <a:ahLst/>
            <a:cxnLst>
              <a:cxn ang="0">
                <a:pos x="connsiteX0" y="connsiteY0"/>
              </a:cxn>
              <a:cxn ang="0">
                <a:pos x="connsiteX1" y="connsiteY1"/>
              </a:cxn>
              <a:cxn ang="0">
                <a:pos x="connsiteX2" y="connsiteY2"/>
              </a:cxn>
              <a:cxn ang="0">
                <a:pos x="connsiteX3" y="connsiteY3"/>
              </a:cxn>
            </a:cxnLst>
            <a:rect l="l" t="t" r="r" b="b"/>
            <a:pathLst>
              <a:path w="2628900" h="2730499">
                <a:moveTo>
                  <a:pt x="0" y="0"/>
                </a:moveTo>
                <a:lnTo>
                  <a:pt x="2628900" y="0"/>
                </a:lnTo>
                <a:lnTo>
                  <a:pt x="2628900" y="2730499"/>
                </a:lnTo>
                <a:lnTo>
                  <a:pt x="0" y="2730499"/>
                </a:lnTo>
                <a:close/>
              </a:path>
            </a:pathLst>
          </a:custGeom>
        </p:spPr>
        <p:txBody>
          <a:bodyPr wrap="square">
            <a:noAutofit/>
          </a:bodyPr>
          <a:lstStyle>
            <a:lvl1pPr>
              <a:defRPr sz="1000"/>
            </a:lvl1pPr>
          </a:lstStyle>
          <a:p>
            <a:endParaRPr lang="en-US"/>
          </a:p>
        </p:txBody>
      </p:sp>
      <p:sp>
        <p:nvSpPr>
          <p:cNvPr id="7" name="Picture Placeholder 6">
            <a:extLst>
              <a:ext uri="{FF2B5EF4-FFF2-40B4-BE49-F238E27FC236}">
                <a16:creationId xmlns:a16="http://schemas.microsoft.com/office/drawing/2014/main" id="{484269C4-5518-6ED4-342F-21D529C6B4E4}"/>
              </a:ext>
            </a:extLst>
          </p:cNvPr>
          <p:cNvSpPr>
            <a:spLocks noGrp="1"/>
          </p:cNvSpPr>
          <p:nvPr>
            <p:ph type="pic" sz="quarter" idx="12"/>
          </p:nvPr>
        </p:nvSpPr>
        <p:spPr>
          <a:xfrm>
            <a:off x="749300" y="2342980"/>
            <a:ext cx="2959100" cy="3359320"/>
          </a:xfrm>
          <a:custGeom>
            <a:avLst/>
            <a:gdLst>
              <a:gd name="connsiteX0" fmla="*/ 0 w 2628900"/>
              <a:gd name="connsiteY0" fmla="*/ 0 h 2730499"/>
              <a:gd name="connsiteX1" fmla="*/ 2628900 w 2628900"/>
              <a:gd name="connsiteY1" fmla="*/ 0 h 2730499"/>
              <a:gd name="connsiteX2" fmla="*/ 2628900 w 2628900"/>
              <a:gd name="connsiteY2" fmla="*/ 2730499 h 2730499"/>
              <a:gd name="connsiteX3" fmla="*/ 0 w 2628900"/>
              <a:gd name="connsiteY3" fmla="*/ 2730499 h 2730499"/>
            </a:gdLst>
            <a:ahLst/>
            <a:cxnLst>
              <a:cxn ang="0">
                <a:pos x="connsiteX0" y="connsiteY0"/>
              </a:cxn>
              <a:cxn ang="0">
                <a:pos x="connsiteX1" y="connsiteY1"/>
              </a:cxn>
              <a:cxn ang="0">
                <a:pos x="connsiteX2" y="connsiteY2"/>
              </a:cxn>
              <a:cxn ang="0">
                <a:pos x="connsiteX3" y="connsiteY3"/>
              </a:cxn>
            </a:cxnLst>
            <a:rect l="l" t="t" r="r" b="b"/>
            <a:pathLst>
              <a:path w="2628900" h="2730499">
                <a:moveTo>
                  <a:pt x="0" y="0"/>
                </a:moveTo>
                <a:lnTo>
                  <a:pt x="2628900" y="0"/>
                </a:lnTo>
                <a:lnTo>
                  <a:pt x="2628900" y="2730499"/>
                </a:lnTo>
                <a:lnTo>
                  <a:pt x="0" y="2730499"/>
                </a:ln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3181110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7FDF13C-E681-5DFE-9836-8F92336355A2}"/>
              </a:ext>
            </a:extLst>
          </p:cNvPr>
          <p:cNvSpPr>
            <a:spLocks noGrp="1"/>
          </p:cNvSpPr>
          <p:nvPr>
            <p:ph type="pic" sz="quarter" idx="10"/>
          </p:nvPr>
        </p:nvSpPr>
        <p:spPr>
          <a:xfrm>
            <a:off x="0" y="0"/>
            <a:ext cx="4584700" cy="6858000"/>
          </a:xfrm>
          <a:custGeom>
            <a:avLst/>
            <a:gdLst>
              <a:gd name="connsiteX0" fmla="*/ 0 w 2628900"/>
              <a:gd name="connsiteY0" fmla="*/ 0 h 2730499"/>
              <a:gd name="connsiteX1" fmla="*/ 2628900 w 2628900"/>
              <a:gd name="connsiteY1" fmla="*/ 0 h 2730499"/>
              <a:gd name="connsiteX2" fmla="*/ 2628900 w 2628900"/>
              <a:gd name="connsiteY2" fmla="*/ 2730499 h 2730499"/>
              <a:gd name="connsiteX3" fmla="*/ 0 w 2628900"/>
              <a:gd name="connsiteY3" fmla="*/ 2730499 h 2730499"/>
            </a:gdLst>
            <a:ahLst/>
            <a:cxnLst>
              <a:cxn ang="0">
                <a:pos x="connsiteX0" y="connsiteY0"/>
              </a:cxn>
              <a:cxn ang="0">
                <a:pos x="connsiteX1" y="connsiteY1"/>
              </a:cxn>
              <a:cxn ang="0">
                <a:pos x="connsiteX2" y="connsiteY2"/>
              </a:cxn>
              <a:cxn ang="0">
                <a:pos x="connsiteX3" y="connsiteY3"/>
              </a:cxn>
            </a:cxnLst>
            <a:rect l="l" t="t" r="r" b="b"/>
            <a:pathLst>
              <a:path w="2628900" h="2730499">
                <a:moveTo>
                  <a:pt x="0" y="0"/>
                </a:moveTo>
                <a:lnTo>
                  <a:pt x="2628900" y="0"/>
                </a:lnTo>
                <a:lnTo>
                  <a:pt x="2628900" y="2730499"/>
                </a:lnTo>
                <a:lnTo>
                  <a:pt x="0" y="2730499"/>
                </a:ln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1005589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EBC2C80-9932-CFD5-5B63-DE86BF4863FC}"/>
              </a:ext>
            </a:extLst>
          </p:cNvPr>
          <p:cNvSpPr>
            <a:spLocks noGrp="1"/>
          </p:cNvSpPr>
          <p:nvPr>
            <p:ph type="pic" sz="quarter" idx="11"/>
          </p:nvPr>
        </p:nvSpPr>
        <p:spPr>
          <a:xfrm>
            <a:off x="5588000" y="2133601"/>
            <a:ext cx="2628900" cy="2730499"/>
          </a:xfrm>
          <a:custGeom>
            <a:avLst/>
            <a:gdLst>
              <a:gd name="connsiteX0" fmla="*/ 0 w 2628900"/>
              <a:gd name="connsiteY0" fmla="*/ 0 h 2730499"/>
              <a:gd name="connsiteX1" fmla="*/ 2628900 w 2628900"/>
              <a:gd name="connsiteY1" fmla="*/ 0 h 2730499"/>
              <a:gd name="connsiteX2" fmla="*/ 2628900 w 2628900"/>
              <a:gd name="connsiteY2" fmla="*/ 2730499 h 2730499"/>
              <a:gd name="connsiteX3" fmla="*/ 0 w 2628900"/>
              <a:gd name="connsiteY3" fmla="*/ 2730499 h 2730499"/>
            </a:gdLst>
            <a:ahLst/>
            <a:cxnLst>
              <a:cxn ang="0">
                <a:pos x="connsiteX0" y="connsiteY0"/>
              </a:cxn>
              <a:cxn ang="0">
                <a:pos x="connsiteX1" y="connsiteY1"/>
              </a:cxn>
              <a:cxn ang="0">
                <a:pos x="connsiteX2" y="connsiteY2"/>
              </a:cxn>
              <a:cxn ang="0">
                <a:pos x="connsiteX3" y="connsiteY3"/>
              </a:cxn>
            </a:cxnLst>
            <a:rect l="l" t="t" r="r" b="b"/>
            <a:pathLst>
              <a:path w="2628900" h="2730499">
                <a:moveTo>
                  <a:pt x="0" y="0"/>
                </a:moveTo>
                <a:lnTo>
                  <a:pt x="2628900" y="0"/>
                </a:lnTo>
                <a:lnTo>
                  <a:pt x="2628900" y="2730499"/>
                </a:lnTo>
                <a:lnTo>
                  <a:pt x="0" y="2730499"/>
                </a:lnTo>
                <a:close/>
              </a:path>
            </a:pathLst>
          </a:custGeom>
        </p:spPr>
        <p:txBody>
          <a:bodyPr wrap="square">
            <a:noAutofit/>
          </a:bodyPr>
          <a:lstStyle>
            <a:lvl1pPr>
              <a:defRPr sz="1000"/>
            </a:lvl1pPr>
          </a:lstStyle>
          <a:p>
            <a:endParaRPr lang="en-US"/>
          </a:p>
        </p:txBody>
      </p:sp>
      <p:sp>
        <p:nvSpPr>
          <p:cNvPr id="9" name="Picture Placeholder 8">
            <a:extLst>
              <a:ext uri="{FF2B5EF4-FFF2-40B4-BE49-F238E27FC236}">
                <a16:creationId xmlns:a16="http://schemas.microsoft.com/office/drawing/2014/main" id="{C682E012-9069-8580-D7E0-BD6494AAEC36}"/>
              </a:ext>
            </a:extLst>
          </p:cNvPr>
          <p:cNvSpPr>
            <a:spLocks noGrp="1"/>
          </p:cNvSpPr>
          <p:nvPr>
            <p:ph type="pic" sz="quarter" idx="12"/>
          </p:nvPr>
        </p:nvSpPr>
        <p:spPr>
          <a:xfrm>
            <a:off x="8750300" y="2133601"/>
            <a:ext cx="2628900" cy="2730499"/>
          </a:xfrm>
          <a:custGeom>
            <a:avLst/>
            <a:gdLst>
              <a:gd name="connsiteX0" fmla="*/ 0 w 2628900"/>
              <a:gd name="connsiteY0" fmla="*/ 0 h 2730499"/>
              <a:gd name="connsiteX1" fmla="*/ 2628900 w 2628900"/>
              <a:gd name="connsiteY1" fmla="*/ 0 h 2730499"/>
              <a:gd name="connsiteX2" fmla="*/ 2628900 w 2628900"/>
              <a:gd name="connsiteY2" fmla="*/ 2730499 h 2730499"/>
              <a:gd name="connsiteX3" fmla="*/ 0 w 2628900"/>
              <a:gd name="connsiteY3" fmla="*/ 2730499 h 2730499"/>
            </a:gdLst>
            <a:ahLst/>
            <a:cxnLst>
              <a:cxn ang="0">
                <a:pos x="connsiteX0" y="connsiteY0"/>
              </a:cxn>
              <a:cxn ang="0">
                <a:pos x="connsiteX1" y="connsiteY1"/>
              </a:cxn>
              <a:cxn ang="0">
                <a:pos x="connsiteX2" y="connsiteY2"/>
              </a:cxn>
              <a:cxn ang="0">
                <a:pos x="connsiteX3" y="connsiteY3"/>
              </a:cxn>
            </a:cxnLst>
            <a:rect l="l" t="t" r="r" b="b"/>
            <a:pathLst>
              <a:path w="2628900" h="2730499">
                <a:moveTo>
                  <a:pt x="0" y="0"/>
                </a:moveTo>
                <a:lnTo>
                  <a:pt x="2628900" y="0"/>
                </a:lnTo>
                <a:lnTo>
                  <a:pt x="2628900" y="2730499"/>
                </a:lnTo>
                <a:lnTo>
                  <a:pt x="0" y="2730499"/>
                </a:lnTo>
                <a:close/>
              </a:path>
            </a:pathLst>
          </a:custGeom>
        </p:spPr>
        <p:txBody>
          <a:bodyPr wrap="square">
            <a:noAutofit/>
          </a:bodyPr>
          <a:lstStyle>
            <a:lvl1pPr>
              <a:defRPr sz="1000"/>
            </a:lvl1pPr>
          </a:lstStyle>
          <a:p>
            <a:endParaRPr lang="en-US"/>
          </a:p>
        </p:txBody>
      </p:sp>
      <p:sp>
        <p:nvSpPr>
          <p:cNvPr id="7" name="Picture Placeholder 6">
            <a:extLst>
              <a:ext uri="{FF2B5EF4-FFF2-40B4-BE49-F238E27FC236}">
                <a16:creationId xmlns:a16="http://schemas.microsoft.com/office/drawing/2014/main" id="{313EEFEB-4F36-E32E-F717-FD042405030C}"/>
              </a:ext>
            </a:extLst>
          </p:cNvPr>
          <p:cNvSpPr>
            <a:spLocks noGrp="1"/>
          </p:cNvSpPr>
          <p:nvPr>
            <p:ph type="pic" sz="quarter" idx="10"/>
          </p:nvPr>
        </p:nvSpPr>
        <p:spPr>
          <a:xfrm>
            <a:off x="2425700" y="2133601"/>
            <a:ext cx="2628900" cy="2730499"/>
          </a:xfrm>
          <a:custGeom>
            <a:avLst/>
            <a:gdLst>
              <a:gd name="connsiteX0" fmla="*/ 0 w 2628900"/>
              <a:gd name="connsiteY0" fmla="*/ 0 h 2730499"/>
              <a:gd name="connsiteX1" fmla="*/ 2628900 w 2628900"/>
              <a:gd name="connsiteY1" fmla="*/ 0 h 2730499"/>
              <a:gd name="connsiteX2" fmla="*/ 2628900 w 2628900"/>
              <a:gd name="connsiteY2" fmla="*/ 2730499 h 2730499"/>
              <a:gd name="connsiteX3" fmla="*/ 0 w 2628900"/>
              <a:gd name="connsiteY3" fmla="*/ 2730499 h 2730499"/>
            </a:gdLst>
            <a:ahLst/>
            <a:cxnLst>
              <a:cxn ang="0">
                <a:pos x="connsiteX0" y="connsiteY0"/>
              </a:cxn>
              <a:cxn ang="0">
                <a:pos x="connsiteX1" y="connsiteY1"/>
              </a:cxn>
              <a:cxn ang="0">
                <a:pos x="connsiteX2" y="connsiteY2"/>
              </a:cxn>
              <a:cxn ang="0">
                <a:pos x="connsiteX3" y="connsiteY3"/>
              </a:cxn>
            </a:cxnLst>
            <a:rect l="l" t="t" r="r" b="b"/>
            <a:pathLst>
              <a:path w="2628900" h="2730499">
                <a:moveTo>
                  <a:pt x="0" y="0"/>
                </a:moveTo>
                <a:lnTo>
                  <a:pt x="2628900" y="0"/>
                </a:lnTo>
                <a:lnTo>
                  <a:pt x="2628900" y="2730499"/>
                </a:lnTo>
                <a:lnTo>
                  <a:pt x="0" y="2730499"/>
                </a:ln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3460664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481FE24-1167-2534-FB79-7DACA5E00632}"/>
              </a:ext>
            </a:extLst>
          </p:cNvPr>
          <p:cNvSpPr>
            <a:spLocks noGrp="1"/>
          </p:cNvSpPr>
          <p:nvPr>
            <p:ph type="pic" sz="quarter" idx="11"/>
          </p:nvPr>
        </p:nvSpPr>
        <p:spPr>
          <a:xfrm>
            <a:off x="3938098" y="2871953"/>
            <a:ext cx="1447800" cy="1447800"/>
          </a:xfrm>
          <a:custGeom>
            <a:avLst/>
            <a:gdLst>
              <a:gd name="connsiteX0" fmla="*/ 723900 w 1447800"/>
              <a:gd name="connsiteY0" fmla="*/ 0 h 1447800"/>
              <a:gd name="connsiteX1" fmla="*/ 1447800 w 1447800"/>
              <a:gd name="connsiteY1" fmla="*/ 723900 h 1447800"/>
              <a:gd name="connsiteX2" fmla="*/ 723900 w 1447800"/>
              <a:gd name="connsiteY2" fmla="*/ 1447800 h 1447800"/>
              <a:gd name="connsiteX3" fmla="*/ 0 w 1447800"/>
              <a:gd name="connsiteY3" fmla="*/ 723900 h 1447800"/>
              <a:gd name="connsiteX4" fmla="*/ 723900 w 1447800"/>
              <a:gd name="connsiteY4" fmla="*/ 0 h 14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7800" h="1447800">
                <a:moveTo>
                  <a:pt x="723900" y="0"/>
                </a:moveTo>
                <a:cubicBezTo>
                  <a:pt x="1123699" y="0"/>
                  <a:pt x="1447800" y="324101"/>
                  <a:pt x="1447800" y="723900"/>
                </a:cubicBezTo>
                <a:cubicBezTo>
                  <a:pt x="1447800" y="1123699"/>
                  <a:pt x="1123699" y="1447800"/>
                  <a:pt x="723900" y="1447800"/>
                </a:cubicBezTo>
                <a:cubicBezTo>
                  <a:pt x="324101" y="1447800"/>
                  <a:pt x="0" y="1123699"/>
                  <a:pt x="0" y="723900"/>
                </a:cubicBezTo>
                <a:cubicBezTo>
                  <a:pt x="0" y="324101"/>
                  <a:pt x="324101" y="0"/>
                  <a:pt x="723900" y="0"/>
                </a:cubicBezTo>
                <a:close/>
              </a:path>
            </a:pathLst>
          </a:custGeom>
        </p:spPr>
        <p:txBody>
          <a:bodyPr wrap="square">
            <a:noAutofit/>
          </a:bodyPr>
          <a:lstStyle>
            <a:lvl1pPr>
              <a:defRPr sz="1000"/>
            </a:lvl1pPr>
          </a:lstStyle>
          <a:p>
            <a:endParaRPr lang="en-US"/>
          </a:p>
        </p:txBody>
      </p:sp>
      <p:sp>
        <p:nvSpPr>
          <p:cNvPr id="10" name="Picture Placeholder 9">
            <a:extLst>
              <a:ext uri="{FF2B5EF4-FFF2-40B4-BE49-F238E27FC236}">
                <a16:creationId xmlns:a16="http://schemas.microsoft.com/office/drawing/2014/main" id="{7FE7675E-A909-799C-23F4-2D2968EFFEBD}"/>
              </a:ext>
            </a:extLst>
          </p:cNvPr>
          <p:cNvSpPr>
            <a:spLocks noGrp="1"/>
          </p:cNvSpPr>
          <p:nvPr>
            <p:ph type="pic" sz="quarter" idx="12"/>
          </p:nvPr>
        </p:nvSpPr>
        <p:spPr>
          <a:xfrm>
            <a:off x="6792305" y="2871953"/>
            <a:ext cx="1447800" cy="1447800"/>
          </a:xfrm>
          <a:custGeom>
            <a:avLst/>
            <a:gdLst>
              <a:gd name="connsiteX0" fmla="*/ 723900 w 1447800"/>
              <a:gd name="connsiteY0" fmla="*/ 0 h 1447800"/>
              <a:gd name="connsiteX1" fmla="*/ 1447800 w 1447800"/>
              <a:gd name="connsiteY1" fmla="*/ 723900 h 1447800"/>
              <a:gd name="connsiteX2" fmla="*/ 723900 w 1447800"/>
              <a:gd name="connsiteY2" fmla="*/ 1447800 h 1447800"/>
              <a:gd name="connsiteX3" fmla="*/ 0 w 1447800"/>
              <a:gd name="connsiteY3" fmla="*/ 723900 h 1447800"/>
              <a:gd name="connsiteX4" fmla="*/ 723900 w 1447800"/>
              <a:gd name="connsiteY4" fmla="*/ 0 h 14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7800" h="1447800">
                <a:moveTo>
                  <a:pt x="723900" y="0"/>
                </a:moveTo>
                <a:cubicBezTo>
                  <a:pt x="1123699" y="0"/>
                  <a:pt x="1447800" y="324101"/>
                  <a:pt x="1447800" y="723900"/>
                </a:cubicBezTo>
                <a:cubicBezTo>
                  <a:pt x="1447800" y="1123699"/>
                  <a:pt x="1123699" y="1447800"/>
                  <a:pt x="723900" y="1447800"/>
                </a:cubicBezTo>
                <a:cubicBezTo>
                  <a:pt x="324101" y="1447800"/>
                  <a:pt x="0" y="1123699"/>
                  <a:pt x="0" y="723900"/>
                </a:cubicBezTo>
                <a:cubicBezTo>
                  <a:pt x="0" y="324101"/>
                  <a:pt x="324101" y="0"/>
                  <a:pt x="723900" y="0"/>
                </a:cubicBezTo>
                <a:close/>
              </a:path>
            </a:pathLst>
          </a:custGeom>
        </p:spPr>
        <p:txBody>
          <a:bodyPr wrap="square">
            <a:noAutofit/>
          </a:bodyPr>
          <a:lstStyle>
            <a:lvl1pPr>
              <a:defRPr sz="1000"/>
            </a:lvl1pPr>
          </a:lstStyle>
          <a:p>
            <a:endParaRPr lang="en-US"/>
          </a:p>
        </p:txBody>
      </p:sp>
      <p:sp>
        <p:nvSpPr>
          <p:cNvPr id="11" name="Picture Placeholder 10">
            <a:extLst>
              <a:ext uri="{FF2B5EF4-FFF2-40B4-BE49-F238E27FC236}">
                <a16:creationId xmlns:a16="http://schemas.microsoft.com/office/drawing/2014/main" id="{D304E858-E819-17B5-63FD-69D95F0707FC}"/>
              </a:ext>
            </a:extLst>
          </p:cNvPr>
          <p:cNvSpPr>
            <a:spLocks noGrp="1"/>
          </p:cNvSpPr>
          <p:nvPr>
            <p:ph type="pic" sz="quarter" idx="13"/>
          </p:nvPr>
        </p:nvSpPr>
        <p:spPr>
          <a:xfrm>
            <a:off x="9660309" y="2871953"/>
            <a:ext cx="1447800" cy="1447800"/>
          </a:xfrm>
          <a:custGeom>
            <a:avLst/>
            <a:gdLst>
              <a:gd name="connsiteX0" fmla="*/ 723900 w 1447800"/>
              <a:gd name="connsiteY0" fmla="*/ 0 h 1447800"/>
              <a:gd name="connsiteX1" fmla="*/ 1447800 w 1447800"/>
              <a:gd name="connsiteY1" fmla="*/ 723900 h 1447800"/>
              <a:gd name="connsiteX2" fmla="*/ 723900 w 1447800"/>
              <a:gd name="connsiteY2" fmla="*/ 1447800 h 1447800"/>
              <a:gd name="connsiteX3" fmla="*/ 0 w 1447800"/>
              <a:gd name="connsiteY3" fmla="*/ 723900 h 1447800"/>
              <a:gd name="connsiteX4" fmla="*/ 723900 w 1447800"/>
              <a:gd name="connsiteY4" fmla="*/ 0 h 14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7800" h="1447800">
                <a:moveTo>
                  <a:pt x="723900" y="0"/>
                </a:moveTo>
                <a:cubicBezTo>
                  <a:pt x="1123699" y="0"/>
                  <a:pt x="1447800" y="324101"/>
                  <a:pt x="1447800" y="723900"/>
                </a:cubicBezTo>
                <a:cubicBezTo>
                  <a:pt x="1447800" y="1123699"/>
                  <a:pt x="1123699" y="1447800"/>
                  <a:pt x="723900" y="1447800"/>
                </a:cubicBezTo>
                <a:cubicBezTo>
                  <a:pt x="324101" y="1447800"/>
                  <a:pt x="0" y="1123699"/>
                  <a:pt x="0" y="723900"/>
                </a:cubicBezTo>
                <a:cubicBezTo>
                  <a:pt x="0" y="324101"/>
                  <a:pt x="324101" y="0"/>
                  <a:pt x="723900" y="0"/>
                </a:cubicBezTo>
                <a:close/>
              </a:path>
            </a:pathLst>
          </a:custGeom>
        </p:spPr>
        <p:txBody>
          <a:bodyPr wrap="square">
            <a:noAutofit/>
          </a:bodyPr>
          <a:lstStyle>
            <a:lvl1pPr>
              <a:defRPr sz="1000"/>
            </a:lvl1pPr>
          </a:lstStyle>
          <a:p>
            <a:endParaRPr lang="en-US"/>
          </a:p>
        </p:txBody>
      </p:sp>
      <p:sp>
        <p:nvSpPr>
          <p:cNvPr id="8" name="Picture Placeholder 7">
            <a:extLst>
              <a:ext uri="{FF2B5EF4-FFF2-40B4-BE49-F238E27FC236}">
                <a16:creationId xmlns:a16="http://schemas.microsoft.com/office/drawing/2014/main" id="{D2E47808-E784-CCD3-9A9A-9BD0A553F35C}"/>
              </a:ext>
            </a:extLst>
          </p:cNvPr>
          <p:cNvSpPr>
            <a:spLocks noGrp="1"/>
          </p:cNvSpPr>
          <p:nvPr>
            <p:ph type="pic" sz="quarter" idx="10"/>
          </p:nvPr>
        </p:nvSpPr>
        <p:spPr>
          <a:xfrm>
            <a:off x="1070093" y="2871953"/>
            <a:ext cx="1447800" cy="1447800"/>
          </a:xfrm>
          <a:custGeom>
            <a:avLst/>
            <a:gdLst>
              <a:gd name="connsiteX0" fmla="*/ 723900 w 1447800"/>
              <a:gd name="connsiteY0" fmla="*/ 0 h 1447800"/>
              <a:gd name="connsiteX1" fmla="*/ 1447800 w 1447800"/>
              <a:gd name="connsiteY1" fmla="*/ 723900 h 1447800"/>
              <a:gd name="connsiteX2" fmla="*/ 723900 w 1447800"/>
              <a:gd name="connsiteY2" fmla="*/ 1447800 h 1447800"/>
              <a:gd name="connsiteX3" fmla="*/ 0 w 1447800"/>
              <a:gd name="connsiteY3" fmla="*/ 723900 h 1447800"/>
              <a:gd name="connsiteX4" fmla="*/ 723900 w 1447800"/>
              <a:gd name="connsiteY4" fmla="*/ 0 h 14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7800" h="1447800">
                <a:moveTo>
                  <a:pt x="723900" y="0"/>
                </a:moveTo>
                <a:cubicBezTo>
                  <a:pt x="1123699" y="0"/>
                  <a:pt x="1447800" y="324101"/>
                  <a:pt x="1447800" y="723900"/>
                </a:cubicBezTo>
                <a:cubicBezTo>
                  <a:pt x="1447800" y="1123699"/>
                  <a:pt x="1123699" y="1447800"/>
                  <a:pt x="723900" y="1447800"/>
                </a:cubicBezTo>
                <a:cubicBezTo>
                  <a:pt x="324101" y="1447800"/>
                  <a:pt x="0" y="1123699"/>
                  <a:pt x="0" y="723900"/>
                </a:cubicBezTo>
                <a:cubicBezTo>
                  <a:pt x="0" y="324101"/>
                  <a:pt x="324101" y="0"/>
                  <a:pt x="723900" y="0"/>
                </a:cubicBez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3256518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35915BC-052F-D5A3-F4C1-B55922FD5B26}"/>
              </a:ext>
            </a:extLst>
          </p:cNvPr>
          <p:cNvSpPr>
            <a:spLocks noGrp="1"/>
          </p:cNvSpPr>
          <p:nvPr>
            <p:ph type="pic" sz="quarter" idx="10"/>
          </p:nvPr>
        </p:nvSpPr>
        <p:spPr>
          <a:xfrm>
            <a:off x="6730999" y="2545152"/>
            <a:ext cx="3560761" cy="4312848"/>
          </a:xfrm>
          <a:custGeom>
            <a:avLst/>
            <a:gdLst>
              <a:gd name="connsiteX0" fmla="*/ 0 w 2768600"/>
              <a:gd name="connsiteY0" fmla="*/ 0 h 4312848"/>
              <a:gd name="connsiteX1" fmla="*/ 2768600 w 2768600"/>
              <a:gd name="connsiteY1" fmla="*/ 0 h 4312848"/>
              <a:gd name="connsiteX2" fmla="*/ 2768600 w 2768600"/>
              <a:gd name="connsiteY2" fmla="*/ 4312848 h 4312848"/>
              <a:gd name="connsiteX3" fmla="*/ 0 w 2768600"/>
              <a:gd name="connsiteY3" fmla="*/ 4312848 h 4312848"/>
            </a:gdLst>
            <a:ahLst/>
            <a:cxnLst>
              <a:cxn ang="0">
                <a:pos x="connsiteX0" y="connsiteY0"/>
              </a:cxn>
              <a:cxn ang="0">
                <a:pos x="connsiteX1" y="connsiteY1"/>
              </a:cxn>
              <a:cxn ang="0">
                <a:pos x="connsiteX2" y="connsiteY2"/>
              </a:cxn>
              <a:cxn ang="0">
                <a:pos x="connsiteX3" y="connsiteY3"/>
              </a:cxn>
            </a:cxnLst>
            <a:rect l="l" t="t" r="r" b="b"/>
            <a:pathLst>
              <a:path w="2768600" h="4312848">
                <a:moveTo>
                  <a:pt x="0" y="0"/>
                </a:moveTo>
                <a:lnTo>
                  <a:pt x="2768600" y="0"/>
                </a:lnTo>
                <a:lnTo>
                  <a:pt x="2768600" y="4312848"/>
                </a:lnTo>
                <a:lnTo>
                  <a:pt x="0" y="4312848"/>
                </a:ln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1013630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DFF2B28-B72A-5436-DFE0-359D67CFEDA2}"/>
              </a:ext>
            </a:extLst>
          </p:cNvPr>
          <p:cNvSpPr>
            <a:spLocks noGrp="1"/>
          </p:cNvSpPr>
          <p:nvPr>
            <p:ph type="pic" sz="quarter" idx="12"/>
          </p:nvPr>
        </p:nvSpPr>
        <p:spPr>
          <a:xfrm>
            <a:off x="1570096" y="4537398"/>
            <a:ext cx="1465538" cy="1465538"/>
          </a:xfrm>
          <a:custGeom>
            <a:avLst/>
            <a:gdLst>
              <a:gd name="connsiteX0" fmla="*/ 732769 w 1465538"/>
              <a:gd name="connsiteY0" fmla="*/ 0 h 1465538"/>
              <a:gd name="connsiteX1" fmla="*/ 1465538 w 1465538"/>
              <a:gd name="connsiteY1" fmla="*/ 732769 h 1465538"/>
              <a:gd name="connsiteX2" fmla="*/ 732769 w 1465538"/>
              <a:gd name="connsiteY2" fmla="*/ 1465538 h 1465538"/>
              <a:gd name="connsiteX3" fmla="*/ 0 w 1465538"/>
              <a:gd name="connsiteY3" fmla="*/ 732769 h 1465538"/>
              <a:gd name="connsiteX4" fmla="*/ 732769 w 1465538"/>
              <a:gd name="connsiteY4" fmla="*/ 0 h 1465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538" h="1465538">
                <a:moveTo>
                  <a:pt x="732769" y="0"/>
                </a:moveTo>
                <a:cubicBezTo>
                  <a:pt x="1137466" y="0"/>
                  <a:pt x="1465538" y="328072"/>
                  <a:pt x="1465538" y="732769"/>
                </a:cubicBezTo>
                <a:cubicBezTo>
                  <a:pt x="1465538" y="1137466"/>
                  <a:pt x="1137466" y="1465538"/>
                  <a:pt x="732769" y="1465538"/>
                </a:cubicBezTo>
                <a:cubicBezTo>
                  <a:pt x="328072" y="1465538"/>
                  <a:pt x="0" y="1137466"/>
                  <a:pt x="0" y="732769"/>
                </a:cubicBezTo>
                <a:cubicBezTo>
                  <a:pt x="0" y="328072"/>
                  <a:pt x="328072" y="0"/>
                  <a:pt x="732769" y="0"/>
                </a:cubicBezTo>
                <a:close/>
              </a:path>
            </a:pathLst>
          </a:custGeom>
        </p:spPr>
        <p:txBody>
          <a:bodyPr wrap="square">
            <a:noAutofit/>
          </a:bodyPr>
          <a:lstStyle>
            <a:lvl1pPr>
              <a:defRPr sz="1000"/>
            </a:lvl1pPr>
          </a:lstStyle>
          <a:p>
            <a:endParaRPr lang="en-US"/>
          </a:p>
        </p:txBody>
      </p:sp>
      <p:sp>
        <p:nvSpPr>
          <p:cNvPr id="6" name="Picture Placeholder 5">
            <a:extLst>
              <a:ext uri="{FF2B5EF4-FFF2-40B4-BE49-F238E27FC236}">
                <a16:creationId xmlns:a16="http://schemas.microsoft.com/office/drawing/2014/main" id="{CE34DCFE-C357-7707-7073-8D89181150E4}"/>
              </a:ext>
            </a:extLst>
          </p:cNvPr>
          <p:cNvSpPr>
            <a:spLocks noGrp="1"/>
          </p:cNvSpPr>
          <p:nvPr>
            <p:ph type="pic" sz="quarter" idx="11"/>
          </p:nvPr>
        </p:nvSpPr>
        <p:spPr>
          <a:xfrm>
            <a:off x="5282764" y="2147704"/>
            <a:ext cx="1465538" cy="1465538"/>
          </a:xfrm>
          <a:custGeom>
            <a:avLst/>
            <a:gdLst>
              <a:gd name="connsiteX0" fmla="*/ 732769 w 1465538"/>
              <a:gd name="connsiteY0" fmla="*/ 0 h 1465538"/>
              <a:gd name="connsiteX1" fmla="*/ 1465538 w 1465538"/>
              <a:gd name="connsiteY1" fmla="*/ 732769 h 1465538"/>
              <a:gd name="connsiteX2" fmla="*/ 732769 w 1465538"/>
              <a:gd name="connsiteY2" fmla="*/ 1465538 h 1465538"/>
              <a:gd name="connsiteX3" fmla="*/ 0 w 1465538"/>
              <a:gd name="connsiteY3" fmla="*/ 732769 h 1465538"/>
              <a:gd name="connsiteX4" fmla="*/ 732769 w 1465538"/>
              <a:gd name="connsiteY4" fmla="*/ 0 h 1465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538" h="1465538">
                <a:moveTo>
                  <a:pt x="732769" y="0"/>
                </a:moveTo>
                <a:cubicBezTo>
                  <a:pt x="1137466" y="0"/>
                  <a:pt x="1465538" y="328072"/>
                  <a:pt x="1465538" y="732769"/>
                </a:cubicBezTo>
                <a:cubicBezTo>
                  <a:pt x="1465538" y="1137466"/>
                  <a:pt x="1137466" y="1465538"/>
                  <a:pt x="732769" y="1465538"/>
                </a:cubicBezTo>
                <a:cubicBezTo>
                  <a:pt x="328072" y="1465538"/>
                  <a:pt x="0" y="1137466"/>
                  <a:pt x="0" y="732769"/>
                </a:cubicBezTo>
                <a:cubicBezTo>
                  <a:pt x="0" y="328072"/>
                  <a:pt x="328072" y="0"/>
                  <a:pt x="732769" y="0"/>
                </a:cubicBezTo>
                <a:close/>
              </a:path>
            </a:pathLst>
          </a:custGeom>
        </p:spPr>
        <p:txBody>
          <a:bodyPr wrap="square">
            <a:noAutofit/>
          </a:bodyPr>
          <a:lstStyle>
            <a:lvl1pPr>
              <a:defRPr sz="1000"/>
            </a:lvl1pPr>
          </a:lstStyle>
          <a:p>
            <a:endParaRPr lang="en-US"/>
          </a:p>
        </p:txBody>
      </p:sp>
      <p:sp>
        <p:nvSpPr>
          <p:cNvPr id="7" name="Picture Placeholder 6">
            <a:extLst>
              <a:ext uri="{FF2B5EF4-FFF2-40B4-BE49-F238E27FC236}">
                <a16:creationId xmlns:a16="http://schemas.microsoft.com/office/drawing/2014/main" id="{E45874E9-EC0A-6289-0445-24D9313A2998}"/>
              </a:ext>
            </a:extLst>
          </p:cNvPr>
          <p:cNvSpPr>
            <a:spLocks noGrp="1"/>
          </p:cNvSpPr>
          <p:nvPr>
            <p:ph type="pic" sz="quarter" idx="10"/>
          </p:nvPr>
        </p:nvSpPr>
        <p:spPr>
          <a:xfrm>
            <a:off x="8724900" y="1879600"/>
            <a:ext cx="2768600" cy="4312848"/>
          </a:xfrm>
          <a:custGeom>
            <a:avLst/>
            <a:gdLst>
              <a:gd name="connsiteX0" fmla="*/ 0 w 2768600"/>
              <a:gd name="connsiteY0" fmla="*/ 0 h 4312848"/>
              <a:gd name="connsiteX1" fmla="*/ 2768600 w 2768600"/>
              <a:gd name="connsiteY1" fmla="*/ 0 h 4312848"/>
              <a:gd name="connsiteX2" fmla="*/ 2768600 w 2768600"/>
              <a:gd name="connsiteY2" fmla="*/ 4312848 h 4312848"/>
              <a:gd name="connsiteX3" fmla="*/ 0 w 2768600"/>
              <a:gd name="connsiteY3" fmla="*/ 4312848 h 4312848"/>
            </a:gdLst>
            <a:ahLst/>
            <a:cxnLst>
              <a:cxn ang="0">
                <a:pos x="connsiteX0" y="connsiteY0"/>
              </a:cxn>
              <a:cxn ang="0">
                <a:pos x="connsiteX1" y="connsiteY1"/>
              </a:cxn>
              <a:cxn ang="0">
                <a:pos x="connsiteX2" y="connsiteY2"/>
              </a:cxn>
              <a:cxn ang="0">
                <a:pos x="connsiteX3" y="connsiteY3"/>
              </a:cxn>
            </a:cxnLst>
            <a:rect l="l" t="t" r="r" b="b"/>
            <a:pathLst>
              <a:path w="2768600" h="4312848">
                <a:moveTo>
                  <a:pt x="0" y="0"/>
                </a:moveTo>
                <a:lnTo>
                  <a:pt x="2768600" y="0"/>
                </a:lnTo>
                <a:lnTo>
                  <a:pt x="2768600" y="4312848"/>
                </a:lnTo>
                <a:lnTo>
                  <a:pt x="0" y="4312848"/>
                </a:ln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1072869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684469C1-C26A-7C5B-A997-6CB48A588B9B}"/>
              </a:ext>
            </a:extLst>
          </p:cNvPr>
          <p:cNvSpPr>
            <a:spLocks noGrp="1"/>
          </p:cNvSpPr>
          <p:nvPr>
            <p:ph type="pic" sz="quarter" idx="12"/>
          </p:nvPr>
        </p:nvSpPr>
        <p:spPr>
          <a:xfrm>
            <a:off x="8995431" y="4537398"/>
            <a:ext cx="1465538" cy="1465538"/>
          </a:xfrm>
          <a:custGeom>
            <a:avLst/>
            <a:gdLst>
              <a:gd name="connsiteX0" fmla="*/ 732769 w 1465538"/>
              <a:gd name="connsiteY0" fmla="*/ 0 h 1465538"/>
              <a:gd name="connsiteX1" fmla="*/ 1465538 w 1465538"/>
              <a:gd name="connsiteY1" fmla="*/ 732769 h 1465538"/>
              <a:gd name="connsiteX2" fmla="*/ 732769 w 1465538"/>
              <a:gd name="connsiteY2" fmla="*/ 1465538 h 1465538"/>
              <a:gd name="connsiteX3" fmla="*/ 0 w 1465538"/>
              <a:gd name="connsiteY3" fmla="*/ 732769 h 1465538"/>
              <a:gd name="connsiteX4" fmla="*/ 732769 w 1465538"/>
              <a:gd name="connsiteY4" fmla="*/ 0 h 1465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538" h="1465538">
                <a:moveTo>
                  <a:pt x="732769" y="0"/>
                </a:moveTo>
                <a:cubicBezTo>
                  <a:pt x="1137466" y="0"/>
                  <a:pt x="1465538" y="328072"/>
                  <a:pt x="1465538" y="732769"/>
                </a:cubicBezTo>
                <a:cubicBezTo>
                  <a:pt x="1465538" y="1137466"/>
                  <a:pt x="1137466" y="1465538"/>
                  <a:pt x="732769" y="1465538"/>
                </a:cubicBezTo>
                <a:cubicBezTo>
                  <a:pt x="328072" y="1465538"/>
                  <a:pt x="0" y="1137466"/>
                  <a:pt x="0" y="732769"/>
                </a:cubicBezTo>
                <a:cubicBezTo>
                  <a:pt x="0" y="328072"/>
                  <a:pt x="328072" y="0"/>
                  <a:pt x="732769" y="0"/>
                </a:cubicBezTo>
                <a:close/>
              </a:path>
            </a:pathLst>
          </a:custGeom>
        </p:spPr>
        <p:txBody>
          <a:bodyPr wrap="square">
            <a:noAutofit/>
          </a:bodyPr>
          <a:lstStyle>
            <a:lvl1pPr>
              <a:defRPr sz="1000"/>
            </a:lvl1pPr>
          </a:lstStyle>
          <a:p>
            <a:endParaRPr lang="en-US"/>
          </a:p>
        </p:txBody>
      </p:sp>
      <p:sp>
        <p:nvSpPr>
          <p:cNvPr id="10" name="Picture Placeholder 9">
            <a:extLst>
              <a:ext uri="{FF2B5EF4-FFF2-40B4-BE49-F238E27FC236}">
                <a16:creationId xmlns:a16="http://schemas.microsoft.com/office/drawing/2014/main" id="{40F8050F-B01C-DDC9-2C4A-5F82A0664485}"/>
              </a:ext>
            </a:extLst>
          </p:cNvPr>
          <p:cNvSpPr>
            <a:spLocks noGrp="1"/>
          </p:cNvSpPr>
          <p:nvPr>
            <p:ph type="pic" sz="quarter" idx="11"/>
          </p:nvPr>
        </p:nvSpPr>
        <p:spPr>
          <a:xfrm>
            <a:off x="5282764" y="2147704"/>
            <a:ext cx="1465538" cy="1465538"/>
          </a:xfrm>
          <a:custGeom>
            <a:avLst/>
            <a:gdLst>
              <a:gd name="connsiteX0" fmla="*/ 732769 w 1465538"/>
              <a:gd name="connsiteY0" fmla="*/ 0 h 1465538"/>
              <a:gd name="connsiteX1" fmla="*/ 1465538 w 1465538"/>
              <a:gd name="connsiteY1" fmla="*/ 732769 h 1465538"/>
              <a:gd name="connsiteX2" fmla="*/ 732769 w 1465538"/>
              <a:gd name="connsiteY2" fmla="*/ 1465538 h 1465538"/>
              <a:gd name="connsiteX3" fmla="*/ 0 w 1465538"/>
              <a:gd name="connsiteY3" fmla="*/ 732769 h 1465538"/>
              <a:gd name="connsiteX4" fmla="*/ 732769 w 1465538"/>
              <a:gd name="connsiteY4" fmla="*/ 0 h 1465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538" h="1465538">
                <a:moveTo>
                  <a:pt x="732769" y="0"/>
                </a:moveTo>
                <a:cubicBezTo>
                  <a:pt x="1137466" y="0"/>
                  <a:pt x="1465538" y="328072"/>
                  <a:pt x="1465538" y="732769"/>
                </a:cubicBezTo>
                <a:cubicBezTo>
                  <a:pt x="1465538" y="1137466"/>
                  <a:pt x="1137466" y="1465538"/>
                  <a:pt x="732769" y="1465538"/>
                </a:cubicBezTo>
                <a:cubicBezTo>
                  <a:pt x="328072" y="1465538"/>
                  <a:pt x="0" y="1137466"/>
                  <a:pt x="0" y="732769"/>
                </a:cubicBezTo>
                <a:cubicBezTo>
                  <a:pt x="0" y="328072"/>
                  <a:pt x="328072" y="0"/>
                  <a:pt x="732769" y="0"/>
                </a:cubicBezTo>
                <a:close/>
              </a:path>
            </a:pathLst>
          </a:custGeom>
        </p:spPr>
        <p:txBody>
          <a:bodyPr wrap="square">
            <a:noAutofit/>
          </a:bodyPr>
          <a:lstStyle>
            <a:lvl1pPr>
              <a:defRPr sz="1000"/>
            </a:lvl1pPr>
          </a:lstStyle>
          <a:p>
            <a:endParaRPr lang="en-US"/>
          </a:p>
        </p:txBody>
      </p:sp>
      <p:sp>
        <p:nvSpPr>
          <p:cNvPr id="7" name="Picture Placeholder 6">
            <a:extLst>
              <a:ext uri="{FF2B5EF4-FFF2-40B4-BE49-F238E27FC236}">
                <a16:creationId xmlns:a16="http://schemas.microsoft.com/office/drawing/2014/main" id="{F29959F8-C316-F795-2EAD-EC4F3B884648}"/>
              </a:ext>
            </a:extLst>
          </p:cNvPr>
          <p:cNvSpPr>
            <a:spLocks noGrp="1"/>
          </p:cNvSpPr>
          <p:nvPr>
            <p:ph type="pic" sz="quarter" idx="10"/>
          </p:nvPr>
        </p:nvSpPr>
        <p:spPr>
          <a:xfrm>
            <a:off x="647700" y="1879600"/>
            <a:ext cx="2768600" cy="4312848"/>
          </a:xfrm>
          <a:custGeom>
            <a:avLst/>
            <a:gdLst>
              <a:gd name="connsiteX0" fmla="*/ 0 w 2768600"/>
              <a:gd name="connsiteY0" fmla="*/ 0 h 4312848"/>
              <a:gd name="connsiteX1" fmla="*/ 2768600 w 2768600"/>
              <a:gd name="connsiteY1" fmla="*/ 0 h 4312848"/>
              <a:gd name="connsiteX2" fmla="*/ 2768600 w 2768600"/>
              <a:gd name="connsiteY2" fmla="*/ 4312848 h 4312848"/>
              <a:gd name="connsiteX3" fmla="*/ 0 w 2768600"/>
              <a:gd name="connsiteY3" fmla="*/ 4312848 h 4312848"/>
            </a:gdLst>
            <a:ahLst/>
            <a:cxnLst>
              <a:cxn ang="0">
                <a:pos x="connsiteX0" y="connsiteY0"/>
              </a:cxn>
              <a:cxn ang="0">
                <a:pos x="connsiteX1" y="connsiteY1"/>
              </a:cxn>
              <a:cxn ang="0">
                <a:pos x="connsiteX2" y="connsiteY2"/>
              </a:cxn>
              <a:cxn ang="0">
                <a:pos x="connsiteX3" y="connsiteY3"/>
              </a:cxn>
            </a:cxnLst>
            <a:rect l="l" t="t" r="r" b="b"/>
            <a:pathLst>
              <a:path w="2768600" h="4312848">
                <a:moveTo>
                  <a:pt x="0" y="0"/>
                </a:moveTo>
                <a:lnTo>
                  <a:pt x="2768600" y="0"/>
                </a:lnTo>
                <a:lnTo>
                  <a:pt x="2768600" y="4312848"/>
                </a:lnTo>
                <a:lnTo>
                  <a:pt x="0" y="4312848"/>
                </a:ln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1013686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15397572-0D86-BFAD-23AD-73CC43AB2BD9}"/>
              </a:ext>
            </a:extLst>
          </p:cNvPr>
          <p:cNvSpPr>
            <a:spLocks noGrp="1"/>
          </p:cNvSpPr>
          <p:nvPr>
            <p:ph type="pic" sz="quarter" idx="12"/>
          </p:nvPr>
        </p:nvSpPr>
        <p:spPr>
          <a:xfrm>
            <a:off x="811858" y="2869257"/>
            <a:ext cx="1246484" cy="1246484"/>
          </a:xfrm>
          <a:custGeom>
            <a:avLst/>
            <a:gdLst>
              <a:gd name="connsiteX0" fmla="*/ 623242 w 1246484"/>
              <a:gd name="connsiteY0" fmla="*/ 0 h 1246484"/>
              <a:gd name="connsiteX1" fmla="*/ 1246484 w 1246484"/>
              <a:gd name="connsiteY1" fmla="*/ 623242 h 1246484"/>
              <a:gd name="connsiteX2" fmla="*/ 623242 w 1246484"/>
              <a:gd name="connsiteY2" fmla="*/ 1246484 h 1246484"/>
              <a:gd name="connsiteX3" fmla="*/ 0 w 1246484"/>
              <a:gd name="connsiteY3" fmla="*/ 623242 h 1246484"/>
              <a:gd name="connsiteX4" fmla="*/ 623242 w 1246484"/>
              <a:gd name="connsiteY4" fmla="*/ 0 h 1246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6484" h="1246484">
                <a:moveTo>
                  <a:pt x="623242" y="0"/>
                </a:moveTo>
                <a:cubicBezTo>
                  <a:pt x="967449" y="0"/>
                  <a:pt x="1246484" y="279035"/>
                  <a:pt x="1246484" y="623242"/>
                </a:cubicBezTo>
                <a:cubicBezTo>
                  <a:pt x="1246484" y="967449"/>
                  <a:pt x="967449" y="1246484"/>
                  <a:pt x="623242" y="1246484"/>
                </a:cubicBezTo>
                <a:cubicBezTo>
                  <a:pt x="279035" y="1246484"/>
                  <a:pt x="0" y="967449"/>
                  <a:pt x="0" y="623242"/>
                </a:cubicBezTo>
                <a:cubicBezTo>
                  <a:pt x="0" y="279035"/>
                  <a:pt x="279035" y="0"/>
                  <a:pt x="623242" y="0"/>
                </a:cubicBezTo>
                <a:close/>
              </a:path>
            </a:pathLst>
          </a:custGeom>
        </p:spPr>
        <p:txBody>
          <a:bodyPr wrap="square">
            <a:noAutofit/>
          </a:bodyPr>
          <a:lstStyle>
            <a:lvl1pPr>
              <a:defRPr sz="1000"/>
            </a:lvl1pPr>
          </a:lstStyle>
          <a:p>
            <a:endParaRPr lang="en-US"/>
          </a:p>
        </p:txBody>
      </p:sp>
      <p:sp>
        <p:nvSpPr>
          <p:cNvPr id="11" name="Picture Placeholder 10">
            <a:extLst>
              <a:ext uri="{FF2B5EF4-FFF2-40B4-BE49-F238E27FC236}">
                <a16:creationId xmlns:a16="http://schemas.microsoft.com/office/drawing/2014/main" id="{F93E195B-C58C-5B7C-C90A-64F794BC3413}"/>
              </a:ext>
            </a:extLst>
          </p:cNvPr>
          <p:cNvSpPr>
            <a:spLocks noGrp="1"/>
          </p:cNvSpPr>
          <p:nvPr>
            <p:ph type="pic" sz="quarter" idx="13"/>
          </p:nvPr>
        </p:nvSpPr>
        <p:spPr>
          <a:xfrm>
            <a:off x="811858" y="4844599"/>
            <a:ext cx="1246484" cy="1246484"/>
          </a:xfrm>
          <a:custGeom>
            <a:avLst/>
            <a:gdLst>
              <a:gd name="connsiteX0" fmla="*/ 623242 w 1246484"/>
              <a:gd name="connsiteY0" fmla="*/ 0 h 1246484"/>
              <a:gd name="connsiteX1" fmla="*/ 1246484 w 1246484"/>
              <a:gd name="connsiteY1" fmla="*/ 623242 h 1246484"/>
              <a:gd name="connsiteX2" fmla="*/ 623242 w 1246484"/>
              <a:gd name="connsiteY2" fmla="*/ 1246484 h 1246484"/>
              <a:gd name="connsiteX3" fmla="*/ 0 w 1246484"/>
              <a:gd name="connsiteY3" fmla="*/ 623242 h 1246484"/>
              <a:gd name="connsiteX4" fmla="*/ 623242 w 1246484"/>
              <a:gd name="connsiteY4" fmla="*/ 0 h 1246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6484" h="1246484">
                <a:moveTo>
                  <a:pt x="623242" y="0"/>
                </a:moveTo>
                <a:cubicBezTo>
                  <a:pt x="967449" y="0"/>
                  <a:pt x="1246484" y="279035"/>
                  <a:pt x="1246484" y="623242"/>
                </a:cubicBezTo>
                <a:cubicBezTo>
                  <a:pt x="1246484" y="967449"/>
                  <a:pt x="967449" y="1246484"/>
                  <a:pt x="623242" y="1246484"/>
                </a:cubicBezTo>
                <a:cubicBezTo>
                  <a:pt x="279035" y="1246484"/>
                  <a:pt x="0" y="967449"/>
                  <a:pt x="0" y="623242"/>
                </a:cubicBezTo>
                <a:cubicBezTo>
                  <a:pt x="0" y="279035"/>
                  <a:pt x="279035" y="0"/>
                  <a:pt x="623242" y="0"/>
                </a:cubicBezTo>
                <a:close/>
              </a:path>
            </a:pathLst>
          </a:custGeom>
        </p:spPr>
        <p:txBody>
          <a:bodyPr wrap="square">
            <a:noAutofit/>
          </a:bodyPr>
          <a:lstStyle>
            <a:lvl1pPr>
              <a:defRPr sz="1000"/>
            </a:lvl1pPr>
          </a:lstStyle>
          <a:p>
            <a:endParaRPr lang="en-US"/>
          </a:p>
        </p:txBody>
      </p:sp>
      <p:sp>
        <p:nvSpPr>
          <p:cNvPr id="9" name="Picture Placeholder 8">
            <a:extLst>
              <a:ext uri="{FF2B5EF4-FFF2-40B4-BE49-F238E27FC236}">
                <a16:creationId xmlns:a16="http://schemas.microsoft.com/office/drawing/2014/main" id="{552BBA37-ED1B-8954-C085-AA3326697D65}"/>
              </a:ext>
            </a:extLst>
          </p:cNvPr>
          <p:cNvSpPr>
            <a:spLocks noGrp="1"/>
          </p:cNvSpPr>
          <p:nvPr>
            <p:ph type="pic" sz="quarter" idx="11"/>
          </p:nvPr>
        </p:nvSpPr>
        <p:spPr>
          <a:xfrm>
            <a:off x="811858" y="893916"/>
            <a:ext cx="1246484" cy="1246484"/>
          </a:xfrm>
          <a:custGeom>
            <a:avLst/>
            <a:gdLst>
              <a:gd name="connsiteX0" fmla="*/ 623242 w 1246484"/>
              <a:gd name="connsiteY0" fmla="*/ 0 h 1246484"/>
              <a:gd name="connsiteX1" fmla="*/ 1246484 w 1246484"/>
              <a:gd name="connsiteY1" fmla="*/ 623242 h 1246484"/>
              <a:gd name="connsiteX2" fmla="*/ 623242 w 1246484"/>
              <a:gd name="connsiteY2" fmla="*/ 1246484 h 1246484"/>
              <a:gd name="connsiteX3" fmla="*/ 0 w 1246484"/>
              <a:gd name="connsiteY3" fmla="*/ 623242 h 1246484"/>
              <a:gd name="connsiteX4" fmla="*/ 623242 w 1246484"/>
              <a:gd name="connsiteY4" fmla="*/ 0 h 1246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6484" h="1246484">
                <a:moveTo>
                  <a:pt x="623242" y="0"/>
                </a:moveTo>
                <a:cubicBezTo>
                  <a:pt x="967449" y="0"/>
                  <a:pt x="1246484" y="279035"/>
                  <a:pt x="1246484" y="623242"/>
                </a:cubicBezTo>
                <a:cubicBezTo>
                  <a:pt x="1246484" y="967449"/>
                  <a:pt x="967449" y="1246484"/>
                  <a:pt x="623242" y="1246484"/>
                </a:cubicBezTo>
                <a:cubicBezTo>
                  <a:pt x="279035" y="1246484"/>
                  <a:pt x="0" y="967449"/>
                  <a:pt x="0" y="623242"/>
                </a:cubicBezTo>
                <a:cubicBezTo>
                  <a:pt x="0" y="279035"/>
                  <a:pt x="279035" y="0"/>
                  <a:pt x="623242" y="0"/>
                </a:cubicBezTo>
                <a:close/>
              </a:path>
            </a:pathLst>
          </a:custGeom>
        </p:spPr>
        <p:txBody>
          <a:bodyPr wrap="square">
            <a:noAutofit/>
          </a:bodyPr>
          <a:lstStyle>
            <a:lvl1pPr>
              <a:defRPr sz="1000"/>
            </a:lvl1pPr>
          </a:lstStyle>
          <a:p>
            <a:endParaRPr lang="en-US"/>
          </a:p>
        </p:txBody>
      </p:sp>
      <p:sp>
        <p:nvSpPr>
          <p:cNvPr id="3" name="Picture Placeholder 2">
            <a:extLst>
              <a:ext uri="{FF2B5EF4-FFF2-40B4-BE49-F238E27FC236}">
                <a16:creationId xmlns:a16="http://schemas.microsoft.com/office/drawing/2014/main" id="{BE13DFA2-236A-E0E1-B017-386966A36843}"/>
              </a:ext>
            </a:extLst>
          </p:cNvPr>
          <p:cNvSpPr>
            <a:spLocks noGrp="1"/>
          </p:cNvSpPr>
          <p:nvPr>
            <p:ph type="pic" sz="quarter" idx="10"/>
          </p:nvPr>
        </p:nvSpPr>
        <p:spPr>
          <a:xfrm>
            <a:off x="7747000" y="0"/>
            <a:ext cx="4445000" cy="6858000"/>
          </a:xfrm>
          <a:custGeom>
            <a:avLst/>
            <a:gdLst>
              <a:gd name="connsiteX0" fmla="*/ 0 w 4991100"/>
              <a:gd name="connsiteY0" fmla="*/ 0 h 3738463"/>
              <a:gd name="connsiteX1" fmla="*/ 4991100 w 4991100"/>
              <a:gd name="connsiteY1" fmla="*/ 0 h 3738463"/>
              <a:gd name="connsiteX2" fmla="*/ 4991100 w 4991100"/>
              <a:gd name="connsiteY2" fmla="*/ 3738463 h 3738463"/>
              <a:gd name="connsiteX3" fmla="*/ 0 w 4991100"/>
              <a:gd name="connsiteY3" fmla="*/ 3738463 h 3738463"/>
            </a:gdLst>
            <a:ahLst/>
            <a:cxnLst>
              <a:cxn ang="0">
                <a:pos x="connsiteX0" y="connsiteY0"/>
              </a:cxn>
              <a:cxn ang="0">
                <a:pos x="connsiteX1" y="connsiteY1"/>
              </a:cxn>
              <a:cxn ang="0">
                <a:pos x="connsiteX2" y="connsiteY2"/>
              </a:cxn>
              <a:cxn ang="0">
                <a:pos x="connsiteX3" y="connsiteY3"/>
              </a:cxn>
            </a:cxnLst>
            <a:rect l="l" t="t" r="r" b="b"/>
            <a:pathLst>
              <a:path w="4991100" h="3738463">
                <a:moveTo>
                  <a:pt x="0" y="0"/>
                </a:moveTo>
                <a:lnTo>
                  <a:pt x="4991100" y="0"/>
                </a:lnTo>
                <a:lnTo>
                  <a:pt x="4991100" y="3738463"/>
                </a:lnTo>
                <a:lnTo>
                  <a:pt x="0" y="3738463"/>
                </a:ln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2617512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918428-FA0F-0623-36CD-568805DFAA89}"/>
              </a:ext>
            </a:extLst>
          </p:cNvPr>
          <p:cNvSpPr>
            <a:spLocks noGrp="1"/>
          </p:cNvSpPr>
          <p:nvPr>
            <p:ph type="pic" sz="quarter" idx="10"/>
          </p:nvPr>
        </p:nvSpPr>
        <p:spPr>
          <a:xfrm>
            <a:off x="812800" y="2514601"/>
            <a:ext cx="4991100" cy="3738463"/>
          </a:xfrm>
          <a:custGeom>
            <a:avLst/>
            <a:gdLst>
              <a:gd name="connsiteX0" fmla="*/ 0 w 4991100"/>
              <a:gd name="connsiteY0" fmla="*/ 0 h 3738463"/>
              <a:gd name="connsiteX1" fmla="*/ 4991100 w 4991100"/>
              <a:gd name="connsiteY1" fmla="*/ 0 h 3738463"/>
              <a:gd name="connsiteX2" fmla="*/ 4991100 w 4991100"/>
              <a:gd name="connsiteY2" fmla="*/ 3738463 h 3738463"/>
              <a:gd name="connsiteX3" fmla="*/ 0 w 4991100"/>
              <a:gd name="connsiteY3" fmla="*/ 3738463 h 3738463"/>
            </a:gdLst>
            <a:ahLst/>
            <a:cxnLst>
              <a:cxn ang="0">
                <a:pos x="connsiteX0" y="connsiteY0"/>
              </a:cxn>
              <a:cxn ang="0">
                <a:pos x="connsiteX1" y="connsiteY1"/>
              </a:cxn>
              <a:cxn ang="0">
                <a:pos x="connsiteX2" y="connsiteY2"/>
              </a:cxn>
              <a:cxn ang="0">
                <a:pos x="connsiteX3" y="connsiteY3"/>
              </a:cxn>
            </a:cxnLst>
            <a:rect l="l" t="t" r="r" b="b"/>
            <a:pathLst>
              <a:path w="4991100" h="3738463">
                <a:moveTo>
                  <a:pt x="0" y="0"/>
                </a:moveTo>
                <a:lnTo>
                  <a:pt x="4991100" y="0"/>
                </a:lnTo>
                <a:lnTo>
                  <a:pt x="4991100" y="3738463"/>
                </a:lnTo>
                <a:lnTo>
                  <a:pt x="0" y="3738463"/>
                </a:ln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495344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89D57A6-ABC2-F808-E32A-C335760A028A}"/>
              </a:ext>
            </a:extLst>
          </p:cNvPr>
          <p:cNvSpPr>
            <a:spLocks noGrp="1"/>
          </p:cNvSpPr>
          <p:nvPr>
            <p:ph type="pic" sz="quarter" idx="11"/>
          </p:nvPr>
        </p:nvSpPr>
        <p:spPr>
          <a:xfrm>
            <a:off x="6708893" y="4495801"/>
            <a:ext cx="2095500" cy="1706463"/>
          </a:xfrm>
          <a:custGeom>
            <a:avLst/>
            <a:gdLst>
              <a:gd name="connsiteX0" fmla="*/ 0 w 2095500"/>
              <a:gd name="connsiteY0" fmla="*/ 0 h 1706463"/>
              <a:gd name="connsiteX1" fmla="*/ 2095500 w 2095500"/>
              <a:gd name="connsiteY1" fmla="*/ 0 h 1706463"/>
              <a:gd name="connsiteX2" fmla="*/ 2095500 w 2095500"/>
              <a:gd name="connsiteY2" fmla="*/ 1706463 h 1706463"/>
              <a:gd name="connsiteX3" fmla="*/ 0 w 2095500"/>
              <a:gd name="connsiteY3" fmla="*/ 1706463 h 1706463"/>
            </a:gdLst>
            <a:ahLst/>
            <a:cxnLst>
              <a:cxn ang="0">
                <a:pos x="connsiteX0" y="connsiteY0"/>
              </a:cxn>
              <a:cxn ang="0">
                <a:pos x="connsiteX1" y="connsiteY1"/>
              </a:cxn>
              <a:cxn ang="0">
                <a:pos x="connsiteX2" y="connsiteY2"/>
              </a:cxn>
              <a:cxn ang="0">
                <a:pos x="connsiteX3" y="connsiteY3"/>
              </a:cxn>
            </a:cxnLst>
            <a:rect l="l" t="t" r="r" b="b"/>
            <a:pathLst>
              <a:path w="2095500" h="1706463">
                <a:moveTo>
                  <a:pt x="0" y="0"/>
                </a:moveTo>
                <a:lnTo>
                  <a:pt x="2095500" y="0"/>
                </a:lnTo>
                <a:lnTo>
                  <a:pt x="2095500" y="1706463"/>
                </a:lnTo>
                <a:lnTo>
                  <a:pt x="0" y="1706463"/>
                </a:lnTo>
                <a:close/>
              </a:path>
            </a:pathLst>
          </a:custGeom>
        </p:spPr>
        <p:txBody>
          <a:bodyPr wrap="square">
            <a:noAutofit/>
          </a:bodyPr>
          <a:lstStyle>
            <a:lvl1pPr>
              <a:defRPr sz="1000"/>
            </a:lvl1pPr>
          </a:lstStyle>
          <a:p>
            <a:endParaRPr lang="en-US"/>
          </a:p>
        </p:txBody>
      </p:sp>
      <p:sp>
        <p:nvSpPr>
          <p:cNvPr id="6" name="Picture Placeholder 5">
            <a:extLst>
              <a:ext uri="{FF2B5EF4-FFF2-40B4-BE49-F238E27FC236}">
                <a16:creationId xmlns:a16="http://schemas.microsoft.com/office/drawing/2014/main" id="{B2DB68D2-F9AB-43BB-2AC2-AEC1255DE880}"/>
              </a:ext>
            </a:extLst>
          </p:cNvPr>
          <p:cNvSpPr>
            <a:spLocks noGrp="1"/>
          </p:cNvSpPr>
          <p:nvPr>
            <p:ph type="pic" sz="quarter" idx="10"/>
          </p:nvPr>
        </p:nvSpPr>
        <p:spPr>
          <a:xfrm>
            <a:off x="800100" y="4495801"/>
            <a:ext cx="2095500" cy="1706463"/>
          </a:xfrm>
          <a:custGeom>
            <a:avLst/>
            <a:gdLst>
              <a:gd name="connsiteX0" fmla="*/ 0 w 2095500"/>
              <a:gd name="connsiteY0" fmla="*/ 0 h 1706463"/>
              <a:gd name="connsiteX1" fmla="*/ 2095500 w 2095500"/>
              <a:gd name="connsiteY1" fmla="*/ 0 h 1706463"/>
              <a:gd name="connsiteX2" fmla="*/ 2095500 w 2095500"/>
              <a:gd name="connsiteY2" fmla="*/ 1706463 h 1706463"/>
              <a:gd name="connsiteX3" fmla="*/ 0 w 2095500"/>
              <a:gd name="connsiteY3" fmla="*/ 1706463 h 1706463"/>
            </a:gdLst>
            <a:ahLst/>
            <a:cxnLst>
              <a:cxn ang="0">
                <a:pos x="connsiteX0" y="connsiteY0"/>
              </a:cxn>
              <a:cxn ang="0">
                <a:pos x="connsiteX1" y="connsiteY1"/>
              </a:cxn>
              <a:cxn ang="0">
                <a:pos x="connsiteX2" y="connsiteY2"/>
              </a:cxn>
              <a:cxn ang="0">
                <a:pos x="connsiteX3" y="connsiteY3"/>
              </a:cxn>
            </a:cxnLst>
            <a:rect l="l" t="t" r="r" b="b"/>
            <a:pathLst>
              <a:path w="2095500" h="1706463">
                <a:moveTo>
                  <a:pt x="0" y="0"/>
                </a:moveTo>
                <a:lnTo>
                  <a:pt x="2095500" y="0"/>
                </a:lnTo>
                <a:lnTo>
                  <a:pt x="2095500" y="1706463"/>
                </a:lnTo>
                <a:lnTo>
                  <a:pt x="0" y="1706463"/>
                </a:ln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29024230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9390937-47EE-6FB9-24DD-05DBA01776A6}"/>
              </a:ext>
            </a:extLst>
          </p:cNvPr>
          <p:cNvSpPr>
            <a:spLocks noGrp="1"/>
          </p:cNvSpPr>
          <p:nvPr>
            <p:ph type="pic" sz="quarter" idx="10"/>
          </p:nvPr>
        </p:nvSpPr>
        <p:spPr>
          <a:xfrm>
            <a:off x="6848592" y="1231901"/>
            <a:ext cx="4654313" cy="2654300"/>
          </a:xfrm>
          <a:custGeom>
            <a:avLst/>
            <a:gdLst>
              <a:gd name="connsiteX0" fmla="*/ 0 w 2679700"/>
              <a:gd name="connsiteY0" fmla="*/ 0 h 3665465"/>
              <a:gd name="connsiteX1" fmla="*/ 2679700 w 2679700"/>
              <a:gd name="connsiteY1" fmla="*/ 0 h 3665465"/>
              <a:gd name="connsiteX2" fmla="*/ 2679700 w 2679700"/>
              <a:gd name="connsiteY2" fmla="*/ 3665465 h 3665465"/>
              <a:gd name="connsiteX3" fmla="*/ 0 w 2679700"/>
              <a:gd name="connsiteY3" fmla="*/ 3665465 h 3665465"/>
            </a:gdLst>
            <a:ahLst/>
            <a:cxnLst>
              <a:cxn ang="0">
                <a:pos x="connsiteX0" y="connsiteY0"/>
              </a:cxn>
              <a:cxn ang="0">
                <a:pos x="connsiteX1" y="connsiteY1"/>
              </a:cxn>
              <a:cxn ang="0">
                <a:pos x="connsiteX2" y="connsiteY2"/>
              </a:cxn>
              <a:cxn ang="0">
                <a:pos x="connsiteX3" y="connsiteY3"/>
              </a:cxn>
            </a:cxnLst>
            <a:rect l="l" t="t" r="r" b="b"/>
            <a:pathLst>
              <a:path w="2679700" h="3665465">
                <a:moveTo>
                  <a:pt x="0" y="0"/>
                </a:moveTo>
                <a:lnTo>
                  <a:pt x="2679700" y="0"/>
                </a:lnTo>
                <a:lnTo>
                  <a:pt x="2679700" y="3665465"/>
                </a:lnTo>
                <a:lnTo>
                  <a:pt x="0" y="3665465"/>
                </a:lnTo>
                <a:close/>
              </a:path>
            </a:pathLst>
          </a:custGeom>
        </p:spPr>
        <p:txBody>
          <a:bodyPr wrap="square">
            <a:noAutofit/>
          </a:bodyPr>
          <a:lstStyle>
            <a:lvl1pPr>
              <a:defRPr sz="1000"/>
            </a:lvl1pPr>
          </a:lstStyle>
          <a:p>
            <a:endParaRPr lang="en-US"/>
          </a:p>
        </p:txBody>
      </p:sp>
      <p:sp>
        <p:nvSpPr>
          <p:cNvPr id="6" name="Picture Placeholder 5">
            <a:extLst>
              <a:ext uri="{FF2B5EF4-FFF2-40B4-BE49-F238E27FC236}">
                <a16:creationId xmlns:a16="http://schemas.microsoft.com/office/drawing/2014/main" id="{0CE08FF8-AA79-74F3-158D-36D60C47E7E0}"/>
              </a:ext>
            </a:extLst>
          </p:cNvPr>
          <p:cNvSpPr>
            <a:spLocks noGrp="1"/>
          </p:cNvSpPr>
          <p:nvPr>
            <p:ph type="pic" sz="quarter" idx="11"/>
          </p:nvPr>
        </p:nvSpPr>
        <p:spPr>
          <a:xfrm>
            <a:off x="3479800" y="4561373"/>
            <a:ext cx="2249547" cy="1568137"/>
          </a:xfrm>
          <a:custGeom>
            <a:avLst/>
            <a:gdLst>
              <a:gd name="connsiteX0" fmla="*/ 0 w 2679700"/>
              <a:gd name="connsiteY0" fmla="*/ 0 h 3665465"/>
              <a:gd name="connsiteX1" fmla="*/ 2679700 w 2679700"/>
              <a:gd name="connsiteY1" fmla="*/ 0 h 3665465"/>
              <a:gd name="connsiteX2" fmla="*/ 2679700 w 2679700"/>
              <a:gd name="connsiteY2" fmla="*/ 3665465 h 3665465"/>
              <a:gd name="connsiteX3" fmla="*/ 0 w 2679700"/>
              <a:gd name="connsiteY3" fmla="*/ 3665465 h 3665465"/>
            </a:gdLst>
            <a:ahLst/>
            <a:cxnLst>
              <a:cxn ang="0">
                <a:pos x="connsiteX0" y="connsiteY0"/>
              </a:cxn>
              <a:cxn ang="0">
                <a:pos x="connsiteX1" y="connsiteY1"/>
              </a:cxn>
              <a:cxn ang="0">
                <a:pos x="connsiteX2" y="connsiteY2"/>
              </a:cxn>
              <a:cxn ang="0">
                <a:pos x="connsiteX3" y="connsiteY3"/>
              </a:cxn>
            </a:cxnLst>
            <a:rect l="l" t="t" r="r" b="b"/>
            <a:pathLst>
              <a:path w="2679700" h="3665465">
                <a:moveTo>
                  <a:pt x="0" y="0"/>
                </a:moveTo>
                <a:lnTo>
                  <a:pt x="2679700" y="0"/>
                </a:lnTo>
                <a:lnTo>
                  <a:pt x="2679700" y="3665465"/>
                </a:lnTo>
                <a:lnTo>
                  <a:pt x="0" y="3665465"/>
                </a:lnTo>
                <a:close/>
              </a:path>
            </a:pathLst>
          </a:custGeom>
        </p:spPr>
        <p:txBody>
          <a:bodyPr wrap="square">
            <a:noAutofit/>
          </a:bodyPr>
          <a:lstStyle>
            <a:lvl1pPr>
              <a:defRPr sz="1000"/>
            </a:lvl1pPr>
          </a:lstStyle>
          <a:p>
            <a:endParaRPr lang="en-US"/>
          </a:p>
        </p:txBody>
      </p:sp>
      <p:sp>
        <p:nvSpPr>
          <p:cNvPr id="7" name="Picture Placeholder 6">
            <a:extLst>
              <a:ext uri="{FF2B5EF4-FFF2-40B4-BE49-F238E27FC236}">
                <a16:creationId xmlns:a16="http://schemas.microsoft.com/office/drawing/2014/main" id="{996B77A9-4A34-237E-24BC-876FDDD5BF06}"/>
              </a:ext>
            </a:extLst>
          </p:cNvPr>
          <p:cNvSpPr>
            <a:spLocks noGrp="1"/>
          </p:cNvSpPr>
          <p:nvPr>
            <p:ph type="pic" sz="quarter" idx="12"/>
          </p:nvPr>
        </p:nvSpPr>
        <p:spPr>
          <a:xfrm>
            <a:off x="689091" y="4561373"/>
            <a:ext cx="2249547" cy="1568137"/>
          </a:xfrm>
          <a:custGeom>
            <a:avLst/>
            <a:gdLst>
              <a:gd name="connsiteX0" fmla="*/ 0 w 2679700"/>
              <a:gd name="connsiteY0" fmla="*/ 0 h 3665465"/>
              <a:gd name="connsiteX1" fmla="*/ 2679700 w 2679700"/>
              <a:gd name="connsiteY1" fmla="*/ 0 h 3665465"/>
              <a:gd name="connsiteX2" fmla="*/ 2679700 w 2679700"/>
              <a:gd name="connsiteY2" fmla="*/ 3665465 h 3665465"/>
              <a:gd name="connsiteX3" fmla="*/ 0 w 2679700"/>
              <a:gd name="connsiteY3" fmla="*/ 3665465 h 3665465"/>
            </a:gdLst>
            <a:ahLst/>
            <a:cxnLst>
              <a:cxn ang="0">
                <a:pos x="connsiteX0" y="connsiteY0"/>
              </a:cxn>
              <a:cxn ang="0">
                <a:pos x="connsiteX1" y="connsiteY1"/>
              </a:cxn>
              <a:cxn ang="0">
                <a:pos x="connsiteX2" y="connsiteY2"/>
              </a:cxn>
              <a:cxn ang="0">
                <a:pos x="connsiteX3" y="connsiteY3"/>
              </a:cxn>
            </a:cxnLst>
            <a:rect l="l" t="t" r="r" b="b"/>
            <a:pathLst>
              <a:path w="2679700" h="3665465">
                <a:moveTo>
                  <a:pt x="0" y="0"/>
                </a:moveTo>
                <a:lnTo>
                  <a:pt x="2679700" y="0"/>
                </a:lnTo>
                <a:lnTo>
                  <a:pt x="2679700" y="3665465"/>
                </a:lnTo>
                <a:lnTo>
                  <a:pt x="0" y="3665465"/>
                </a:ln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33980299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1CAE562-055D-429B-4F0C-770A6A8B61D8}"/>
              </a:ext>
            </a:extLst>
          </p:cNvPr>
          <p:cNvSpPr>
            <a:spLocks noGrp="1"/>
          </p:cNvSpPr>
          <p:nvPr>
            <p:ph type="pic" sz="quarter" idx="10"/>
          </p:nvPr>
        </p:nvSpPr>
        <p:spPr>
          <a:xfrm>
            <a:off x="622300" y="663883"/>
            <a:ext cx="4152900" cy="5530234"/>
          </a:xfrm>
          <a:custGeom>
            <a:avLst/>
            <a:gdLst>
              <a:gd name="connsiteX0" fmla="*/ 0 w 2679700"/>
              <a:gd name="connsiteY0" fmla="*/ 0 h 3665465"/>
              <a:gd name="connsiteX1" fmla="*/ 2679700 w 2679700"/>
              <a:gd name="connsiteY1" fmla="*/ 0 h 3665465"/>
              <a:gd name="connsiteX2" fmla="*/ 2679700 w 2679700"/>
              <a:gd name="connsiteY2" fmla="*/ 3665465 h 3665465"/>
              <a:gd name="connsiteX3" fmla="*/ 0 w 2679700"/>
              <a:gd name="connsiteY3" fmla="*/ 3665465 h 3665465"/>
            </a:gdLst>
            <a:ahLst/>
            <a:cxnLst>
              <a:cxn ang="0">
                <a:pos x="connsiteX0" y="connsiteY0"/>
              </a:cxn>
              <a:cxn ang="0">
                <a:pos x="connsiteX1" y="connsiteY1"/>
              </a:cxn>
              <a:cxn ang="0">
                <a:pos x="connsiteX2" y="connsiteY2"/>
              </a:cxn>
              <a:cxn ang="0">
                <a:pos x="connsiteX3" y="connsiteY3"/>
              </a:cxn>
            </a:cxnLst>
            <a:rect l="l" t="t" r="r" b="b"/>
            <a:pathLst>
              <a:path w="2679700" h="3665465">
                <a:moveTo>
                  <a:pt x="0" y="0"/>
                </a:moveTo>
                <a:lnTo>
                  <a:pt x="2679700" y="0"/>
                </a:lnTo>
                <a:lnTo>
                  <a:pt x="2679700" y="3665465"/>
                </a:lnTo>
                <a:lnTo>
                  <a:pt x="0" y="3665465"/>
                </a:ln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31161138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D1C1939-F695-8FE8-43B4-1ED11F5442A4}"/>
              </a:ext>
            </a:extLst>
          </p:cNvPr>
          <p:cNvSpPr>
            <a:spLocks noGrp="1"/>
          </p:cNvSpPr>
          <p:nvPr>
            <p:ph type="pic" sz="quarter" idx="10"/>
          </p:nvPr>
        </p:nvSpPr>
        <p:spPr>
          <a:xfrm>
            <a:off x="6477000" y="3192536"/>
            <a:ext cx="2679700" cy="3665465"/>
          </a:xfrm>
          <a:custGeom>
            <a:avLst/>
            <a:gdLst>
              <a:gd name="connsiteX0" fmla="*/ 0 w 2679700"/>
              <a:gd name="connsiteY0" fmla="*/ 0 h 3665465"/>
              <a:gd name="connsiteX1" fmla="*/ 2679700 w 2679700"/>
              <a:gd name="connsiteY1" fmla="*/ 0 h 3665465"/>
              <a:gd name="connsiteX2" fmla="*/ 2679700 w 2679700"/>
              <a:gd name="connsiteY2" fmla="*/ 3665465 h 3665465"/>
              <a:gd name="connsiteX3" fmla="*/ 0 w 2679700"/>
              <a:gd name="connsiteY3" fmla="*/ 3665465 h 3665465"/>
            </a:gdLst>
            <a:ahLst/>
            <a:cxnLst>
              <a:cxn ang="0">
                <a:pos x="connsiteX0" y="connsiteY0"/>
              </a:cxn>
              <a:cxn ang="0">
                <a:pos x="connsiteX1" y="connsiteY1"/>
              </a:cxn>
              <a:cxn ang="0">
                <a:pos x="connsiteX2" y="connsiteY2"/>
              </a:cxn>
              <a:cxn ang="0">
                <a:pos x="connsiteX3" y="connsiteY3"/>
              </a:cxn>
            </a:cxnLst>
            <a:rect l="l" t="t" r="r" b="b"/>
            <a:pathLst>
              <a:path w="2679700" h="3665465">
                <a:moveTo>
                  <a:pt x="0" y="0"/>
                </a:moveTo>
                <a:lnTo>
                  <a:pt x="2679700" y="0"/>
                </a:lnTo>
                <a:lnTo>
                  <a:pt x="2679700" y="3665465"/>
                </a:lnTo>
                <a:lnTo>
                  <a:pt x="0" y="3665465"/>
                </a:ln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2811294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F11FED2-C34F-D2F4-FA64-5DB5BA3E2745}"/>
              </a:ext>
            </a:extLst>
          </p:cNvPr>
          <p:cNvSpPr>
            <a:spLocks noGrp="1"/>
          </p:cNvSpPr>
          <p:nvPr>
            <p:ph type="pic" sz="quarter" idx="10"/>
          </p:nvPr>
        </p:nvSpPr>
        <p:spPr>
          <a:xfrm>
            <a:off x="0" y="0"/>
            <a:ext cx="12192000" cy="6857999"/>
          </a:xfrm>
          <a:custGeom>
            <a:avLst/>
            <a:gdLst>
              <a:gd name="connsiteX0" fmla="*/ 0 w 6096000"/>
              <a:gd name="connsiteY0" fmla="*/ 0 h 4318001"/>
              <a:gd name="connsiteX1" fmla="*/ 6096000 w 6096000"/>
              <a:gd name="connsiteY1" fmla="*/ 0 h 4318001"/>
              <a:gd name="connsiteX2" fmla="*/ 6096000 w 6096000"/>
              <a:gd name="connsiteY2" fmla="*/ 4318001 h 4318001"/>
              <a:gd name="connsiteX3" fmla="*/ 0 w 6096000"/>
              <a:gd name="connsiteY3" fmla="*/ 4318001 h 4318001"/>
            </a:gdLst>
            <a:ahLst/>
            <a:cxnLst>
              <a:cxn ang="0">
                <a:pos x="connsiteX0" y="connsiteY0"/>
              </a:cxn>
              <a:cxn ang="0">
                <a:pos x="connsiteX1" y="connsiteY1"/>
              </a:cxn>
              <a:cxn ang="0">
                <a:pos x="connsiteX2" y="connsiteY2"/>
              </a:cxn>
              <a:cxn ang="0">
                <a:pos x="connsiteX3" y="connsiteY3"/>
              </a:cxn>
            </a:cxnLst>
            <a:rect l="l" t="t" r="r" b="b"/>
            <a:pathLst>
              <a:path w="6096000" h="4318001">
                <a:moveTo>
                  <a:pt x="0" y="0"/>
                </a:moveTo>
                <a:lnTo>
                  <a:pt x="6096000" y="0"/>
                </a:lnTo>
                <a:lnTo>
                  <a:pt x="6096000" y="4318001"/>
                </a:lnTo>
                <a:lnTo>
                  <a:pt x="0" y="4318001"/>
                </a:ln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4101105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8300832"/>
      </p:ext>
    </p:extLst>
  </p:cSld>
  <p:clrMap bg1="lt1" tx1="dk1" bg2="lt2" tx2="dk2" accent1="accent1" accent2="accent2" accent3="accent3" accent4="accent4" accent5="accent5" accent6="accent6" hlink="hlink" folHlink="folHlink"/>
  <p:sldLayoutIdLst>
    <p:sldLayoutId id="2147483649" r:id="rId1"/>
    <p:sldLayoutId id="2147483667" r:id="rId2"/>
    <p:sldLayoutId id="2147483666" r:id="rId3"/>
    <p:sldLayoutId id="2147483665" r:id="rId4"/>
    <p:sldLayoutId id="2147483664" r:id="rId5"/>
    <p:sldLayoutId id="2147483663" r:id="rId6"/>
    <p:sldLayoutId id="2147483662" r:id="rId7"/>
    <p:sldLayoutId id="2147483661" r:id="rId8"/>
    <p:sldLayoutId id="2147483660" r:id="rId9"/>
    <p:sldLayoutId id="2147483659" r:id="rId10"/>
    <p:sldLayoutId id="2147483658" r:id="rId11"/>
    <p:sldLayoutId id="2147483657" r:id="rId12"/>
    <p:sldLayoutId id="2147483656" r:id="rId13"/>
    <p:sldLayoutId id="2147483655" r:id="rId14"/>
    <p:sldLayoutId id="2147483654" r:id="rId15"/>
    <p:sldLayoutId id="2147483653" r:id="rId16"/>
    <p:sldLayoutId id="2147483652" r:id="rId17"/>
    <p:sldLayoutId id="2147483651" r:id="rId18"/>
    <p:sldLayoutId id="2147483650"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BAE8AA-1F7D-18F1-FF4B-ED11A2BD8640}"/>
              </a:ext>
            </a:extLst>
          </p:cNvPr>
          <p:cNvSpPr/>
          <p:nvPr/>
        </p:nvSpPr>
        <p:spPr>
          <a:xfrm>
            <a:off x="4448862" y="2365829"/>
            <a:ext cx="7743138" cy="449217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23063FF-8B58-27FE-0D40-CE9572D94EC3}"/>
              </a:ext>
            </a:extLst>
          </p:cNvPr>
          <p:cNvSpPr/>
          <p:nvPr/>
        </p:nvSpPr>
        <p:spPr>
          <a:xfrm>
            <a:off x="2628900" y="0"/>
            <a:ext cx="5600700" cy="6858000"/>
          </a:xfrm>
          <a:prstGeom prst="rect">
            <a:avLst/>
          </a:prstGeom>
          <a:solidFill>
            <a:schemeClr val="bg1">
              <a:lumMod val="9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4886051-59A2-15E8-117A-2DEC49BCF0DD}"/>
              </a:ext>
            </a:extLst>
          </p:cNvPr>
          <p:cNvSpPr/>
          <p:nvPr/>
        </p:nvSpPr>
        <p:spPr>
          <a:xfrm>
            <a:off x="8744055" y="649514"/>
            <a:ext cx="2722231" cy="332976"/>
          </a:xfrm>
          <a:prstGeom prst="rect">
            <a:avLst/>
          </a:prstGeom>
        </p:spPr>
        <p:txBody>
          <a:bodyPr wrap="square">
            <a:spAutoFit/>
          </a:bodyPr>
          <a:lstStyle/>
          <a:p>
            <a:pPr algn="r">
              <a:lnSpc>
                <a:spcPts val="2000"/>
              </a:lnSpc>
            </a:pPr>
            <a:r>
              <a:rPr lang="en-US" sz="1600" spc="200" dirty="0">
                <a:solidFill>
                  <a:schemeClr val="tx1">
                    <a:lumMod val="85000"/>
                    <a:lumOff val="15000"/>
                  </a:schemeClr>
                </a:solidFill>
                <a:latin typeface="Inter" panose="020B0502030000000004" pitchFamily="2" charset="0"/>
                <a:ea typeface="Inter" panose="020B0502030000000004" pitchFamily="2" charset="0"/>
                <a:cs typeface="Inter Semi Bold" panose="02000703000000020004" pitchFamily="50" charset="0"/>
              </a:rPr>
              <a:t>MINIMAL TEMPLATE_</a:t>
            </a:r>
          </a:p>
        </p:txBody>
      </p:sp>
      <p:sp>
        <p:nvSpPr>
          <p:cNvPr id="5" name="Rectangle 4">
            <a:extLst>
              <a:ext uri="{FF2B5EF4-FFF2-40B4-BE49-F238E27FC236}">
                <a16:creationId xmlns:a16="http://schemas.microsoft.com/office/drawing/2014/main" id="{064E4BAD-5B57-DD46-24EB-E9117DCB684B}"/>
              </a:ext>
            </a:extLst>
          </p:cNvPr>
          <p:cNvSpPr/>
          <p:nvPr/>
        </p:nvSpPr>
        <p:spPr>
          <a:xfrm>
            <a:off x="5241011" y="4022429"/>
            <a:ext cx="4315604" cy="1034899"/>
          </a:xfrm>
          <a:prstGeom prst="rect">
            <a:avLst/>
          </a:prstGeom>
        </p:spPr>
        <p:txBody>
          <a:bodyPr wrap="none">
            <a:spAutoFit/>
          </a:bodyPr>
          <a:lstStyle/>
          <a:p>
            <a:pPr>
              <a:lnSpc>
                <a:spcPts val="7000"/>
              </a:lnSpc>
            </a:pPr>
            <a:r>
              <a:rPr lang="en-US" sz="7000" dirty="0">
                <a:solidFill>
                  <a:schemeClr val="bg1"/>
                </a:solidFill>
                <a:latin typeface="Jost SemiBold" pitchFamily="2" charset="0"/>
                <a:ea typeface="Jost SemiBold" pitchFamily="2" charset="0"/>
                <a:cs typeface="Inter Semi Bold" panose="02000703000000020004" pitchFamily="50" charset="0"/>
              </a:rPr>
              <a:t>Corpor</a:t>
            </a:r>
            <a:r>
              <a:rPr lang="en-US" sz="7000" dirty="0">
                <a:solidFill>
                  <a:schemeClr val="accent3"/>
                </a:solidFill>
                <a:latin typeface="Jost SemiBold" pitchFamily="2" charset="0"/>
                <a:ea typeface="Jost SemiBold" pitchFamily="2" charset="0"/>
                <a:cs typeface="Inter Semi Bold" panose="02000703000000020004" pitchFamily="50" charset="0"/>
              </a:rPr>
              <a:t>ate</a:t>
            </a:r>
          </a:p>
        </p:txBody>
      </p:sp>
      <p:sp>
        <p:nvSpPr>
          <p:cNvPr id="6" name="Rectangle 5">
            <a:extLst>
              <a:ext uri="{FF2B5EF4-FFF2-40B4-BE49-F238E27FC236}">
                <a16:creationId xmlns:a16="http://schemas.microsoft.com/office/drawing/2014/main" id="{DE8475F1-2EA0-FAC8-C0C4-BAC35E6ABC2E}"/>
              </a:ext>
            </a:extLst>
          </p:cNvPr>
          <p:cNvSpPr/>
          <p:nvPr/>
        </p:nvSpPr>
        <p:spPr>
          <a:xfrm>
            <a:off x="5311524" y="5347899"/>
            <a:ext cx="2841574" cy="589457"/>
          </a:xfrm>
          <a:prstGeom prst="rect">
            <a:avLst/>
          </a:prstGeom>
        </p:spPr>
        <p:txBody>
          <a:bodyPr wrap="square">
            <a:spAutoFit/>
          </a:bodyPr>
          <a:lstStyle/>
          <a:p>
            <a:pPr>
              <a:lnSpc>
                <a:spcPts val="2000"/>
              </a:lnSpc>
            </a:pPr>
            <a:r>
              <a:rPr lang="en-US" sz="1600" spc="200" dirty="0">
                <a:solidFill>
                  <a:schemeClr val="bg1"/>
                </a:solidFill>
                <a:latin typeface="Inter Medium" panose="020B0602030000000004" pitchFamily="34" charset="0"/>
                <a:ea typeface="Inter Medium" panose="020B0602030000000004" pitchFamily="34" charset="0"/>
                <a:cs typeface="Inter Semi Bold" panose="02000703000000020004" pitchFamily="50" charset="0"/>
              </a:rPr>
              <a:t>Minimal Presentation Template</a:t>
            </a:r>
          </a:p>
        </p:txBody>
      </p:sp>
      <p:sp>
        <p:nvSpPr>
          <p:cNvPr id="7" name="Rectangle 6">
            <a:extLst>
              <a:ext uri="{FF2B5EF4-FFF2-40B4-BE49-F238E27FC236}">
                <a16:creationId xmlns:a16="http://schemas.microsoft.com/office/drawing/2014/main" id="{7BA92DAF-C82A-DB8D-18CD-F91F89A3BA5A}"/>
              </a:ext>
            </a:extLst>
          </p:cNvPr>
          <p:cNvSpPr/>
          <p:nvPr/>
        </p:nvSpPr>
        <p:spPr>
          <a:xfrm>
            <a:off x="2970736" y="6046399"/>
            <a:ext cx="1012773" cy="332976"/>
          </a:xfrm>
          <a:prstGeom prst="rect">
            <a:avLst/>
          </a:prstGeom>
        </p:spPr>
        <p:txBody>
          <a:bodyPr wrap="square">
            <a:spAutoFit/>
          </a:bodyPr>
          <a:lstStyle/>
          <a:p>
            <a:pPr>
              <a:lnSpc>
                <a:spcPts val="2000"/>
              </a:lnSpc>
            </a:pPr>
            <a:r>
              <a:rPr lang="en-US" sz="1600" spc="200" dirty="0">
                <a:solidFill>
                  <a:schemeClr val="tx1">
                    <a:lumMod val="85000"/>
                    <a:lumOff val="15000"/>
                  </a:schemeClr>
                </a:solidFill>
                <a:latin typeface="Inter Medium" panose="020B0602030000000004" pitchFamily="34" charset="0"/>
                <a:ea typeface="Inter Medium" panose="020B0602030000000004" pitchFamily="34" charset="0"/>
                <a:cs typeface="Inter Semi Bold" panose="02000703000000020004" pitchFamily="50" charset="0"/>
              </a:rPr>
              <a:t>NO.01</a:t>
            </a:r>
          </a:p>
        </p:txBody>
      </p:sp>
      <p:grpSp>
        <p:nvGrpSpPr>
          <p:cNvPr id="9" name="Group 8">
            <a:extLst>
              <a:ext uri="{FF2B5EF4-FFF2-40B4-BE49-F238E27FC236}">
                <a16:creationId xmlns:a16="http://schemas.microsoft.com/office/drawing/2014/main" id="{AC79FC88-5F2E-B899-C56C-D6D80F7E6C96}"/>
              </a:ext>
            </a:extLst>
          </p:cNvPr>
          <p:cNvGrpSpPr/>
          <p:nvPr/>
        </p:nvGrpSpPr>
        <p:grpSpPr>
          <a:xfrm>
            <a:off x="3086924" y="1922338"/>
            <a:ext cx="2139126" cy="1179448"/>
            <a:chOff x="3086924" y="1922338"/>
            <a:chExt cx="2139126" cy="1179448"/>
          </a:xfrm>
        </p:grpSpPr>
        <p:sp>
          <p:nvSpPr>
            <p:cNvPr id="23" name="Oval 80">
              <a:extLst>
                <a:ext uri="{FF2B5EF4-FFF2-40B4-BE49-F238E27FC236}">
                  <a16:creationId xmlns:a16="http://schemas.microsoft.com/office/drawing/2014/main" id="{225CFEA0-C9E5-12A5-8E5A-FC004C749E89}"/>
                </a:ext>
              </a:extLst>
            </p:cNvPr>
            <p:cNvSpPr>
              <a:spLocks noChangeArrowheads="1"/>
            </p:cNvSpPr>
            <p:nvPr/>
          </p:nvSpPr>
          <p:spPr bwMode="auto">
            <a:xfrm rot="16200000">
              <a:off x="3086924" y="1922338"/>
              <a:ext cx="117212" cy="117212"/>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Oval 81">
              <a:extLst>
                <a:ext uri="{FF2B5EF4-FFF2-40B4-BE49-F238E27FC236}">
                  <a16:creationId xmlns:a16="http://schemas.microsoft.com/office/drawing/2014/main" id="{020B5BCF-AB72-3872-4BF5-F986D828EFBA}"/>
                </a:ext>
              </a:extLst>
            </p:cNvPr>
            <p:cNvSpPr>
              <a:spLocks noChangeArrowheads="1"/>
            </p:cNvSpPr>
            <p:nvPr/>
          </p:nvSpPr>
          <p:spPr bwMode="auto">
            <a:xfrm rot="16200000">
              <a:off x="3090589" y="2145775"/>
              <a:ext cx="102560" cy="109889"/>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Oval 82">
              <a:extLst>
                <a:ext uri="{FF2B5EF4-FFF2-40B4-BE49-F238E27FC236}">
                  <a16:creationId xmlns:a16="http://schemas.microsoft.com/office/drawing/2014/main" id="{F4A45DB9-4DA6-C145-8991-510DD7ECED1C}"/>
                </a:ext>
              </a:extLst>
            </p:cNvPr>
            <p:cNvSpPr>
              <a:spLocks noChangeArrowheads="1"/>
            </p:cNvSpPr>
            <p:nvPr/>
          </p:nvSpPr>
          <p:spPr bwMode="auto">
            <a:xfrm rot="16200000">
              <a:off x="3094253" y="2369207"/>
              <a:ext cx="95237" cy="95237"/>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Oval 83">
              <a:extLst>
                <a:ext uri="{FF2B5EF4-FFF2-40B4-BE49-F238E27FC236}">
                  <a16:creationId xmlns:a16="http://schemas.microsoft.com/office/drawing/2014/main" id="{B9FE8E2A-30E2-56E2-2DB8-912C9C6700A1}"/>
                </a:ext>
              </a:extLst>
            </p:cNvPr>
            <p:cNvSpPr>
              <a:spLocks noChangeArrowheads="1"/>
            </p:cNvSpPr>
            <p:nvPr/>
          </p:nvSpPr>
          <p:spPr bwMode="auto">
            <a:xfrm rot="16200000">
              <a:off x="3105239" y="2592645"/>
              <a:ext cx="80585" cy="87910"/>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Oval 84">
              <a:extLst>
                <a:ext uri="{FF2B5EF4-FFF2-40B4-BE49-F238E27FC236}">
                  <a16:creationId xmlns:a16="http://schemas.microsoft.com/office/drawing/2014/main" id="{C7D6592E-F72C-DFAB-9DFD-FBA736E938B3}"/>
                </a:ext>
              </a:extLst>
            </p:cNvPr>
            <p:cNvSpPr>
              <a:spLocks noChangeArrowheads="1"/>
            </p:cNvSpPr>
            <p:nvPr/>
          </p:nvSpPr>
          <p:spPr bwMode="auto">
            <a:xfrm rot="16200000">
              <a:off x="3108903" y="2816080"/>
              <a:ext cx="73257" cy="73257"/>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Oval 85">
              <a:extLst>
                <a:ext uri="{FF2B5EF4-FFF2-40B4-BE49-F238E27FC236}">
                  <a16:creationId xmlns:a16="http://schemas.microsoft.com/office/drawing/2014/main" id="{41D5D0C5-FD57-1A0B-47E3-2445353322C1}"/>
                </a:ext>
              </a:extLst>
            </p:cNvPr>
            <p:cNvSpPr>
              <a:spLocks noChangeArrowheads="1"/>
            </p:cNvSpPr>
            <p:nvPr/>
          </p:nvSpPr>
          <p:spPr bwMode="auto">
            <a:xfrm rot="16200000">
              <a:off x="3116227" y="3043181"/>
              <a:ext cx="58605" cy="58605"/>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Oval 92">
              <a:extLst>
                <a:ext uri="{FF2B5EF4-FFF2-40B4-BE49-F238E27FC236}">
                  <a16:creationId xmlns:a16="http://schemas.microsoft.com/office/drawing/2014/main" id="{D56EB69A-4DB1-6B62-6F08-18D72B689A4D}"/>
                </a:ext>
              </a:extLst>
            </p:cNvPr>
            <p:cNvSpPr>
              <a:spLocks noChangeArrowheads="1"/>
            </p:cNvSpPr>
            <p:nvPr/>
          </p:nvSpPr>
          <p:spPr bwMode="auto">
            <a:xfrm rot="16200000">
              <a:off x="3372631" y="1922338"/>
              <a:ext cx="117212" cy="117212"/>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Oval 93">
              <a:extLst>
                <a:ext uri="{FF2B5EF4-FFF2-40B4-BE49-F238E27FC236}">
                  <a16:creationId xmlns:a16="http://schemas.microsoft.com/office/drawing/2014/main" id="{784C9475-C6C0-8B2F-F013-C23AE61CFE54}"/>
                </a:ext>
              </a:extLst>
            </p:cNvPr>
            <p:cNvSpPr>
              <a:spLocks noChangeArrowheads="1"/>
            </p:cNvSpPr>
            <p:nvPr/>
          </p:nvSpPr>
          <p:spPr bwMode="auto">
            <a:xfrm rot="16200000">
              <a:off x="3379954" y="2149439"/>
              <a:ext cx="102560" cy="102560"/>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Oval 94">
              <a:extLst>
                <a:ext uri="{FF2B5EF4-FFF2-40B4-BE49-F238E27FC236}">
                  <a16:creationId xmlns:a16="http://schemas.microsoft.com/office/drawing/2014/main" id="{C09F3B5F-8E4C-9E47-AA7F-BC39635C7F1F}"/>
                </a:ext>
              </a:extLst>
            </p:cNvPr>
            <p:cNvSpPr>
              <a:spLocks noChangeArrowheads="1"/>
            </p:cNvSpPr>
            <p:nvPr/>
          </p:nvSpPr>
          <p:spPr bwMode="auto">
            <a:xfrm rot="16200000">
              <a:off x="3387283" y="2369207"/>
              <a:ext cx="95237" cy="95237"/>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Oval 95">
              <a:extLst>
                <a:ext uri="{FF2B5EF4-FFF2-40B4-BE49-F238E27FC236}">
                  <a16:creationId xmlns:a16="http://schemas.microsoft.com/office/drawing/2014/main" id="{9D8C2D53-2D1B-6C7A-3068-AF0915C0F624}"/>
                </a:ext>
              </a:extLst>
            </p:cNvPr>
            <p:cNvSpPr>
              <a:spLocks noChangeArrowheads="1"/>
            </p:cNvSpPr>
            <p:nvPr/>
          </p:nvSpPr>
          <p:spPr bwMode="auto">
            <a:xfrm rot="16200000">
              <a:off x="3390946" y="2592645"/>
              <a:ext cx="80585" cy="87910"/>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Oval 96">
              <a:extLst>
                <a:ext uri="{FF2B5EF4-FFF2-40B4-BE49-F238E27FC236}">
                  <a16:creationId xmlns:a16="http://schemas.microsoft.com/office/drawing/2014/main" id="{6BD11560-F2DC-7458-48E9-9A675833CBDC}"/>
                </a:ext>
              </a:extLst>
            </p:cNvPr>
            <p:cNvSpPr>
              <a:spLocks noChangeArrowheads="1"/>
            </p:cNvSpPr>
            <p:nvPr/>
          </p:nvSpPr>
          <p:spPr bwMode="auto">
            <a:xfrm rot="16200000">
              <a:off x="3394606" y="2816080"/>
              <a:ext cx="73257" cy="73257"/>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Oval 97">
              <a:extLst>
                <a:ext uri="{FF2B5EF4-FFF2-40B4-BE49-F238E27FC236}">
                  <a16:creationId xmlns:a16="http://schemas.microsoft.com/office/drawing/2014/main" id="{4080C20C-03A1-FD89-A9E5-9B68E77B9AAF}"/>
                </a:ext>
              </a:extLst>
            </p:cNvPr>
            <p:cNvSpPr>
              <a:spLocks noChangeArrowheads="1"/>
            </p:cNvSpPr>
            <p:nvPr/>
          </p:nvSpPr>
          <p:spPr bwMode="auto">
            <a:xfrm rot="16200000">
              <a:off x="3401933" y="3043181"/>
              <a:ext cx="58605" cy="58605"/>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Oval 104">
              <a:extLst>
                <a:ext uri="{FF2B5EF4-FFF2-40B4-BE49-F238E27FC236}">
                  <a16:creationId xmlns:a16="http://schemas.microsoft.com/office/drawing/2014/main" id="{86F33CA3-3E34-2D8E-0976-97FA2626F9D8}"/>
                </a:ext>
              </a:extLst>
            </p:cNvPr>
            <p:cNvSpPr>
              <a:spLocks noChangeArrowheads="1"/>
            </p:cNvSpPr>
            <p:nvPr/>
          </p:nvSpPr>
          <p:spPr bwMode="auto">
            <a:xfrm rot="16200000">
              <a:off x="3661997" y="1918674"/>
              <a:ext cx="117212" cy="124540"/>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Oval 105">
              <a:extLst>
                <a:ext uri="{FF2B5EF4-FFF2-40B4-BE49-F238E27FC236}">
                  <a16:creationId xmlns:a16="http://schemas.microsoft.com/office/drawing/2014/main" id="{68CEFCA6-469E-A4FE-31F4-037733BCDBF4}"/>
                </a:ext>
              </a:extLst>
            </p:cNvPr>
            <p:cNvSpPr>
              <a:spLocks noChangeArrowheads="1"/>
            </p:cNvSpPr>
            <p:nvPr/>
          </p:nvSpPr>
          <p:spPr bwMode="auto">
            <a:xfrm rot="16200000">
              <a:off x="3669327" y="2145775"/>
              <a:ext cx="102560" cy="109889"/>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Oval 106">
              <a:extLst>
                <a:ext uri="{FF2B5EF4-FFF2-40B4-BE49-F238E27FC236}">
                  <a16:creationId xmlns:a16="http://schemas.microsoft.com/office/drawing/2014/main" id="{EB39B559-4C95-5E6F-ED9B-90BE66457011}"/>
                </a:ext>
              </a:extLst>
            </p:cNvPr>
            <p:cNvSpPr>
              <a:spLocks noChangeArrowheads="1"/>
            </p:cNvSpPr>
            <p:nvPr/>
          </p:nvSpPr>
          <p:spPr bwMode="auto">
            <a:xfrm rot="16200000">
              <a:off x="3672985" y="2369207"/>
              <a:ext cx="95237" cy="95237"/>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Oval 107">
              <a:extLst>
                <a:ext uri="{FF2B5EF4-FFF2-40B4-BE49-F238E27FC236}">
                  <a16:creationId xmlns:a16="http://schemas.microsoft.com/office/drawing/2014/main" id="{D198069D-C441-2EF2-8C51-B2DB713C3FA3}"/>
                </a:ext>
              </a:extLst>
            </p:cNvPr>
            <p:cNvSpPr>
              <a:spLocks noChangeArrowheads="1"/>
            </p:cNvSpPr>
            <p:nvPr/>
          </p:nvSpPr>
          <p:spPr bwMode="auto">
            <a:xfrm rot="16200000">
              <a:off x="3680313" y="2596307"/>
              <a:ext cx="80585" cy="80585"/>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Oval 108">
              <a:extLst>
                <a:ext uri="{FF2B5EF4-FFF2-40B4-BE49-F238E27FC236}">
                  <a16:creationId xmlns:a16="http://schemas.microsoft.com/office/drawing/2014/main" id="{A63CB9C1-3C79-C48D-6420-266D7CBF7AF3}"/>
                </a:ext>
              </a:extLst>
            </p:cNvPr>
            <p:cNvSpPr>
              <a:spLocks noChangeArrowheads="1"/>
            </p:cNvSpPr>
            <p:nvPr/>
          </p:nvSpPr>
          <p:spPr bwMode="auto">
            <a:xfrm rot="16200000">
              <a:off x="3683975" y="2819742"/>
              <a:ext cx="73257" cy="65934"/>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Oval 109">
              <a:extLst>
                <a:ext uri="{FF2B5EF4-FFF2-40B4-BE49-F238E27FC236}">
                  <a16:creationId xmlns:a16="http://schemas.microsoft.com/office/drawing/2014/main" id="{B3B79208-C557-70F6-8D93-0FE3D9AD572E}"/>
                </a:ext>
              </a:extLst>
            </p:cNvPr>
            <p:cNvSpPr>
              <a:spLocks noChangeArrowheads="1"/>
            </p:cNvSpPr>
            <p:nvPr/>
          </p:nvSpPr>
          <p:spPr bwMode="auto">
            <a:xfrm rot="16200000">
              <a:off x="3691301" y="3039517"/>
              <a:ext cx="58605" cy="65934"/>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Oval 116">
              <a:extLst>
                <a:ext uri="{FF2B5EF4-FFF2-40B4-BE49-F238E27FC236}">
                  <a16:creationId xmlns:a16="http://schemas.microsoft.com/office/drawing/2014/main" id="{8A389300-7ACA-E918-576D-35EF6923F6BA}"/>
                </a:ext>
              </a:extLst>
            </p:cNvPr>
            <p:cNvSpPr>
              <a:spLocks noChangeArrowheads="1"/>
            </p:cNvSpPr>
            <p:nvPr/>
          </p:nvSpPr>
          <p:spPr bwMode="auto">
            <a:xfrm rot="16200000">
              <a:off x="3951363" y="1922338"/>
              <a:ext cx="117212" cy="117212"/>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Oval 117">
              <a:extLst>
                <a:ext uri="{FF2B5EF4-FFF2-40B4-BE49-F238E27FC236}">
                  <a16:creationId xmlns:a16="http://schemas.microsoft.com/office/drawing/2014/main" id="{92384CA1-5919-42C1-A1F4-673EF43EEAC7}"/>
                </a:ext>
              </a:extLst>
            </p:cNvPr>
            <p:cNvSpPr>
              <a:spLocks noChangeArrowheads="1"/>
            </p:cNvSpPr>
            <p:nvPr/>
          </p:nvSpPr>
          <p:spPr bwMode="auto">
            <a:xfrm rot="16200000">
              <a:off x="3955028" y="2145775"/>
              <a:ext cx="102560" cy="109889"/>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Oval 118">
              <a:extLst>
                <a:ext uri="{FF2B5EF4-FFF2-40B4-BE49-F238E27FC236}">
                  <a16:creationId xmlns:a16="http://schemas.microsoft.com/office/drawing/2014/main" id="{C8D12FB8-07B4-607C-C611-40294D7299FD}"/>
                </a:ext>
              </a:extLst>
            </p:cNvPr>
            <p:cNvSpPr>
              <a:spLocks noChangeArrowheads="1"/>
            </p:cNvSpPr>
            <p:nvPr/>
          </p:nvSpPr>
          <p:spPr bwMode="auto">
            <a:xfrm rot="16200000">
              <a:off x="3958692" y="2369207"/>
              <a:ext cx="95237" cy="95237"/>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Oval 119">
              <a:extLst>
                <a:ext uri="{FF2B5EF4-FFF2-40B4-BE49-F238E27FC236}">
                  <a16:creationId xmlns:a16="http://schemas.microsoft.com/office/drawing/2014/main" id="{639812E9-4052-7DE3-4397-527329AA0B79}"/>
                </a:ext>
              </a:extLst>
            </p:cNvPr>
            <p:cNvSpPr>
              <a:spLocks noChangeArrowheads="1"/>
            </p:cNvSpPr>
            <p:nvPr/>
          </p:nvSpPr>
          <p:spPr bwMode="auto">
            <a:xfrm rot="16200000">
              <a:off x="3966015" y="2596307"/>
              <a:ext cx="80585" cy="80585"/>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Oval 120">
              <a:extLst>
                <a:ext uri="{FF2B5EF4-FFF2-40B4-BE49-F238E27FC236}">
                  <a16:creationId xmlns:a16="http://schemas.microsoft.com/office/drawing/2014/main" id="{33B333B8-D1CB-AD77-16E2-31051A8C9AD3}"/>
                </a:ext>
              </a:extLst>
            </p:cNvPr>
            <p:cNvSpPr>
              <a:spLocks noChangeArrowheads="1"/>
            </p:cNvSpPr>
            <p:nvPr/>
          </p:nvSpPr>
          <p:spPr bwMode="auto">
            <a:xfrm rot="16200000">
              <a:off x="3973342" y="2816080"/>
              <a:ext cx="73257" cy="73257"/>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Oval 121">
              <a:extLst>
                <a:ext uri="{FF2B5EF4-FFF2-40B4-BE49-F238E27FC236}">
                  <a16:creationId xmlns:a16="http://schemas.microsoft.com/office/drawing/2014/main" id="{384AA508-F7B0-C3A1-6B45-2EB8DA8A70D5}"/>
                </a:ext>
              </a:extLst>
            </p:cNvPr>
            <p:cNvSpPr>
              <a:spLocks noChangeArrowheads="1"/>
            </p:cNvSpPr>
            <p:nvPr/>
          </p:nvSpPr>
          <p:spPr bwMode="auto">
            <a:xfrm rot="16200000">
              <a:off x="3980667" y="3043181"/>
              <a:ext cx="58605" cy="58605"/>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Oval 128">
              <a:extLst>
                <a:ext uri="{FF2B5EF4-FFF2-40B4-BE49-F238E27FC236}">
                  <a16:creationId xmlns:a16="http://schemas.microsoft.com/office/drawing/2014/main" id="{315389C5-9864-94EB-B49A-5ECEAEF7599B}"/>
                </a:ext>
              </a:extLst>
            </p:cNvPr>
            <p:cNvSpPr>
              <a:spLocks noChangeArrowheads="1"/>
            </p:cNvSpPr>
            <p:nvPr/>
          </p:nvSpPr>
          <p:spPr bwMode="auto">
            <a:xfrm rot="16200000">
              <a:off x="4237071" y="1922338"/>
              <a:ext cx="117212" cy="117212"/>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Oval 129">
              <a:extLst>
                <a:ext uri="{FF2B5EF4-FFF2-40B4-BE49-F238E27FC236}">
                  <a16:creationId xmlns:a16="http://schemas.microsoft.com/office/drawing/2014/main" id="{8D890BDD-1D57-7BCC-1F12-EEFB7FC35E8D}"/>
                </a:ext>
              </a:extLst>
            </p:cNvPr>
            <p:cNvSpPr>
              <a:spLocks noChangeArrowheads="1"/>
            </p:cNvSpPr>
            <p:nvPr/>
          </p:nvSpPr>
          <p:spPr bwMode="auto">
            <a:xfrm rot="16200000">
              <a:off x="4244394" y="2149439"/>
              <a:ext cx="102560" cy="102560"/>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Oval 130">
              <a:extLst>
                <a:ext uri="{FF2B5EF4-FFF2-40B4-BE49-F238E27FC236}">
                  <a16:creationId xmlns:a16="http://schemas.microsoft.com/office/drawing/2014/main" id="{F53DD456-CBE9-7AB3-F43C-BDC5FA7CE47E}"/>
                </a:ext>
              </a:extLst>
            </p:cNvPr>
            <p:cNvSpPr>
              <a:spLocks noChangeArrowheads="1"/>
            </p:cNvSpPr>
            <p:nvPr/>
          </p:nvSpPr>
          <p:spPr bwMode="auto">
            <a:xfrm rot="16200000">
              <a:off x="4251722" y="2369207"/>
              <a:ext cx="95237" cy="95237"/>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Oval 131">
              <a:extLst>
                <a:ext uri="{FF2B5EF4-FFF2-40B4-BE49-F238E27FC236}">
                  <a16:creationId xmlns:a16="http://schemas.microsoft.com/office/drawing/2014/main" id="{B363DB0C-25BC-963E-F0EC-352361B24943}"/>
                </a:ext>
              </a:extLst>
            </p:cNvPr>
            <p:cNvSpPr>
              <a:spLocks noChangeArrowheads="1"/>
            </p:cNvSpPr>
            <p:nvPr/>
          </p:nvSpPr>
          <p:spPr bwMode="auto">
            <a:xfrm rot="16200000">
              <a:off x="4255385" y="2592645"/>
              <a:ext cx="80585" cy="87910"/>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Oval 132">
              <a:extLst>
                <a:ext uri="{FF2B5EF4-FFF2-40B4-BE49-F238E27FC236}">
                  <a16:creationId xmlns:a16="http://schemas.microsoft.com/office/drawing/2014/main" id="{03AACA17-26BA-C2B3-CFF7-F4089E6438F6}"/>
                </a:ext>
              </a:extLst>
            </p:cNvPr>
            <p:cNvSpPr>
              <a:spLocks noChangeArrowheads="1"/>
            </p:cNvSpPr>
            <p:nvPr/>
          </p:nvSpPr>
          <p:spPr bwMode="auto">
            <a:xfrm rot="16200000">
              <a:off x="4262713" y="2819742"/>
              <a:ext cx="73257" cy="65934"/>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Oval 133">
              <a:extLst>
                <a:ext uri="{FF2B5EF4-FFF2-40B4-BE49-F238E27FC236}">
                  <a16:creationId xmlns:a16="http://schemas.microsoft.com/office/drawing/2014/main" id="{3A349D44-063C-8EEC-23DD-4B548A9E85E2}"/>
                </a:ext>
              </a:extLst>
            </p:cNvPr>
            <p:cNvSpPr>
              <a:spLocks noChangeArrowheads="1"/>
            </p:cNvSpPr>
            <p:nvPr/>
          </p:nvSpPr>
          <p:spPr bwMode="auto">
            <a:xfrm rot="16200000">
              <a:off x="4270039" y="3039517"/>
              <a:ext cx="58605" cy="65934"/>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Oval 140">
              <a:extLst>
                <a:ext uri="{FF2B5EF4-FFF2-40B4-BE49-F238E27FC236}">
                  <a16:creationId xmlns:a16="http://schemas.microsoft.com/office/drawing/2014/main" id="{246B0E8A-A521-64B5-8501-4A6CB10ABEE3}"/>
                </a:ext>
              </a:extLst>
            </p:cNvPr>
            <p:cNvSpPr>
              <a:spLocks noChangeArrowheads="1"/>
            </p:cNvSpPr>
            <p:nvPr/>
          </p:nvSpPr>
          <p:spPr bwMode="auto">
            <a:xfrm rot="16200000">
              <a:off x="4530101" y="1922338"/>
              <a:ext cx="117212" cy="117212"/>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Oval 141">
              <a:extLst>
                <a:ext uri="{FF2B5EF4-FFF2-40B4-BE49-F238E27FC236}">
                  <a16:creationId xmlns:a16="http://schemas.microsoft.com/office/drawing/2014/main" id="{3F0C90DB-8E55-7159-DAFD-BA4EAF07EFB4}"/>
                </a:ext>
              </a:extLst>
            </p:cNvPr>
            <p:cNvSpPr>
              <a:spLocks noChangeArrowheads="1"/>
            </p:cNvSpPr>
            <p:nvPr/>
          </p:nvSpPr>
          <p:spPr bwMode="auto">
            <a:xfrm rot="16200000">
              <a:off x="4533766" y="2145775"/>
              <a:ext cx="102560" cy="109889"/>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Oval 142">
              <a:extLst>
                <a:ext uri="{FF2B5EF4-FFF2-40B4-BE49-F238E27FC236}">
                  <a16:creationId xmlns:a16="http://schemas.microsoft.com/office/drawing/2014/main" id="{6849B86A-5250-91EB-04A1-1F8293421E58}"/>
                </a:ext>
              </a:extLst>
            </p:cNvPr>
            <p:cNvSpPr>
              <a:spLocks noChangeArrowheads="1"/>
            </p:cNvSpPr>
            <p:nvPr/>
          </p:nvSpPr>
          <p:spPr bwMode="auto">
            <a:xfrm rot="16200000">
              <a:off x="4537424" y="2369207"/>
              <a:ext cx="95237" cy="95237"/>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Oval 143">
              <a:extLst>
                <a:ext uri="{FF2B5EF4-FFF2-40B4-BE49-F238E27FC236}">
                  <a16:creationId xmlns:a16="http://schemas.microsoft.com/office/drawing/2014/main" id="{FEDD5A1A-34F4-728E-162E-BAD2F03C6A36}"/>
                </a:ext>
              </a:extLst>
            </p:cNvPr>
            <p:cNvSpPr>
              <a:spLocks noChangeArrowheads="1"/>
            </p:cNvSpPr>
            <p:nvPr/>
          </p:nvSpPr>
          <p:spPr bwMode="auto">
            <a:xfrm rot="16200000">
              <a:off x="4544752" y="2596307"/>
              <a:ext cx="80585" cy="80585"/>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Oval 144">
              <a:extLst>
                <a:ext uri="{FF2B5EF4-FFF2-40B4-BE49-F238E27FC236}">
                  <a16:creationId xmlns:a16="http://schemas.microsoft.com/office/drawing/2014/main" id="{C9BFD72E-B4A6-19A7-01EA-2EF6A30C75B8}"/>
                </a:ext>
              </a:extLst>
            </p:cNvPr>
            <p:cNvSpPr>
              <a:spLocks noChangeArrowheads="1"/>
            </p:cNvSpPr>
            <p:nvPr/>
          </p:nvSpPr>
          <p:spPr bwMode="auto">
            <a:xfrm rot="16200000">
              <a:off x="4548415" y="2819742"/>
              <a:ext cx="73257" cy="65934"/>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Oval 145">
              <a:extLst>
                <a:ext uri="{FF2B5EF4-FFF2-40B4-BE49-F238E27FC236}">
                  <a16:creationId xmlns:a16="http://schemas.microsoft.com/office/drawing/2014/main" id="{89694FB8-B973-63A6-9010-6D3A3FECC69F}"/>
                </a:ext>
              </a:extLst>
            </p:cNvPr>
            <p:cNvSpPr>
              <a:spLocks noChangeArrowheads="1"/>
            </p:cNvSpPr>
            <p:nvPr/>
          </p:nvSpPr>
          <p:spPr bwMode="auto">
            <a:xfrm rot="16200000">
              <a:off x="4552076" y="3043181"/>
              <a:ext cx="58605" cy="58605"/>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95" name="Oval 152">
              <a:extLst>
                <a:ext uri="{FF2B5EF4-FFF2-40B4-BE49-F238E27FC236}">
                  <a16:creationId xmlns:a16="http://schemas.microsoft.com/office/drawing/2014/main" id="{C1BAE4F4-86CA-6DDC-4FAC-1BBA7052267C}"/>
                </a:ext>
              </a:extLst>
            </p:cNvPr>
            <p:cNvSpPr>
              <a:spLocks noChangeArrowheads="1"/>
            </p:cNvSpPr>
            <p:nvPr/>
          </p:nvSpPr>
          <p:spPr bwMode="auto">
            <a:xfrm rot="16200000">
              <a:off x="4815803" y="1922338"/>
              <a:ext cx="117212" cy="117212"/>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96" name="Oval 153">
              <a:extLst>
                <a:ext uri="{FF2B5EF4-FFF2-40B4-BE49-F238E27FC236}">
                  <a16:creationId xmlns:a16="http://schemas.microsoft.com/office/drawing/2014/main" id="{C9571274-6F30-8CD9-EA4F-1E23B9CCA207}"/>
                </a:ext>
              </a:extLst>
            </p:cNvPr>
            <p:cNvSpPr>
              <a:spLocks noChangeArrowheads="1"/>
            </p:cNvSpPr>
            <p:nvPr/>
          </p:nvSpPr>
          <p:spPr bwMode="auto">
            <a:xfrm rot="16200000">
              <a:off x="4819468" y="2145775"/>
              <a:ext cx="102560" cy="109889"/>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Oval 154">
              <a:extLst>
                <a:ext uri="{FF2B5EF4-FFF2-40B4-BE49-F238E27FC236}">
                  <a16:creationId xmlns:a16="http://schemas.microsoft.com/office/drawing/2014/main" id="{7AEBF031-E3DE-C469-A843-8FA93EEE33BB}"/>
                </a:ext>
              </a:extLst>
            </p:cNvPr>
            <p:cNvSpPr>
              <a:spLocks noChangeArrowheads="1"/>
            </p:cNvSpPr>
            <p:nvPr/>
          </p:nvSpPr>
          <p:spPr bwMode="auto">
            <a:xfrm rot="16200000">
              <a:off x="4830454" y="2369207"/>
              <a:ext cx="95237" cy="95237"/>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Oval 155">
              <a:extLst>
                <a:ext uri="{FF2B5EF4-FFF2-40B4-BE49-F238E27FC236}">
                  <a16:creationId xmlns:a16="http://schemas.microsoft.com/office/drawing/2014/main" id="{BD3450B3-90A9-3AE5-E6EC-C84D24FAC9DD}"/>
                </a:ext>
              </a:extLst>
            </p:cNvPr>
            <p:cNvSpPr>
              <a:spLocks noChangeArrowheads="1"/>
            </p:cNvSpPr>
            <p:nvPr/>
          </p:nvSpPr>
          <p:spPr bwMode="auto">
            <a:xfrm rot="16200000">
              <a:off x="4830454" y="2596307"/>
              <a:ext cx="80585" cy="80585"/>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Oval 156">
              <a:extLst>
                <a:ext uri="{FF2B5EF4-FFF2-40B4-BE49-F238E27FC236}">
                  <a16:creationId xmlns:a16="http://schemas.microsoft.com/office/drawing/2014/main" id="{2A632BF8-D2B5-B3BD-51EC-773BA6EC33C9}"/>
                </a:ext>
              </a:extLst>
            </p:cNvPr>
            <p:cNvSpPr>
              <a:spLocks noChangeArrowheads="1"/>
            </p:cNvSpPr>
            <p:nvPr/>
          </p:nvSpPr>
          <p:spPr bwMode="auto">
            <a:xfrm rot="16200000">
              <a:off x="4837783" y="2816080"/>
              <a:ext cx="73257" cy="73257"/>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Oval 157">
              <a:extLst>
                <a:ext uri="{FF2B5EF4-FFF2-40B4-BE49-F238E27FC236}">
                  <a16:creationId xmlns:a16="http://schemas.microsoft.com/office/drawing/2014/main" id="{59EAC21D-8B7A-3B8A-8494-5A9272D5E94B}"/>
                </a:ext>
              </a:extLst>
            </p:cNvPr>
            <p:cNvSpPr>
              <a:spLocks noChangeArrowheads="1"/>
            </p:cNvSpPr>
            <p:nvPr/>
          </p:nvSpPr>
          <p:spPr bwMode="auto">
            <a:xfrm rot="16200000">
              <a:off x="4845106" y="3043181"/>
              <a:ext cx="58605" cy="58605"/>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Oval 164">
              <a:extLst>
                <a:ext uri="{FF2B5EF4-FFF2-40B4-BE49-F238E27FC236}">
                  <a16:creationId xmlns:a16="http://schemas.microsoft.com/office/drawing/2014/main" id="{1116B976-CFEA-6CE2-1FD9-5F58DA8840B4}"/>
                </a:ext>
              </a:extLst>
            </p:cNvPr>
            <p:cNvSpPr>
              <a:spLocks noChangeArrowheads="1"/>
            </p:cNvSpPr>
            <p:nvPr/>
          </p:nvSpPr>
          <p:spPr bwMode="auto">
            <a:xfrm rot="16200000">
              <a:off x="5105174" y="1918674"/>
              <a:ext cx="117212" cy="124540"/>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08" name="Oval 165">
              <a:extLst>
                <a:ext uri="{FF2B5EF4-FFF2-40B4-BE49-F238E27FC236}">
                  <a16:creationId xmlns:a16="http://schemas.microsoft.com/office/drawing/2014/main" id="{95597791-9D37-55AE-FA50-CF5AFAB74718}"/>
                </a:ext>
              </a:extLst>
            </p:cNvPr>
            <p:cNvSpPr>
              <a:spLocks noChangeArrowheads="1"/>
            </p:cNvSpPr>
            <p:nvPr/>
          </p:nvSpPr>
          <p:spPr bwMode="auto">
            <a:xfrm rot="16200000">
              <a:off x="5108833" y="2149439"/>
              <a:ext cx="102560" cy="102560"/>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09" name="Oval 166">
              <a:extLst>
                <a:ext uri="{FF2B5EF4-FFF2-40B4-BE49-F238E27FC236}">
                  <a16:creationId xmlns:a16="http://schemas.microsoft.com/office/drawing/2014/main" id="{2F513EFE-84FC-80A4-39BF-4F38FCE3A596}"/>
                </a:ext>
              </a:extLst>
            </p:cNvPr>
            <p:cNvSpPr>
              <a:spLocks noChangeArrowheads="1"/>
            </p:cNvSpPr>
            <p:nvPr/>
          </p:nvSpPr>
          <p:spPr bwMode="auto">
            <a:xfrm rot="16200000">
              <a:off x="5116161" y="2369207"/>
              <a:ext cx="95237" cy="95237"/>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10" name="Oval 167">
              <a:extLst>
                <a:ext uri="{FF2B5EF4-FFF2-40B4-BE49-F238E27FC236}">
                  <a16:creationId xmlns:a16="http://schemas.microsoft.com/office/drawing/2014/main" id="{26240FB9-1146-1864-C9AF-5D3FCAAB7B9C}"/>
                </a:ext>
              </a:extLst>
            </p:cNvPr>
            <p:cNvSpPr>
              <a:spLocks noChangeArrowheads="1"/>
            </p:cNvSpPr>
            <p:nvPr/>
          </p:nvSpPr>
          <p:spPr bwMode="auto">
            <a:xfrm rot="16200000">
              <a:off x="5123485" y="2596307"/>
              <a:ext cx="80585" cy="80585"/>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Oval 168">
              <a:extLst>
                <a:ext uri="{FF2B5EF4-FFF2-40B4-BE49-F238E27FC236}">
                  <a16:creationId xmlns:a16="http://schemas.microsoft.com/office/drawing/2014/main" id="{9D29CCF3-2CAC-AA68-453B-90C3F6903319}"/>
                </a:ext>
              </a:extLst>
            </p:cNvPr>
            <p:cNvSpPr>
              <a:spLocks noChangeArrowheads="1"/>
            </p:cNvSpPr>
            <p:nvPr/>
          </p:nvSpPr>
          <p:spPr bwMode="auto">
            <a:xfrm rot="16200000">
              <a:off x="5123485" y="2816080"/>
              <a:ext cx="73257" cy="73257"/>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Oval 169">
              <a:extLst>
                <a:ext uri="{FF2B5EF4-FFF2-40B4-BE49-F238E27FC236}">
                  <a16:creationId xmlns:a16="http://schemas.microsoft.com/office/drawing/2014/main" id="{AEAF0D64-8C3F-3BB8-316C-1AA8F4AD3CF4}"/>
                </a:ext>
              </a:extLst>
            </p:cNvPr>
            <p:cNvSpPr>
              <a:spLocks noChangeArrowheads="1"/>
            </p:cNvSpPr>
            <p:nvPr/>
          </p:nvSpPr>
          <p:spPr bwMode="auto">
            <a:xfrm rot="16200000">
              <a:off x="5130813" y="3043181"/>
              <a:ext cx="58605" cy="58605"/>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cxnSp>
        <p:nvCxnSpPr>
          <p:cNvPr id="117" name="Straight Connector 116">
            <a:extLst>
              <a:ext uri="{FF2B5EF4-FFF2-40B4-BE49-F238E27FC236}">
                <a16:creationId xmlns:a16="http://schemas.microsoft.com/office/drawing/2014/main" id="{D382FCC7-A033-16D6-51B9-D6901C0FD3C8}"/>
              </a:ext>
            </a:extLst>
          </p:cNvPr>
          <p:cNvCxnSpPr/>
          <p:nvPr/>
        </p:nvCxnSpPr>
        <p:spPr>
          <a:xfrm flipH="1">
            <a:off x="8039100" y="5461000"/>
            <a:ext cx="337507" cy="476356"/>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18" name="Rectangle 117">
            <a:extLst>
              <a:ext uri="{FF2B5EF4-FFF2-40B4-BE49-F238E27FC236}">
                <a16:creationId xmlns:a16="http://schemas.microsoft.com/office/drawing/2014/main" id="{28AB99B1-982F-F0F4-1552-2027E0822503}"/>
              </a:ext>
            </a:extLst>
          </p:cNvPr>
          <p:cNvSpPr/>
          <p:nvPr/>
        </p:nvSpPr>
        <p:spPr>
          <a:xfrm>
            <a:off x="8562277" y="5414488"/>
            <a:ext cx="2769139" cy="456279"/>
          </a:xfrm>
          <a:prstGeom prst="rect">
            <a:avLst/>
          </a:prstGeom>
        </p:spPr>
        <p:txBody>
          <a:bodyPr wrap="square">
            <a:spAutoFit/>
          </a:bodyPr>
          <a:lstStyle/>
          <a:p>
            <a:pPr>
              <a:lnSpc>
                <a:spcPts val="1500"/>
              </a:lnSpc>
            </a:pPr>
            <a:r>
              <a:rPr lang="en-US" sz="1000" dirty="0">
                <a:solidFill>
                  <a:schemeClr val="bg1"/>
                </a:solidFill>
                <a:latin typeface="Lato" panose="020F0502020204030203" pitchFamily="34" charset="0"/>
                <a:ea typeface="Lato" panose="020F0502020204030203" pitchFamily="34" charset="0"/>
                <a:cs typeface="Lato" panose="020F0502020204030203" pitchFamily="34" charset="0"/>
              </a:rPr>
              <a:t>Lorem Ipsum available, but the majority have suffered alteration in some form, </a:t>
            </a:r>
          </a:p>
        </p:txBody>
      </p:sp>
      <p:sp>
        <p:nvSpPr>
          <p:cNvPr id="10" name="Picture Placeholder 9">
            <a:extLst>
              <a:ext uri="{FF2B5EF4-FFF2-40B4-BE49-F238E27FC236}">
                <a16:creationId xmlns:a16="http://schemas.microsoft.com/office/drawing/2014/main" id="{2C42A6F7-D2B3-1C98-67A4-388BA2F36250}"/>
              </a:ext>
            </a:extLst>
          </p:cNvPr>
          <p:cNvSpPr>
            <a:spLocks noGrp="1"/>
          </p:cNvSpPr>
          <p:nvPr>
            <p:ph type="pic" sz="quarter" idx="10"/>
          </p:nvPr>
        </p:nvSpPr>
        <p:spPr/>
      </p:sp>
    </p:spTree>
    <p:extLst>
      <p:ext uri="{BB962C8B-B14F-4D97-AF65-F5344CB8AC3E}">
        <p14:creationId xmlns:p14="http://schemas.microsoft.com/office/powerpoint/2010/main" val="3886081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760E7B66-D675-BE63-76A3-5B4DBC5EDFEC}"/>
              </a:ext>
            </a:extLst>
          </p:cNvPr>
          <p:cNvSpPr/>
          <p:nvPr/>
        </p:nvSpPr>
        <p:spPr>
          <a:xfrm>
            <a:off x="6477000" y="0"/>
            <a:ext cx="5715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CA996CE-95A7-E976-997C-08206A5CA2B5}"/>
              </a:ext>
            </a:extLst>
          </p:cNvPr>
          <p:cNvSpPr/>
          <p:nvPr/>
        </p:nvSpPr>
        <p:spPr>
          <a:xfrm>
            <a:off x="9391651" y="4000156"/>
            <a:ext cx="2311400" cy="1225720"/>
          </a:xfrm>
          <a:prstGeom prst="rect">
            <a:avLst/>
          </a:prstGeom>
        </p:spPr>
        <p:txBody>
          <a:bodyPr wrap="square">
            <a:spAutoFit/>
          </a:bodyPr>
          <a:lstStyle/>
          <a:p>
            <a:pPr>
              <a:lnSpc>
                <a:spcPts val="1500"/>
              </a:lnSpc>
            </a:pPr>
            <a:r>
              <a:rPr lang="en-US" sz="1000" dirty="0">
                <a:solidFill>
                  <a:schemeClr val="bg1"/>
                </a:solidFill>
                <a:latin typeface="Lato" panose="020F0502020204030203" pitchFamily="34" charset="0"/>
                <a:ea typeface="Lato" panose="020F0502020204030203" pitchFamily="34" charset="0"/>
                <a:cs typeface="Lato" panose="020F0502020204030203" pitchFamily="34" charset="0"/>
              </a:rPr>
              <a:t>There are many variations, but </a:t>
            </a:r>
          </a:p>
          <a:p>
            <a:pPr>
              <a:lnSpc>
                <a:spcPts val="1500"/>
              </a:lnSpc>
            </a:pPr>
            <a:r>
              <a:rPr lang="en-US" sz="1000" dirty="0">
                <a:solidFill>
                  <a:schemeClr val="bg1"/>
                </a:solidFill>
                <a:latin typeface="Lato" panose="020F0502020204030203" pitchFamily="34" charset="0"/>
                <a:ea typeface="Lato" panose="020F0502020204030203" pitchFamily="34" charset="0"/>
                <a:cs typeface="Lato" panose="020F0502020204030203" pitchFamily="34" charset="0"/>
              </a:rPr>
              <a:t>the majority have suffered alteration in some form, by injected humor, or randomized words which don't look even slightly believable. If you are going to use a passage.</a:t>
            </a:r>
          </a:p>
        </p:txBody>
      </p:sp>
      <p:sp>
        <p:nvSpPr>
          <p:cNvPr id="5" name="Rectangle 4">
            <a:extLst>
              <a:ext uri="{FF2B5EF4-FFF2-40B4-BE49-F238E27FC236}">
                <a16:creationId xmlns:a16="http://schemas.microsoft.com/office/drawing/2014/main" id="{C8097512-5F45-3529-17AF-5FB85B01DFFD}"/>
              </a:ext>
            </a:extLst>
          </p:cNvPr>
          <p:cNvSpPr/>
          <p:nvPr/>
        </p:nvSpPr>
        <p:spPr>
          <a:xfrm>
            <a:off x="600193" y="665552"/>
            <a:ext cx="4650632" cy="698268"/>
          </a:xfrm>
          <a:prstGeom prst="rect">
            <a:avLst/>
          </a:prstGeom>
        </p:spPr>
        <p:txBody>
          <a:bodyPr wrap="none">
            <a:spAutoFit/>
          </a:bodyPr>
          <a:lstStyle/>
          <a:p>
            <a:pPr>
              <a:lnSpc>
                <a:spcPts val="4500"/>
              </a:lnSpc>
            </a:pPr>
            <a:r>
              <a:rPr lang="en-US" sz="4500" dirty="0">
                <a:solidFill>
                  <a:schemeClr val="tx1">
                    <a:lumMod val="85000"/>
                    <a:lumOff val="15000"/>
                  </a:schemeClr>
                </a:solidFill>
                <a:latin typeface="Jost SemiBold" pitchFamily="2" charset="0"/>
                <a:ea typeface="Jost SemiBold" pitchFamily="2" charset="0"/>
                <a:cs typeface="Inter Semi Bold" panose="02000703000000020004" pitchFamily="50" charset="0"/>
              </a:rPr>
              <a:t>Table </a:t>
            </a:r>
            <a:r>
              <a:rPr lang="en-US" sz="4500" dirty="0">
                <a:solidFill>
                  <a:schemeClr val="accent3"/>
                </a:solidFill>
                <a:latin typeface="Jost SemiBold" pitchFamily="2" charset="0"/>
                <a:ea typeface="Jost SemiBold" pitchFamily="2" charset="0"/>
                <a:cs typeface="Inter Semi Bold" panose="02000703000000020004" pitchFamily="50" charset="0"/>
              </a:rPr>
              <a:t>Of</a:t>
            </a:r>
            <a:r>
              <a:rPr lang="en-US" sz="4500" dirty="0">
                <a:solidFill>
                  <a:schemeClr val="tx1">
                    <a:lumMod val="85000"/>
                    <a:lumOff val="15000"/>
                  </a:schemeClr>
                </a:solidFill>
                <a:latin typeface="Jost SemiBold" pitchFamily="2" charset="0"/>
                <a:ea typeface="Jost SemiBold" pitchFamily="2" charset="0"/>
                <a:cs typeface="Inter Semi Bold" panose="02000703000000020004" pitchFamily="50" charset="0"/>
              </a:rPr>
              <a:t> Content</a:t>
            </a:r>
          </a:p>
        </p:txBody>
      </p:sp>
      <p:sp>
        <p:nvSpPr>
          <p:cNvPr id="8" name="Rectangle 7">
            <a:extLst>
              <a:ext uri="{FF2B5EF4-FFF2-40B4-BE49-F238E27FC236}">
                <a16:creationId xmlns:a16="http://schemas.microsoft.com/office/drawing/2014/main" id="{F3023EFE-8C80-099E-B77F-117AA8253C32}"/>
              </a:ext>
            </a:extLst>
          </p:cNvPr>
          <p:cNvSpPr/>
          <p:nvPr/>
        </p:nvSpPr>
        <p:spPr>
          <a:xfrm>
            <a:off x="7664642" y="2208458"/>
            <a:ext cx="1555558" cy="346249"/>
          </a:xfrm>
          <a:prstGeom prst="rect">
            <a:avLst/>
          </a:prstGeom>
        </p:spPr>
        <p:txBody>
          <a:bodyPr wrap="square">
            <a:spAutoFit/>
          </a:bodyPr>
          <a:lstStyle/>
          <a:p>
            <a:pPr algn="r">
              <a:lnSpc>
                <a:spcPts val="2000"/>
              </a:lnSpc>
            </a:pPr>
            <a:r>
              <a:rPr lang="en-US" sz="1600" dirty="0">
                <a:solidFill>
                  <a:schemeClr val="bg1"/>
                </a:solidFill>
                <a:latin typeface="Jost SemiBold" pitchFamily="2" charset="0"/>
                <a:ea typeface="Jost SemiBold" pitchFamily="2" charset="0"/>
                <a:cs typeface="Inter Semi Bold" panose="02000703000000020004" pitchFamily="50" charset="0"/>
              </a:rPr>
              <a:t>Your Name</a:t>
            </a:r>
          </a:p>
        </p:txBody>
      </p:sp>
      <p:sp>
        <p:nvSpPr>
          <p:cNvPr id="9" name="Rectangle 8">
            <a:extLst>
              <a:ext uri="{FF2B5EF4-FFF2-40B4-BE49-F238E27FC236}">
                <a16:creationId xmlns:a16="http://schemas.microsoft.com/office/drawing/2014/main" id="{5E75FFEB-832B-806F-D268-9F43300609B3}"/>
              </a:ext>
            </a:extLst>
          </p:cNvPr>
          <p:cNvSpPr/>
          <p:nvPr/>
        </p:nvSpPr>
        <p:spPr>
          <a:xfrm>
            <a:off x="7664642" y="2527372"/>
            <a:ext cx="1555558" cy="346249"/>
          </a:xfrm>
          <a:prstGeom prst="rect">
            <a:avLst/>
          </a:prstGeom>
        </p:spPr>
        <p:txBody>
          <a:bodyPr wrap="square">
            <a:spAutoFit/>
          </a:bodyPr>
          <a:lstStyle/>
          <a:p>
            <a:pPr algn="r">
              <a:lnSpc>
                <a:spcPts val="2000"/>
              </a:lnSpc>
            </a:pPr>
            <a:r>
              <a:rPr lang="en-US" sz="1400" dirty="0">
                <a:solidFill>
                  <a:schemeClr val="accent3"/>
                </a:solidFill>
                <a:latin typeface="Jost" pitchFamily="2" charset="0"/>
                <a:ea typeface="Jost" pitchFamily="2" charset="0"/>
                <a:cs typeface="Inter Semi Bold" panose="02000703000000020004" pitchFamily="50" charset="0"/>
              </a:rPr>
              <a:t>CEO</a:t>
            </a:r>
            <a:r>
              <a:rPr lang="en-US" sz="1400" dirty="0">
                <a:solidFill>
                  <a:schemeClr val="bg1"/>
                </a:solidFill>
                <a:latin typeface="Jost" pitchFamily="2" charset="0"/>
                <a:ea typeface="Jost" pitchFamily="2" charset="0"/>
                <a:cs typeface="Inter Semi Bold" panose="02000703000000020004" pitchFamily="50" charset="0"/>
              </a:rPr>
              <a:t>/Founder</a:t>
            </a:r>
          </a:p>
        </p:txBody>
      </p:sp>
      <p:cxnSp>
        <p:nvCxnSpPr>
          <p:cNvPr id="11" name="Straight Connector 10">
            <a:extLst>
              <a:ext uri="{FF2B5EF4-FFF2-40B4-BE49-F238E27FC236}">
                <a16:creationId xmlns:a16="http://schemas.microsoft.com/office/drawing/2014/main" id="{F2C20BE6-78DF-1764-5828-896A09E05809}"/>
              </a:ext>
            </a:extLst>
          </p:cNvPr>
          <p:cNvCxnSpPr/>
          <p:nvPr/>
        </p:nvCxnSpPr>
        <p:spPr>
          <a:xfrm>
            <a:off x="9518650" y="3784600"/>
            <a:ext cx="35560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7057B8C3-0A9D-6AED-7FF8-06B826ECDE6D}"/>
              </a:ext>
            </a:extLst>
          </p:cNvPr>
          <p:cNvSpPr/>
          <p:nvPr/>
        </p:nvSpPr>
        <p:spPr>
          <a:xfrm>
            <a:off x="600193" y="2213868"/>
            <a:ext cx="1342907"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About Us</a:t>
            </a:r>
          </a:p>
        </p:txBody>
      </p:sp>
      <p:cxnSp>
        <p:nvCxnSpPr>
          <p:cNvPr id="13" name="Straight Connector 12">
            <a:extLst>
              <a:ext uri="{FF2B5EF4-FFF2-40B4-BE49-F238E27FC236}">
                <a16:creationId xmlns:a16="http://schemas.microsoft.com/office/drawing/2014/main" id="{14A0C681-E2B1-CB05-97D5-598E56DB6670}"/>
              </a:ext>
            </a:extLst>
          </p:cNvPr>
          <p:cNvCxnSpPr/>
          <p:nvPr/>
        </p:nvCxnSpPr>
        <p:spPr>
          <a:xfrm>
            <a:off x="1841500" y="2400300"/>
            <a:ext cx="21971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DF02A6A9-06C4-D179-0542-4409DC96D2CB}"/>
              </a:ext>
            </a:extLst>
          </p:cNvPr>
          <p:cNvSpPr/>
          <p:nvPr/>
        </p:nvSpPr>
        <p:spPr>
          <a:xfrm>
            <a:off x="4225807" y="2213868"/>
            <a:ext cx="460493" cy="346249"/>
          </a:xfrm>
          <a:prstGeom prst="rect">
            <a:avLst/>
          </a:prstGeom>
        </p:spPr>
        <p:txBody>
          <a:bodyPr wrap="square">
            <a:spAutoFit/>
          </a:bodyPr>
          <a:lstStyle/>
          <a:p>
            <a:pPr algn="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01</a:t>
            </a:r>
          </a:p>
        </p:txBody>
      </p:sp>
      <p:sp>
        <p:nvSpPr>
          <p:cNvPr id="17" name="Rectangle 16">
            <a:extLst>
              <a:ext uri="{FF2B5EF4-FFF2-40B4-BE49-F238E27FC236}">
                <a16:creationId xmlns:a16="http://schemas.microsoft.com/office/drawing/2014/main" id="{A5BE600C-5439-7569-CFCC-9819E2127BA0}"/>
              </a:ext>
            </a:extLst>
          </p:cNvPr>
          <p:cNvSpPr/>
          <p:nvPr/>
        </p:nvSpPr>
        <p:spPr>
          <a:xfrm>
            <a:off x="600193" y="2853504"/>
            <a:ext cx="1342907"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Our Team</a:t>
            </a:r>
          </a:p>
        </p:txBody>
      </p:sp>
      <p:cxnSp>
        <p:nvCxnSpPr>
          <p:cNvPr id="18" name="Straight Connector 17">
            <a:extLst>
              <a:ext uri="{FF2B5EF4-FFF2-40B4-BE49-F238E27FC236}">
                <a16:creationId xmlns:a16="http://schemas.microsoft.com/office/drawing/2014/main" id="{FA5F6CA4-521B-A7E5-68C0-14FCB726A6F4}"/>
              </a:ext>
            </a:extLst>
          </p:cNvPr>
          <p:cNvCxnSpPr/>
          <p:nvPr/>
        </p:nvCxnSpPr>
        <p:spPr>
          <a:xfrm>
            <a:off x="1841500" y="3039936"/>
            <a:ext cx="21971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84A8E9E-F469-A54D-08AC-FC51E7CBD289}"/>
              </a:ext>
            </a:extLst>
          </p:cNvPr>
          <p:cNvSpPr/>
          <p:nvPr/>
        </p:nvSpPr>
        <p:spPr>
          <a:xfrm>
            <a:off x="4225807" y="2853504"/>
            <a:ext cx="460493" cy="346249"/>
          </a:xfrm>
          <a:prstGeom prst="rect">
            <a:avLst/>
          </a:prstGeom>
        </p:spPr>
        <p:txBody>
          <a:bodyPr wrap="square">
            <a:spAutoFit/>
          </a:bodyPr>
          <a:lstStyle/>
          <a:p>
            <a:pPr algn="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02</a:t>
            </a:r>
          </a:p>
        </p:txBody>
      </p:sp>
      <p:sp>
        <p:nvSpPr>
          <p:cNvPr id="21" name="Rectangle 20">
            <a:extLst>
              <a:ext uri="{FF2B5EF4-FFF2-40B4-BE49-F238E27FC236}">
                <a16:creationId xmlns:a16="http://schemas.microsoft.com/office/drawing/2014/main" id="{FEF5E22B-0856-CEB5-4D6D-F4A2C31B0B01}"/>
              </a:ext>
            </a:extLst>
          </p:cNvPr>
          <p:cNvSpPr/>
          <p:nvPr/>
        </p:nvSpPr>
        <p:spPr>
          <a:xfrm>
            <a:off x="600193" y="3493140"/>
            <a:ext cx="1342907"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Our Service</a:t>
            </a:r>
          </a:p>
        </p:txBody>
      </p:sp>
      <p:cxnSp>
        <p:nvCxnSpPr>
          <p:cNvPr id="22" name="Straight Connector 21">
            <a:extLst>
              <a:ext uri="{FF2B5EF4-FFF2-40B4-BE49-F238E27FC236}">
                <a16:creationId xmlns:a16="http://schemas.microsoft.com/office/drawing/2014/main" id="{B5A3791B-309A-DDF0-B8CD-00CC8D72FCAE}"/>
              </a:ext>
            </a:extLst>
          </p:cNvPr>
          <p:cNvCxnSpPr>
            <a:cxnSpLocks/>
          </p:cNvCxnSpPr>
          <p:nvPr/>
        </p:nvCxnSpPr>
        <p:spPr>
          <a:xfrm>
            <a:off x="2171700" y="3679572"/>
            <a:ext cx="18669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B109B88-D9F4-0011-B0C2-4F81D5C743F8}"/>
              </a:ext>
            </a:extLst>
          </p:cNvPr>
          <p:cNvSpPr/>
          <p:nvPr/>
        </p:nvSpPr>
        <p:spPr>
          <a:xfrm>
            <a:off x="4225807" y="3493140"/>
            <a:ext cx="460493" cy="346249"/>
          </a:xfrm>
          <a:prstGeom prst="rect">
            <a:avLst/>
          </a:prstGeom>
        </p:spPr>
        <p:txBody>
          <a:bodyPr wrap="square">
            <a:spAutoFit/>
          </a:bodyPr>
          <a:lstStyle/>
          <a:p>
            <a:pPr algn="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03</a:t>
            </a:r>
          </a:p>
        </p:txBody>
      </p:sp>
      <p:sp>
        <p:nvSpPr>
          <p:cNvPr id="25" name="Rectangle 24">
            <a:extLst>
              <a:ext uri="{FF2B5EF4-FFF2-40B4-BE49-F238E27FC236}">
                <a16:creationId xmlns:a16="http://schemas.microsoft.com/office/drawing/2014/main" id="{B3872B19-961C-31F3-D140-0BC82F39E5CC}"/>
              </a:ext>
            </a:extLst>
          </p:cNvPr>
          <p:cNvSpPr/>
          <p:nvPr/>
        </p:nvSpPr>
        <p:spPr>
          <a:xfrm>
            <a:off x="600193" y="4132776"/>
            <a:ext cx="1812807"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Mission &amp; Vision</a:t>
            </a:r>
          </a:p>
        </p:txBody>
      </p:sp>
      <p:cxnSp>
        <p:nvCxnSpPr>
          <p:cNvPr id="26" name="Straight Connector 25">
            <a:extLst>
              <a:ext uri="{FF2B5EF4-FFF2-40B4-BE49-F238E27FC236}">
                <a16:creationId xmlns:a16="http://schemas.microsoft.com/office/drawing/2014/main" id="{237651A7-BABA-FDFA-E4E3-C5C85630ABB9}"/>
              </a:ext>
            </a:extLst>
          </p:cNvPr>
          <p:cNvCxnSpPr>
            <a:cxnSpLocks/>
            <a:stCxn id="25" idx="3"/>
          </p:cNvCxnSpPr>
          <p:nvPr/>
        </p:nvCxnSpPr>
        <p:spPr>
          <a:xfrm>
            <a:off x="2413000" y="4305901"/>
            <a:ext cx="1625600" cy="13307"/>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DE84C552-D6AC-B669-FB1A-DBC01067CA33}"/>
              </a:ext>
            </a:extLst>
          </p:cNvPr>
          <p:cNvSpPr/>
          <p:nvPr/>
        </p:nvSpPr>
        <p:spPr>
          <a:xfrm>
            <a:off x="4225807" y="4132776"/>
            <a:ext cx="460493" cy="346249"/>
          </a:xfrm>
          <a:prstGeom prst="rect">
            <a:avLst/>
          </a:prstGeom>
        </p:spPr>
        <p:txBody>
          <a:bodyPr wrap="square">
            <a:spAutoFit/>
          </a:bodyPr>
          <a:lstStyle/>
          <a:p>
            <a:pPr algn="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04</a:t>
            </a:r>
          </a:p>
        </p:txBody>
      </p:sp>
      <p:sp>
        <p:nvSpPr>
          <p:cNvPr id="29" name="Rectangle 28">
            <a:extLst>
              <a:ext uri="{FF2B5EF4-FFF2-40B4-BE49-F238E27FC236}">
                <a16:creationId xmlns:a16="http://schemas.microsoft.com/office/drawing/2014/main" id="{4B912002-442B-0B68-85A0-6308DB7C3A74}"/>
              </a:ext>
            </a:extLst>
          </p:cNvPr>
          <p:cNvSpPr/>
          <p:nvPr/>
        </p:nvSpPr>
        <p:spPr>
          <a:xfrm>
            <a:off x="600193" y="4772412"/>
            <a:ext cx="1342907"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Our Product</a:t>
            </a:r>
          </a:p>
        </p:txBody>
      </p:sp>
      <p:cxnSp>
        <p:nvCxnSpPr>
          <p:cNvPr id="30" name="Straight Connector 29">
            <a:extLst>
              <a:ext uri="{FF2B5EF4-FFF2-40B4-BE49-F238E27FC236}">
                <a16:creationId xmlns:a16="http://schemas.microsoft.com/office/drawing/2014/main" id="{FAB65F02-B584-AC08-26D7-3CE8C72F068E}"/>
              </a:ext>
            </a:extLst>
          </p:cNvPr>
          <p:cNvCxnSpPr>
            <a:cxnSpLocks/>
          </p:cNvCxnSpPr>
          <p:nvPr/>
        </p:nvCxnSpPr>
        <p:spPr>
          <a:xfrm>
            <a:off x="2057400" y="4958844"/>
            <a:ext cx="19812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C616EF12-5DC1-BAD4-A50F-4DA0A75C0FDD}"/>
              </a:ext>
            </a:extLst>
          </p:cNvPr>
          <p:cNvSpPr/>
          <p:nvPr/>
        </p:nvSpPr>
        <p:spPr>
          <a:xfrm>
            <a:off x="4225807" y="4772412"/>
            <a:ext cx="460493" cy="346249"/>
          </a:xfrm>
          <a:prstGeom prst="rect">
            <a:avLst/>
          </a:prstGeom>
        </p:spPr>
        <p:txBody>
          <a:bodyPr wrap="square">
            <a:spAutoFit/>
          </a:bodyPr>
          <a:lstStyle/>
          <a:p>
            <a:pPr algn="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05</a:t>
            </a:r>
          </a:p>
        </p:txBody>
      </p:sp>
      <p:sp>
        <p:nvSpPr>
          <p:cNvPr id="33" name="Rectangle 32">
            <a:extLst>
              <a:ext uri="{FF2B5EF4-FFF2-40B4-BE49-F238E27FC236}">
                <a16:creationId xmlns:a16="http://schemas.microsoft.com/office/drawing/2014/main" id="{53CF7A04-6B7A-EACF-F849-9DACF5E90204}"/>
              </a:ext>
            </a:extLst>
          </p:cNvPr>
          <p:cNvSpPr/>
          <p:nvPr/>
        </p:nvSpPr>
        <p:spPr>
          <a:xfrm>
            <a:off x="600193" y="5412046"/>
            <a:ext cx="1619014"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Swot Analysis</a:t>
            </a:r>
          </a:p>
        </p:txBody>
      </p:sp>
      <p:cxnSp>
        <p:nvCxnSpPr>
          <p:cNvPr id="34" name="Straight Connector 33">
            <a:extLst>
              <a:ext uri="{FF2B5EF4-FFF2-40B4-BE49-F238E27FC236}">
                <a16:creationId xmlns:a16="http://schemas.microsoft.com/office/drawing/2014/main" id="{20EB2D82-6995-C3BE-948E-B4AC3E0B7EE4}"/>
              </a:ext>
            </a:extLst>
          </p:cNvPr>
          <p:cNvCxnSpPr>
            <a:cxnSpLocks/>
            <a:stCxn id="33" idx="3"/>
          </p:cNvCxnSpPr>
          <p:nvPr/>
        </p:nvCxnSpPr>
        <p:spPr>
          <a:xfrm>
            <a:off x="2219207" y="5585171"/>
            <a:ext cx="1819393" cy="13307"/>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54EE5751-54CD-B336-D416-71B608FA7DE4}"/>
              </a:ext>
            </a:extLst>
          </p:cNvPr>
          <p:cNvSpPr/>
          <p:nvPr/>
        </p:nvSpPr>
        <p:spPr>
          <a:xfrm>
            <a:off x="4225807" y="5412046"/>
            <a:ext cx="460493" cy="346249"/>
          </a:xfrm>
          <a:prstGeom prst="rect">
            <a:avLst/>
          </a:prstGeom>
        </p:spPr>
        <p:txBody>
          <a:bodyPr wrap="square">
            <a:spAutoFit/>
          </a:bodyPr>
          <a:lstStyle/>
          <a:p>
            <a:pPr algn="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06</a:t>
            </a:r>
          </a:p>
        </p:txBody>
      </p:sp>
      <p:grpSp>
        <p:nvGrpSpPr>
          <p:cNvPr id="50" name="Group 49">
            <a:extLst>
              <a:ext uri="{FF2B5EF4-FFF2-40B4-BE49-F238E27FC236}">
                <a16:creationId xmlns:a16="http://schemas.microsoft.com/office/drawing/2014/main" id="{72E0864C-DFA6-0575-E194-F17488175148}"/>
              </a:ext>
            </a:extLst>
          </p:cNvPr>
          <p:cNvGrpSpPr/>
          <p:nvPr/>
        </p:nvGrpSpPr>
        <p:grpSpPr>
          <a:xfrm>
            <a:off x="9518460" y="5598478"/>
            <a:ext cx="908666" cy="336728"/>
            <a:chOff x="9118600" y="1169988"/>
            <a:chExt cx="1165226" cy="431801"/>
          </a:xfrm>
          <a:noFill/>
        </p:grpSpPr>
        <p:sp>
          <p:nvSpPr>
            <p:cNvPr id="51" name="Freeform 17">
              <a:extLst>
                <a:ext uri="{FF2B5EF4-FFF2-40B4-BE49-F238E27FC236}">
                  <a16:creationId xmlns:a16="http://schemas.microsoft.com/office/drawing/2014/main" id="{80212591-2FDB-21CA-C33E-FEEBD7FC9110}"/>
                </a:ext>
              </a:extLst>
            </p:cNvPr>
            <p:cNvSpPr>
              <a:spLocks noEditPoints="1"/>
            </p:cNvSpPr>
            <p:nvPr/>
          </p:nvSpPr>
          <p:spPr bwMode="auto">
            <a:xfrm>
              <a:off x="9118600" y="1169988"/>
              <a:ext cx="519113" cy="339725"/>
            </a:xfrm>
            <a:custGeom>
              <a:avLst/>
              <a:gdLst>
                <a:gd name="T0" fmla="*/ 124 w 137"/>
                <a:gd name="T1" fmla="*/ 25 h 88"/>
                <a:gd name="T2" fmla="*/ 116 w 137"/>
                <a:gd name="T3" fmla="*/ 43 h 88"/>
                <a:gd name="T4" fmla="*/ 111 w 137"/>
                <a:gd name="T5" fmla="*/ 53 h 88"/>
                <a:gd name="T6" fmla="*/ 116 w 137"/>
                <a:gd name="T7" fmla="*/ 54 h 88"/>
                <a:gd name="T8" fmla="*/ 109 w 137"/>
                <a:gd name="T9" fmla="*/ 58 h 88"/>
                <a:gd name="T10" fmla="*/ 105 w 137"/>
                <a:gd name="T11" fmla="*/ 67 h 88"/>
                <a:gd name="T12" fmla="*/ 95 w 137"/>
                <a:gd name="T13" fmla="*/ 88 h 88"/>
                <a:gd name="T14" fmla="*/ 103 w 137"/>
                <a:gd name="T15" fmla="*/ 62 h 88"/>
                <a:gd name="T16" fmla="*/ 92 w 137"/>
                <a:gd name="T17" fmla="*/ 64 h 88"/>
                <a:gd name="T18" fmla="*/ 83 w 137"/>
                <a:gd name="T19" fmla="*/ 70 h 88"/>
                <a:gd name="T20" fmla="*/ 84 w 137"/>
                <a:gd name="T21" fmla="*/ 60 h 88"/>
                <a:gd name="T22" fmla="*/ 81 w 137"/>
                <a:gd name="T23" fmla="*/ 54 h 88"/>
                <a:gd name="T24" fmla="*/ 70 w 137"/>
                <a:gd name="T25" fmla="*/ 54 h 88"/>
                <a:gd name="T26" fmla="*/ 63 w 137"/>
                <a:gd name="T27" fmla="*/ 54 h 88"/>
                <a:gd name="T28" fmla="*/ 56 w 137"/>
                <a:gd name="T29" fmla="*/ 54 h 88"/>
                <a:gd name="T30" fmla="*/ 49 w 137"/>
                <a:gd name="T31" fmla="*/ 54 h 88"/>
                <a:gd name="T32" fmla="*/ 38 w 137"/>
                <a:gd name="T33" fmla="*/ 54 h 88"/>
                <a:gd name="T34" fmla="*/ 29 w 137"/>
                <a:gd name="T35" fmla="*/ 55 h 88"/>
                <a:gd name="T36" fmla="*/ 11 w 137"/>
                <a:gd name="T37" fmla="*/ 55 h 88"/>
                <a:gd name="T38" fmla="*/ 1 w 137"/>
                <a:gd name="T39" fmla="*/ 53 h 88"/>
                <a:gd name="T40" fmla="*/ 12 w 137"/>
                <a:gd name="T41" fmla="*/ 42 h 88"/>
                <a:gd name="T42" fmla="*/ 28 w 137"/>
                <a:gd name="T43" fmla="*/ 34 h 88"/>
                <a:gd name="T44" fmla="*/ 57 w 137"/>
                <a:gd name="T45" fmla="*/ 23 h 88"/>
                <a:gd name="T46" fmla="*/ 71 w 137"/>
                <a:gd name="T47" fmla="*/ 21 h 88"/>
                <a:gd name="T48" fmla="*/ 81 w 137"/>
                <a:gd name="T49" fmla="*/ 23 h 88"/>
                <a:gd name="T50" fmla="*/ 85 w 137"/>
                <a:gd name="T51" fmla="*/ 27 h 88"/>
                <a:gd name="T52" fmla="*/ 87 w 137"/>
                <a:gd name="T53" fmla="*/ 39 h 88"/>
                <a:gd name="T54" fmla="*/ 87 w 137"/>
                <a:gd name="T55" fmla="*/ 48 h 88"/>
                <a:gd name="T56" fmla="*/ 91 w 137"/>
                <a:gd name="T57" fmla="*/ 53 h 88"/>
                <a:gd name="T58" fmla="*/ 102 w 137"/>
                <a:gd name="T59" fmla="*/ 45 h 88"/>
                <a:gd name="T60" fmla="*/ 109 w 137"/>
                <a:gd name="T61" fmla="*/ 33 h 88"/>
                <a:gd name="T62" fmla="*/ 113 w 137"/>
                <a:gd name="T63" fmla="*/ 25 h 88"/>
                <a:gd name="T64" fmla="*/ 118 w 137"/>
                <a:gd name="T65" fmla="*/ 22 h 88"/>
                <a:gd name="T66" fmla="*/ 112 w 137"/>
                <a:gd name="T67" fmla="*/ 40 h 88"/>
                <a:gd name="T68" fmla="*/ 110 w 137"/>
                <a:gd name="T69" fmla="*/ 52 h 88"/>
                <a:gd name="T70" fmla="*/ 117 w 137"/>
                <a:gd name="T71" fmla="*/ 37 h 88"/>
                <a:gd name="T72" fmla="*/ 127 w 137"/>
                <a:gd name="T73" fmla="*/ 17 h 88"/>
                <a:gd name="T74" fmla="*/ 133 w 137"/>
                <a:gd name="T75" fmla="*/ 4 h 88"/>
                <a:gd name="T76" fmla="*/ 132 w 137"/>
                <a:gd name="T77" fmla="*/ 10 h 88"/>
                <a:gd name="T78" fmla="*/ 85 w 137"/>
                <a:gd name="T79" fmla="*/ 44 h 88"/>
                <a:gd name="T80" fmla="*/ 85 w 137"/>
                <a:gd name="T81" fmla="*/ 35 h 88"/>
                <a:gd name="T82" fmla="*/ 75 w 137"/>
                <a:gd name="T83" fmla="*/ 23 h 88"/>
                <a:gd name="T84" fmla="*/ 69 w 137"/>
                <a:gd name="T85" fmla="*/ 22 h 88"/>
                <a:gd name="T86" fmla="*/ 50 w 137"/>
                <a:gd name="T87" fmla="*/ 26 h 88"/>
                <a:gd name="T88" fmla="*/ 28 w 137"/>
                <a:gd name="T89" fmla="*/ 36 h 88"/>
                <a:gd name="T90" fmla="*/ 5 w 137"/>
                <a:gd name="T91" fmla="*/ 49 h 88"/>
                <a:gd name="T92" fmla="*/ 11 w 137"/>
                <a:gd name="T93" fmla="*/ 53 h 88"/>
                <a:gd name="T94" fmla="*/ 24 w 137"/>
                <a:gd name="T95" fmla="*/ 53 h 88"/>
                <a:gd name="T96" fmla="*/ 45 w 137"/>
                <a:gd name="T97" fmla="*/ 53 h 88"/>
                <a:gd name="T98" fmla="*/ 52 w 137"/>
                <a:gd name="T99" fmla="*/ 53 h 88"/>
                <a:gd name="T100" fmla="*/ 61 w 137"/>
                <a:gd name="T101" fmla="*/ 53 h 88"/>
                <a:gd name="T102" fmla="*/ 85 w 137"/>
                <a:gd name="T103" fmla="*/ 53 h 88"/>
                <a:gd name="T104" fmla="*/ 86 w 137"/>
                <a:gd name="T105" fmla="*/ 60 h 88"/>
                <a:gd name="T106" fmla="*/ 85 w 137"/>
                <a:gd name="T107" fmla="*/ 70 h 88"/>
                <a:gd name="T108" fmla="*/ 106 w 137"/>
                <a:gd name="T109" fmla="*/ 53 h 88"/>
                <a:gd name="T110" fmla="*/ 114 w 137"/>
                <a:gd name="T111" fmla="*/ 27 h 88"/>
                <a:gd name="T112" fmla="*/ 112 w 137"/>
                <a:gd name="T113" fmla="*/ 31 h 88"/>
                <a:gd name="T114" fmla="*/ 103 w 137"/>
                <a:gd name="T115" fmla="*/ 46 h 88"/>
                <a:gd name="T116" fmla="*/ 102 w 137"/>
                <a:gd name="T117" fmla="*/ 69 h 88"/>
                <a:gd name="T118" fmla="*/ 104 w 137"/>
                <a:gd name="T119" fmla="*/ 63 h 88"/>
                <a:gd name="T120" fmla="*/ 103 w 137"/>
                <a:gd name="T121" fmla="*/ 68 h 88"/>
                <a:gd name="T122" fmla="*/ 107 w 137"/>
                <a:gd name="T123" fmla="*/ 6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 h="88">
                  <a:moveTo>
                    <a:pt x="132" y="10"/>
                  </a:moveTo>
                  <a:cubicBezTo>
                    <a:pt x="132" y="11"/>
                    <a:pt x="132" y="11"/>
                    <a:pt x="131" y="11"/>
                  </a:cubicBezTo>
                  <a:cubicBezTo>
                    <a:pt x="131" y="11"/>
                    <a:pt x="131" y="12"/>
                    <a:pt x="131" y="12"/>
                  </a:cubicBezTo>
                  <a:cubicBezTo>
                    <a:pt x="131" y="12"/>
                    <a:pt x="131" y="12"/>
                    <a:pt x="131" y="13"/>
                  </a:cubicBezTo>
                  <a:cubicBezTo>
                    <a:pt x="130" y="13"/>
                    <a:pt x="130" y="14"/>
                    <a:pt x="130" y="14"/>
                  </a:cubicBezTo>
                  <a:cubicBezTo>
                    <a:pt x="129" y="15"/>
                    <a:pt x="129" y="15"/>
                    <a:pt x="129" y="16"/>
                  </a:cubicBezTo>
                  <a:cubicBezTo>
                    <a:pt x="129" y="16"/>
                    <a:pt x="129" y="17"/>
                    <a:pt x="128" y="17"/>
                  </a:cubicBezTo>
                  <a:cubicBezTo>
                    <a:pt x="128" y="18"/>
                    <a:pt x="128" y="18"/>
                    <a:pt x="127" y="19"/>
                  </a:cubicBezTo>
                  <a:cubicBezTo>
                    <a:pt x="127" y="20"/>
                    <a:pt x="127" y="20"/>
                    <a:pt x="127" y="20"/>
                  </a:cubicBezTo>
                  <a:cubicBezTo>
                    <a:pt x="126" y="21"/>
                    <a:pt x="126" y="21"/>
                    <a:pt x="126" y="21"/>
                  </a:cubicBezTo>
                  <a:cubicBezTo>
                    <a:pt x="126" y="21"/>
                    <a:pt x="126" y="22"/>
                    <a:pt x="126" y="22"/>
                  </a:cubicBezTo>
                  <a:cubicBezTo>
                    <a:pt x="126" y="22"/>
                    <a:pt x="126" y="22"/>
                    <a:pt x="125" y="23"/>
                  </a:cubicBezTo>
                  <a:cubicBezTo>
                    <a:pt x="125" y="23"/>
                    <a:pt x="125" y="24"/>
                    <a:pt x="124" y="25"/>
                  </a:cubicBezTo>
                  <a:cubicBezTo>
                    <a:pt x="124" y="25"/>
                    <a:pt x="124" y="25"/>
                    <a:pt x="124" y="26"/>
                  </a:cubicBezTo>
                  <a:cubicBezTo>
                    <a:pt x="124" y="26"/>
                    <a:pt x="124" y="26"/>
                    <a:pt x="124" y="26"/>
                  </a:cubicBezTo>
                  <a:cubicBezTo>
                    <a:pt x="124" y="26"/>
                    <a:pt x="124" y="26"/>
                    <a:pt x="123" y="27"/>
                  </a:cubicBezTo>
                  <a:cubicBezTo>
                    <a:pt x="123" y="27"/>
                    <a:pt x="123" y="27"/>
                    <a:pt x="123" y="27"/>
                  </a:cubicBezTo>
                  <a:cubicBezTo>
                    <a:pt x="123" y="28"/>
                    <a:pt x="123" y="28"/>
                    <a:pt x="123" y="28"/>
                  </a:cubicBezTo>
                  <a:cubicBezTo>
                    <a:pt x="123" y="28"/>
                    <a:pt x="123" y="28"/>
                    <a:pt x="123" y="28"/>
                  </a:cubicBezTo>
                  <a:cubicBezTo>
                    <a:pt x="122" y="29"/>
                    <a:pt x="122" y="29"/>
                    <a:pt x="122" y="30"/>
                  </a:cubicBezTo>
                  <a:cubicBezTo>
                    <a:pt x="122" y="30"/>
                    <a:pt x="122" y="30"/>
                    <a:pt x="122" y="30"/>
                  </a:cubicBezTo>
                  <a:cubicBezTo>
                    <a:pt x="121" y="31"/>
                    <a:pt x="121" y="31"/>
                    <a:pt x="121" y="32"/>
                  </a:cubicBezTo>
                  <a:cubicBezTo>
                    <a:pt x="121" y="32"/>
                    <a:pt x="121" y="32"/>
                    <a:pt x="121" y="32"/>
                  </a:cubicBezTo>
                  <a:cubicBezTo>
                    <a:pt x="120" y="34"/>
                    <a:pt x="119" y="35"/>
                    <a:pt x="119" y="36"/>
                  </a:cubicBezTo>
                  <a:cubicBezTo>
                    <a:pt x="119" y="37"/>
                    <a:pt x="118" y="37"/>
                    <a:pt x="118" y="37"/>
                  </a:cubicBezTo>
                  <a:cubicBezTo>
                    <a:pt x="117" y="39"/>
                    <a:pt x="117" y="41"/>
                    <a:pt x="116" y="43"/>
                  </a:cubicBezTo>
                  <a:cubicBezTo>
                    <a:pt x="115" y="45"/>
                    <a:pt x="113" y="48"/>
                    <a:pt x="112" y="50"/>
                  </a:cubicBezTo>
                  <a:cubicBezTo>
                    <a:pt x="112" y="50"/>
                    <a:pt x="112" y="50"/>
                    <a:pt x="112" y="50"/>
                  </a:cubicBezTo>
                  <a:cubicBezTo>
                    <a:pt x="112" y="50"/>
                    <a:pt x="112" y="51"/>
                    <a:pt x="112" y="51"/>
                  </a:cubicBezTo>
                  <a:cubicBezTo>
                    <a:pt x="112" y="51"/>
                    <a:pt x="112" y="51"/>
                    <a:pt x="112" y="51"/>
                  </a:cubicBezTo>
                  <a:cubicBezTo>
                    <a:pt x="112" y="51"/>
                    <a:pt x="112" y="51"/>
                    <a:pt x="112" y="51"/>
                  </a:cubicBezTo>
                  <a:cubicBezTo>
                    <a:pt x="112" y="51"/>
                    <a:pt x="112" y="51"/>
                    <a:pt x="112" y="51"/>
                  </a:cubicBezTo>
                  <a:cubicBezTo>
                    <a:pt x="112" y="52"/>
                    <a:pt x="112" y="52"/>
                    <a:pt x="112" y="52"/>
                  </a:cubicBezTo>
                  <a:cubicBezTo>
                    <a:pt x="112" y="52"/>
                    <a:pt x="111" y="52"/>
                    <a:pt x="111" y="52"/>
                  </a:cubicBezTo>
                  <a:cubicBezTo>
                    <a:pt x="111" y="52"/>
                    <a:pt x="111" y="52"/>
                    <a:pt x="111" y="52"/>
                  </a:cubicBezTo>
                  <a:cubicBezTo>
                    <a:pt x="111" y="52"/>
                    <a:pt x="111" y="53"/>
                    <a:pt x="111" y="53"/>
                  </a:cubicBezTo>
                  <a:cubicBezTo>
                    <a:pt x="111" y="53"/>
                    <a:pt x="111" y="53"/>
                    <a:pt x="111" y="53"/>
                  </a:cubicBezTo>
                  <a:cubicBezTo>
                    <a:pt x="111" y="53"/>
                    <a:pt x="111" y="53"/>
                    <a:pt x="111" y="53"/>
                  </a:cubicBezTo>
                  <a:cubicBezTo>
                    <a:pt x="111" y="53"/>
                    <a:pt x="111" y="53"/>
                    <a:pt x="111" y="53"/>
                  </a:cubicBezTo>
                  <a:cubicBezTo>
                    <a:pt x="111" y="53"/>
                    <a:pt x="112" y="53"/>
                    <a:pt x="112" y="53"/>
                  </a:cubicBezTo>
                  <a:cubicBezTo>
                    <a:pt x="112" y="53"/>
                    <a:pt x="112" y="53"/>
                    <a:pt x="112" y="53"/>
                  </a:cubicBezTo>
                  <a:cubicBezTo>
                    <a:pt x="113" y="53"/>
                    <a:pt x="113" y="53"/>
                    <a:pt x="114" y="53"/>
                  </a:cubicBezTo>
                  <a:cubicBezTo>
                    <a:pt x="114" y="53"/>
                    <a:pt x="114" y="53"/>
                    <a:pt x="114" y="53"/>
                  </a:cubicBezTo>
                  <a:cubicBezTo>
                    <a:pt x="114" y="53"/>
                    <a:pt x="115" y="53"/>
                    <a:pt x="115" y="53"/>
                  </a:cubicBezTo>
                  <a:cubicBezTo>
                    <a:pt x="115" y="53"/>
                    <a:pt x="115" y="53"/>
                    <a:pt x="116" y="53"/>
                  </a:cubicBezTo>
                  <a:cubicBezTo>
                    <a:pt x="116" y="53"/>
                    <a:pt x="116" y="53"/>
                    <a:pt x="116" y="53"/>
                  </a:cubicBezTo>
                  <a:cubicBezTo>
                    <a:pt x="117" y="53"/>
                    <a:pt x="118" y="53"/>
                    <a:pt x="118" y="53"/>
                  </a:cubicBezTo>
                  <a:cubicBezTo>
                    <a:pt x="118" y="53"/>
                    <a:pt x="119" y="53"/>
                    <a:pt x="119" y="53"/>
                  </a:cubicBezTo>
                  <a:cubicBezTo>
                    <a:pt x="119" y="53"/>
                    <a:pt x="119" y="54"/>
                    <a:pt x="118" y="54"/>
                  </a:cubicBezTo>
                  <a:cubicBezTo>
                    <a:pt x="118" y="54"/>
                    <a:pt x="118" y="54"/>
                    <a:pt x="118" y="54"/>
                  </a:cubicBezTo>
                  <a:cubicBezTo>
                    <a:pt x="118" y="54"/>
                    <a:pt x="118" y="54"/>
                    <a:pt x="118" y="54"/>
                  </a:cubicBezTo>
                  <a:cubicBezTo>
                    <a:pt x="117" y="54"/>
                    <a:pt x="117" y="54"/>
                    <a:pt x="116" y="54"/>
                  </a:cubicBezTo>
                  <a:cubicBezTo>
                    <a:pt x="116" y="54"/>
                    <a:pt x="115" y="54"/>
                    <a:pt x="115" y="54"/>
                  </a:cubicBezTo>
                  <a:cubicBezTo>
                    <a:pt x="114" y="54"/>
                    <a:pt x="114" y="54"/>
                    <a:pt x="114" y="54"/>
                  </a:cubicBezTo>
                  <a:cubicBezTo>
                    <a:pt x="114" y="54"/>
                    <a:pt x="114" y="54"/>
                    <a:pt x="114" y="54"/>
                  </a:cubicBezTo>
                  <a:cubicBezTo>
                    <a:pt x="114" y="54"/>
                    <a:pt x="113" y="54"/>
                    <a:pt x="113" y="54"/>
                  </a:cubicBezTo>
                  <a:cubicBezTo>
                    <a:pt x="113" y="54"/>
                    <a:pt x="113" y="54"/>
                    <a:pt x="113" y="54"/>
                  </a:cubicBezTo>
                  <a:cubicBezTo>
                    <a:pt x="113" y="54"/>
                    <a:pt x="112" y="54"/>
                    <a:pt x="112" y="54"/>
                  </a:cubicBezTo>
                  <a:cubicBezTo>
                    <a:pt x="112" y="54"/>
                    <a:pt x="112" y="54"/>
                    <a:pt x="111" y="54"/>
                  </a:cubicBezTo>
                  <a:cubicBezTo>
                    <a:pt x="111" y="54"/>
                    <a:pt x="111" y="54"/>
                    <a:pt x="111" y="54"/>
                  </a:cubicBezTo>
                  <a:cubicBezTo>
                    <a:pt x="111" y="54"/>
                    <a:pt x="111" y="54"/>
                    <a:pt x="110" y="54"/>
                  </a:cubicBezTo>
                  <a:cubicBezTo>
                    <a:pt x="110" y="55"/>
                    <a:pt x="110" y="56"/>
                    <a:pt x="110" y="56"/>
                  </a:cubicBezTo>
                  <a:cubicBezTo>
                    <a:pt x="109" y="56"/>
                    <a:pt x="109" y="56"/>
                    <a:pt x="109" y="57"/>
                  </a:cubicBezTo>
                  <a:cubicBezTo>
                    <a:pt x="109" y="57"/>
                    <a:pt x="109" y="57"/>
                    <a:pt x="109" y="57"/>
                  </a:cubicBezTo>
                  <a:cubicBezTo>
                    <a:pt x="109" y="57"/>
                    <a:pt x="109" y="57"/>
                    <a:pt x="109" y="58"/>
                  </a:cubicBezTo>
                  <a:cubicBezTo>
                    <a:pt x="109" y="58"/>
                    <a:pt x="109" y="58"/>
                    <a:pt x="109" y="58"/>
                  </a:cubicBezTo>
                  <a:cubicBezTo>
                    <a:pt x="109" y="58"/>
                    <a:pt x="109" y="58"/>
                    <a:pt x="109" y="58"/>
                  </a:cubicBezTo>
                  <a:cubicBezTo>
                    <a:pt x="108" y="59"/>
                    <a:pt x="108" y="59"/>
                    <a:pt x="108" y="59"/>
                  </a:cubicBezTo>
                  <a:cubicBezTo>
                    <a:pt x="108" y="59"/>
                    <a:pt x="108" y="59"/>
                    <a:pt x="108" y="59"/>
                  </a:cubicBezTo>
                  <a:cubicBezTo>
                    <a:pt x="108" y="60"/>
                    <a:pt x="108" y="60"/>
                    <a:pt x="108" y="60"/>
                  </a:cubicBezTo>
                  <a:cubicBezTo>
                    <a:pt x="108" y="60"/>
                    <a:pt x="108" y="60"/>
                    <a:pt x="108" y="60"/>
                  </a:cubicBezTo>
                  <a:cubicBezTo>
                    <a:pt x="108" y="60"/>
                    <a:pt x="108" y="60"/>
                    <a:pt x="108" y="60"/>
                  </a:cubicBezTo>
                  <a:cubicBezTo>
                    <a:pt x="108" y="60"/>
                    <a:pt x="108" y="60"/>
                    <a:pt x="108" y="61"/>
                  </a:cubicBezTo>
                  <a:cubicBezTo>
                    <a:pt x="108" y="61"/>
                    <a:pt x="107" y="61"/>
                    <a:pt x="107" y="61"/>
                  </a:cubicBezTo>
                  <a:cubicBezTo>
                    <a:pt x="107" y="61"/>
                    <a:pt x="107" y="62"/>
                    <a:pt x="107" y="62"/>
                  </a:cubicBezTo>
                  <a:cubicBezTo>
                    <a:pt x="107" y="62"/>
                    <a:pt x="107" y="62"/>
                    <a:pt x="107" y="62"/>
                  </a:cubicBezTo>
                  <a:cubicBezTo>
                    <a:pt x="106" y="63"/>
                    <a:pt x="106" y="65"/>
                    <a:pt x="105" y="66"/>
                  </a:cubicBezTo>
                  <a:cubicBezTo>
                    <a:pt x="105" y="66"/>
                    <a:pt x="105" y="67"/>
                    <a:pt x="105" y="67"/>
                  </a:cubicBezTo>
                  <a:cubicBezTo>
                    <a:pt x="105" y="67"/>
                    <a:pt x="104" y="68"/>
                    <a:pt x="104" y="68"/>
                  </a:cubicBezTo>
                  <a:cubicBezTo>
                    <a:pt x="104" y="68"/>
                    <a:pt x="104" y="68"/>
                    <a:pt x="104" y="68"/>
                  </a:cubicBezTo>
                  <a:cubicBezTo>
                    <a:pt x="102" y="72"/>
                    <a:pt x="101" y="76"/>
                    <a:pt x="99" y="80"/>
                  </a:cubicBezTo>
                  <a:cubicBezTo>
                    <a:pt x="98" y="81"/>
                    <a:pt x="98" y="82"/>
                    <a:pt x="98" y="83"/>
                  </a:cubicBezTo>
                  <a:cubicBezTo>
                    <a:pt x="98" y="83"/>
                    <a:pt x="98" y="83"/>
                    <a:pt x="98" y="83"/>
                  </a:cubicBezTo>
                  <a:cubicBezTo>
                    <a:pt x="97" y="83"/>
                    <a:pt x="97" y="84"/>
                    <a:pt x="97" y="84"/>
                  </a:cubicBezTo>
                  <a:cubicBezTo>
                    <a:pt x="97" y="84"/>
                    <a:pt x="97" y="84"/>
                    <a:pt x="97" y="84"/>
                  </a:cubicBezTo>
                  <a:cubicBezTo>
                    <a:pt x="97" y="84"/>
                    <a:pt x="97" y="85"/>
                    <a:pt x="97" y="85"/>
                  </a:cubicBezTo>
                  <a:cubicBezTo>
                    <a:pt x="97" y="85"/>
                    <a:pt x="97" y="85"/>
                    <a:pt x="97" y="85"/>
                  </a:cubicBezTo>
                  <a:cubicBezTo>
                    <a:pt x="97" y="85"/>
                    <a:pt x="97" y="85"/>
                    <a:pt x="97" y="85"/>
                  </a:cubicBezTo>
                  <a:cubicBezTo>
                    <a:pt x="96" y="86"/>
                    <a:pt x="96" y="86"/>
                    <a:pt x="96" y="86"/>
                  </a:cubicBezTo>
                  <a:cubicBezTo>
                    <a:pt x="96" y="87"/>
                    <a:pt x="96" y="88"/>
                    <a:pt x="95" y="88"/>
                  </a:cubicBezTo>
                  <a:cubicBezTo>
                    <a:pt x="95" y="88"/>
                    <a:pt x="95" y="88"/>
                    <a:pt x="95" y="88"/>
                  </a:cubicBezTo>
                  <a:cubicBezTo>
                    <a:pt x="94" y="88"/>
                    <a:pt x="94" y="88"/>
                    <a:pt x="94" y="87"/>
                  </a:cubicBezTo>
                  <a:cubicBezTo>
                    <a:pt x="94" y="87"/>
                    <a:pt x="94" y="87"/>
                    <a:pt x="94" y="86"/>
                  </a:cubicBezTo>
                  <a:cubicBezTo>
                    <a:pt x="94" y="86"/>
                    <a:pt x="94" y="86"/>
                    <a:pt x="94" y="86"/>
                  </a:cubicBezTo>
                  <a:cubicBezTo>
                    <a:pt x="95" y="85"/>
                    <a:pt x="95" y="85"/>
                    <a:pt x="95" y="84"/>
                  </a:cubicBezTo>
                  <a:cubicBezTo>
                    <a:pt x="95" y="84"/>
                    <a:pt x="95" y="84"/>
                    <a:pt x="95" y="84"/>
                  </a:cubicBezTo>
                  <a:cubicBezTo>
                    <a:pt x="95" y="84"/>
                    <a:pt x="96" y="83"/>
                    <a:pt x="96" y="82"/>
                  </a:cubicBezTo>
                  <a:cubicBezTo>
                    <a:pt x="96" y="82"/>
                    <a:pt x="96" y="82"/>
                    <a:pt x="96" y="82"/>
                  </a:cubicBezTo>
                  <a:cubicBezTo>
                    <a:pt x="96" y="82"/>
                    <a:pt x="96" y="81"/>
                    <a:pt x="96" y="81"/>
                  </a:cubicBezTo>
                  <a:cubicBezTo>
                    <a:pt x="97" y="81"/>
                    <a:pt x="97" y="80"/>
                    <a:pt x="97" y="80"/>
                  </a:cubicBezTo>
                  <a:cubicBezTo>
                    <a:pt x="97" y="78"/>
                    <a:pt x="98" y="77"/>
                    <a:pt x="99" y="75"/>
                  </a:cubicBezTo>
                  <a:cubicBezTo>
                    <a:pt x="99" y="75"/>
                    <a:pt x="99" y="75"/>
                    <a:pt x="99" y="74"/>
                  </a:cubicBezTo>
                  <a:cubicBezTo>
                    <a:pt x="99" y="73"/>
                    <a:pt x="100" y="71"/>
                    <a:pt x="100" y="70"/>
                  </a:cubicBezTo>
                  <a:cubicBezTo>
                    <a:pt x="101" y="67"/>
                    <a:pt x="102" y="65"/>
                    <a:pt x="103" y="62"/>
                  </a:cubicBezTo>
                  <a:cubicBezTo>
                    <a:pt x="103" y="62"/>
                    <a:pt x="103" y="61"/>
                    <a:pt x="104" y="61"/>
                  </a:cubicBezTo>
                  <a:cubicBezTo>
                    <a:pt x="104" y="60"/>
                    <a:pt x="104" y="60"/>
                    <a:pt x="104" y="60"/>
                  </a:cubicBezTo>
                  <a:cubicBezTo>
                    <a:pt x="104" y="59"/>
                    <a:pt x="104" y="59"/>
                    <a:pt x="104" y="58"/>
                  </a:cubicBezTo>
                  <a:cubicBezTo>
                    <a:pt x="105" y="58"/>
                    <a:pt x="105" y="57"/>
                    <a:pt x="105" y="57"/>
                  </a:cubicBezTo>
                  <a:cubicBezTo>
                    <a:pt x="105" y="56"/>
                    <a:pt x="105" y="56"/>
                    <a:pt x="105" y="55"/>
                  </a:cubicBezTo>
                  <a:cubicBezTo>
                    <a:pt x="105" y="55"/>
                    <a:pt x="106" y="55"/>
                    <a:pt x="106" y="54"/>
                  </a:cubicBezTo>
                  <a:cubicBezTo>
                    <a:pt x="106" y="54"/>
                    <a:pt x="106" y="54"/>
                    <a:pt x="106" y="54"/>
                  </a:cubicBezTo>
                  <a:cubicBezTo>
                    <a:pt x="104" y="54"/>
                    <a:pt x="102" y="54"/>
                    <a:pt x="101" y="54"/>
                  </a:cubicBezTo>
                  <a:cubicBezTo>
                    <a:pt x="100" y="54"/>
                    <a:pt x="100" y="54"/>
                    <a:pt x="99" y="54"/>
                  </a:cubicBezTo>
                  <a:cubicBezTo>
                    <a:pt x="99" y="54"/>
                    <a:pt x="98" y="54"/>
                    <a:pt x="98" y="54"/>
                  </a:cubicBezTo>
                  <a:cubicBezTo>
                    <a:pt x="97" y="57"/>
                    <a:pt x="95" y="59"/>
                    <a:pt x="94" y="61"/>
                  </a:cubicBezTo>
                  <a:cubicBezTo>
                    <a:pt x="94" y="61"/>
                    <a:pt x="94" y="61"/>
                    <a:pt x="94" y="61"/>
                  </a:cubicBezTo>
                  <a:cubicBezTo>
                    <a:pt x="93" y="62"/>
                    <a:pt x="93" y="63"/>
                    <a:pt x="92" y="64"/>
                  </a:cubicBezTo>
                  <a:cubicBezTo>
                    <a:pt x="92" y="64"/>
                    <a:pt x="92" y="65"/>
                    <a:pt x="92" y="65"/>
                  </a:cubicBezTo>
                  <a:cubicBezTo>
                    <a:pt x="91" y="67"/>
                    <a:pt x="89" y="68"/>
                    <a:pt x="88" y="70"/>
                  </a:cubicBezTo>
                  <a:cubicBezTo>
                    <a:pt x="88" y="70"/>
                    <a:pt x="88" y="71"/>
                    <a:pt x="88" y="71"/>
                  </a:cubicBezTo>
                  <a:cubicBezTo>
                    <a:pt x="87" y="71"/>
                    <a:pt x="87" y="72"/>
                    <a:pt x="87" y="72"/>
                  </a:cubicBezTo>
                  <a:cubicBezTo>
                    <a:pt x="86" y="72"/>
                    <a:pt x="86" y="72"/>
                    <a:pt x="86" y="73"/>
                  </a:cubicBezTo>
                  <a:cubicBezTo>
                    <a:pt x="86" y="73"/>
                    <a:pt x="86" y="73"/>
                    <a:pt x="86" y="73"/>
                  </a:cubicBezTo>
                  <a:cubicBezTo>
                    <a:pt x="85" y="73"/>
                    <a:pt x="85" y="74"/>
                    <a:pt x="84" y="74"/>
                  </a:cubicBezTo>
                  <a:cubicBezTo>
                    <a:pt x="84" y="74"/>
                    <a:pt x="84" y="74"/>
                    <a:pt x="84" y="74"/>
                  </a:cubicBezTo>
                  <a:cubicBezTo>
                    <a:pt x="84" y="73"/>
                    <a:pt x="84" y="73"/>
                    <a:pt x="83" y="73"/>
                  </a:cubicBezTo>
                  <a:cubicBezTo>
                    <a:pt x="83" y="73"/>
                    <a:pt x="83" y="73"/>
                    <a:pt x="83" y="73"/>
                  </a:cubicBezTo>
                  <a:cubicBezTo>
                    <a:pt x="83" y="73"/>
                    <a:pt x="83" y="72"/>
                    <a:pt x="83" y="72"/>
                  </a:cubicBezTo>
                  <a:cubicBezTo>
                    <a:pt x="83" y="72"/>
                    <a:pt x="83" y="72"/>
                    <a:pt x="83" y="71"/>
                  </a:cubicBezTo>
                  <a:cubicBezTo>
                    <a:pt x="83" y="71"/>
                    <a:pt x="83" y="71"/>
                    <a:pt x="83" y="70"/>
                  </a:cubicBezTo>
                  <a:cubicBezTo>
                    <a:pt x="83" y="70"/>
                    <a:pt x="83" y="70"/>
                    <a:pt x="83" y="70"/>
                  </a:cubicBezTo>
                  <a:cubicBezTo>
                    <a:pt x="83" y="69"/>
                    <a:pt x="83" y="69"/>
                    <a:pt x="83" y="69"/>
                  </a:cubicBezTo>
                  <a:cubicBezTo>
                    <a:pt x="83" y="69"/>
                    <a:pt x="83" y="69"/>
                    <a:pt x="83" y="69"/>
                  </a:cubicBezTo>
                  <a:cubicBezTo>
                    <a:pt x="83" y="69"/>
                    <a:pt x="83" y="68"/>
                    <a:pt x="83" y="68"/>
                  </a:cubicBezTo>
                  <a:cubicBezTo>
                    <a:pt x="83" y="68"/>
                    <a:pt x="83" y="67"/>
                    <a:pt x="83" y="66"/>
                  </a:cubicBezTo>
                  <a:cubicBezTo>
                    <a:pt x="83" y="66"/>
                    <a:pt x="83" y="66"/>
                    <a:pt x="83" y="66"/>
                  </a:cubicBezTo>
                  <a:cubicBezTo>
                    <a:pt x="83" y="66"/>
                    <a:pt x="83" y="65"/>
                    <a:pt x="84" y="65"/>
                  </a:cubicBezTo>
                  <a:cubicBezTo>
                    <a:pt x="84" y="65"/>
                    <a:pt x="84" y="65"/>
                    <a:pt x="84" y="65"/>
                  </a:cubicBezTo>
                  <a:cubicBezTo>
                    <a:pt x="84" y="64"/>
                    <a:pt x="84" y="63"/>
                    <a:pt x="84" y="62"/>
                  </a:cubicBezTo>
                  <a:cubicBezTo>
                    <a:pt x="84" y="62"/>
                    <a:pt x="84" y="62"/>
                    <a:pt x="84" y="62"/>
                  </a:cubicBezTo>
                  <a:cubicBezTo>
                    <a:pt x="84" y="62"/>
                    <a:pt x="84" y="61"/>
                    <a:pt x="84" y="61"/>
                  </a:cubicBezTo>
                  <a:cubicBezTo>
                    <a:pt x="84" y="61"/>
                    <a:pt x="84" y="61"/>
                    <a:pt x="84" y="61"/>
                  </a:cubicBezTo>
                  <a:cubicBezTo>
                    <a:pt x="84" y="60"/>
                    <a:pt x="84" y="60"/>
                    <a:pt x="84" y="60"/>
                  </a:cubicBezTo>
                  <a:cubicBezTo>
                    <a:pt x="84" y="60"/>
                    <a:pt x="84" y="60"/>
                    <a:pt x="84" y="59"/>
                  </a:cubicBezTo>
                  <a:cubicBezTo>
                    <a:pt x="84" y="59"/>
                    <a:pt x="84" y="59"/>
                    <a:pt x="84" y="59"/>
                  </a:cubicBezTo>
                  <a:cubicBezTo>
                    <a:pt x="84" y="58"/>
                    <a:pt x="84" y="57"/>
                    <a:pt x="84" y="57"/>
                  </a:cubicBezTo>
                  <a:cubicBezTo>
                    <a:pt x="84" y="56"/>
                    <a:pt x="84" y="56"/>
                    <a:pt x="84" y="56"/>
                  </a:cubicBezTo>
                  <a:cubicBezTo>
                    <a:pt x="85" y="56"/>
                    <a:pt x="85" y="55"/>
                    <a:pt x="85" y="55"/>
                  </a:cubicBezTo>
                  <a:cubicBezTo>
                    <a:pt x="85" y="55"/>
                    <a:pt x="85" y="55"/>
                    <a:pt x="85" y="54"/>
                  </a:cubicBezTo>
                  <a:cubicBezTo>
                    <a:pt x="84" y="54"/>
                    <a:pt x="84" y="54"/>
                    <a:pt x="84" y="54"/>
                  </a:cubicBezTo>
                  <a:cubicBezTo>
                    <a:pt x="84" y="54"/>
                    <a:pt x="84" y="54"/>
                    <a:pt x="84" y="54"/>
                  </a:cubicBezTo>
                  <a:cubicBezTo>
                    <a:pt x="84" y="54"/>
                    <a:pt x="83" y="54"/>
                    <a:pt x="83" y="54"/>
                  </a:cubicBezTo>
                  <a:cubicBezTo>
                    <a:pt x="83" y="54"/>
                    <a:pt x="83" y="54"/>
                    <a:pt x="83" y="54"/>
                  </a:cubicBezTo>
                  <a:cubicBezTo>
                    <a:pt x="83" y="54"/>
                    <a:pt x="83" y="54"/>
                    <a:pt x="82" y="54"/>
                  </a:cubicBezTo>
                  <a:cubicBezTo>
                    <a:pt x="82" y="54"/>
                    <a:pt x="82" y="54"/>
                    <a:pt x="82" y="54"/>
                  </a:cubicBezTo>
                  <a:cubicBezTo>
                    <a:pt x="82" y="54"/>
                    <a:pt x="82" y="54"/>
                    <a:pt x="81" y="54"/>
                  </a:cubicBezTo>
                  <a:cubicBezTo>
                    <a:pt x="81" y="54"/>
                    <a:pt x="80" y="54"/>
                    <a:pt x="80" y="54"/>
                  </a:cubicBezTo>
                  <a:cubicBezTo>
                    <a:pt x="79" y="54"/>
                    <a:pt x="79" y="54"/>
                    <a:pt x="78" y="54"/>
                  </a:cubicBezTo>
                  <a:cubicBezTo>
                    <a:pt x="78" y="54"/>
                    <a:pt x="77" y="54"/>
                    <a:pt x="77" y="54"/>
                  </a:cubicBezTo>
                  <a:cubicBezTo>
                    <a:pt x="77" y="54"/>
                    <a:pt x="77" y="54"/>
                    <a:pt x="77" y="54"/>
                  </a:cubicBezTo>
                  <a:cubicBezTo>
                    <a:pt x="77" y="54"/>
                    <a:pt x="76" y="54"/>
                    <a:pt x="76" y="54"/>
                  </a:cubicBezTo>
                  <a:cubicBezTo>
                    <a:pt x="76" y="54"/>
                    <a:pt x="76" y="54"/>
                    <a:pt x="76" y="54"/>
                  </a:cubicBezTo>
                  <a:cubicBezTo>
                    <a:pt x="76" y="54"/>
                    <a:pt x="76" y="54"/>
                    <a:pt x="75" y="54"/>
                  </a:cubicBezTo>
                  <a:cubicBezTo>
                    <a:pt x="75" y="54"/>
                    <a:pt x="75" y="54"/>
                    <a:pt x="75" y="54"/>
                  </a:cubicBezTo>
                  <a:cubicBezTo>
                    <a:pt x="75" y="54"/>
                    <a:pt x="74" y="54"/>
                    <a:pt x="74" y="54"/>
                  </a:cubicBezTo>
                  <a:cubicBezTo>
                    <a:pt x="74" y="54"/>
                    <a:pt x="74" y="54"/>
                    <a:pt x="74" y="54"/>
                  </a:cubicBezTo>
                  <a:cubicBezTo>
                    <a:pt x="73" y="54"/>
                    <a:pt x="72" y="54"/>
                    <a:pt x="71" y="54"/>
                  </a:cubicBezTo>
                  <a:cubicBezTo>
                    <a:pt x="71" y="54"/>
                    <a:pt x="71" y="54"/>
                    <a:pt x="71" y="54"/>
                  </a:cubicBezTo>
                  <a:cubicBezTo>
                    <a:pt x="71" y="54"/>
                    <a:pt x="71" y="54"/>
                    <a:pt x="70" y="54"/>
                  </a:cubicBezTo>
                  <a:cubicBezTo>
                    <a:pt x="70" y="54"/>
                    <a:pt x="70" y="54"/>
                    <a:pt x="70" y="54"/>
                  </a:cubicBezTo>
                  <a:cubicBezTo>
                    <a:pt x="69" y="54"/>
                    <a:pt x="69" y="54"/>
                    <a:pt x="69" y="54"/>
                  </a:cubicBezTo>
                  <a:cubicBezTo>
                    <a:pt x="69" y="54"/>
                    <a:pt x="69" y="54"/>
                    <a:pt x="69" y="54"/>
                  </a:cubicBezTo>
                  <a:cubicBezTo>
                    <a:pt x="69" y="54"/>
                    <a:pt x="69" y="54"/>
                    <a:pt x="69" y="54"/>
                  </a:cubicBezTo>
                  <a:cubicBezTo>
                    <a:pt x="68" y="54"/>
                    <a:pt x="68" y="54"/>
                    <a:pt x="68" y="54"/>
                  </a:cubicBezTo>
                  <a:cubicBezTo>
                    <a:pt x="68" y="54"/>
                    <a:pt x="68" y="54"/>
                    <a:pt x="68" y="54"/>
                  </a:cubicBezTo>
                  <a:cubicBezTo>
                    <a:pt x="68" y="54"/>
                    <a:pt x="68" y="54"/>
                    <a:pt x="68" y="54"/>
                  </a:cubicBezTo>
                  <a:cubicBezTo>
                    <a:pt x="68" y="54"/>
                    <a:pt x="67" y="54"/>
                    <a:pt x="67" y="54"/>
                  </a:cubicBezTo>
                  <a:cubicBezTo>
                    <a:pt x="67" y="54"/>
                    <a:pt x="66" y="54"/>
                    <a:pt x="66" y="54"/>
                  </a:cubicBezTo>
                  <a:cubicBezTo>
                    <a:pt x="65" y="54"/>
                    <a:pt x="65" y="54"/>
                    <a:pt x="65" y="54"/>
                  </a:cubicBezTo>
                  <a:cubicBezTo>
                    <a:pt x="64" y="54"/>
                    <a:pt x="64" y="54"/>
                    <a:pt x="64" y="54"/>
                  </a:cubicBezTo>
                  <a:cubicBezTo>
                    <a:pt x="64" y="54"/>
                    <a:pt x="64" y="54"/>
                    <a:pt x="64" y="54"/>
                  </a:cubicBezTo>
                  <a:cubicBezTo>
                    <a:pt x="64" y="54"/>
                    <a:pt x="63" y="54"/>
                    <a:pt x="63" y="54"/>
                  </a:cubicBezTo>
                  <a:cubicBezTo>
                    <a:pt x="63" y="54"/>
                    <a:pt x="63" y="54"/>
                    <a:pt x="63" y="54"/>
                  </a:cubicBezTo>
                  <a:cubicBezTo>
                    <a:pt x="62" y="54"/>
                    <a:pt x="62" y="54"/>
                    <a:pt x="61" y="54"/>
                  </a:cubicBezTo>
                  <a:cubicBezTo>
                    <a:pt x="61" y="54"/>
                    <a:pt x="61" y="54"/>
                    <a:pt x="61" y="54"/>
                  </a:cubicBezTo>
                  <a:cubicBezTo>
                    <a:pt x="61" y="54"/>
                    <a:pt x="61" y="54"/>
                    <a:pt x="61" y="54"/>
                  </a:cubicBezTo>
                  <a:cubicBezTo>
                    <a:pt x="60" y="54"/>
                    <a:pt x="60" y="54"/>
                    <a:pt x="60" y="54"/>
                  </a:cubicBezTo>
                  <a:cubicBezTo>
                    <a:pt x="60" y="54"/>
                    <a:pt x="60" y="54"/>
                    <a:pt x="60" y="54"/>
                  </a:cubicBezTo>
                  <a:cubicBezTo>
                    <a:pt x="60" y="54"/>
                    <a:pt x="59" y="54"/>
                    <a:pt x="59" y="54"/>
                  </a:cubicBezTo>
                  <a:cubicBezTo>
                    <a:pt x="59" y="54"/>
                    <a:pt x="59" y="54"/>
                    <a:pt x="59" y="54"/>
                  </a:cubicBezTo>
                  <a:cubicBezTo>
                    <a:pt x="59" y="54"/>
                    <a:pt x="58" y="54"/>
                    <a:pt x="58" y="54"/>
                  </a:cubicBezTo>
                  <a:cubicBezTo>
                    <a:pt x="58" y="54"/>
                    <a:pt x="58" y="54"/>
                    <a:pt x="58" y="54"/>
                  </a:cubicBezTo>
                  <a:cubicBezTo>
                    <a:pt x="58" y="54"/>
                    <a:pt x="57" y="54"/>
                    <a:pt x="57" y="54"/>
                  </a:cubicBezTo>
                  <a:cubicBezTo>
                    <a:pt x="57" y="54"/>
                    <a:pt x="57" y="54"/>
                    <a:pt x="56" y="54"/>
                  </a:cubicBezTo>
                  <a:cubicBezTo>
                    <a:pt x="56" y="54"/>
                    <a:pt x="56" y="54"/>
                    <a:pt x="56" y="54"/>
                  </a:cubicBezTo>
                  <a:cubicBezTo>
                    <a:pt x="56" y="54"/>
                    <a:pt x="56" y="54"/>
                    <a:pt x="56" y="54"/>
                  </a:cubicBezTo>
                  <a:cubicBezTo>
                    <a:pt x="55" y="54"/>
                    <a:pt x="55" y="54"/>
                    <a:pt x="55" y="54"/>
                  </a:cubicBezTo>
                  <a:cubicBezTo>
                    <a:pt x="54" y="54"/>
                    <a:pt x="54" y="54"/>
                    <a:pt x="54" y="54"/>
                  </a:cubicBezTo>
                  <a:cubicBezTo>
                    <a:pt x="54" y="54"/>
                    <a:pt x="53" y="54"/>
                    <a:pt x="53" y="54"/>
                  </a:cubicBezTo>
                  <a:cubicBezTo>
                    <a:pt x="53" y="54"/>
                    <a:pt x="53" y="54"/>
                    <a:pt x="53" y="54"/>
                  </a:cubicBezTo>
                  <a:cubicBezTo>
                    <a:pt x="53" y="54"/>
                    <a:pt x="53" y="54"/>
                    <a:pt x="53" y="54"/>
                  </a:cubicBezTo>
                  <a:cubicBezTo>
                    <a:pt x="52" y="54"/>
                    <a:pt x="52" y="54"/>
                    <a:pt x="52" y="54"/>
                  </a:cubicBezTo>
                  <a:cubicBezTo>
                    <a:pt x="52" y="54"/>
                    <a:pt x="52" y="54"/>
                    <a:pt x="52" y="54"/>
                  </a:cubicBezTo>
                  <a:cubicBezTo>
                    <a:pt x="52" y="54"/>
                    <a:pt x="51" y="54"/>
                    <a:pt x="51" y="54"/>
                  </a:cubicBezTo>
                  <a:cubicBezTo>
                    <a:pt x="51" y="54"/>
                    <a:pt x="51" y="54"/>
                    <a:pt x="51" y="54"/>
                  </a:cubicBezTo>
                  <a:cubicBezTo>
                    <a:pt x="51" y="54"/>
                    <a:pt x="51" y="54"/>
                    <a:pt x="50" y="54"/>
                  </a:cubicBezTo>
                  <a:cubicBezTo>
                    <a:pt x="50" y="54"/>
                    <a:pt x="50" y="54"/>
                    <a:pt x="50" y="54"/>
                  </a:cubicBezTo>
                  <a:cubicBezTo>
                    <a:pt x="50" y="54"/>
                    <a:pt x="49" y="54"/>
                    <a:pt x="49" y="54"/>
                  </a:cubicBezTo>
                  <a:cubicBezTo>
                    <a:pt x="49" y="54"/>
                    <a:pt x="48" y="54"/>
                    <a:pt x="48" y="54"/>
                  </a:cubicBezTo>
                  <a:cubicBezTo>
                    <a:pt x="48" y="54"/>
                    <a:pt x="48" y="54"/>
                    <a:pt x="48" y="54"/>
                  </a:cubicBezTo>
                  <a:cubicBezTo>
                    <a:pt x="48" y="54"/>
                    <a:pt x="48" y="54"/>
                    <a:pt x="48" y="54"/>
                  </a:cubicBezTo>
                  <a:cubicBezTo>
                    <a:pt x="47" y="54"/>
                    <a:pt x="47" y="54"/>
                    <a:pt x="47" y="54"/>
                  </a:cubicBezTo>
                  <a:cubicBezTo>
                    <a:pt x="47" y="54"/>
                    <a:pt x="47" y="54"/>
                    <a:pt x="47" y="54"/>
                  </a:cubicBezTo>
                  <a:cubicBezTo>
                    <a:pt x="46" y="54"/>
                    <a:pt x="46" y="54"/>
                    <a:pt x="46" y="54"/>
                  </a:cubicBezTo>
                  <a:cubicBezTo>
                    <a:pt x="45" y="54"/>
                    <a:pt x="44" y="54"/>
                    <a:pt x="44" y="54"/>
                  </a:cubicBezTo>
                  <a:cubicBezTo>
                    <a:pt x="44" y="54"/>
                    <a:pt x="43" y="54"/>
                    <a:pt x="43" y="54"/>
                  </a:cubicBezTo>
                  <a:cubicBezTo>
                    <a:pt x="43" y="54"/>
                    <a:pt x="43" y="54"/>
                    <a:pt x="42" y="54"/>
                  </a:cubicBezTo>
                  <a:cubicBezTo>
                    <a:pt x="42" y="54"/>
                    <a:pt x="41" y="54"/>
                    <a:pt x="41" y="54"/>
                  </a:cubicBezTo>
                  <a:cubicBezTo>
                    <a:pt x="41" y="54"/>
                    <a:pt x="40" y="54"/>
                    <a:pt x="40" y="54"/>
                  </a:cubicBezTo>
                  <a:cubicBezTo>
                    <a:pt x="40" y="54"/>
                    <a:pt x="39" y="54"/>
                    <a:pt x="39" y="54"/>
                  </a:cubicBezTo>
                  <a:cubicBezTo>
                    <a:pt x="38" y="54"/>
                    <a:pt x="38" y="54"/>
                    <a:pt x="38" y="54"/>
                  </a:cubicBezTo>
                  <a:cubicBezTo>
                    <a:pt x="38" y="54"/>
                    <a:pt x="38" y="54"/>
                    <a:pt x="38" y="54"/>
                  </a:cubicBezTo>
                  <a:cubicBezTo>
                    <a:pt x="38" y="54"/>
                    <a:pt x="38" y="54"/>
                    <a:pt x="37" y="54"/>
                  </a:cubicBezTo>
                  <a:cubicBezTo>
                    <a:pt x="37" y="54"/>
                    <a:pt x="37" y="54"/>
                    <a:pt x="36" y="54"/>
                  </a:cubicBezTo>
                  <a:cubicBezTo>
                    <a:pt x="36" y="54"/>
                    <a:pt x="36" y="54"/>
                    <a:pt x="36" y="54"/>
                  </a:cubicBezTo>
                  <a:cubicBezTo>
                    <a:pt x="35" y="55"/>
                    <a:pt x="35" y="54"/>
                    <a:pt x="34" y="54"/>
                  </a:cubicBezTo>
                  <a:cubicBezTo>
                    <a:pt x="34" y="54"/>
                    <a:pt x="34" y="54"/>
                    <a:pt x="34" y="54"/>
                  </a:cubicBezTo>
                  <a:cubicBezTo>
                    <a:pt x="34" y="54"/>
                    <a:pt x="34" y="54"/>
                    <a:pt x="34" y="54"/>
                  </a:cubicBezTo>
                  <a:cubicBezTo>
                    <a:pt x="34" y="54"/>
                    <a:pt x="34" y="54"/>
                    <a:pt x="33" y="54"/>
                  </a:cubicBezTo>
                  <a:cubicBezTo>
                    <a:pt x="33" y="55"/>
                    <a:pt x="33" y="54"/>
                    <a:pt x="32" y="54"/>
                  </a:cubicBezTo>
                  <a:cubicBezTo>
                    <a:pt x="32" y="55"/>
                    <a:pt x="32" y="55"/>
                    <a:pt x="32" y="55"/>
                  </a:cubicBezTo>
                  <a:cubicBezTo>
                    <a:pt x="31" y="55"/>
                    <a:pt x="31" y="55"/>
                    <a:pt x="30" y="55"/>
                  </a:cubicBezTo>
                  <a:cubicBezTo>
                    <a:pt x="30" y="55"/>
                    <a:pt x="29" y="55"/>
                    <a:pt x="29" y="55"/>
                  </a:cubicBezTo>
                  <a:cubicBezTo>
                    <a:pt x="29" y="55"/>
                    <a:pt x="29" y="55"/>
                    <a:pt x="29" y="55"/>
                  </a:cubicBezTo>
                  <a:cubicBezTo>
                    <a:pt x="29" y="55"/>
                    <a:pt x="28" y="55"/>
                    <a:pt x="28" y="55"/>
                  </a:cubicBezTo>
                  <a:cubicBezTo>
                    <a:pt x="28" y="55"/>
                    <a:pt x="28" y="55"/>
                    <a:pt x="28" y="55"/>
                  </a:cubicBezTo>
                  <a:cubicBezTo>
                    <a:pt x="26" y="55"/>
                    <a:pt x="24" y="55"/>
                    <a:pt x="21" y="55"/>
                  </a:cubicBezTo>
                  <a:cubicBezTo>
                    <a:pt x="21" y="55"/>
                    <a:pt x="21" y="55"/>
                    <a:pt x="21" y="55"/>
                  </a:cubicBezTo>
                  <a:cubicBezTo>
                    <a:pt x="21" y="55"/>
                    <a:pt x="20" y="55"/>
                    <a:pt x="20" y="55"/>
                  </a:cubicBezTo>
                  <a:cubicBezTo>
                    <a:pt x="20" y="55"/>
                    <a:pt x="20" y="55"/>
                    <a:pt x="19" y="55"/>
                  </a:cubicBezTo>
                  <a:cubicBezTo>
                    <a:pt x="19" y="55"/>
                    <a:pt x="19" y="55"/>
                    <a:pt x="19" y="55"/>
                  </a:cubicBezTo>
                  <a:cubicBezTo>
                    <a:pt x="18" y="55"/>
                    <a:pt x="16" y="55"/>
                    <a:pt x="15" y="55"/>
                  </a:cubicBezTo>
                  <a:cubicBezTo>
                    <a:pt x="15" y="55"/>
                    <a:pt x="14" y="55"/>
                    <a:pt x="14" y="55"/>
                  </a:cubicBezTo>
                  <a:cubicBezTo>
                    <a:pt x="14" y="55"/>
                    <a:pt x="14" y="55"/>
                    <a:pt x="13" y="55"/>
                  </a:cubicBezTo>
                  <a:cubicBezTo>
                    <a:pt x="13" y="55"/>
                    <a:pt x="13" y="55"/>
                    <a:pt x="13" y="55"/>
                  </a:cubicBezTo>
                  <a:cubicBezTo>
                    <a:pt x="13" y="55"/>
                    <a:pt x="13" y="55"/>
                    <a:pt x="13" y="55"/>
                  </a:cubicBezTo>
                  <a:cubicBezTo>
                    <a:pt x="12" y="55"/>
                    <a:pt x="12" y="55"/>
                    <a:pt x="11" y="55"/>
                  </a:cubicBezTo>
                  <a:cubicBezTo>
                    <a:pt x="11" y="55"/>
                    <a:pt x="10" y="55"/>
                    <a:pt x="10" y="55"/>
                  </a:cubicBezTo>
                  <a:cubicBezTo>
                    <a:pt x="9" y="55"/>
                    <a:pt x="9" y="55"/>
                    <a:pt x="9" y="55"/>
                  </a:cubicBezTo>
                  <a:cubicBezTo>
                    <a:pt x="9" y="55"/>
                    <a:pt x="9" y="55"/>
                    <a:pt x="9" y="55"/>
                  </a:cubicBezTo>
                  <a:cubicBezTo>
                    <a:pt x="9" y="55"/>
                    <a:pt x="9" y="55"/>
                    <a:pt x="9" y="55"/>
                  </a:cubicBezTo>
                  <a:cubicBezTo>
                    <a:pt x="8" y="55"/>
                    <a:pt x="8" y="55"/>
                    <a:pt x="8" y="55"/>
                  </a:cubicBezTo>
                  <a:cubicBezTo>
                    <a:pt x="8" y="55"/>
                    <a:pt x="8" y="55"/>
                    <a:pt x="7" y="55"/>
                  </a:cubicBezTo>
                  <a:cubicBezTo>
                    <a:pt x="7" y="55"/>
                    <a:pt x="7" y="55"/>
                    <a:pt x="7" y="55"/>
                  </a:cubicBezTo>
                  <a:cubicBezTo>
                    <a:pt x="6" y="55"/>
                    <a:pt x="6" y="55"/>
                    <a:pt x="6" y="55"/>
                  </a:cubicBezTo>
                  <a:cubicBezTo>
                    <a:pt x="6" y="55"/>
                    <a:pt x="5" y="55"/>
                    <a:pt x="5" y="55"/>
                  </a:cubicBezTo>
                  <a:cubicBezTo>
                    <a:pt x="5" y="55"/>
                    <a:pt x="5" y="55"/>
                    <a:pt x="5" y="55"/>
                  </a:cubicBezTo>
                  <a:cubicBezTo>
                    <a:pt x="5" y="54"/>
                    <a:pt x="4" y="54"/>
                    <a:pt x="4" y="54"/>
                  </a:cubicBezTo>
                  <a:cubicBezTo>
                    <a:pt x="4" y="54"/>
                    <a:pt x="3" y="54"/>
                    <a:pt x="3" y="54"/>
                  </a:cubicBezTo>
                  <a:cubicBezTo>
                    <a:pt x="2" y="54"/>
                    <a:pt x="1" y="54"/>
                    <a:pt x="1" y="53"/>
                  </a:cubicBezTo>
                  <a:cubicBezTo>
                    <a:pt x="1" y="53"/>
                    <a:pt x="1" y="53"/>
                    <a:pt x="1" y="53"/>
                  </a:cubicBezTo>
                  <a:cubicBezTo>
                    <a:pt x="1" y="53"/>
                    <a:pt x="1" y="52"/>
                    <a:pt x="1" y="52"/>
                  </a:cubicBezTo>
                  <a:cubicBezTo>
                    <a:pt x="1" y="52"/>
                    <a:pt x="0" y="52"/>
                    <a:pt x="1" y="52"/>
                  </a:cubicBezTo>
                  <a:cubicBezTo>
                    <a:pt x="1" y="52"/>
                    <a:pt x="1" y="51"/>
                    <a:pt x="1" y="51"/>
                  </a:cubicBezTo>
                  <a:cubicBezTo>
                    <a:pt x="1" y="51"/>
                    <a:pt x="1" y="50"/>
                    <a:pt x="2" y="50"/>
                  </a:cubicBezTo>
                  <a:cubicBezTo>
                    <a:pt x="2" y="49"/>
                    <a:pt x="2" y="49"/>
                    <a:pt x="2" y="49"/>
                  </a:cubicBezTo>
                  <a:cubicBezTo>
                    <a:pt x="2" y="49"/>
                    <a:pt x="2" y="49"/>
                    <a:pt x="3" y="49"/>
                  </a:cubicBezTo>
                  <a:cubicBezTo>
                    <a:pt x="3" y="48"/>
                    <a:pt x="4" y="48"/>
                    <a:pt x="4" y="48"/>
                  </a:cubicBezTo>
                  <a:cubicBezTo>
                    <a:pt x="5" y="47"/>
                    <a:pt x="7" y="46"/>
                    <a:pt x="8" y="45"/>
                  </a:cubicBezTo>
                  <a:cubicBezTo>
                    <a:pt x="9" y="44"/>
                    <a:pt x="10" y="44"/>
                    <a:pt x="11" y="43"/>
                  </a:cubicBezTo>
                  <a:cubicBezTo>
                    <a:pt x="11" y="43"/>
                    <a:pt x="11" y="43"/>
                    <a:pt x="12" y="43"/>
                  </a:cubicBezTo>
                  <a:cubicBezTo>
                    <a:pt x="12" y="43"/>
                    <a:pt x="12" y="43"/>
                    <a:pt x="12" y="43"/>
                  </a:cubicBezTo>
                  <a:cubicBezTo>
                    <a:pt x="12" y="43"/>
                    <a:pt x="12" y="43"/>
                    <a:pt x="12" y="42"/>
                  </a:cubicBezTo>
                  <a:cubicBezTo>
                    <a:pt x="13" y="42"/>
                    <a:pt x="14" y="42"/>
                    <a:pt x="15" y="41"/>
                  </a:cubicBezTo>
                  <a:cubicBezTo>
                    <a:pt x="15" y="41"/>
                    <a:pt x="15" y="41"/>
                    <a:pt x="15" y="41"/>
                  </a:cubicBezTo>
                  <a:cubicBezTo>
                    <a:pt x="16" y="40"/>
                    <a:pt x="17" y="40"/>
                    <a:pt x="17" y="40"/>
                  </a:cubicBezTo>
                  <a:cubicBezTo>
                    <a:pt x="17" y="40"/>
                    <a:pt x="18" y="40"/>
                    <a:pt x="18" y="39"/>
                  </a:cubicBezTo>
                  <a:cubicBezTo>
                    <a:pt x="18" y="39"/>
                    <a:pt x="19" y="39"/>
                    <a:pt x="19" y="39"/>
                  </a:cubicBezTo>
                  <a:cubicBezTo>
                    <a:pt x="20" y="38"/>
                    <a:pt x="21" y="38"/>
                    <a:pt x="22" y="37"/>
                  </a:cubicBezTo>
                  <a:cubicBezTo>
                    <a:pt x="22" y="37"/>
                    <a:pt x="22" y="37"/>
                    <a:pt x="22" y="37"/>
                  </a:cubicBezTo>
                  <a:cubicBezTo>
                    <a:pt x="22" y="37"/>
                    <a:pt x="23" y="37"/>
                    <a:pt x="23" y="37"/>
                  </a:cubicBezTo>
                  <a:cubicBezTo>
                    <a:pt x="23" y="37"/>
                    <a:pt x="23" y="37"/>
                    <a:pt x="23" y="37"/>
                  </a:cubicBezTo>
                  <a:cubicBezTo>
                    <a:pt x="24" y="36"/>
                    <a:pt x="25" y="36"/>
                    <a:pt x="25" y="36"/>
                  </a:cubicBezTo>
                  <a:cubicBezTo>
                    <a:pt x="26" y="35"/>
                    <a:pt x="26" y="35"/>
                    <a:pt x="27" y="35"/>
                  </a:cubicBezTo>
                  <a:cubicBezTo>
                    <a:pt x="27" y="35"/>
                    <a:pt x="27" y="35"/>
                    <a:pt x="27" y="35"/>
                  </a:cubicBezTo>
                  <a:cubicBezTo>
                    <a:pt x="27" y="35"/>
                    <a:pt x="28" y="34"/>
                    <a:pt x="28" y="34"/>
                  </a:cubicBezTo>
                  <a:cubicBezTo>
                    <a:pt x="28" y="34"/>
                    <a:pt x="28" y="34"/>
                    <a:pt x="29" y="34"/>
                  </a:cubicBezTo>
                  <a:cubicBezTo>
                    <a:pt x="29" y="34"/>
                    <a:pt x="29" y="34"/>
                    <a:pt x="29" y="34"/>
                  </a:cubicBezTo>
                  <a:cubicBezTo>
                    <a:pt x="30" y="33"/>
                    <a:pt x="32" y="32"/>
                    <a:pt x="33" y="32"/>
                  </a:cubicBezTo>
                  <a:cubicBezTo>
                    <a:pt x="35" y="31"/>
                    <a:pt x="36" y="30"/>
                    <a:pt x="37" y="30"/>
                  </a:cubicBezTo>
                  <a:cubicBezTo>
                    <a:pt x="39" y="29"/>
                    <a:pt x="40" y="29"/>
                    <a:pt x="41" y="28"/>
                  </a:cubicBezTo>
                  <a:cubicBezTo>
                    <a:pt x="42" y="28"/>
                    <a:pt x="42" y="28"/>
                    <a:pt x="43" y="28"/>
                  </a:cubicBezTo>
                  <a:cubicBezTo>
                    <a:pt x="44" y="27"/>
                    <a:pt x="46" y="26"/>
                    <a:pt x="47" y="26"/>
                  </a:cubicBezTo>
                  <a:cubicBezTo>
                    <a:pt x="48" y="26"/>
                    <a:pt x="48" y="26"/>
                    <a:pt x="49" y="25"/>
                  </a:cubicBezTo>
                  <a:cubicBezTo>
                    <a:pt x="49" y="25"/>
                    <a:pt x="49" y="25"/>
                    <a:pt x="50" y="25"/>
                  </a:cubicBezTo>
                  <a:cubicBezTo>
                    <a:pt x="50" y="25"/>
                    <a:pt x="51" y="25"/>
                    <a:pt x="52" y="24"/>
                  </a:cubicBezTo>
                  <a:cubicBezTo>
                    <a:pt x="53" y="24"/>
                    <a:pt x="54" y="24"/>
                    <a:pt x="55" y="23"/>
                  </a:cubicBezTo>
                  <a:cubicBezTo>
                    <a:pt x="56" y="23"/>
                    <a:pt x="56" y="23"/>
                    <a:pt x="56" y="23"/>
                  </a:cubicBezTo>
                  <a:cubicBezTo>
                    <a:pt x="56" y="23"/>
                    <a:pt x="57" y="23"/>
                    <a:pt x="57" y="23"/>
                  </a:cubicBezTo>
                  <a:cubicBezTo>
                    <a:pt x="58" y="22"/>
                    <a:pt x="59" y="22"/>
                    <a:pt x="60" y="22"/>
                  </a:cubicBezTo>
                  <a:cubicBezTo>
                    <a:pt x="60" y="22"/>
                    <a:pt x="60" y="22"/>
                    <a:pt x="60" y="22"/>
                  </a:cubicBezTo>
                  <a:cubicBezTo>
                    <a:pt x="61" y="22"/>
                    <a:pt x="62" y="22"/>
                    <a:pt x="62" y="22"/>
                  </a:cubicBezTo>
                  <a:cubicBezTo>
                    <a:pt x="63" y="21"/>
                    <a:pt x="63" y="21"/>
                    <a:pt x="63" y="21"/>
                  </a:cubicBezTo>
                  <a:cubicBezTo>
                    <a:pt x="64" y="21"/>
                    <a:pt x="65" y="21"/>
                    <a:pt x="65" y="21"/>
                  </a:cubicBezTo>
                  <a:cubicBezTo>
                    <a:pt x="66" y="21"/>
                    <a:pt x="66" y="21"/>
                    <a:pt x="66" y="21"/>
                  </a:cubicBezTo>
                  <a:cubicBezTo>
                    <a:pt x="66" y="21"/>
                    <a:pt x="66" y="21"/>
                    <a:pt x="66" y="21"/>
                  </a:cubicBezTo>
                  <a:cubicBezTo>
                    <a:pt x="67" y="21"/>
                    <a:pt x="68" y="21"/>
                    <a:pt x="68" y="21"/>
                  </a:cubicBezTo>
                  <a:cubicBezTo>
                    <a:pt x="69" y="21"/>
                    <a:pt x="69" y="21"/>
                    <a:pt x="69" y="21"/>
                  </a:cubicBezTo>
                  <a:cubicBezTo>
                    <a:pt x="69" y="21"/>
                    <a:pt x="69" y="21"/>
                    <a:pt x="69" y="21"/>
                  </a:cubicBezTo>
                  <a:cubicBezTo>
                    <a:pt x="70" y="21"/>
                    <a:pt x="70" y="21"/>
                    <a:pt x="71" y="21"/>
                  </a:cubicBezTo>
                  <a:cubicBezTo>
                    <a:pt x="71" y="20"/>
                    <a:pt x="71" y="20"/>
                    <a:pt x="71" y="20"/>
                  </a:cubicBezTo>
                  <a:cubicBezTo>
                    <a:pt x="71" y="20"/>
                    <a:pt x="71" y="20"/>
                    <a:pt x="71" y="21"/>
                  </a:cubicBezTo>
                  <a:cubicBezTo>
                    <a:pt x="72" y="20"/>
                    <a:pt x="72" y="20"/>
                    <a:pt x="72" y="21"/>
                  </a:cubicBezTo>
                  <a:cubicBezTo>
                    <a:pt x="73" y="21"/>
                    <a:pt x="73" y="20"/>
                    <a:pt x="74" y="21"/>
                  </a:cubicBezTo>
                  <a:cubicBezTo>
                    <a:pt x="74" y="21"/>
                    <a:pt x="74" y="21"/>
                    <a:pt x="74" y="21"/>
                  </a:cubicBezTo>
                  <a:cubicBezTo>
                    <a:pt x="75" y="21"/>
                    <a:pt x="75" y="21"/>
                    <a:pt x="76" y="21"/>
                  </a:cubicBezTo>
                  <a:cubicBezTo>
                    <a:pt x="76" y="21"/>
                    <a:pt x="76" y="21"/>
                    <a:pt x="76" y="21"/>
                  </a:cubicBezTo>
                  <a:cubicBezTo>
                    <a:pt x="77" y="21"/>
                    <a:pt x="77" y="21"/>
                    <a:pt x="77" y="21"/>
                  </a:cubicBezTo>
                  <a:cubicBezTo>
                    <a:pt x="77" y="21"/>
                    <a:pt x="77" y="21"/>
                    <a:pt x="78" y="21"/>
                  </a:cubicBezTo>
                  <a:cubicBezTo>
                    <a:pt x="78" y="21"/>
                    <a:pt x="79" y="21"/>
                    <a:pt x="79" y="22"/>
                  </a:cubicBezTo>
                  <a:cubicBezTo>
                    <a:pt x="79" y="22"/>
                    <a:pt x="79" y="22"/>
                    <a:pt x="79" y="22"/>
                  </a:cubicBezTo>
                  <a:cubicBezTo>
                    <a:pt x="79" y="22"/>
                    <a:pt x="79" y="22"/>
                    <a:pt x="80" y="22"/>
                  </a:cubicBezTo>
                  <a:cubicBezTo>
                    <a:pt x="80" y="22"/>
                    <a:pt x="80" y="22"/>
                    <a:pt x="80" y="22"/>
                  </a:cubicBezTo>
                  <a:cubicBezTo>
                    <a:pt x="80" y="22"/>
                    <a:pt x="80" y="22"/>
                    <a:pt x="80" y="22"/>
                  </a:cubicBezTo>
                  <a:cubicBezTo>
                    <a:pt x="80" y="22"/>
                    <a:pt x="81" y="22"/>
                    <a:pt x="81" y="23"/>
                  </a:cubicBezTo>
                  <a:cubicBezTo>
                    <a:pt x="81" y="23"/>
                    <a:pt x="81" y="23"/>
                    <a:pt x="81" y="23"/>
                  </a:cubicBezTo>
                  <a:cubicBezTo>
                    <a:pt x="81" y="23"/>
                    <a:pt x="81" y="23"/>
                    <a:pt x="81" y="23"/>
                  </a:cubicBezTo>
                  <a:cubicBezTo>
                    <a:pt x="82" y="23"/>
                    <a:pt x="82" y="23"/>
                    <a:pt x="82" y="24"/>
                  </a:cubicBezTo>
                  <a:cubicBezTo>
                    <a:pt x="82" y="24"/>
                    <a:pt x="83" y="24"/>
                    <a:pt x="83" y="24"/>
                  </a:cubicBezTo>
                  <a:cubicBezTo>
                    <a:pt x="83" y="24"/>
                    <a:pt x="83" y="24"/>
                    <a:pt x="83" y="24"/>
                  </a:cubicBezTo>
                  <a:cubicBezTo>
                    <a:pt x="83" y="24"/>
                    <a:pt x="83" y="24"/>
                    <a:pt x="83" y="24"/>
                  </a:cubicBezTo>
                  <a:cubicBezTo>
                    <a:pt x="83" y="24"/>
                    <a:pt x="83" y="24"/>
                    <a:pt x="83" y="24"/>
                  </a:cubicBezTo>
                  <a:cubicBezTo>
                    <a:pt x="83" y="24"/>
                    <a:pt x="83" y="24"/>
                    <a:pt x="83" y="24"/>
                  </a:cubicBezTo>
                  <a:cubicBezTo>
                    <a:pt x="83" y="25"/>
                    <a:pt x="83" y="25"/>
                    <a:pt x="83" y="25"/>
                  </a:cubicBezTo>
                  <a:cubicBezTo>
                    <a:pt x="83" y="25"/>
                    <a:pt x="83" y="25"/>
                    <a:pt x="83" y="25"/>
                  </a:cubicBezTo>
                  <a:cubicBezTo>
                    <a:pt x="84" y="25"/>
                    <a:pt x="84" y="25"/>
                    <a:pt x="84" y="25"/>
                  </a:cubicBezTo>
                  <a:cubicBezTo>
                    <a:pt x="84" y="26"/>
                    <a:pt x="84" y="26"/>
                    <a:pt x="85" y="27"/>
                  </a:cubicBezTo>
                  <a:cubicBezTo>
                    <a:pt x="85" y="27"/>
                    <a:pt x="85" y="27"/>
                    <a:pt x="85" y="27"/>
                  </a:cubicBezTo>
                  <a:cubicBezTo>
                    <a:pt x="85" y="27"/>
                    <a:pt x="85" y="27"/>
                    <a:pt x="85" y="27"/>
                  </a:cubicBezTo>
                  <a:cubicBezTo>
                    <a:pt x="85" y="28"/>
                    <a:pt x="85" y="28"/>
                    <a:pt x="86" y="29"/>
                  </a:cubicBezTo>
                  <a:cubicBezTo>
                    <a:pt x="86" y="29"/>
                    <a:pt x="86" y="29"/>
                    <a:pt x="86" y="29"/>
                  </a:cubicBezTo>
                  <a:cubicBezTo>
                    <a:pt x="86" y="30"/>
                    <a:pt x="86" y="31"/>
                    <a:pt x="86" y="32"/>
                  </a:cubicBezTo>
                  <a:cubicBezTo>
                    <a:pt x="86" y="32"/>
                    <a:pt x="86" y="32"/>
                    <a:pt x="86" y="32"/>
                  </a:cubicBezTo>
                  <a:cubicBezTo>
                    <a:pt x="87" y="33"/>
                    <a:pt x="87" y="33"/>
                    <a:pt x="87" y="34"/>
                  </a:cubicBezTo>
                  <a:cubicBezTo>
                    <a:pt x="87" y="34"/>
                    <a:pt x="87" y="34"/>
                    <a:pt x="87" y="34"/>
                  </a:cubicBezTo>
                  <a:cubicBezTo>
                    <a:pt x="87" y="35"/>
                    <a:pt x="87" y="35"/>
                    <a:pt x="87" y="35"/>
                  </a:cubicBezTo>
                  <a:cubicBezTo>
                    <a:pt x="87" y="35"/>
                    <a:pt x="87" y="36"/>
                    <a:pt x="87" y="36"/>
                  </a:cubicBezTo>
                  <a:cubicBezTo>
                    <a:pt x="87" y="36"/>
                    <a:pt x="87" y="37"/>
                    <a:pt x="87" y="37"/>
                  </a:cubicBezTo>
                  <a:cubicBezTo>
                    <a:pt x="87" y="37"/>
                    <a:pt x="87" y="37"/>
                    <a:pt x="87" y="38"/>
                  </a:cubicBezTo>
                  <a:cubicBezTo>
                    <a:pt x="87" y="38"/>
                    <a:pt x="87" y="38"/>
                    <a:pt x="87" y="39"/>
                  </a:cubicBezTo>
                  <a:cubicBezTo>
                    <a:pt x="87" y="39"/>
                    <a:pt x="87" y="39"/>
                    <a:pt x="87" y="39"/>
                  </a:cubicBezTo>
                  <a:cubicBezTo>
                    <a:pt x="87" y="39"/>
                    <a:pt x="87" y="40"/>
                    <a:pt x="87" y="40"/>
                  </a:cubicBezTo>
                  <a:cubicBezTo>
                    <a:pt x="87" y="40"/>
                    <a:pt x="87" y="40"/>
                    <a:pt x="87" y="40"/>
                  </a:cubicBezTo>
                  <a:cubicBezTo>
                    <a:pt x="87" y="41"/>
                    <a:pt x="87" y="41"/>
                    <a:pt x="87" y="41"/>
                  </a:cubicBezTo>
                  <a:cubicBezTo>
                    <a:pt x="87" y="41"/>
                    <a:pt x="87" y="42"/>
                    <a:pt x="87" y="42"/>
                  </a:cubicBezTo>
                  <a:cubicBezTo>
                    <a:pt x="87" y="42"/>
                    <a:pt x="87" y="42"/>
                    <a:pt x="87" y="42"/>
                  </a:cubicBezTo>
                  <a:cubicBezTo>
                    <a:pt x="87" y="43"/>
                    <a:pt x="87" y="43"/>
                    <a:pt x="87" y="43"/>
                  </a:cubicBezTo>
                  <a:cubicBezTo>
                    <a:pt x="87" y="43"/>
                    <a:pt x="87" y="43"/>
                    <a:pt x="87" y="43"/>
                  </a:cubicBezTo>
                  <a:cubicBezTo>
                    <a:pt x="87" y="43"/>
                    <a:pt x="87" y="44"/>
                    <a:pt x="87" y="44"/>
                  </a:cubicBezTo>
                  <a:cubicBezTo>
                    <a:pt x="87" y="44"/>
                    <a:pt x="87" y="44"/>
                    <a:pt x="87" y="44"/>
                  </a:cubicBezTo>
                  <a:cubicBezTo>
                    <a:pt x="87" y="44"/>
                    <a:pt x="87" y="45"/>
                    <a:pt x="87" y="45"/>
                  </a:cubicBezTo>
                  <a:cubicBezTo>
                    <a:pt x="87" y="45"/>
                    <a:pt x="87" y="46"/>
                    <a:pt x="87" y="46"/>
                  </a:cubicBezTo>
                  <a:cubicBezTo>
                    <a:pt x="87" y="46"/>
                    <a:pt x="87" y="47"/>
                    <a:pt x="87" y="47"/>
                  </a:cubicBezTo>
                  <a:cubicBezTo>
                    <a:pt x="87" y="47"/>
                    <a:pt x="87" y="48"/>
                    <a:pt x="87" y="48"/>
                  </a:cubicBezTo>
                  <a:cubicBezTo>
                    <a:pt x="87" y="48"/>
                    <a:pt x="87" y="48"/>
                    <a:pt x="87" y="49"/>
                  </a:cubicBezTo>
                  <a:cubicBezTo>
                    <a:pt x="87" y="49"/>
                    <a:pt x="87" y="50"/>
                    <a:pt x="86" y="50"/>
                  </a:cubicBezTo>
                  <a:cubicBezTo>
                    <a:pt x="86" y="51"/>
                    <a:pt x="86" y="51"/>
                    <a:pt x="86" y="51"/>
                  </a:cubicBezTo>
                  <a:cubicBezTo>
                    <a:pt x="86" y="52"/>
                    <a:pt x="86" y="52"/>
                    <a:pt x="86" y="53"/>
                  </a:cubicBezTo>
                  <a:cubicBezTo>
                    <a:pt x="86" y="53"/>
                    <a:pt x="86" y="53"/>
                    <a:pt x="86" y="53"/>
                  </a:cubicBezTo>
                  <a:cubicBezTo>
                    <a:pt x="86" y="54"/>
                    <a:pt x="87" y="53"/>
                    <a:pt x="87" y="53"/>
                  </a:cubicBezTo>
                  <a:cubicBezTo>
                    <a:pt x="87" y="53"/>
                    <a:pt x="88" y="54"/>
                    <a:pt x="88" y="53"/>
                  </a:cubicBezTo>
                  <a:cubicBezTo>
                    <a:pt x="88" y="53"/>
                    <a:pt x="88" y="53"/>
                    <a:pt x="88" y="53"/>
                  </a:cubicBezTo>
                  <a:cubicBezTo>
                    <a:pt x="88" y="53"/>
                    <a:pt x="89" y="53"/>
                    <a:pt x="89" y="53"/>
                  </a:cubicBezTo>
                  <a:cubicBezTo>
                    <a:pt x="89" y="54"/>
                    <a:pt x="89" y="54"/>
                    <a:pt x="89" y="53"/>
                  </a:cubicBezTo>
                  <a:cubicBezTo>
                    <a:pt x="89" y="53"/>
                    <a:pt x="90" y="53"/>
                    <a:pt x="90" y="53"/>
                  </a:cubicBezTo>
                  <a:cubicBezTo>
                    <a:pt x="90" y="53"/>
                    <a:pt x="90" y="53"/>
                    <a:pt x="90" y="53"/>
                  </a:cubicBezTo>
                  <a:cubicBezTo>
                    <a:pt x="90" y="54"/>
                    <a:pt x="91" y="53"/>
                    <a:pt x="91" y="53"/>
                  </a:cubicBezTo>
                  <a:cubicBezTo>
                    <a:pt x="92" y="53"/>
                    <a:pt x="92" y="54"/>
                    <a:pt x="93" y="53"/>
                  </a:cubicBezTo>
                  <a:cubicBezTo>
                    <a:pt x="93" y="53"/>
                    <a:pt x="93" y="54"/>
                    <a:pt x="93" y="53"/>
                  </a:cubicBezTo>
                  <a:cubicBezTo>
                    <a:pt x="93" y="53"/>
                    <a:pt x="94" y="54"/>
                    <a:pt x="94" y="53"/>
                  </a:cubicBezTo>
                  <a:cubicBezTo>
                    <a:pt x="94" y="53"/>
                    <a:pt x="94" y="54"/>
                    <a:pt x="94" y="53"/>
                  </a:cubicBezTo>
                  <a:cubicBezTo>
                    <a:pt x="95" y="53"/>
                    <a:pt x="95" y="53"/>
                    <a:pt x="95" y="53"/>
                  </a:cubicBezTo>
                  <a:cubicBezTo>
                    <a:pt x="95" y="53"/>
                    <a:pt x="96" y="54"/>
                    <a:pt x="96" y="53"/>
                  </a:cubicBezTo>
                  <a:cubicBezTo>
                    <a:pt x="96" y="53"/>
                    <a:pt x="96" y="53"/>
                    <a:pt x="96" y="53"/>
                  </a:cubicBezTo>
                  <a:cubicBezTo>
                    <a:pt x="96" y="54"/>
                    <a:pt x="97" y="53"/>
                    <a:pt x="97" y="53"/>
                  </a:cubicBezTo>
                  <a:cubicBezTo>
                    <a:pt x="97" y="53"/>
                    <a:pt x="97" y="53"/>
                    <a:pt x="98" y="53"/>
                  </a:cubicBezTo>
                  <a:cubicBezTo>
                    <a:pt x="98" y="52"/>
                    <a:pt x="98" y="51"/>
                    <a:pt x="99" y="51"/>
                  </a:cubicBezTo>
                  <a:cubicBezTo>
                    <a:pt x="99" y="50"/>
                    <a:pt x="99" y="50"/>
                    <a:pt x="100" y="49"/>
                  </a:cubicBezTo>
                  <a:cubicBezTo>
                    <a:pt x="100" y="49"/>
                    <a:pt x="100" y="49"/>
                    <a:pt x="100" y="49"/>
                  </a:cubicBezTo>
                  <a:cubicBezTo>
                    <a:pt x="101" y="48"/>
                    <a:pt x="101" y="46"/>
                    <a:pt x="102" y="45"/>
                  </a:cubicBezTo>
                  <a:cubicBezTo>
                    <a:pt x="102" y="44"/>
                    <a:pt x="102" y="44"/>
                    <a:pt x="102" y="44"/>
                  </a:cubicBezTo>
                  <a:cubicBezTo>
                    <a:pt x="103" y="44"/>
                    <a:pt x="103" y="44"/>
                    <a:pt x="103" y="43"/>
                  </a:cubicBezTo>
                  <a:cubicBezTo>
                    <a:pt x="103" y="43"/>
                    <a:pt x="103" y="43"/>
                    <a:pt x="103" y="43"/>
                  </a:cubicBezTo>
                  <a:cubicBezTo>
                    <a:pt x="104" y="42"/>
                    <a:pt x="104" y="42"/>
                    <a:pt x="104" y="41"/>
                  </a:cubicBezTo>
                  <a:cubicBezTo>
                    <a:pt x="105" y="40"/>
                    <a:pt x="106" y="39"/>
                    <a:pt x="106" y="38"/>
                  </a:cubicBezTo>
                  <a:cubicBezTo>
                    <a:pt x="107" y="37"/>
                    <a:pt x="107" y="37"/>
                    <a:pt x="107" y="37"/>
                  </a:cubicBezTo>
                  <a:cubicBezTo>
                    <a:pt x="107" y="37"/>
                    <a:pt x="107" y="36"/>
                    <a:pt x="107" y="36"/>
                  </a:cubicBezTo>
                  <a:cubicBezTo>
                    <a:pt x="107" y="36"/>
                    <a:pt x="107" y="36"/>
                    <a:pt x="107" y="36"/>
                  </a:cubicBezTo>
                  <a:cubicBezTo>
                    <a:pt x="108" y="35"/>
                    <a:pt x="108" y="35"/>
                    <a:pt x="108" y="34"/>
                  </a:cubicBezTo>
                  <a:cubicBezTo>
                    <a:pt x="108" y="34"/>
                    <a:pt x="108" y="34"/>
                    <a:pt x="108" y="34"/>
                  </a:cubicBezTo>
                  <a:cubicBezTo>
                    <a:pt x="108" y="34"/>
                    <a:pt x="109" y="34"/>
                    <a:pt x="109" y="34"/>
                  </a:cubicBezTo>
                  <a:cubicBezTo>
                    <a:pt x="109" y="33"/>
                    <a:pt x="109" y="33"/>
                    <a:pt x="109" y="33"/>
                  </a:cubicBezTo>
                  <a:cubicBezTo>
                    <a:pt x="109" y="33"/>
                    <a:pt x="109" y="33"/>
                    <a:pt x="109" y="33"/>
                  </a:cubicBezTo>
                  <a:cubicBezTo>
                    <a:pt x="109" y="33"/>
                    <a:pt x="109" y="33"/>
                    <a:pt x="109" y="33"/>
                  </a:cubicBezTo>
                  <a:cubicBezTo>
                    <a:pt x="109" y="32"/>
                    <a:pt x="110" y="32"/>
                    <a:pt x="110" y="31"/>
                  </a:cubicBezTo>
                  <a:cubicBezTo>
                    <a:pt x="110" y="31"/>
                    <a:pt x="110" y="31"/>
                    <a:pt x="110" y="31"/>
                  </a:cubicBezTo>
                  <a:cubicBezTo>
                    <a:pt x="110" y="31"/>
                    <a:pt x="110" y="31"/>
                    <a:pt x="110" y="30"/>
                  </a:cubicBezTo>
                  <a:cubicBezTo>
                    <a:pt x="110" y="30"/>
                    <a:pt x="110" y="30"/>
                    <a:pt x="110" y="30"/>
                  </a:cubicBezTo>
                  <a:cubicBezTo>
                    <a:pt x="111" y="29"/>
                    <a:pt x="112" y="28"/>
                    <a:pt x="112" y="27"/>
                  </a:cubicBezTo>
                  <a:cubicBezTo>
                    <a:pt x="112" y="27"/>
                    <a:pt x="112" y="27"/>
                    <a:pt x="112" y="27"/>
                  </a:cubicBezTo>
                  <a:cubicBezTo>
                    <a:pt x="112" y="27"/>
                    <a:pt x="112" y="26"/>
                    <a:pt x="113" y="26"/>
                  </a:cubicBezTo>
                  <a:cubicBezTo>
                    <a:pt x="113" y="26"/>
                    <a:pt x="113" y="26"/>
                    <a:pt x="113" y="26"/>
                  </a:cubicBezTo>
                  <a:cubicBezTo>
                    <a:pt x="113" y="26"/>
                    <a:pt x="113" y="26"/>
                    <a:pt x="113" y="25"/>
                  </a:cubicBezTo>
                  <a:cubicBezTo>
                    <a:pt x="113" y="25"/>
                    <a:pt x="113" y="25"/>
                    <a:pt x="113" y="25"/>
                  </a:cubicBezTo>
                  <a:cubicBezTo>
                    <a:pt x="113" y="25"/>
                    <a:pt x="113" y="25"/>
                    <a:pt x="113" y="25"/>
                  </a:cubicBezTo>
                  <a:cubicBezTo>
                    <a:pt x="113" y="25"/>
                    <a:pt x="113" y="25"/>
                    <a:pt x="113" y="25"/>
                  </a:cubicBezTo>
                  <a:cubicBezTo>
                    <a:pt x="114" y="24"/>
                    <a:pt x="114" y="23"/>
                    <a:pt x="115" y="23"/>
                  </a:cubicBezTo>
                  <a:cubicBezTo>
                    <a:pt x="115" y="23"/>
                    <a:pt x="115" y="23"/>
                    <a:pt x="115" y="23"/>
                  </a:cubicBezTo>
                  <a:cubicBezTo>
                    <a:pt x="115" y="22"/>
                    <a:pt x="115" y="22"/>
                    <a:pt x="115" y="22"/>
                  </a:cubicBezTo>
                  <a:cubicBezTo>
                    <a:pt x="115" y="22"/>
                    <a:pt x="115" y="22"/>
                    <a:pt x="115" y="22"/>
                  </a:cubicBezTo>
                  <a:cubicBezTo>
                    <a:pt x="115" y="22"/>
                    <a:pt x="115" y="22"/>
                    <a:pt x="115" y="22"/>
                  </a:cubicBezTo>
                  <a:cubicBezTo>
                    <a:pt x="115" y="22"/>
                    <a:pt x="115" y="22"/>
                    <a:pt x="115" y="21"/>
                  </a:cubicBezTo>
                  <a:cubicBezTo>
                    <a:pt x="115" y="21"/>
                    <a:pt x="115" y="21"/>
                    <a:pt x="115" y="21"/>
                  </a:cubicBezTo>
                  <a:cubicBezTo>
                    <a:pt x="115" y="21"/>
                    <a:pt x="115" y="21"/>
                    <a:pt x="116" y="21"/>
                  </a:cubicBezTo>
                  <a:cubicBezTo>
                    <a:pt x="116" y="21"/>
                    <a:pt x="116" y="21"/>
                    <a:pt x="116" y="21"/>
                  </a:cubicBezTo>
                  <a:cubicBezTo>
                    <a:pt x="116" y="21"/>
                    <a:pt x="116" y="20"/>
                    <a:pt x="116" y="20"/>
                  </a:cubicBezTo>
                  <a:cubicBezTo>
                    <a:pt x="116" y="20"/>
                    <a:pt x="116" y="20"/>
                    <a:pt x="117" y="20"/>
                  </a:cubicBezTo>
                  <a:cubicBezTo>
                    <a:pt x="117" y="20"/>
                    <a:pt x="117" y="20"/>
                    <a:pt x="118" y="20"/>
                  </a:cubicBezTo>
                  <a:cubicBezTo>
                    <a:pt x="118" y="20"/>
                    <a:pt x="118" y="21"/>
                    <a:pt x="118" y="22"/>
                  </a:cubicBezTo>
                  <a:cubicBezTo>
                    <a:pt x="118" y="22"/>
                    <a:pt x="118" y="22"/>
                    <a:pt x="118" y="22"/>
                  </a:cubicBezTo>
                  <a:cubicBezTo>
                    <a:pt x="118" y="24"/>
                    <a:pt x="117" y="25"/>
                    <a:pt x="117" y="26"/>
                  </a:cubicBezTo>
                  <a:cubicBezTo>
                    <a:pt x="117" y="26"/>
                    <a:pt x="117" y="26"/>
                    <a:pt x="116" y="27"/>
                  </a:cubicBezTo>
                  <a:cubicBezTo>
                    <a:pt x="116" y="27"/>
                    <a:pt x="116" y="27"/>
                    <a:pt x="116" y="28"/>
                  </a:cubicBezTo>
                  <a:cubicBezTo>
                    <a:pt x="116" y="28"/>
                    <a:pt x="116" y="28"/>
                    <a:pt x="116" y="28"/>
                  </a:cubicBezTo>
                  <a:cubicBezTo>
                    <a:pt x="116" y="29"/>
                    <a:pt x="115" y="31"/>
                    <a:pt x="115" y="32"/>
                  </a:cubicBezTo>
                  <a:cubicBezTo>
                    <a:pt x="115" y="32"/>
                    <a:pt x="115" y="32"/>
                    <a:pt x="114" y="33"/>
                  </a:cubicBezTo>
                  <a:cubicBezTo>
                    <a:pt x="114" y="33"/>
                    <a:pt x="114" y="34"/>
                    <a:pt x="114" y="35"/>
                  </a:cubicBezTo>
                  <a:cubicBezTo>
                    <a:pt x="114" y="35"/>
                    <a:pt x="114" y="35"/>
                    <a:pt x="113" y="35"/>
                  </a:cubicBezTo>
                  <a:cubicBezTo>
                    <a:pt x="113" y="36"/>
                    <a:pt x="113" y="36"/>
                    <a:pt x="113" y="37"/>
                  </a:cubicBezTo>
                  <a:cubicBezTo>
                    <a:pt x="113" y="37"/>
                    <a:pt x="113" y="37"/>
                    <a:pt x="113" y="37"/>
                  </a:cubicBezTo>
                  <a:cubicBezTo>
                    <a:pt x="113" y="38"/>
                    <a:pt x="113" y="38"/>
                    <a:pt x="112" y="38"/>
                  </a:cubicBezTo>
                  <a:cubicBezTo>
                    <a:pt x="112" y="39"/>
                    <a:pt x="112" y="40"/>
                    <a:pt x="112" y="40"/>
                  </a:cubicBezTo>
                  <a:cubicBezTo>
                    <a:pt x="112" y="41"/>
                    <a:pt x="112" y="41"/>
                    <a:pt x="111" y="42"/>
                  </a:cubicBezTo>
                  <a:cubicBezTo>
                    <a:pt x="111" y="43"/>
                    <a:pt x="110" y="45"/>
                    <a:pt x="110" y="47"/>
                  </a:cubicBezTo>
                  <a:cubicBezTo>
                    <a:pt x="110" y="47"/>
                    <a:pt x="110" y="47"/>
                    <a:pt x="110" y="47"/>
                  </a:cubicBezTo>
                  <a:cubicBezTo>
                    <a:pt x="110" y="47"/>
                    <a:pt x="109" y="48"/>
                    <a:pt x="109" y="48"/>
                  </a:cubicBezTo>
                  <a:cubicBezTo>
                    <a:pt x="109" y="48"/>
                    <a:pt x="109" y="48"/>
                    <a:pt x="109" y="48"/>
                  </a:cubicBezTo>
                  <a:cubicBezTo>
                    <a:pt x="109" y="49"/>
                    <a:pt x="109" y="50"/>
                    <a:pt x="108" y="51"/>
                  </a:cubicBezTo>
                  <a:cubicBezTo>
                    <a:pt x="108" y="52"/>
                    <a:pt x="108" y="52"/>
                    <a:pt x="108" y="53"/>
                  </a:cubicBezTo>
                  <a:cubicBezTo>
                    <a:pt x="108" y="53"/>
                    <a:pt x="108" y="53"/>
                    <a:pt x="108" y="53"/>
                  </a:cubicBezTo>
                  <a:cubicBezTo>
                    <a:pt x="108" y="53"/>
                    <a:pt x="108" y="53"/>
                    <a:pt x="108" y="53"/>
                  </a:cubicBezTo>
                  <a:cubicBezTo>
                    <a:pt x="108" y="53"/>
                    <a:pt x="108" y="53"/>
                    <a:pt x="109" y="53"/>
                  </a:cubicBezTo>
                  <a:cubicBezTo>
                    <a:pt x="109" y="53"/>
                    <a:pt x="109" y="53"/>
                    <a:pt x="110" y="53"/>
                  </a:cubicBezTo>
                  <a:cubicBezTo>
                    <a:pt x="110" y="53"/>
                    <a:pt x="110" y="53"/>
                    <a:pt x="110" y="52"/>
                  </a:cubicBezTo>
                  <a:cubicBezTo>
                    <a:pt x="110" y="52"/>
                    <a:pt x="110" y="52"/>
                    <a:pt x="110" y="52"/>
                  </a:cubicBezTo>
                  <a:cubicBezTo>
                    <a:pt x="110" y="52"/>
                    <a:pt x="110" y="52"/>
                    <a:pt x="111" y="52"/>
                  </a:cubicBezTo>
                  <a:cubicBezTo>
                    <a:pt x="111" y="52"/>
                    <a:pt x="111" y="52"/>
                    <a:pt x="111" y="52"/>
                  </a:cubicBezTo>
                  <a:cubicBezTo>
                    <a:pt x="111" y="51"/>
                    <a:pt x="111" y="51"/>
                    <a:pt x="111" y="50"/>
                  </a:cubicBezTo>
                  <a:cubicBezTo>
                    <a:pt x="111" y="50"/>
                    <a:pt x="112" y="49"/>
                    <a:pt x="112" y="49"/>
                  </a:cubicBezTo>
                  <a:cubicBezTo>
                    <a:pt x="112" y="48"/>
                    <a:pt x="113" y="47"/>
                    <a:pt x="113" y="45"/>
                  </a:cubicBezTo>
                  <a:cubicBezTo>
                    <a:pt x="114" y="45"/>
                    <a:pt x="114" y="45"/>
                    <a:pt x="114" y="44"/>
                  </a:cubicBezTo>
                  <a:cubicBezTo>
                    <a:pt x="114" y="44"/>
                    <a:pt x="115" y="43"/>
                    <a:pt x="115" y="42"/>
                  </a:cubicBezTo>
                  <a:cubicBezTo>
                    <a:pt x="115" y="42"/>
                    <a:pt x="115" y="42"/>
                    <a:pt x="115" y="42"/>
                  </a:cubicBezTo>
                  <a:cubicBezTo>
                    <a:pt x="115" y="42"/>
                    <a:pt x="115" y="42"/>
                    <a:pt x="115" y="42"/>
                  </a:cubicBezTo>
                  <a:cubicBezTo>
                    <a:pt x="115" y="42"/>
                    <a:pt x="115" y="41"/>
                    <a:pt x="115" y="41"/>
                  </a:cubicBezTo>
                  <a:cubicBezTo>
                    <a:pt x="115" y="41"/>
                    <a:pt x="115" y="41"/>
                    <a:pt x="115" y="41"/>
                  </a:cubicBezTo>
                  <a:cubicBezTo>
                    <a:pt x="116" y="40"/>
                    <a:pt x="116" y="39"/>
                    <a:pt x="117" y="38"/>
                  </a:cubicBezTo>
                  <a:cubicBezTo>
                    <a:pt x="117" y="38"/>
                    <a:pt x="117" y="37"/>
                    <a:pt x="117" y="37"/>
                  </a:cubicBezTo>
                  <a:cubicBezTo>
                    <a:pt x="118" y="36"/>
                    <a:pt x="118" y="35"/>
                    <a:pt x="119" y="33"/>
                  </a:cubicBezTo>
                  <a:cubicBezTo>
                    <a:pt x="119" y="33"/>
                    <a:pt x="119" y="33"/>
                    <a:pt x="119" y="33"/>
                  </a:cubicBezTo>
                  <a:cubicBezTo>
                    <a:pt x="119" y="33"/>
                    <a:pt x="120" y="32"/>
                    <a:pt x="120" y="32"/>
                  </a:cubicBezTo>
                  <a:cubicBezTo>
                    <a:pt x="120" y="32"/>
                    <a:pt x="120" y="32"/>
                    <a:pt x="120" y="31"/>
                  </a:cubicBezTo>
                  <a:cubicBezTo>
                    <a:pt x="121" y="30"/>
                    <a:pt x="122" y="28"/>
                    <a:pt x="123" y="26"/>
                  </a:cubicBezTo>
                  <a:cubicBezTo>
                    <a:pt x="123" y="25"/>
                    <a:pt x="123" y="25"/>
                    <a:pt x="123" y="25"/>
                  </a:cubicBezTo>
                  <a:cubicBezTo>
                    <a:pt x="123" y="24"/>
                    <a:pt x="124" y="24"/>
                    <a:pt x="124" y="23"/>
                  </a:cubicBezTo>
                  <a:cubicBezTo>
                    <a:pt x="124" y="23"/>
                    <a:pt x="124" y="23"/>
                    <a:pt x="124" y="23"/>
                  </a:cubicBezTo>
                  <a:cubicBezTo>
                    <a:pt x="124" y="23"/>
                    <a:pt x="124" y="22"/>
                    <a:pt x="124" y="22"/>
                  </a:cubicBezTo>
                  <a:cubicBezTo>
                    <a:pt x="124" y="22"/>
                    <a:pt x="124" y="22"/>
                    <a:pt x="125" y="21"/>
                  </a:cubicBezTo>
                  <a:cubicBezTo>
                    <a:pt x="125" y="21"/>
                    <a:pt x="125" y="20"/>
                    <a:pt x="125" y="20"/>
                  </a:cubicBezTo>
                  <a:cubicBezTo>
                    <a:pt x="126" y="19"/>
                    <a:pt x="126" y="18"/>
                    <a:pt x="126" y="18"/>
                  </a:cubicBezTo>
                  <a:cubicBezTo>
                    <a:pt x="126" y="18"/>
                    <a:pt x="127" y="17"/>
                    <a:pt x="127" y="17"/>
                  </a:cubicBezTo>
                  <a:cubicBezTo>
                    <a:pt x="127" y="16"/>
                    <a:pt x="128" y="15"/>
                    <a:pt x="128" y="14"/>
                  </a:cubicBezTo>
                  <a:cubicBezTo>
                    <a:pt x="128" y="14"/>
                    <a:pt x="128" y="14"/>
                    <a:pt x="128" y="14"/>
                  </a:cubicBezTo>
                  <a:cubicBezTo>
                    <a:pt x="128" y="14"/>
                    <a:pt x="128" y="14"/>
                    <a:pt x="128" y="14"/>
                  </a:cubicBezTo>
                  <a:cubicBezTo>
                    <a:pt x="128" y="13"/>
                    <a:pt x="129" y="13"/>
                    <a:pt x="129" y="13"/>
                  </a:cubicBezTo>
                  <a:cubicBezTo>
                    <a:pt x="129" y="13"/>
                    <a:pt x="129" y="13"/>
                    <a:pt x="129" y="13"/>
                  </a:cubicBezTo>
                  <a:cubicBezTo>
                    <a:pt x="129" y="12"/>
                    <a:pt x="129" y="12"/>
                    <a:pt x="130" y="11"/>
                  </a:cubicBezTo>
                  <a:cubicBezTo>
                    <a:pt x="130" y="11"/>
                    <a:pt x="130" y="11"/>
                    <a:pt x="130" y="11"/>
                  </a:cubicBezTo>
                  <a:cubicBezTo>
                    <a:pt x="130" y="10"/>
                    <a:pt x="130" y="10"/>
                    <a:pt x="130" y="9"/>
                  </a:cubicBezTo>
                  <a:cubicBezTo>
                    <a:pt x="131" y="9"/>
                    <a:pt x="131" y="9"/>
                    <a:pt x="131" y="9"/>
                  </a:cubicBezTo>
                  <a:cubicBezTo>
                    <a:pt x="131" y="9"/>
                    <a:pt x="131" y="8"/>
                    <a:pt x="131" y="8"/>
                  </a:cubicBezTo>
                  <a:cubicBezTo>
                    <a:pt x="131" y="8"/>
                    <a:pt x="131" y="8"/>
                    <a:pt x="131" y="7"/>
                  </a:cubicBezTo>
                  <a:cubicBezTo>
                    <a:pt x="132" y="7"/>
                    <a:pt x="132" y="6"/>
                    <a:pt x="132" y="6"/>
                  </a:cubicBezTo>
                  <a:cubicBezTo>
                    <a:pt x="133" y="5"/>
                    <a:pt x="133" y="5"/>
                    <a:pt x="133" y="4"/>
                  </a:cubicBezTo>
                  <a:cubicBezTo>
                    <a:pt x="133" y="4"/>
                    <a:pt x="133" y="4"/>
                    <a:pt x="133" y="4"/>
                  </a:cubicBezTo>
                  <a:cubicBezTo>
                    <a:pt x="133" y="4"/>
                    <a:pt x="133" y="4"/>
                    <a:pt x="133" y="4"/>
                  </a:cubicBezTo>
                  <a:cubicBezTo>
                    <a:pt x="134" y="3"/>
                    <a:pt x="134" y="3"/>
                    <a:pt x="134" y="3"/>
                  </a:cubicBezTo>
                  <a:cubicBezTo>
                    <a:pt x="134" y="3"/>
                    <a:pt x="134" y="2"/>
                    <a:pt x="135" y="2"/>
                  </a:cubicBezTo>
                  <a:cubicBezTo>
                    <a:pt x="135" y="1"/>
                    <a:pt x="135" y="1"/>
                    <a:pt x="135" y="1"/>
                  </a:cubicBezTo>
                  <a:cubicBezTo>
                    <a:pt x="135" y="1"/>
                    <a:pt x="135" y="1"/>
                    <a:pt x="135" y="1"/>
                  </a:cubicBezTo>
                  <a:cubicBezTo>
                    <a:pt x="135" y="1"/>
                    <a:pt x="135" y="0"/>
                    <a:pt x="135" y="0"/>
                  </a:cubicBezTo>
                  <a:cubicBezTo>
                    <a:pt x="136" y="0"/>
                    <a:pt x="136" y="0"/>
                    <a:pt x="136" y="0"/>
                  </a:cubicBezTo>
                  <a:cubicBezTo>
                    <a:pt x="136" y="0"/>
                    <a:pt x="136" y="0"/>
                    <a:pt x="136" y="0"/>
                  </a:cubicBezTo>
                  <a:cubicBezTo>
                    <a:pt x="136" y="0"/>
                    <a:pt x="137" y="0"/>
                    <a:pt x="137" y="1"/>
                  </a:cubicBezTo>
                  <a:cubicBezTo>
                    <a:pt x="137" y="1"/>
                    <a:pt x="137" y="1"/>
                    <a:pt x="137" y="1"/>
                  </a:cubicBezTo>
                  <a:cubicBezTo>
                    <a:pt x="137" y="2"/>
                    <a:pt x="137" y="2"/>
                    <a:pt x="136" y="3"/>
                  </a:cubicBezTo>
                  <a:lnTo>
                    <a:pt x="132" y="10"/>
                  </a:lnTo>
                  <a:close/>
                  <a:moveTo>
                    <a:pt x="85" y="53"/>
                  </a:moveTo>
                  <a:cubicBezTo>
                    <a:pt x="85" y="53"/>
                    <a:pt x="85" y="53"/>
                    <a:pt x="85" y="52"/>
                  </a:cubicBezTo>
                  <a:cubicBezTo>
                    <a:pt x="85" y="52"/>
                    <a:pt x="85" y="51"/>
                    <a:pt x="85" y="51"/>
                  </a:cubicBezTo>
                  <a:cubicBezTo>
                    <a:pt x="85" y="51"/>
                    <a:pt x="85" y="51"/>
                    <a:pt x="85" y="50"/>
                  </a:cubicBezTo>
                  <a:cubicBezTo>
                    <a:pt x="85" y="50"/>
                    <a:pt x="85" y="50"/>
                    <a:pt x="85" y="50"/>
                  </a:cubicBezTo>
                  <a:cubicBezTo>
                    <a:pt x="85" y="49"/>
                    <a:pt x="85" y="48"/>
                    <a:pt x="85" y="48"/>
                  </a:cubicBezTo>
                  <a:cubicBezTo>
                    <a:pt x="85" y="48"/>
                    <a:pt x="85" y="48"/>
                    <a:pt x="85" y="48"/>
                  </a:cubicBezTo>
                  <a:cubicBezTo>
                    <a:pt x="85" y="47"/>
                    <a:pt x="85" y="47"/>
                    <a:pt x="85" y="47"/>
                  </a:cubicBezTo>
                  <a:cubicBezTo>
                    <a:pt x="85" y="47"/>
                    <a:pt x="85" y="47"/>
                    <a:pt x="85" y="47"/>
                  </a:cubicBezTo>
                  <a:cubicBezTo>
                    <a:pt x="85" y="46"/>
                    <a:pt x="85" y="46"/>
                    <a:pt x="85" y="46"/>
                  </a:cubicBezTo>
                  <a:cubicBezTo>
                    <a:pt x="85" y="46"/>
                    <a:pt x="85" y="46"/>
                    <a:pt x="85" y="46"/>
                  </a:cubicBezTo>
                  <a:cubicBezTo>
                    <a:pt x="85" y="45"/>
                    <a:pt x="85" y="45"/>
                    <a:pt x="85" y="45"/>
                  </a:cubicBezTo>
                  <a:cubicBezTo>
                    <a:pt x="85" y="45"/>
                    <a:pt x="85" y="44"/>
                    <a:pt x="85" y="44"/>
                  </a:cubicBezTo>
                  <a:cubicBezTo>
                    <a:pt x="86" y="44"/>
                    <a:pt x="86" y="44"/>
                    <a:pt x="86" y="43"/>
                  </a:cubicBezTo>
                  <a:cubicBezTo>
                    <a:pt x="86" y="43"/>
                    <a:pt x="86" y="43"/>
                    <a:pt x="86" y="43"/>
                  </a:cubicBezTo>
                  <a:cubicBezTo>
                    <a:pt x="86" y="43"/>
                    <a:pt x="86" y="42"/>
                    <a:pt x="86" y="41"/>
                  </a:cubicBezTo>
                  <a:cubicBezTo>
                    <a:pt x="86" y="41"/>
                    <a:pt x="86" y="41"/>
                    <a:pt x="86" y="41"/>
                  </a:cubicBezTo>
                  <a:cubicBezTo>
                    <a:pt x="86" y="41"/>
                    <a:pt x="86" y="41"/>
                    <a:pt x="86" y="40"/>
                  </a:cubicBezTo>
                  <a:cubicBezTo>
                    <a:pt x="86" y="40"/>
                    <a:pt x="86" y="40"/>
                    <a:pt x="86" y="40"/>
                  </a:cubicBezTo>
                  <a:cubicBezTo>
                    <a:pt x="86" y="40"/>
                    <a:pt x="86" y="40"/>
                    <a:pt x="86" y="40"/>
                  </a:cubicBezTo>
                  <a:cubicBezTo>
                    <a:pt x="86" y="39"/>
                    <a:pt x="86" y="39"/>
                    <a:pt x="86" y="38"/>
                  </a:cubicBezTo>
                  <a:cubicBezTo>
                    <a:pt x="86" y="38"/>
                    <a:pt x="86" y="38"/>
                    <a:pt x="86" y="38"/>
                  </a:cubicBezTo>
                  <a:cubicBezTo>
                    <a:pt x="86" y="38"/>
                    <a:pt x="86" y="37"/>
                    <a:pt x="86" y="37"/>
                  </a:cubicBezTo>
                  <a:cubicBezTo>
                    <a:pt x="86" y="37"/>
                    <a:pt x="86" y="37"/>
                    <a:pt x="86" y="37"/>
                  </a:cubicBezTo>
                  <a:cubicBezTo>
                    <a:pt x="85" y="36"/>
                    <a:pt x="85" y="36"/>
                    <a:pt x="85" y="35"/>
                  </a:cubicBezTo>
                  <a:cubicBezTo>
                    <a:pt x="85" y="35"/>
                    <a:pt x="85" y="35"/>
                    <a:pt x="85" y="35"/>
                  </a:cubicBezTo>
                  <a:cubicBezTo>
                    <a:pt x="85" y="34"/>
                    <a:pt x="85" y="34"/>
                    <a:pt x="85" y="33"/>
                  </a:cubicBezTo>
                  <a:cubicBezTo>
                    <a:pt x="85" y="33"/>
                    <a:pt x="85" y="33"/>
                    <a:pt x="85" y="33"/>
                  </a:cubicBezTo>
                  <a:cubicBezTo>
                    <a:pt x="85" y="32"/>
                    <a:pt x="85" y="31"/>
                    <a:pt x="84" y="30"/>
                  </a:cubicBezTo>
                  <a:cubicBezTo>
                    <a:pt x="84" y="29"/>
                    <a:pt x="84" y="28"/>
                    <a:pt x="83" y="27"/>
                  </a:cubicBezTo>
                  <a:cubicBezTo>
                    <a:pt x="83" y="27"/>
                    <a:pt x="82" y="26"/>
                    <a:pt x="82" y="26"/>
                  </a:cubicBezTo>
                  <a:cubicBezTo>
                    <a:pt x="82" y="26"/>
                    <a:pt x="82" y="25"/>
                    <a:pt x="82" y="25"/>
                  </a:cubicBezTo>
                  <a:cubicBezTo>
                    <a:pt x="81" y="25"/>
                    <a:pt x="81" y="25"/>
                    <a:pt x="81" y="25"/>
                  </a:cubicBezTo>
                  <a:cubicBezTo>
                    <a:pt x="81" y="25"/>
                    <a:pt x="81" y="25"/>
                    <a:pt x="80" y="24"/>
                  </a:cubicBezTo>
                  <a:cubicBezTo>
                    <a:pt x="80" y="24"/>
                    <a:pt x="79" y="24"/>
                    <a:pt x="79" y="23"/>
                  </a:cubicBezTo>
                  <a:cubicBezTo>
                    <a:pt x="78" y="23"/>
                    <a:pt x="77" y="23"/>
                    <a:pt x="76" y="23"/>
                  </a:cubicBezTo>
                  <a:cubicBezTo>
                    <a:pt x="76" y="23"/>
                    <a:pt x="76" y="23"/>
                    <a:pt x="76" y="23"/>
                  </a:cubicBezTo>
                  <a:cubicBezTo>
                    <a:pt x="76" y="23"/>
                    <a:pt x="76" y="23"/>
                    <a:pt x="76" y="23"/>
                  </a:cubicBezTo>
                  <a:cubicBezTo>
                    <a:pt x="76" y="23"/>
                    <a:pt x="75" y="23"/>
                    <a:pt x="75" y="23"/>
                  </a:cubicBezTo>
                  <a:cubicBezTo>
                    <a:pt x="75" y="22"/>
                    <a:pt x="75" y="22"/>
                    <a:pt x="74" y="22"/>
                  </a:cubicBezTo>
                  <a:cubicBezTo>
                    <a:pt x="74" y="22"/>
                    <a:pt x="74" y="22"/>
                    <a:pt x="74" y="22"/>
                  </a:cubicBezTo>
                  <a:cubicBezTo>
                    <a:pt x="74" y="22"/>
                    <a:pt x="74" y="22"/>
                    <a:pt x="74" y="22"/>
                  </a:cubicBezTo>
                  <a:cubicBezTo>
                    <a:pt x="74" y="22"/>
                    <a:pt x="73" y="22"/>
                    <a:pt x="73" y="22"/>
                  </a:cubicBezTo>
                  <a:cubicBezTo>
                    <a:pt x="73" y="22"/>
                    <a:pt x="73" y="22"/>
                    <a:pt x="73" y="22"/>
                  </a:cubicBezTo>
                  <a:cubicBezTo>
                    <a:pt x="73" y="22"/>
                    <a:pt x="72" y="22"/>
                    <a:pt x="72" y="22"/>
                  </a:cubicBezTo>
                  <a:cubicBezTo>
                    <a:pt x="72" y="22"/>
                    <a:pt x="72" y="22"/>
                    <a:pt x="72" y="22"/>
                  </a:cubicBezTo>
                  <a:cubicBezTo>
                    <a:pt x="71" y="22"/>
                    <a:pt x="71" y="22"/>
                    <a:pt x="71" y="22"/>
                  </a:cubicBezTo>
                  <a:cubicBezTo>
                    <a:pt x="71" y="22"/>
                    <a:pt x="70" y="22"/>
                    <a:pt x="70" y="22"/>
                  </a:cubicBezTo>
                  <a:cubicBezTo>
                    <a:pt x="70" y="22"/>
                    <a:pt x="70" y="22"/>
                    <a:pt x="70" y="22"/>
                  </a:cubicBezTo>
                  <a:cubicBezTo>
                    <a:pt x="70" y="22"/>
                    <a:pt x="70" y="22"/>
                    <a:pt x="70" y="22"/>
                  </a:cubicBezTo>
                  <a:cubicBezTo>
                    <a:pt x="70" y="22"/>
                    <a:pt x="69" y="22"/>
                    <a:pt x="69" y="22"/>
                  </a:cubicBezTo>
                  <a:cubicBezTo>
                    <a:pt x="69" y="22"/>
                    <a:pt x="69" y="22"/>
                    <a:pt x="69" y="22"/>
                  </a:cubicBezTo>
                  <a:cubicBezTo>
                    <a:pt x="68" y="22"/>
                    <a:pt x="68" y="22"/>
                    <a:pt x="68" y="22"/>
                  </a:cubicBezTo>
                  <a:cubicBezTo>
                    <a:pt x="68" y="22"/>
                    <a:pt x="68" y="22"/>
                    <a:pt x="68" y="22"/>
                  </a:cubicBezTo>
                  <a:cubicBezTo>
                    <a:pt x="67" y="23"/>
                    <a:pt x="66" y="23"/>
                    <a:pt x="66" y="23"/>
                  </a:cubicBezTo>
                  <a:cubicBezTo>
                    <a:pt x="65" y="23"/>
                    <a:pt x="65" y="23"/>
                    <a:pt x="65" y="23"/>
                  </a:cubicBezTo>
                  <a:cubicBezTo>
                    <a:pt x="64" y="23"/>
                    <a:pt x="63" y="23"/>
                    <a:pt x="62" y="23"/>
                  </a:cubicBezTo>
                  <a:cubicBezTo>
                    <a:pt x="62" y="23"/>
                    <a:pt x="62" y="23"/>
                    <a:pt x="61" y="23"/>
                  </a:cubicBezTo>
                  <a:cubicBezTo>
                    <a:pt x="61" y="24"/>
                    <a:pt x="60" y="24"/>
                    <a:pt x="60" y="24"/>
                  </a:cubicBezTo>
                  <a:cubicBezTo>
                    <a:pt x="60" y="24"/>
                    <a:pt x="59" y="24"/>
                    <a:pt x="59" y="24"/>
                  </a:cubicBezTo>
                  <a:cubicBezTo>
                    <a:pt x="58" y="24"/>
                    <a:pt x="56" y="25"/>
                    <a:pt x="55" y="25"/>
                  </a:cubicBezTo>
                  <a:cubicBezTo>
                    <a:pt x="54" y="25"/>
                    <a:pt x="54" y="25"/>
                    <a:pt x="54" y="25"/>
                  </a:cubicBezTo>
                  <a:cubicBezTo>
                    <a:pt x="54" y="25"/>
                    <a:pt x="53" y="25"/>
                    <a:pt x="53" y="26"/>
                  </a:cubicBezTo>
                  <a:cubicBezTo>
                    <a:pt x="53" y="26"/>
                    <a:pt x="53" y="26"/>
                    <a:pt x="53" y="26"/>
                  </a:cubicBezTo>
                  <a:cubicBezTo>
                    <a:pt x="52" y="26"/>
                    <a:pt x="51" y="26"/>
                    <a:pt x="50" y="26"/>
                  </a:cubicBezTo>
                  <a:cubicBezTo>
                    <a:pt x="49" y="27"/>
                    <a:pt x="47" y="27"/>
                    <a:pt x="45" y="28"/>
                  </a:cubicBezTo>
                  <a:cubicBezTo>
                    <a:pt x="45" y="28"/>
                    <a:pt x="45" y="28"/>
                    <a:pt x="45" y="28"/>
                  </a:cubicBezTo>
                  <a:cubicBezTo>
                    <a:pt x="44" y="28"/>
                    <a:pt x="44" y="29"/>
                    <a:pt x="44" y="29"/>
                  </a:cubicBezTo>
                  <a:cubicBezTo>
                    <a:pt x="44" y="29"/>
                    <a:pt x="43" y="29"/>
                    <a:pt x="43" y="29"/>
                  </a:cubicBezTo>
                  <a:cubicBezTo>
                    <a:pt x="42" y="30"/>
                    <a:pt x="40" y="30"/>
                    <a:pt x="38" y="31"/>
                  </a:cubicBezTo>
                  <a:cubicBezTo>
                    <a:pt x="38" y="31"/>
                    <a:pt x="37" y="31"/>
                    <a:pt x="37" y="32"/>
                  </a:cubicBezTo>
                  <a:cubicBezTo>
                    <a:pt x="36" y="32"/>
                    <a:pt x="36" y="32"/>
                    <a:pt x="36" y="32"/>
                  </a:cubicBezTo>
                  <a:cubicBezTo>
                    <a:pt x="36" y="32"/>
                    <a:pt x="36" y="32"/>
                    <a:pt x="35" y="32"/>
                  </a:cubicBezTo>
                  <a:cubicBezTo>
                    <a:pt x="34" y="33"/>
                    <a:pt x="33" y="33"/>
                    <a:pt x="32" y="34"/>
                  </a:cubicBezTo>
                  <a:cubicBezTo>
                    <a:pt x="32" y="34"/>
                    <a:pt x="32" y="34"/>
                    <a:pt x="32" y="34"/>
                  </a:cubicBezTo>
                  <a:cubicBezTo>
                    <a:pt x="32" y="34"/>
                    <a:pt x="31" y="34"/>
                    <a:pt x="31" y="34"/>
                  </a:cubicBezTo>
                  <a:cubicBezTo>
                    <a:pt x="31" y="34"/>
                    <a:pt x="30" y="35"/>
                    <a:pt x="30" y="35"/>
                  </a:cubicBezTo>
                  <a:cubicBezTo>
                    <a:pt x="29" y="35"/>
                    <a:pt x="29" y="35"/>
                    <a:pt x="28" y="36"/>
                  </a:cubicBezTo>
                  <a:cubicBezTo>
                    <a:pt x="28" y="36"/>
                    <a:pt x="27" y="36"/>
                    <a:pt x="27" y="36"/>
                  </a:cubicBezTo>
                  <a:cubicBezTo>
                    <a:pt x="27" y="36"/>
                    <a:pt x="27" y="36"/>
                    <a:pt x="27" y="36"/>
                  </a:cubicBezTo>
                  <a:cubicBezTo>
                    <a:pt x="27" y="36"/>
                    <a:pt x="26" y="37"/>
                    <a:pt x="26" y="37"/>
                  </a:cubicBezTo>
                  <a:cubicBezTo>
                    <a:pt x="25" y="37"/>
                    <a:pt x="25" y="37"/>
                    <a:pt x="25" y="37"/>
                  </a:cubicBezTo>
                  <a:cubicBezTo>
                    <a:pt x="25" y="37"/>
                    <a:pt x="24" y="38"/>
                    <a:pt x="23" y="38"/>
                  </a:cubicBezTo>
                  <a:cubicBezTo>
                    <a:pt x="23" y="38"/>
                    <a:pt x="23" y="38"/>
                    <a:pt x="23" y="38"/>
                  </a:cubicBezTo>
                  <a:cubicBezTo>
                    <a:pt x="23" y="38"/>
                    <a:pt x="22" y="39"/>
                    <a:pt x="22" y="39"/>
                  </a:cubicBezTo>
                  <a:cubicBezTo>
                    <a:pt x="21" y="39"/>
                    <a:pt x="21" y="39"/>
                    <a:pt x="21" y="39"/>
                  </a:cubicBezTo>
                  <a:cubicBezTo>
                    <a:pt x="19" y="40"/>
                    <a:pt x="18" y="41"/>
                    <a:pt x="16" y="42"/>
                  </a:cubicBezTo>
                  <a:cubicBezTo>
                    <a:pt x="16" y="42"/>
                    <a:pt x="15" y="42"/>
                    <a:pt x="15" y="42"/>
                  </a:cubicBezTo>
                  <a:cubicBezTo>
                    <a:pt x="14" y="43"/>
                    <a:pt x="13" y="44"/>
                    <a:pt x="11" y="45"/>
                  </a:cubicBezTo>
                  <a:cubicBezTo>
                    <a:pt x="10" y="46"/>
                    <a:pt x="8" y="47"/>
                    <a:pt x="6" y="48"/>
                  </a:cubicBezTo>
                  <a:cubicBezTo>
                    <a:pt x="6" y="48"/>
                    <a:pt x="6" y="48"/>
                    <a:pt x="5" y="49"/>
                  </a:cubicBezTo>
                  <a:cubicBezTo>
                    <a:pt x="5" y="49"/>
                    <a:pt x="5" y="49"/>
                    <a:pt x="5" y="49"/>
                  </a:cubicBezTo>
                  <a:cubicBezTo>
                    <a:pt x="4" y="49"/>
                    <a:pt x="3" y="50"/>
                    <a:pt x="3" y="51"/>
                  </a:cubicBezTo>
                  <a:cubicBezTo>
                    <a:pt x="3" y="51"/>
                    <a:pt x="3" y="51"/>
                    <a:pt x="2" y="52"/>
                  </a:cubicBezTo>
                  <a:cubicBezTo>
                    <a:pt x="2" y="52"/>
                    <a:pt x="2" y="52"/>
                    <a:pt x="2" y="52"/>
                  </a:cubicBezTo>
                  <a:cubicBezTo>
                    <a:pt x="2" y="52"/>
                    <a:pt x="3" y="52"/>
                    <a:pt x="3" y="52"/>
                  </a:cubicBezTo>
                  <a:cubicBezTo>
                    <a:pt x="4" y="53"/>
                    <a:pt x="4" y="53"/>
                    <a:pt x="5" y="53"/>
                  </a:cubicBezTo>
                  <a:cubicBezTo>
                    <a:pt x="5" y="53"/>
                    <a:pt x="5" y="53"/>
                    <a:pt x="5" y="53"/>
                  </a:cubicBezTo>
                  <a:cubicBezTo>
                    <a:pt x="5" y="53"/>
                    <a:pt x="6" y="53"/>
                    <a:pt x="6" y="53"/>
                  </a:cubicBezTo>
                  <a:cubicBezTo>
                    <a:pt x="6" y="53"/>
                    <a:pt x="6" y="53"/>
                    <a:pt x="7" y="53"/>
                  </a:cubicBezTo>
                  <a:cubicBezTo>
                    <a:pt x="7" y="53"/>
                    <a:pt x="8" y="53"/>
                    <a:pt x="9" y="53"/>
                  </a:cubicBezTo>
                  <a:cubicBezTo>
                    <a:pt x="9" y="53"/>
                    <a:pt x="9" y="53"/>
                    <a:pt x="9" y="53"/>
                  </a:cubicBezTo>
                  <a:cubicBezTo>
                    <a:pt x="9" y="53"/>
                    <a:pt x="9" y="53"/>
                    <a:pt x="9" y="53"/>
                  </a:cubicBezTo>
                  <a:cubicBezTo>
                    <a:pt x="10" y="53"/>
                    <a:pt x="10" y="53"/>
                    <a:pt x="11" y="53"/>
                  </a:cubicBezTo>
                  <a:cubicBezTo>
                    <a:pt x="11" y="53"/>
                    <a:pt x="11" y="53"/>
                    <a:pt x="11" y="53"/>
                  </a:cubicBezTo>
                  <a:cubicBezTo>
                    <a:pt x="11" y="53"/>
                    <a:pt x="12" y="53"/>
                    <a:pt x="12" y="53"/>
                  </a:cubicBezTo>
                  <a:cubicBezTo>
                    <a:pt x="12" y="53"/>
                    <a:pt x="12" y="53"/>
                    <a:pt x="13" y="53"/>
                  </a:cubicBezTo>
                  <a:cubicBezTo>
                    <a:pt x="13" y="53"/>
                    <a:pt x="14" y="53"/>
                    <a:pt x="14" y="53"/>
                  </a:cubicBezTo>
                  <a:cubicBezTo>
                    <a:pt x="14" y="53"/>
                    <a:pt x="14" y="53"/>
                    <a:pt x="15" y="53"/>
                  </a:cubicBezTo>
                  <a:cubicBezTo>
                    <a:pt x="15" y="53"/>
                    <a:pt x="15" y="53"/>
                    <a:pt x="16" y="53"/>
                  </a:cubicBezTo>
                  <a:cubicBezTo>
                    <a:pt x="16" y="53"/>
                    <a:pt x="16" y="53"/>
                    <a:pt x="16" y="53"/>
                  </a:cubicBezTo>
                  <a:cubicBezTo>
                    <a:pt x="16" y="53"/>
                    <a:pt x="16" y="53"/>
                    <a:pt x="16" y="53"/>
                  </a:cubicBezTo>
                  <a:cubicBezTo>
                    <a:pt x="17" y="53"/>
                    <a:pt x="17" y="53"/>
                    <a:pt x="17" y="53"/>
                  </a:cubicBezTo>
                  <a:cubicBezTo>
                    <a:pt x="18" y="53"/>
                    <a:pt x="20" y="53"/>
                    <a:pt x="21" y="53"/>
                  </a:cubicBezTo>
                  <a:cubicBezTo>
                    <a:pt x="21" y="53"/>
                    <a:pt x="21" y="53"/>
                    <a:pt x="22" y="53"/>
                  </a:cubicBezTo>
                  <a:cubicBezTo>
                    <a:pt x="22" y="53"/>
                    <a:pt x="22" y="53"/>
                    <a:pt x="22" y="53"/>
                  </a:cubicBezTo>
                  <a:cubicBezTo>
                    <a:pt x="22" y="53"/>
                    <a:pt x="23" y="53"/>
                    <a:pt x="24" y="53"/>
                  </a:cubicBezTo>
                  <a:cubicBezTo>
                    <a:pt x="25" y="53"/>
                    <a:pt x="26" y="53"/>
                    <a:pt x="27" y="53"/>
                  </a:cubicBezTo>
                  <a:cubicBezTo>
                    <a:pt x="30" y="53"/>
                    <a:pt x="34" y="53"/>
                    <a:pt x="38" y="53"/>
                  </a:cubicBezTo>
                  <a:cubicBezTo>
                    <a:pt x="38" y="53"/>
                    <a:pt x="39" y="53"/>
                    <a:pt x="39" y="53"/>
                  </a:cubicBezTo>
                  <a:cubicBezTo>
                    <a:pt x="40" y="53"/>
                    <a:pt x="40" y="53"/>
                    <a:pt x="40" y="53"/>
                  </a:cubicBezTo>
                  <a:cubicBezTo>
                    <a:pt x="40" y="53"/>
                    <a:pt x="40" y="53"/>
                    <a:pt x="40" y="53"/>
                  </a:cubicBezTo>
                  <a:cubicBezTo>
                    <a:pt x="40" y="53"/>
                    <a:pt x="41" y="53"/>
                    <a:pt x="41" y="53"/>
                  </a:cubicBezTo>
                  <a:cubicBezTo>
                    <a:pt x="41" y="53"/>
                    <a:pt x="41" y="53"/>
                    <a:pt x="41" y="53"/>
                  </a:cubicBezTo>
                  <a:cubicBezTo>
                    <a:pt x="41" y="53"/>
                    <a:pt x="41" y="53"/>
                    <a:pt x="42" y="53"/>
                  </a:cubicBezTo>
                  <a:cubicBezTo>
                    <a:pt x="42" y="53"/>
                    <a:pt x="42" y="53"/>
                    <a:pt x="42" y="53"/>
                  </a:cubicBezTo>
                  <a:cubicBezTo>
                    <a:pt x="42" y="53"/>
                    <a:pt x="42" y="53"/>
                    <a:pt x="42" y="53"/>
                  </a:cubicBezTo>
                  <a:cubicBezTo>
                    <a:pt x="43" y="53"/>
                    <a:pt x="43" y="53"/>
                    <a:pt x="43" y="53"/>
                  </a:cubicBezTo>
                  <a:cubicBezTo>
                    <a:pt x="43" y="53"/>
                    <a:pt x="43" y="53"/>
                    <a:pt x="43" y="53"/>
                  </a:cubicBezTo>
                  <a:cubicBezTo>
                    <a:pt x="44" y="53"/>
                    <a:pt x="45" y="53"/>
                    <a:pt x="45" y="53"/>
                  </a:cubicBezTo>
                  <a:cubicBezTo>
                    <a:pt x="46" y="53"/>
                    <a:pt x="47" y="53"/>
                    <a:pt x="48" y="53"/>
                  </a:cubicBezTo>
                  <a:cubicBezTo>
                    <a:pt x="48" y="53"/>
                    <a:pt x="48" y="53"/>
                    <a:pt x="48" y="53"/>
                  </a:cubicBezTo>
                  <a:cubicBezTo>
                    <a:pt x="49" y="53"/>
                    <a:pt x="49" y="53"/>
                    <a:pt x="49" y="53"/>
                  </a:cubicBezTo>
                  <a:cubicBezTo>
                    <a:pt x="49" y="53"/>
                    <a:pt x="49" y="53"/>
                    <a:pt x="50" y="53"/>
                  </a:cubicBezTo>
                  <a:cubicBezTo>
                    <a:pt x="50" y="53"/>
                    <a:pt x="50" y="53"/>
                    <a:pt x="50" y="53"/>
                  </a:cubicBezTo>
                  <a:cubicBezTo>
                    <a:pt x="50" y="53"/>
                    <a:pt x="50" y="53"/>
                    <a:pt x="50" y="53"/>
                  </a:cubicBezTo>
                  <a:cubicBezTo>
                    <a:pt x="50" y="53"/>
                    <a:pt x="50" y="53"/>
                    <a:pt x="51" y="53"/>
                  </a:cubicBezTo>
                  <a:cubicBezTo>
                    <a:pt x="51" y="53"/>
                    <a:pt x="51" y="53"/>
                    <a:pt x="51" y="53"/>
                  </a:cubicBezTo>
                  <a:cubicBezTo>
                    <a:pt x="51" y="53"/>
                    <a:pt x="51" y="53"/>
                    <a:pt x="51" y="53"/>
                  </a:cubicBezTo>
                  <a:cubicBezTo>
                    <a:pt x="51" y="53"/>
                    <a:pt x="51" y="53"/>
                    <a:pt x="51" y="53"/>
                  </a:cubicBezTo>
                  <a:cubicBezTo>
                    <a:pt x="52" y="53"/>
                    <a:pt x="52" y="53"/>
                    <a:pt x="52" y="53"/>
                  </a:cubicBezTo>
                  <a:cubicBezTo>
                    <a:pt x="52" y="53"/>
                    <a:pt x="52" y="53"/>
                    <a:pt x="52" y="53"/>
                  </a:cubicBezTo>
                  <a:cubicBezTo>
                    <a:pt x="52" y="53"/>
                    <a:pt x="52" y="53"/>
                    <a:pt x="52" y="53"/>
                  </a:cubicBezTo>
                  <a:cubicBezTo>
                    <a:pt x="53" y="53"/>
                    <a:pt x="53" y="53"/>
                    <a:pt x="53" y="53"/>
                  </a:cubicBezTo>
                  <a:cubicBezTo>
                    <a:pt x="53" y="53"/>
                    <a:pt x="53" y="53"/>
                    <a:pt x="54" y="53"/>
                  </a:cubicBezTo>
                  <a:cubicBezTo>
                    <a:pt x="54" y="53"/>
                    <a:pt x="54" y="53"/>
                    <a:pt x="54" y="53"/>
                  </a:cubicBezTo>
                  <a:cubicBezTo>
                    <a:pt x="55" y="53"/>
                    <a:pt x="55" y="53"/>
                    <a:pt x="55" y="53"/>
                  </a:cubicBezTo>
                  <a:cubicBezTo>
                    <a:pt x="55" y="53"/>
                    <a:pt x="55" y="53"/>
                    <a:pt x="55" y="53"/>
                  </a:cubicBezTo>
                  <a:cubicBezTo>
                    <a:pt x="55" y="53"/>
                    <a:pt x="56" y="53"/>
                    <a:pt x="56" y="53"/>
                  </a:cubicBezTo>
                  <a:cubicBezTo>
                    <a:pt x="56" y="53"/>
                    <a:pt x="56" y="53"/>
                    <a:pt x="57" y="53"/>
                  </a:cubicBezTo>
                  <a:cubicBezTo>
                    <a:pt x="57" y="53"/>
                    <a:pt x="58" y="53"/>
                    <a:pt x="58" y="53"/>
                  </a:cubicBezTo>
                  <a:cubicBezTo>
                    <a:pt x="59" y="53"/>
                    <a:pt x="59" y="53"/>
                    <a:pt x="59" y="53"/>
                  </a:cubicBezTo>
                  <a:cubicBezTo>
                    <a:pt x="59" y="53"/>
                    <a:pt x="60" y="53"/>
                    <a:pt x="60" y="53"/>
                  </a:cubicBezTo>
                  <a:cubicBezTo>
                    <a:pt x="60" y="53"/>
                    <a:pt x="60" y="53"/>
                    <a:pt x="60" y="53"/>
                  </a:cubicBezTo>
                  <a:cubicBezTo>
                    <a:pt x="60" y="53"/>
                    <a:pt x="61" y="53"/>
                    <a:pt x="61" y="53"/>
                  </a:cubicBezTo>
                  <a:cubicBezTo>
                    <a:pt x="61" y="53"/>
                    <a:pt x="61" y="53"/>
                    <a:pt x="61" y="53"/>
                  </a:cubicBezTo>
                  <a:cubicBezTo>
                    <a:pt x="61" y="53"/>
                    <a:pt x="62" y="53"/>
                    <a:pt x="62" y="53"/>
                  </a:cubicBezTo>
                  <a:cubicBezTo>
                    <a:pt x="62" y="53"/>
                    <a:pt x="62" y="53"/>
                    <a:pt x="62" y="53"/>
                  </a:cubicBezTo>
                  <a:cubicBezTo>
                    <a:pt x="62" y="53"/>
                    <a:pt x="62" y="53"/>
                    <a:pt x="63" y="53"/>
                  </a:cubicBezTo>
                  <a:cubicBezTo>
                    <a:pt x="63" y="53"/>
                    <a:pt x="63" y="53"/>
                    <a:pt x="63" y="53"/>
                  </a:cubicBezTo>
                  <a:cubicBezTo>
                    <a:pt x="63" y="53"/>
                    <a:pt x="64" y="53"/>
                    <a:pt x="64" y="53"/>
                  </a:cubicBezTo>
                  <a:cubicBezTo>
                    <a:pt x="64" y="53"/>
                    <a:pt x="64" y="53"/>
                    <a:pt x="64" y="53"/>
                  </a:cubicBezTo>
                  <a:cubicBezTo>
                    <a:pt x="64" y="53"/>
                    <a:pt x="65" y="53"/>
                    <a:pt x="65" y="53"/>
                  </a:cubicBezTo>
                  <a:cubicBezTo>
                    <a:pt x="65" y="53"/>
                    <a:pt x="65" y="53"/>
                    <a:pt x="66" y="53"/>
                  </a:cubicBezTo>
                  <a:cubicBezTo>
                    <a:pt x="66" y="53"/>
                    <a:pt x="67" y="53"/>
                    <a:pt x="67" y="53"/>
                  </a:cubicBezTo>
                  <a:cubicBezTo>
                    <a:pt x="71" y="53"/>
                    <a:pt x="76" y="53"/>
                    <a:pt x="80" y="53"/>
                  </a:cubicBezTo>
                  <a:cubicBezTo>
                    <a:pt x="81" y="53"/>
                    <a:pt x="82" y="53"/>
                    <a:pt x="83" y="53"/>
                  </a:cubicBezTo>
                  <a:cubicBezTo>
                    <a:pt x="84" y="53"/>
                    <a:pt x="84" y="53"/>
                    <a:pt x="84" y="53"/>
                  </a:cubicBezTo>
                  <a:cubicBezTo>
                    <a:pt x="84" y="53"/>
                    <a:pt x="85" y="54"/>
                    <a:pt x="85" y="53"/>
                  </a:cubicBezTo>
                  <a:cubicBezTo>
                    <a:pt x="85" y="53"/>
                    <a:pt x="85" y="53"/>
                    <a:pt x="85" y="53"/>
                  </a:cubicBezTo>
                  <a:close/>
                  <a:moveTo>
                    <a:pt x="96" y="54"/>
                  </a:moveTo>
                  <a:cubicBezTo>
                    <a:pt x="96" y="54"/>
                    <a:pt x="96" y="54"/>
                    <a:pt x="96" y="54"/>
                  </a:cubicBezTo>
                  <a:cubicBezTo>
                    <a:pt x="96" y="54"/>
                    <a:pt x="96" y="54"/>
                    <a:pt x="96" y="54"/>
                  </a:cubicBezTo>
                  <a:cubicBezTo>
                    <a:pt x="95" y="54"/>
                    <a:pt x="94" y="54"/>
                    <a:pt x="94" y="54"/>
                  </a:cubicBezTo>
                  <a:cubicBezTo>
                    <a:pt x="91" y="54"/>
                    <a:pt x="89" y="54"/>
                    <a:pt x="86" y="54"/>
                  </a:cubicBezTo>
                  <a:cubicBezTo>
                    <a:pt x="86" y="54"/>
                    <a:pt x="86" y="54"/>
                    <a:pt x="86" y="54"/>
                  </a:cubicBezTo>
                  <a:cubicBezTo>
                    <a:pt x="86" y="55"/>
                    <a:pt x="86" y="55"/>
                    <a:pt x="86" y="55"/>
                  </a:cubicBezTo>
                  <a:cubicBezTo>
                    <a:pt x="86" y="56"/>
                    <a:pt x="86" y="57"/>
                    <a:pt x="86" y="57"/>
                  </a:cubicBezTo>
                  <a:cubicBezTo>
                    <a:pt x="86" y="57"/>
                    <a:pt x="86" y="58"/>
                    <a:pt x="86" y="58"/>
                  </a:cubicBezTo>
                  <a:cubicBezTo>
                    <a:pt x="86" y="58"/>
                    <a:pt x="86" y="59"/>
                    <a:pt x="86" y="59"/>
                  </a:cubicBezTo>
                  <a:cubicBezTo>
                    <a:pt x="86" y="59"/>
                    <a:pt x="86" y="59"/>
                    <a:pt x="86" y="59"/>
                  </a:cubicBezTo>
                  <a:cubicBezTo>
                    <a:pt x="86" y="60"/>
                    <a:pt x="86" y="60"/>
                    <a:pt x="86" y="60"/>
                  </a:cubicBezTo>
                  <a:cubicBezTo>
                    <a:pt x="86" y="60"/>
                    <a:pt x="86" y="60"/>
                    <a:pt x="86" y="60"/>
                  </a:cubicBezTo>
                  <a:cubicBezTo>
                    <a:pt x="85" y="61"/>
                    <a:pt x="86" y="62"/>
                    <a:pt x="85" y="63"/>
                  </a:cubicBezTo>
                  <a:cubicBezTo>
                    <a:pt x="85" y="63"/>
                    <a:pt x="85" y="63"/>
                    <a:pt x="85" y="63"/>
                  </a:cubicBezTo>
                  <a:cubicBezTo>
                    <a:pt x="85" y="64"/>
                    <a:pt x="85" y="64"/>
                    <a:pt x="85" y="64"/>
                  </a:cubicBezTo>
                  <a:cubicBezTo>
                    <a:pt x="85" y="64"/>
                    <a:pt x="85" y="64"/>
                    <a:pt x="85" y="64"/>
                  </a:cubicBezTo>
                  <a:cubicBezTo>
                    <a:pt x="85" y="65"/>
                    <a:pt x="85" y="65"/>
                    <a:pt x="85" y="65"/>
                  </a:cubicBezTo>
                  <a:cubicBezTo>
                    <a:pt x="85" y="65"/>
                    <a:pt x="85" y="65"/>
                    <a:pt x="85" y="65"/>
                  </a:cubicBezTo>
                  <a:cubicBezTo>
                    <a:pt x="85" y="66"/>
                    <a:pt x="85" y="66"/>
                    <a:pt x="85" y="67"/>
                  </a:cubicBezTo>
                  <a:cubicBezTo>
                    <a:pt x="85" y="67"/>
                    <a:pt x="85" y="67"/>
                    <a:pt x="85" y="68"/>
                  </a:cubicBezTo>
                  <a:cubicBezTo>
                    <a:pt x="85" y="68"/>
                    <a:pt x="85" y="69"/>
                    <a:pt x="85" y="69"/>
                  </a:cubicBezTo>
                  <a:cubicBezTo>
                    <a:pt x="85" y="69"/>
                    <a:pt x="85" y="70"/>
                    <a:pt x="85" y="70"/>
                  </a:cubicBezTo>
                  <a:cubicBezTo>
                    <a:pt x="85" y="70"/>
                    <a:pt x="85" y="70"/>
                    <a:pt x="85" y="70"/>
                  </a:cubicBezTo>
                  <a:cubicBezTo>
                    <a:pt x="85" y="70"/>
                    <a:pt x="85" y="70"/>
                    <a:pt x="85" y="70"/>
                  </a:cubicBezTo>
                  <a:cubicBezTo>
                    <a:pt x="85" y="71"/>
                    <a:pt x="85" y="71"/>
                    <a:pt x="85" y="72"/>
                  </a:cubicBezTo>
                  <a:cubicBezTo>
                    <a:pt x="85" y="72"/>
                    <a:pt x="85" y="72"/>
                    <a:pt x="85" y="72"/>
                  </a:cubicBezTo>
                  <a:cubicBezTo>
                    <a:pt x="85" y="72"/>
                    <a:pt x="85" y="71"/>
                    <a:pt x="85" y="71"/>
                  </a:cubicBezTo>
                  <a:cubicBezTo>
                    <a:pt x="85" y="71"/>
                    <a:pt x="85" y="71"/>
                    <a:pt x="86" y="71"/>
                  </a:cubicBezTo>
                  <a:cubicBezTo>
                    <a:pt x="86" y="71"/>
                    <a:pt x="86" y="71"/>
                    <a:pt x="86" y="71"/>
                  </a:cubicBezTo>
                  <a:cubicBezTo>
                    <a:pt x="86" y="70"/>
                    <a:pt x="87" y="69"/>
                    <a:pt x="87" y="69"/>
                  </a:cubicBezTo>
                  <a:cubicBezTo>
                    <a:pt x="87" y="69"/>
                    <a:pt x="87" y="68"/>
                    <a:pt x="88" y="68"/>
                  </a:cubicBezTo>
                  <a:cubicBezTo>
                    <a:pt x="90" y="65"/>
                    <a:pt x="92" y="62"/>
                    <a:pt x="93" y="59"/>
                  </a:cubicBezTo>
                  <a:cubicBezTo>
                    <a:pt x="94" y="59"/>
                    <a:pt x="94" y="58"/>
                    <a:pt x="95" y="58"/>
                  </a:cubicBezTo>
                  <a:cubicBezTo>
                    <a:pt x="95" y="57"/>
                    <a:pt x="95" y="56"/>
                    <a:pt x="96" y="56"/>
                  </a:cubicBezTo>
                  <a:cubicBezTo>
                    <a:pt x="96" y="55"/>
                    <a:pt x="96" y="55"/>
                    <a:pt x="96" y="55"/>
                  </a:cubicBezTo>
                  <a:cubicBezTo>
                    <a:pt x="96" y="55"/>
                    <a:pt x="96" y="55"/>
                    <a:pt x="96" y="54"/>
                  </a:cubicBezTo>
                  <a:close/>
                  <a:moveTo>
                    <a:pt x="106" y="53"/>
                  </a:moveTo>
                  <a:cubicBezTo>
                    <a:pt x="106" y="53"/>
                    <a:pt x="106" y="53"/>
                    <a:pt x="106" y="53"/>
                  </a:cubicBezTo>
                  <a:cubicBezTo>
                    <a:pt x="106" y="53"/>
                    <a:pt x="106" y="53"/>
                    <a:pt x="106" y="53"/>
                  </a:cubicBezTo>
                  <a:cubicBezTo>
                    <a:pt x="106" y="52"/>
                    <a:pt x="107" y="52"/>
                    <a:pt x="107" y="51"/>
                  </a:cubicBezTo>
                  <a:cubicBezTo>
                    <a:pt x="107" y="51"/>
                    <a:pt x="107" y="51"/>
                    <a:pt x="107" y="51"/>
                  </a:cubicBezTo>
                  <a:cubicBezTo>
                    <a:pt x="107" y="49"/>
                    <a:pt x="108" y="47"/>
                    <a:pt x="109" y="46"/>
                  </a:cubicBezTo>
                  <a:cubicBezTo>
                    <a:pt x="110" y="42"/>
                    <a:pt x="111" y="39"/>
                    <a:pt x="112" y="36"/>
                  </a:cubicBezTo>
                  <a:cubicBezTo>
                    <a:pt x="112" y="36"/>
                    <a:pt x="112" y="36"/>
                    <a:pt x="112" y="36"/>
                  </a:cubicBezTo>
                  <a:cubicBezTo>
                    <a:pt x="112" y="35"/>
                    <a:pt x="112" y="34"/>
                    <a:pt x="113" y="33"/>
                  </a:cubicBezTo>
                  <a:cubicBezTo>
                    <a:pt x="113" y="32"/>
                    <a:pt x="113" y="31"/>
                    <a:pt x="113" y="30"/>
                  </a:cubicBezTo>
                  <a:cubicBezTo>
                    <a:pt x="114" y="30"/>
                    <a:pt x="114" y="30"/>
                    <a:pt x="114" y="29"/>
                  </a:cubicBezTo>
                  <a:cubicBezTo>
                    <a:pt x="114" y="29"/>
                    <a:pt x="114" y="29"/>
                    <a:pt x="114" y="28"/>
                  </a:cubicBezTo>
                  <a:cubicBezTo>
                    <a:pt x="114" y="28"/>
                    <a:pt x="114" y="28"/>
                    <a:pt x="114" y="28"/>
                  </a:cubicBezTo>
                  <a:cubicBezTo>
                    <a:pt x="114" y="28"/>
                    <a:pt x="114" y="28"/>
                    <a:pt x="114" y="27"/>
                  </a:cubicBezTo>
                  <a:cubicBezTo>
                    <a:pt x="114" y="27"/>
                    <a:pt x="114" y="27"/>
                    <a:pt x="114" y="27"/>
                  </a:cubicBezTo>
                  <a:cubicBezTo>
                    <a:pt x="114" y="28"/>
                    <a:pt x="114" y="28"/>
                    <a:pt x="114" y="28"/>
                  </a:cubicBezTo>
                  <a:cubicBezTo>
                    <a:pt x="114" y="28"/>
                    <a:pt x="114" y="28"/>
                    <a:pt x="114" y="28"/>
                  </a:cubicBezTo>
                  <a:cubicBezTo>
                    <a:pt x="114" y="28"/>
                    <a:pt x="114" y="28"/>
                    <a:pt x="114" y="28"/>
                  </a:cubicBezTo>
                  <a:cubicBezTo>
                    <a:pt x="114" y="28"/>
                    <a:pt x="114" y="28"/>
                    <a:pt x="114" y="28"/>
                  </a:cubicBezTo>
                  <a:cubicBezTo>
                    <a:pt x="114" y="28"/>
                    <a:pt x="114" y="28"/>
                    <a:pt x="114" y="28"/>
                  </a:cubicBezTo>
                  <a:cubicBezTo>
                    <a:pt x="114" y="28"/>
                    <a:pt x="114" y="28"/>
                    <a:pt x="114" y="29"/>
                  </a:cubicBezTo>
                  <a:cubicBezTo>
                    <a:pt x="114" y="29"/>
                    <a:pt x="114" y="29"/>
                    <a:pt x="114" y="29"/>
                  </a:cubicBezTo>
                  <a:cubicBezTo>
                    <a:pt x="113" y="29"/>
                    <a:pt x="113" y="29"/>
                    <a:pt x="113" y="29"/>
                  </a:cubicBezTo>
                  <a:cubicBezTo>
                    <a:pt x="113" y="29"/>
                    <a:pt x="113" y="29"/>
                    <a:pt x="113" y="29"/>
                  </a:cubicBezTo>
                  <a:cubicBezTo>
                    <a:pt x="113" y="30"/>
                    <a:pt x="113" y="30"/>
                    <a:pt x="112" y="31"/>
                  </a:cubicBezTo>
                  <a:cubicBezTo>
                    <a:pt x="112" y="31"/>
                    <a:pt x="112" y="31"/>
                    <a:pt x="112" y="31"/>
                  </a:cubicBezTo>
                  <a:cubicBezTo>
                    <a:pt x="112" y="31"/>
                    <a:pt x="112" y="31"/>
                    <a:pt x="112" y="31"/>
                  </a:cubicBezTo>
                  <a:cubicBezTo>
                    <a:pt x="112" y="31"/>
                    <a:pt x="112" y="31"/>
                    <a:pt x="112" y="31"/>
                  </a:cubicBezTo>
                  <a:cubicBezTo>
                    <a:pt x="112" y="31"/>
                    <a:pt x="112" y="31"/>
                    <a:pt x="112" y="31"/>
                  </a:cubicBezTo>
                  <a:cubicBezTo>
                    <a:pt x="112" y="31"/>
                    <a:pt x="112" y="32"/>
                    <a:pt x="112" y="32"/>
                  </a:cubicBezTo>
                  <a:cubicBezTo>
                    <a:pt x="112" y="32"/>
                    <a:pt x="112" y="32"/>
                    <a:pt x="112" y="32"/>
                  </a:cubicBezTo>
                  <a:cubicBezTo>
                    <a:pt x="111" y="32"/>
                    <a:pt x="111" y="33"/>
                    <a:pt x="111" y="33"/>
                  </a:cubicBezTo>
                  <a:cubicBezTo>
                    <a:pt x="111" y="33"/>
                    <a:pt x="111" y="33"/>
                    <a:pt x="111" y="33"/>
                  </a:cubicBezTo>
                  <a:cubicBezTo>
                    <a:pt x="111" y="34"/>
                    <a:pt x="110" y="35"/>
                    <a:pt x="110" y="35"/>
                  </a:cubicBezTo>
                  <a:cubicBezTo>
                    <a:pt x="109" y="37"/>
                    <a:pt x="108" y="38"/>
                    <a:pt x="107" y="39"/>
                  </a:cubicBezTo>
                  <a:cubicBezTo>
                    <a:pt x="107" y="39"/>
                    <a:pt x="107" y="40"/>
                    <a:pt x="107" y="40"/>
                  </a:cubicBezTo>
                  <a:cubicBezTo>
                    <a:pt x="107" y="40"/>
                    <a:pt x="107" y="40"/>
                    <a:pt x="107" y="40"/>
                  </a:cubicBezTo>
                  <a:cubicBezTo>
                    <a:pt x="107" y="40"/>
                    <a:pt x="107" y="41"/>
                    <a:pt x="107" y="41"/>
                  </a:cubicBezTo>
                  <a:cubicBezTo>
                    <a:pt x="106" y="42"/>
                    <a:pt x="105" y="43"/>
                    <a:pt x="105" y="44"/>
                  </a:cubicBezTo>
                  <a:cubicBezTo>
                    <a:pt x="104" y="45"/>
                    <a:pt x="104" y="45"/>
                    <a:pt x="103" y="46"/>
                  </a:cubicBezTo>
                  <a:cubicBezTo>
                    <a:pt x="103" y="46"/>
                    <a:pt x="103" y="46"/>
                    <a:pt x="103" y="46"/>
                  </a:cubicBezTo>
                  <a:cubicBezTo>
                    <a:pt x="103" y="47"/>
                    <a:pt x="102" y="47"/>
                    <a:pt x="102" y="48"/>
                  </a:cubicBezTo>
                  <a:cubicBezTo>
                    <a:pt x="102" y="48"/>
                    <a:pt x="102" y="48"/>
                    <a:pt x="102" y="49"/>
                  </a:cubicBezTo>
                  <a:cubicBezTo>
                    <a:pt x="101" y="49"/>
                    <a:pt x="101" y="50"/>
                    <a:pt x="100" y="51"/>
                  </a:cubicBezTo>
                  <a:cubicBezTo>
                    <a:pt x="100" y="51"/>
                    <a:pt x="100" y="51"/>
                    <a:pt x="100" y="51"/>
                  </a:cubicBezTo>
                  <a:cubicBezTo>
                    <a:pt x="100" y="52"/>
                    <a:pt x="99" y="52"/>
                    <a:pt x="99" y="53"/>
                  </a:cubicBezTo>
                  <a:cubicBezTo>
                    <a:pt x="99" y="53"/>
                    <a:pt x="99" y="53"/>
                    <a:pt x="99" y="53"/>
                  </a:cubicBezTo>
                  <a:cubicBezTo>
                    <a:pt x="99" y="54"/>
                    <a:pt x="100" y="53"/>
                    <a:pt x="101" y="53"/>
                  </a:cubicBezTo>
                  <a:cubicBezTo>
                    <a:pt x="102" y="53"/>
                    <a:pt x="103" y="53"/>
                    <a:pt x="104" y="53"/>
                  </a:cubicBezTo>
                  <a:cubicBezTo>
                    <a:pt x="105" y="53"/>
                    <a:pt x="105" y="54"/>
                    <a:pt x="105" y="53"/>
                  </a:cubicBezTo>
                  <a:cubicBezTo>
                    <a:pt x="105" y="53"/>
                    <a:pt x="106" y="53"/>
                    <a:pt x="106" y="53"/>
                  </a:cubicBezTo>
                  <a:close/>
                  <a:moveTo>
                    <a:pt x="102" y="69"/>
                  </a:moveTo>
                  <a:cubicBezTo>
                    <a:pt x="102" y="69"/>
                    <a:pt x="102" y="69"/>
                    <a:pt x="102" y="69"/>
                  </a:cubicBezTo>
                  <a:cubicBezTo>
                    <a:pt x="102" y="69"/>
                    <a:pt x="102" y="69"/>
                    <a:pt x="102" y="69"/>
                  </a:cubicBezTo>
                  <a:cubicBezTo>
                    <a:pt x="102" y="69"/>
                    <a:pt x="102" y="69"/>
                    <a:pt x="102" y="69"/>
                  </a:cubicBezTo>
                  <a:cubicBezTo>
                    <a:pt x="102" y="69"/>
                    <a:pt x="102" y="69"/>
                    <a:pt x="102" y="69"/>
                  </a:cubicBezTo>
                  <a:cubicBezTo>
                    <a:pt x="102" y="69"/>
                    <a:pt x="102" y="69"/>
                    <a:pt x="102" y="69"/>
                  </a:cubicBezTo>
                  <a:close/>
                  <a:moveTo>
                    <a:pt x="109" y="54"/>
                  </a:moveTo>
                  <a:cubicBezTo>
                    <a:pt x="109" y="54"/>
                    <a:pt x="109" y="54"/>
                    <a:pt x="109" y="54"/>
                  </a:cubicBezTo>
                  <a:cubicBezTo>
                    <a:pt x="109" y="54"/>
                    <a:pt x="109" y="54"/>
                    <a:pt x="109" y="54"/>
                  </a:cubicBezTo>
                  <a:cubicBezTo>
                    <a:pt x="109" y="54"/>
                    <a:pt x="109" y="54"/>
                    <a:pt x="108" y="54"/>
                  </a:cubicBezTo>
                  <a:cubicBezTo>
                    <a:pt x="108" y="54"/>
                    <a:pt x="108" y="54"/>
                    <a:pt x="107" y="54"/>
                  </a:cubicBezTo>
                  <a:cubicBezTo>
                    <a:pt x="107" y="55"/>
                    <a:pt x="107" y="55"/>
                    <a:pt x="107" y="55"/>
                  </a:cubicBezTo>
                  <a:cubicBezTo>
                    <a:pt x="107" y="56"/>
                    <a:pt x="107" y="57"/>
                    <a:pt x="106" y="57"/>
                  </a:cubicBezTo>
                  <a:cubicBezTo>
                    <a:pt x="106" y="59"/>
                    <a:pt x="105" y="60"/>
                    <a:pt x="105" y="61"/>
                  </a:cubicBezTo>
                  <a:cubicBezTo>
                    <a:pt x="105" y="62"/>
                    <a:pt x="105" y="63"/>
                    <a:pt x="104" y="63"/>
                  </a:cubicBezTo>
                  <a:cubicBezTo>
                    <a:pt x="104" y="63"/>
                    <a:pt x="104" y="63"/>
                    <a:pt x="104" y="63"/>
                  </a:cubicBezTo>
                  <a:cubicBezTo>
                    <a:pt x="104" y="64"/>
                    <a:pt x="104" y="64"/>
                    <a:pt x="104" y="64"/>
                  </a:cubicBezTo>
                  <a:cubicBezTo>
                    <a:pt x="104" y="64"/>
                    <a:pt x="104" y="65"/>
                    <a:pt x="104" y="65"/>
                  </a:cubicBezTo>
                  <a:cubicBezTo>
                    <a:pt x="104" y="66"/>
                    <a:pt x="103" y="67"/>
                    <a:pt x="103" y="68"/>
                  </a:cubicBezTo>
                  <a:cubicBezTo>
                    <a:pt x="103" y="68"/>
                    <a:pt x="103" y="68"/>
                    <a:pt x="103" y="69"/>
                  </a:cubicBezTo>
                  <a:cubicBezTo>
                    <a:pt x="103" y="69"/>
                    <a:pt x="103" y="69"/>
                    <a:pt x="103" y="69"/>
                  </a:cubicBezTo>
                  <a:cubicBezTo>
                    <a:pt x="103" y="69"/>
                    <a:pt x="102" y="69"/>
                    <a:pt x="102" y="69"/>
                  </a:cubicBezTo>
                  <a:cubicBezTo>
                    <a:pt x="103" y="69"/>
                    <a:pt x="103" y="69"/>
                    <a:pt x="103" y="69"/>
                  </a:cubicBezTo>
                  <a:cubicBezTo>
                    <a:pt x="103" y="69"/>
                    <a:pt x="103" y="69"/>
                    <a:pt x="103" y="69"/>
                  </a:cubicBezTo>
                  <a:cubicBezTo>
                    <a:pt x="103" y="69"/>
                    <a:pt x="103" y="69"/>
                    <a:pt x="103" y="69"/>
                  </a:cubicBezTo>
                  <a:cubicBezTo>
                    <a:pt x="103" y="69"/>
                    <a:pt x="103" y="69"/>
                    <a:pt x="103" y="69"/>
                  </a:cubicBezTo>
                  <a:cubicBezTo>
                    <a:pt x="103" y="68"/>
                    <a:pt x="103" y="68"/>
                    <a:pt x="103" y="68"/>
                  </a:cubicBezTo>
                  <a:cubicBezTo>
                    <a:pt x="103" y="68"/>
                    <a:pt x="103" y="68"/>
                    <a:pt x="103" y="68"/>
                  </a:cubicBezTo>
                  <a:cubicBezTo>
                    <a:pt x="103" y="68"/>
                    <a:pt x="104" y="67"/>
                    <a:pt x="104" y="67"/>
                  </a:cubicBezTo>
                  <a:cubicBezTo>
                    <a:pt x="104" y="66"/>
                    <a:pt x="104" y="66"/>
                    <a:pt x="104" y="66"/>
                  </a:cubicBezTo>
                  <a:cubicBezTo>
                    <a:pt x="104" y="66"/>
                    <a:pt x="104" y="66"/>
                    <a:pt x="104" y="66"/>
                  </a:cubicBezTo>
                  <a:cubicBezTo>
                    <a:pt x="104" y="66"/>
                    <a:pt x="104" y="66"/>
                    <a:pt x="104" y="66"/>
                  </a:cubicBezTo>
                  <a:cubicBezTo>
                    <a:pt x="104" y="65"/>
                    <a:pt x="105" y="64"/>
                    <a:pt x="105" y="64"/>
                  </a:cubicBezTo>
                  <a:cubicBezTo>
                    <a:pt x="105" y="64"/>
                    <a:pt x="105" y="64"/>
                    <a:pt x="105" y="63"/>
                  </a:cubicBezTo>
                  <a:cubicBezTo>
                    <a:pt x="105" y="63"/>
                    <a:pt x="105" y="63"/>
                    <a:pt x="105" y="63"/>
                  </a:cubicBezTo>
                  <a:cubicBezTo>
                    <a:pt x="105" y="63"/>
                    <a:pt x="105" y="63"/>
                    <a:pt x="105" y="63"/>
                  </a:cubicBezTo>
                  <a:cubicBezTo>
                    <a:pt x="106" y="62"/>
                    <a:pt x="106" y="62"/>
                    <a:pt x="106" y="61"/>
                  </a:cubicBezTo>
                  <a:cubicBezTo>
                    <a:pt x="106" y="61"/>
                    <a:pt x="106" y="61"/>
                    <a:pt x="106" y="61"/>
                  </a:cubicBezTo>
                  <a:cubicBezTo>
                    <a:pt x="106" y="61"/>
                    <a:pt x="106" y="61"/>
                    <a:pt x="106" y="61"/>
                  </a:cubicBezTo>
                  <a:cubicBezTo>
                    <a:pt x="106" y="61"/>
                    <a:pt x="106" y="61"/>
                    <a:pt x="106" y="61"/>
                  </a:cubicBezTo>
                  <a:cubicBezTo>
                    <a:pt x="107" y="60"/>
                    <a:pt x="107" y="60"/>
                    <a:pt x="107" y="60"/>
                  </a:cubicBezTo>
                  <a:cubicBezTo>
                    <a:pt x="107" y="59"/>
                    <a:pt x="107" y="59"/>
                    <a:pt x="108" y="58"/>
                  </a:cubicBezTo>
                  <a:cubicBezTo>
                    <a:pt x="108" y="58"/>
                    <a:pt x="108" y="58"/>
                    <a:pt x="108" y="57"/>
                  </a:cubicBezTo>
                  <a:cubicBezTo>
                    <a:pt x="108" y="57"/>
                    <a:pt x="108" y="57"/>
                    <a:pt x="108" y="57"/>
                  </a:cubicBezTo>
                  <a:cubicBezTo>
                    <a:pt x="108" y="57"/>
                    <a:pt x="108" y="57"/>
                    <a:pt x="108" y="57"/>
                  </a:cubicBezTo>
                  <a:cubicBezTo>
                    <a:pt x="108" y="57"/>
                    <a:pt x="108" y="57"/>
                    <a:pt x="108" y="56"/>
                  </a:cubicBezTo>
                  <a:cubicBezTo>
                    <a:pt x="108" y="56"/>
                    <a:pt x="108" y="56"/>
                    <a:pt x="108" y="56"/>
                  </a:cubicBezTo>
                  <a:cubicBezTo>
                    <a:pt x="108" y="56"/>
                    <a:pt x="108" y="56"/>
                    <a:pt x="108" y="56"/>
                  </a:cubicBezTo>
                  <a:cubicBezTo>
                    <a:pt x="109" y="56"/>
                    <a:pt x="109" y="56"/>
                    <a:pt x="109" y="56"/>
                  </a:cubicBezTo>
                  <a:cubicBezTo>
                    <a:pt x="109" y="56"/>
                    <a:pt x="109" y="56"/>
                    <a:pt x="109" y="55"/>
                  </a:cubicBezTo>
                  <a:cubicBezTo>
                    <a:pt x="109" y="55"/>
                    <a:pt x="109" y="55"/>
                    <a:pt x="109" y="55"/>
                  </a:cubicBezTo>
                  <a:cubicBezTo>
                    <a:pt x="109" y="55"/>
                    <a:pt x="109" y="55"/>
                    <a:pt x="109" y="55"/>
                  </a:cubicBezTo>
                  <a:cubicBezTo>
                    <a:pt x="109" y="55"/>
                    <a:pt x="109" y="55"/>
                    <a:pt x="109" y="54"/>
                  </a:cubicBezTo>
                  <a:close/>
                </a:path>
              </a:pathLst>
            </a:custGeom>
            <a:grpFill/>
            <a:ln w="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Freeform 18">
              <a:extLst>
                <a:ext uri="{FF2B5EF4-FFF2-40B4-BE49-F238E27FC236}">
                  <a16:creationId xmlns:a16="http://schemas.microsoft.com/office/drawing/2014/main" id="{A17CA18C-4A26-A324-B330-0E8B3B93A215}"/>
                </a:ext>
              </a:extLst>
            </p:cNvPr>
            <p:cNvSpPr>
              <a:spLocks noEditPoints="1"/>
            </p:cNvSpPr>
            <p:nvPr/>
          </p:nvSpPr>
          <p:spPr bwMode="auto">
            <a:xfrm>
              <a:off x="9555163" y="1270001"/>
              <a:ext cx="109538" cy="209550"/>
            </a:xfrm>
            <a:custGeom>
              <a:avLst/>
              <a:gdLst>
                <a:gd name="T0" fmla="*/ 17 w 29"/>
                <a:gd name="T1" fmla="*/ 23 h 54"/>
                <a:gd name="T2" fmla="*/ 15 w 29"/>
                <a:gd name="T3" fmla="*/ 28 h 54"/>
                <a:gd name="T4" fmla="*/ 15 w 29"/>
                <a:gd name="T5" fmla="*/ 29 h 54"/>
                <a:gd name="T6" fmla="*/ 14 w 29"/>
                <a:gd name="T7" fmla="*/ 30 h 54"/>
                <a:gd name="T8" fmla="*/ 14 w 29"/>
                <a:gd name="T9" fmla="*/ 31 h 54"/>
                <a:gd name="T10" fmla="*/ 13 w 29"/>
                <a:gd name="T11" fmla="*/ 32 h 54"/>
                <a:gd name="T12" fmla="*/ 13 w 29"/>
                <a:gd name="T13" fmla="*/ 34 h 54"/>
                <a:gd name="T14" fmla="*/ 12 w 29"/>
                <a:gd name="T15" fmla="*/ 35 h 54"/>
                <a:gd name="T16" fmla="*/ 12 w 29"/>
                <a:gd name="T17" fmla="*/ 36 h 54"/>
                <a:gd name="T18" fmla="*/ 11 w 29"/>
                <a:gd name="T19" fmla="*/ 37 h 54"/>
                <a:gd name="T20" fmla="*/ 11 w 29"/>
                <a:gd name="T21" fmla="*/ 38 h 54"/>
                <a:gd name="T22" fmla="*/ 10 w 29"/>
                <a:gd name="T23" fmla="*/ 40 h 54"/>
                <a:gd name="T24" fmla="*/ 10 w 29"/>
                <a:gd name="T25" fmla="*/ 41 h 54"/>
                <a:gd name="T26" fmla="*/ 10 w 29"/>
                <a:gd name="T27" fmla="*/ 42 h 54"/>
                <a:gd name="T28" fmla="*/ 9 w 29"/>
                <a:gd name="T29" fmla="*/ 44 h 54"/>
                <a:gd name="T30" fmla="*/ 7 w 29"/>
                <a:gd name="T31" fmla="*/ 48 h 54"/>
                <a:gd name="T32" fmla="*/ 7 w 29"/>
                <a:gd name="T33" fmla="*/ 53 h 54"/>
                <a:gd name="T34" fmla="*/ 8 w 29"/>
                <a:gd name="T35" fmla="*/ 43 h 54"/>
                <a:gd name="T36" fmla="*/ 9 w 29"/>
                <a:gd name="T37" fmla="*/ 42 h 54"/>
                <a:gd name="T38" fmla="*/ 9 w 29"/>
                <a:gd name="T39" fmla="*/ 41 h 54"/>
                <a:gd name="T40" fmla="*/ 10 w 29"/>
                <a:gd name="T41" fmla="*/ 39 h 54"/>
                <a:gd name="T42" fmla="*/ 10 w 29"/>
                <a:gd name="T43" fmla="*/ 38 h 54"/>
                <a:gd name="T44" fmla="*/ 11 w 29"/>
                <a:gd name="T45" fmla="*/ 37 h 54"/>
                <a:gd name="T46" fmla="*/ 11 w 29"/>
                <a:gd name="T47" fmla="*/ 36 h 54"/>
                <a:gd name="T48" fmla="*/ 12 w 29"/>
                <a:gd name="T49" fmla="*/ 35 h 54"/>
                <a:gd name="T50" fmla="*/ 12 w 29"/>
                <a:gd name="T51" fmla="*/ 33 h 54"/>
                <a:gd name="T52" fmla="*/ 12 w 29"/>
                <a:gd name="T53" fmla="*/ 32 h 54"/>
                <a:gd name="T54" fmla="*/ 13 w 29"/>
                <a:gd name="T55" fmla="*/ 31 h 54"/>
                <a:gd name="T56" fmla="*/ 13 w 29"/>
                <a:gd name="T57" fmla="*/ 30 h 54"/>
                <a:gd name="T58" fmla="*/ 16 w 29"/>
                <a:gd name="T59" fmla="*/ 25 h 54"/>
                <a:gd name="T60" fmla="*/ 16 w 29"/>
                <a:gd name="T61" fmla="*/ 24 h 54"/>
                <a:gd name="T62" fmla="*/ 17 w 29"/>
                <a:gd name="T63" fmla="*/ 23 h 54"/>
                <a:gd name="T64" fmla="*/ 17 w 29"/>
                <a:gd name="T65" fmla="*/ 22 h 54"/>
                <a:gd name="T66" fmla="*/ 18 w 29"/>
                <a:gd name="T67" fmla="*/ 18 h 54"/>
                <a:gd name="T68" fmla="*/ 19 w 29"/>
                <a:gd name="T69" fmla="*/ 17 h 54"/>
                <a:gd name="T70" fmla="*/ 20 w 29"/>
                <a:gd name="T71" fmla="*/ 16 h 54"/>
                <a:gd name="T72" fmla="*/ 20 w 29"/>
                <a:gd name="T73" fmla="*/ 15 h 54"/>
                <a:gd name="T74" fmla="*/ 21 w 29"/>
                <a:gd name="T75" fmla="*/ 14 h 54"/>
                <a:gd name="T76" fmla="*/ 21 w 29"/>
                <a:gd name="T77" fmla="*/ 13 h 54"/>
                <a:gd name="T78" fmla="*/ 11 w 29"/>
                <a:gd name="T79" fmla="*/ 26 h 54"/>
                <a:gd name="T80" fmla="*/ 6 w 29"/>
                <a:gd name="T81" fmla="*/ 32 h 54"/>
                <a:gd name="T82" fmla="*/ 2 w 29"/>
                <a:gd name="T83" fmla="*/ 35 h 54"/>
                <a:gd name="T84" fmla="*/ 1 w 29"/>
                <a:gd name="T85" fmla="*/ 33 h 54"/>
                <a:gd name="T86" fmla="*/ 2 w 29"/>
                <a:gd name="T87" fmla="*/ 28 h 54"/>
                <a:gd name="T88" fmla="*/ 5 w 29"/>
                <a:gd name="T89" fmla="*/ 27 h 54"/>
                <a:gd name="T90" fmla="*/ 3 w 29"/>
                <a:gd name="T91" fmla="*/ 32 h 54"/>
                <a:gd name="T92" fmla="*/ 5 w 29"/>
                <a:gd name="T93" fmla="*/ 31 h 54"/>
                <a:gd name="T94" fmla="*/ 9 w 29"/>
                <a:gd name="T95" fmla="*/ 26 h 54"/>
                <a:gd name="T96" fmla="*/ 20 w 29"/>
                <a:gd name="T97" fmla="*/ 12 h 54"/>
                <a:gd name="T98" fmla="*/ 26 w 29"/>
                <a:gd name="T99" fmla="*/ 3 h 54"/>
                <a:gd name="T100" fmla="*/ 28 w 29"/>
                <a:gd name="T101" fmla="*/ 2 h 54"/>
                <a:gd name="T102" fmla="*/ 23 w 29"/>
                <a:gd name="T103" fmla="*/ 12 h 54"/>
                <a:gd name="T104" fmla="*/ 22 w 29"/>
                <a:gd name="T105" fmla="*/ 13 h 54"/>
                <a:gd name="T106" fmla="*/ 20 w 29"/>
                <a:gd name="T107" fmla="*/ 18 h 54"/>
                <a:gd name="T108" fmla="*/ 19 w 29"/>
                <a:gd name="T109" fmla="*/ 19 h 54"/>
                <a:gd name="T110" fmla="*/ 19 w 29"/>
                <a:gd name="T111" fmla="*/ 20 h 54"/>
                <a:gd name="T112" fmla="*/ 18 w 29"/>
                <a:gd name="T113" fmla="*/ 21 h 54"/>
                <a:gd name="T114" fmla="*/ 7 w 29"/>
                <a:gd name="T115" fmla="*/ 23 h 54"/>
                <a:gd name="T116" fmla="*/ 21 w 29"/>
                <a:gd name="T117" fmla="*/ 1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 h="54">
                  <a:moveTo>
                    <a:pt x="18" y="22"/>
                  </a:moveTo>
                  <a:cubicBezTo>
                    <a:pt x="18" y="22"/>
                    <a:pt x="18" y="22"/>
                    <a:pt x="18" y="22"/>
                  </a:cubicBezTo>
                  <a:cubicBezTo>
                    <a:pt x="18" y="22"/>
                    <a:pt x="18" y="22"/>
                    <a:pt x="18" y="22"/>
                  </a:cubicBezTo>
                  <a:cubicBezTo>
                    <a:pt x="18" y="22"/>
                    <a:pt x="18" y="22"/>
                    <a:pt x="18" y="22"/>
                  </a:cubicBezTo>
                  <a:cubicBezTo>
                    <a:pt x="18" y="22"/>
                    <a:pt x="18" y="22"/>
                    <a:pt x="17" y="22"/>
                  </a:cubicBezTo>
                  <a:cubicBezTo>
                    <a:pt x="17" y="23"/>
                    <a:pt x="17" y="23"/>
                    <a:pt x="17" y="23"/>
                  </a:cubicBezTo>
                  <a:cubicBezTo>
                    <a:pt x="17" y="24"/>
                    <a:pt x="16" y="25"/>
                    <a:pt x="15" y="27"/>
                  </a:cubicBezTo>
                  <a:cubicBezTo>
                    <a:pt x="15" y="27"/>
                    <a:pt x="15" y="27"/>
                    <a:pt x="15" y="27"/>
                  </a:cubicBezTo>
                  <a:cubicBezTo>
                    <a:pt x="15" y="27"/>
                    <a:pt x="15" y="27"/>
                    <a:pt x="15" y="27"/>
                  </a:cubicBezTo>
                  <a:cubicBezTo>
                    <a:pt x="15" y="27"/>
                    <a:pt x="15" y="27"/>
                    <a:pt x="15" y="27"/>
                  </a:cubicBezTo>
                  <a:cubicBezTo>
                    <a:pt x="15" y="28"/>
                    <a:pt x="15" y="28"/>
                    <a:pt x="15" y="28"/>
                  </a:cubicBezTo>
                  <a:cubicBezTo>
                    <a:pt x="15" y="28"/>
                    <a:pt x="15" y="28"/>
                    <a:pt x="15" y="28"/>
                  </a:cubicBezTo>
                  <a:cubicBezTo>
                    <a:pt x="15" y="28"/>
                    <a:pt x="15" y="28"/>
                    <a:pt x="15" y="28"/>
                  </a:cubicBezTo>
                  <a:cubicBezTo>
                    <a:pt x="15" y="28"/>
                    <a:pt x="15" y="28"/>
                    <a:pt x="15" y="28"/>
                  </a:cubicBezTo>
                  <a:cubicBezTo>
                    <a:pt x="15" y="28"/>
                    <a:pt x="15" y="28"/>
                    <a:pt x="15" y="28"/>
                  </a:cubicBezTo>
                  <a:cubicBezTo>
                    <a:pt x="15" y="28"/>
                    <a:pt x="15" y="28"/>
                    <a:pt x="15" y="29"/>
                  </a:cubicBezTo>
                  <a:cubicBezTo>
                    <a:pt x="15" y="29"/>
                    <a:pt x="15" y="29"/>
                    <a:pt x="15" y="29"/>
                  </a:cubicBezTo>
                  <a:cubicBezTo>
                    <a:pt x="15" y="29"/>
                    <a:pt x="15" y="29"/>
                    <a:pt x="15" y="29"/>
                  </a:cubicBezTo>
                  <a:cubicBezTo>
                    <a:pt x="15" y="29"/>
                    <a:pt x="15" y="29"/>
                    <a:pt x="15" y="29"/>
                  </a:cubicBezTo>
                  <a:cubicBezTo>
                    <a:pt x="15" y="29"/>
                    <a:pt x="15" y="29"/>
                    <a:pt x="15" y="29"/>
                  </a:cubicBezTo>
                  <a:cubicBezTo>
                    <a:pt x="14" y="29"/>
                    <a:pt x="14" y="29"/>
                    <a:pt x="14" y="29"/>
                  </a:cubicBezTo>
                  <a:cubicBezTo>
                    <a:pt x="14" y="30"/>
                    <a:pt x="14" y="30"/>
                    <a:pt x="14" y="30"/>
                  </a:cubicBezTo>
                  <a:cubicBezTo>
                    <a:pt x="14" y="30"/>
                    <a:pt x="14" y="30"/>
                    <a:pt x="14" y="30"/>
                  </a:cubicBezTo>
                  <a:cubicBezTo>
                    <a:pt x="14" y="30"/>
                    <a:pt x="14" y="30"/>
                    <a:pt x="14" y="30"/>
                  </a:cubicBezTo>
                  <a:cubicBezTo>
                    <a:pt x="14" y="30"/>
                    <a:pt x="14" y="30"/>
                    <a:pt x="14" y="30"/>
                  </a:cubicBezTo>
                  <a:cubicBezTo>
                    <a:pt x="14" y="30"/>
                    <a:pt x="14" y="30"/>
                    <a:pt x="14" y="30"/>
                  </a:cubicBezTo>
                  <a:cubicBezTo>
                    <a:pt x="14" y="30"/>
                    <a:pt x="14" y="31"/>
                    <a:pt x="14" y="31"/>
                  </a:cubicBezTo>
                  <a:cubicBezTo>
                    <a:pt x="14" y="31"/>
                    <a:pt x="14" y="31"/>
                    <a:pt x="14" y="31"/>
                  </a:cubicBezTo>
                  <a:cubicBezTo>
                    <a:pt x="14" y="31"/>
                    <a:pt x="14" y="31"/>
                    <a:pt x="14" y="31"/>
                  </a:cubicBezTo>
                  <a:cubicBezTo>
                    <a:pt x="14" y="31"/>
                    <a:pt x="14" y="31"/>
                    <a:pt x="14" y="31"/>
                  </a:cubicBezTo>
                  <a:cubicBezTo>
                    <a:pt x="14" y="31"/>
                    <a:pt x="14" y="31"/>
                    <a:pt x="14" y="31"/>
                  </a:cubicBezTo>
                  <a:cubicBezTo>
                    <a:pt x="14" y="31"/>
                    <a:pt x="14" y="31"/>
                    <a:pt x="14" y="32"/>
                  </a:cubicBezTo>
                  <a:cubicBezTo>
                    <a:pt x="14" y="32"/>
                    <a:pt x="14" y="32"/>
                    <a:pt x="13" y="32"/>
                  </a:cubicBezTo>
                  <a:cubicBezTo>
                    <a:pt x="13" y="32"/>
                    <a:pt x="13" y="32"/>
                    <a:pt x="13" y="32"/>
                  </a:cubicBezTo>
                  <a:cubicBezTo>
                    <a:pt x="13" y="32"/>
                    <a:pt x="13" y="32"/>
                    <a:pt x="13" y="32"/>
                  </a:cubicBezTo>
                  <a:cubicBezTo>
                    <a:pt x="13" y="32"/>
                    <a:pt x="13" y="32"/>
                    <a:pt x="13" y="32"/>
                  </a:cubicBezTo>
                  <a:cubicBezTo>
                    <a:pt x="13" y="32"/>
                    <a:pt x="13" y="32"/>
                    <a:pt x="13" y="32"/>
                  </a:cubicBezTo>
                  <a:cubicBezTo>
                    <a:pt x="13" y="33"/>
                    <a:pt x="13" y="33"/>
                    <a:pt x="13" y="33"/>
                  </a:cubicBezTo>
                  <a:cubicBezTo>
                    <a:pt x="13" y="33"/>
                    <a:pt x="13" y="33"/>
                    <a:pt x="13" y="33"/>
                  </a:cubicBezTo>
                  <a:cubicBezTo>
                    <a:pt x="13" y="33"/>
                    <a:pt x="13" y="33"/>
                    <a:pt x="13" y="33"/>
                  </a:cubicBezTo>
                  <a:cubicBezTo>
                    <a:pt x="13" y="33"/>
                    <a:pt x="13" y="33"/>
                    <a:pt x="13" y="33"/>
                  </a:cubicBezTo>
                  <a:cubicBezTo>
                    <a:pt x="13" y="33"/>
                    <a:pt x="13" y="33"/>
                    <a:pt x="13" y="34"/>
                  </a:cubicBezTo>
                  <a:cubicBezTo>
                    <a:pt x="13" y="34"/>
                    <a:pt x="13" y="34"/>
                    <a:pt x="13" y="34"/>
                  </a:cubicBezTo>
                  <a:cubicBezTo>
                    <a:pt x="13" y="34"/>
                    <a:pt x="13" y="34"/>
                    <a:pt x="13" y="34"/>
                  </a:cubicBezTo>
                  <a:cubicBezTo>
                    <a:pt x="13" y="34"/>
                    <a:pt x="13" y="34"/>
                    <a:pt x="13" y="34"/>
                  </a:cubicBezTo>
                  <a:cubicBezTo>
                    <a:pt x="12" y="34"/>
                    <a:pt x="12" y="34"/>
                    <a:pt x="12" y="34"/>
                  </a:cubicBezTo>
                  <a:cubicBezTo>
                    <a:pt x="12" y="34"/>
                    <a:pt x="12" y="34"/>
                    <a:pt x="12" y="34"/>
                  </a:cubicBezTo>
                  <a:cubicBezTo>
                    <a:pt x="12" y="34"/>
                    <a:pt x="12" y="35"/>
                    <a:pt x="12" y="35"/>
                  </a:cubicBezTo>
                  <a:cubicBezTo>
                    <a:pt x="12" y="35"/>
                    <a:pt x="12" y="35"/>
                    <a:pt x="12" y="35"/>
                  </a:cubicBezTo>
                  <a:cubicBezTo>
                    <a:pt x="12" y="35"/>
                    <a:pt x="12" y="35"/>
                    <a:pt x="12" y="35"/>
                  </a:cubicBezTo>
                  <a:cubicBezTo>
                    <a:pt x="12" y="35"/>
                    <a:pt x="12" y="35"/>
                    <a:pt x="12" y="35"/>
                  </a:cubicBezTo>
                  <a:cubicBezTo>
                    <a:pt x="12" y="35"/>
                    <a:pt x="12" y="35"/>
                    <a:pt x="12" y="35"/>
                  </a:cubicBezTo>
                  <a:cubicBezTo>
                    <a:pt x="12" y="36"/>
                    <a:pt x="12" y="36"/>
                    <a:pt x="12" y="36"/>
                  </a:cubicBezTo>
                  <a:cubicBezTo>
                    <a:pt x="12" y="36"/>
                    <a:pt x="12" y="36"/>
                    <a:pt x="12" y="36"/>
                  </a:cubicBezTo>
                  <a:cubicBezTo>
                    <a:pt x="12" y="36"/>
                    <a:pt x="12" y="36"/>
                    <a:pt x="12" y="36"/>
                  </a:cubicBezTo>
                  <a:cubicBezTo>
                    <a:pt x="12" y="36"/>
                    <a:pt x="12" y="36"/>
                    <a:pt x="12" y="36"/>
                  </a:cubicBezTo>
                  <a:cubicBezTo>
                    <a:pt x="12" y="36"/>
                    <a:pt x="12" y="36"/>
                    <a:pt x="12" y="36"/>
                  </a:cubicBezTo>
                  <a:cubicBezTo>
                    <a:pt x="12" y="37"/>
                    <a:pt x="12" y="37"/>
                    <a:pt x="12" y="37"/>
                  </a:cubicBezTo>
                  <a:cubicBezTo>
                    <a:pt x="12" y="37"/>
                    <a:pt x="11" y="37"/>
                    <a:pt x="11" y="37"/>
                  </a:cubicBezTo>
                  <a:cubicBezTo>
                    <a:pt x="11" y="37"/>
                    <a:pt x="11" y="37"/>
                    <a:pt x="11" y="37"/>
                  </a:cubicBezTo>
                  <a:cubicBezTo>
                    <a:pt x="11" y="37"/>
                    <a:pt x="11" y="37"/>
                    <a:pt x="11" y="37"/>
                  </a:cubicBezTo>
                  <a:cubicBezTo>
                    <a:pt x="11" y="37"/>
                    <a:pt x="11" y="37"/>
                    <a:pt x="11" y="37"/>
                  </a:cubicBezTo>
                  <a:cubicBezTo>
                    <a:pt x="11" y="37"/>
                    <a:pt x="11" y="38"/>
                    <a:pt x="11" y="38"/>
                  </a:cubicBezTo>
                  <a:cubicBezTo>
                    <a:pt x="11" y="38"/>
                    <a:pt x="11" y="38"/>
                    <a:pt x="11" y="38"/>
                  </a:cubicBezTo>
                  <a:cubicBezTo>
                    <a:pt x="11" y="38"/>
                    <a:pt x="11" y="38"/>
                    <a:pt x="11" y="38"/>
                  </a:cubicBezTo>
                  <a:cubicBezTo>
                    <a:pt x="11" y="38"/>
                    <a:pt x="11" y="38"/>
                    <a:pt x="11" y="38"/>
                  </a:cubicBezTo>
                  <a:cubicBezTo>
                    <a:pt x="11" y="38"/>
                    <a:pt x="11" y="38"/>
                    <a:pt x="11" y="38"/>
                  </a:cubicBezTo>
                  <a:cubicBezTo>
                    <a:pt x="11" y="39"/>
                    <a:pt x="11" y="39"/>
                    <a:pt x="11" y="39"/>
                  </a:cubicBezTo>
                  <a:cubicBezTo>
                    <a:pt x="11" y="39"/>
                    <a:pt x="11" y="39"/>
                    <a:pt x="11" y="39"/>
                  </a:cubicBezTo>
                  <a:cubicBezTo>
                    <a:pt x="11" y="39"/>
                    <a:pt x="11" y="39"/>
                    <a:pt x="11" y="39"/>
                  </a:cubicBezTo>
                  <a:cubicBezTo>
                    <a:pt x="11" y="39"/>
                    <a:pt x="10" y="39"/>
                    <a:pt x="10" y="39"/>
                  </a:cubicBezTo>
                  <a:cubicBezTo>
                    <a:pt x="10" y="39"/>
                    <a:pt x="10" y="39"/>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1"/>
                  </a:cubicBezTo>
                  <a:cubicBezTo>
                    <a:pt x="10" y="41"/>
                    <a:pt x="10" y="41"/>
                    <a:pt x="10" y="41"/>
                  </a:cubicBezTo>
                  <a:cubicBezTo>
                    <a:pt x="10" y="41"/>
                    <a:pt x="10" y="41"/>
                    <a:pt x="10" y="41"/>
                  </a:cubicBezTo>
                  <a:cubicBezTo>
                    <a:pt x="10" y="41"/>
                    <a:pt x="10" y="41"/>
                    <a:pt x="10" y="41"/>
                  </a:cubicBezTo>
                  <a:cubicBezTo>
                    <a:pt x="10" y="41"/>
                    <a:pt x="10" y="41"/>
                    <a:pt x="10" y="41"/>
                  </a:cubicBezTo>
                  <a:cubicBezTo>
                    <a:pt x="10" y="41"/>
                    <a:pt x="10" y="42"/>
                    <a:pt x="10" y="42"/>
                  </a:cubicBezTo>
                  <a:cubicBezTo>
                    <a:pt x="10" y="42"/>
                    <a:pt x="10" y="42"/>
                    <a:pt x="10" y="42"/>
                  </a:cubicBezTo>
                  <a:cubicBezTo>
                    <a:pt x="10" y="42"/>
                    <a:pt x="10" y="42"/>
                    <a:pt x="10" y="42"/>
                  </a:cubicBezTo>
                  <a:cubicBezTo>
                    <a:pt x="9" y="42"/>
                    <a:pt x="9" y="42"/>
                    <a:pt x="9" y="42"/>
                  </a:cubicBezTo>
                  <a:cubicBezTo>
                    <a:pt x="9" y="42"/>
                    <a:pt x="9" y="42"/>
                    <a:pt x="9" y="43"/>
                  </a:cubicBezTo>
                  <a:cubicBezTo>
                    <a:pt x="9" y="43"/>
                    <a:pt x="9" y="43"/>
                    <a:pt x="9" y="43"/>
                  </a:cubicBezTo>
                  <a:cubicBezTo>
                    <a:pt x="9" y="43"/>
                    <a:pt x="9" y="43"/>
                    <a:pt x="9" y="43"/>
                  </a:cubicBezTo>
                  <a:cubicBezTo>
                    <a:pt x="9" y="43"/>
                    <a:pt x="9" y="44"/>
                    <a:pt x="9" y="44"/>
                  </a:cubicBezTo>
                  <a:cubicBezTo>
                    <a:pt x="9" y="44"/>
                    <a:pt x="9" y="44"/>
                    <a:pt x="9" y="44"/>
                  </a:cubicBezTo>
                  <a:cubicBezTo>
                    <a:pt x="9" y="44"/>
                    <a:pt x="9" y="44"/>
                    <a:pt x="9" y="44"/>
                  </a:cubicBezTo>
                  <a:cubicBezTo>
                    <a:pt x="9" y="44"/>
                    <a:pt x="9" y="44"/>
                    <a:pt x="9" y="44"/>
                  </a:cubicBezTo>
                  <a:cubicBezTo>
                    <a:pt x="9" y="45"/>
                    <a:pt x="9" y="45"/>
                    <a:pt x="8" y="45"/>
                  </a:cubicBezTo>
                  <a:cubicBezTo>
                    <a:pt x="8" y="45"/>
                    <a:pt x="8" y="45"/>
                    <a:pt x="8" y="45"/>
                  </a:cubicBezTo>
                  <a:cubicBezTo>
                    <a:pt x="8" y="46"/>
                    <a:pt x="8" y="47"/>
                    <a:pt x="7" y="48"/>
                  </a:cubicBezTo>
                  <a:cubicBezTo>
                    <a:pt x="7" y="48"/>
                    <a:pt x="7" y="48"/>
                    <a:pt x="7" y="48"/>
                  </a:cubicBezTo>
                  <a:cubicBezTo>
                    <a:pt x="7" y="49"/>
                    <a:pt x="7" y="49"/>
                    <a:pt x="7" y="49"/>
                  </a:cubicBezTo>
                  <a:cubicBezTo>
                    <a:pt x="7" y="50"/>
                    <a:pt x="7" y="50"/>
                    <a:pt x="7" y="50"/>
                  </a:cubicBezTo>
                  <a:cubicBezTo>
                    <a:pt x="7" y="50"/>
                    <a:pt x="7" y="50"/>
                    <a:pt x="7" y="50"/>
                  </a:cubicBezTo>
                  <a:cubicBezTo>
                    <a:pt x="7" y="50"/>
                    <a:pt x="7" y="51"/>
                    <a:pt x="7" y="51"/>
                  </a:cubicBezTo>
                  <a:cubicBezTo>
                    <a:pt x="7" y="51"/>
                    <a:pt x="7" y="52"/>
                    <a:pt x="7" y="52"/>
                  </a:cubicBezTo>
                  <a:cubicBezTo>
                    <a:pt x="7" y="52"/>
                    <a:pt x="7" y="52"/>
                    <a:pt x="7" y="53"/>
                  </a:cubicBezTo>
                  <a:cubicBezTo>
                    <a:pt x="7" y="53"/>
                    <a:pt x="7" y="54"/>
                    <a:pt x="6" y="54"/>
                  </a:cubicBezTo>
                  <a:cubicBezTo>
                    <a:pt x="5" y="53"/>
                    <a:pt x="5" y="53"/>
                    <a:pt x="5" y="52"/>
                  </a:cubicBezTo>
                  <a:cubicBezTo>
                    <a:pt x="5" y="51"/>
                    <a:pt x="5" y="51"/>
                    <a:pt x="6" y="51"/>
                  </a:cubicBezTo>
                  <a:cubicBezTo>
                    <a:pt x="6" y="50"/>
                    <a:pt x="6" y="49"/>
                    <a:pt x="6" y="49"/>
                  </a:cubicBezTo>
                  <a:cubicBezTo>
                    <a:pt x="7" y="47"/>
                    <a:pt x="7" y="45"/>
                    <a:pt x="8" y="43"/>
                  </a:cubicBezTo>
                  <a:cubicBezTo>
                    <a:pt x="8" y="43"/>
                    <a:pt x="8" y="43"/>
                    <a:pt x="8" y="43"/>
                  </a:cubicBezTo>
                  <a:cubicBezTo>
                    <a:pt x="8" y="43"/>
                    <a:pt x="8" y="43"/>
                    <a:pt x="8" y="43"/>
                  </a:cubicBezTo>
                  <a:cubicBezTo>
                    <a:pt x="8" y="43"/>
                    <a:pt x="8" y="43"/>
                    <a:pt x="8" y="43"/>
                  </a:cubicBezTo>
                  <a:cubicBezTo>
                    <a:pt x="8" y="43"/>
                    <a:pt x="8" y="42"/>
                    <a:pt x="8" y="42"/>
                  </a:cubicBezTo>
                  <a:cubicBezTo>
                    <a:pt x="8" y="42"/>
                    <a:pt x="9" y="42"/>
                    <a:pt x="9" y="42"/>
                  </a:cubicBezTo>
                  <a:cubicBezTo>
                    <a:pt x="9" y="42"/>
                    <a:pt x="9" y="42"/>
                    <a:pt x="9" y="42"/>
                  </a:cubicBezTo>
                  <a:cubicBezTo>
                    <a:pt x="9" y="42"/>
                    <a:pt x="9" y="42"/>
                    <a:pt x="9" y="42"/>
                  </a:cubicBezTo>
                  <a:cubicBezTo>
                    <a:pt x="9" y="42"/>
                    <a:pt x="9" y="42"/>
                    <a:pt x="9" y="42"/>
                  </a:cubicBezTo>
                  <a:cubicBezTo>
                    <a:pt x="9" y="41"/>
                    <a:pt x="9" y="41"/>
                    <a:pt x="9" y="41"/>
                  </a:cubicBezTo>
                  <a:cubicBezTo>
                    <a:pt x="9" y="41"/>
                    <a:pt x="9" y="41"/>
                    <a:pt x="9" y="41"/>
                  </a:cubicBezTo>
                  <a:cubicBezTo>
                    <a:pt x="9" y="41"/>
                    <a:pt x="9" y="41"/>
                    <a:pt x="9" y="41"/>
                  </a:cubicBezTo>
                  <a:cubicBezTo>
                    <a:pt x="9" y="41"/>
                    <a:pt x="9" y="41"/>
                    <a:pt x="9" y="41"/>
                  </a:cubicBezTo>
                  <a:cubicBezTo>
                    <a:pt x="9" y="41"/>
                    <a:pt x="9" y="41"/>
                    <a:pt x="9" y="41"/>
                  </a:cubicBezTo>
                  <a:cubicBezTo>
                    <a:pt x="9" y="40"/>
                    <a:pt x="9" y="40"/>
                    <a:pt x="9" y="40"/>
                  </a:cubicBezTo>
                  <a:cubicBezTo>
                    <a:pt x="9" y="40"/>
                    <a:pt x="9" y="40"/>
                    <a:pt x="9" y="40"/>
                  </a:cubicBezTo>
                  <a:cubicBezTo>
                    <a:pt x="9" y="40"/>
                    <a:pt x="9" y="40"/>
                    <a:pt x="9" y="40"/>
                  </a:cubicBezTo>
                  <a:cubicBezTo>
                    <a:pt x="9" y="40"/>
                    <a:pt x="9" y="40"/>
                    <a:pt x="9" y="40"/>
                  </a:cubicBezTo>
                  <a:cubicBezTo>
                    <a:pt x="10" y="40"/>
                    <a:pt x="10" y="40"/>
                    <a:pt x="10" y="40"/>
                  </a:cubicBezTo>
                  <a:cubicBezTo>
                    <a:pt x="10" y="39"/>
                    <a:pt x="10" y="39"/>
                    <a:pt x="10" y="39"/>
                  </a:cubicBezTo>
                  <a:cubicBezTo>
                    <a:pt x="10" y="39"/>
                    <a:pt x="10" y="39"/>
                    <a:pt x="10" y="39"/>
                  </a:cubicBezTo>
                  <a:cubicBezTo>
                    <a:pt x="10" y="39"/>
                    <a:pt x="10" y="39"/>
                    <a:pt x="10" y="39"/>
                  </a:cubicBezTo>
                  <a:cubicBezTo>
                    <a:pt x="10" y="39"/>
                    <a:pt x="10" y="39"/>
                    <a:pt x="10" y="39"/>
                  </a:cubicBezTo>
                  <a:cubicBezTo>
                    <a:pt x="10" y="39"/>
                    <a:pt x="10" y="39"/>
                    <a:pt x="10" y="39"/>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7"/>
                  </a:cubicBezTo>
                  <a:cubicBezTo>
                    <a:pt x="10" y="37"/>
                    <a:pt x="10" y="37"/>
                    <a:pt x="10" y="37"/>
                  </a:cubicBezTo>
                  <a:cubicBezTo>
                    <a:pt x="10" y="37"/>
                    <a:pt x="10" y="37"/>
                    <a:pt x="10" y="37"/>
                  </a:cubicBezTo>
                  <a:cubicBezTo>
                    <a:pt x="10" y="37"/>
                    <a:pt x="11" y="37"/>
                    <a:pt x="11" y="37"/>
                  </a:cubicBezTo>
                  <a:cubicBezTo>
                    <a:pt x="11" y="37"/>
                    <a:pt x="11" y="37"/>
                    <a:pt x="11" y="37"/>
                  </a:cubicBezTo>
                  <a:cubicBezTo>
                    <a:pt x="11" y="37"/>
                    <a:pt x="11" y="37"/>
                    <a:pt x="11" y="37"/>
                  </a:cubicBezTo>
                  <a:cubicBezTo>
                    <a:pt x="11" y="36"/>
                    <a:pt x="11" y="36"/>
                    <a:pt x="11" y="36"/>
                  </a:cubicBezTo>
                  <a:cubicBezTo>
                    <a:pt x="11" y="36"/>
                    <a:pt x="11" y="36"/>
                    <a:pt x="11" y="36"/>
                  </a:cubicBezTo>
                  <a:cubicBezTo>
                    <a:pt x="11" y="36"/>
                    <a:pt x="11" y="36"/>
                    <a:pt x="11" y="36"/>
                  </a:cubicBezTo>
                  <a:cubicBezTo>
                    <a:pt x="11" y="36"/>
                    <a:pt x="11" y="36"/>
                    <a:pt x="11" y="36"/>
                  </a:cubicBezTo>
                  <a:cubicBezTo>
                    <a:pt x="11" y="36"/>
                    <a:pt x="11" y="36"/>
                    <a:pt x="11" y="36"/>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2" y="35"/>
                    <a:pt x="12" y="35"/>
                  </a:cubicBezTo>
                  <a:cubicBezTo>
                    <a:pt x="12" y="35"/>
                    <a:pt x="12" y="34"/>
                    <a:pt x="12" y="34"/>
                  </a:cubicBezTo>
                  <a:cubicBezTo>
                    <a:pt x="12" y="34"/>
                    <a:pt x="12" y="34"/>
                    <a:pt x="12" y="34"/>
                  </a:cubicBezTo>
                  <a:cubicBezTo>
                    <a:pt x="12" y="34"/>
                    <a:pt x="12" y="34"/>
                    <a:pt x="12" y="34"/>
                  </a:cubicBezTo>
                  <a:cubicBezTo>
                    <a:pt x="12" y="34"/>
                    <a:pt x="12" y="34"/>
                    <a:pt x="12" y="34"/>
                  </a:cubicBezTo>
                  <a:cubicBezTo>
                    <a:pt x="12" y="34"/>
                    <a:pt x="12" y="34"/>
                    <a:pt x="12" y="34"/>
                  </a:cubicBezTo>
                  <a:cubicBezTo>
                    <a:pt x="12" y="34"/>
                    <a:pt x="12" y="34"/>
                    <a:pt x="12" y="33"/>
                  </a:cubicBezTo>
                  <a:cubicBezTo>
                    <a:pt x="12" y="33"/>
                    <a:pt x="12" y="33"/>
                    <a:pt x="12" y="33"/>
                  </a:cubicBezTo>
                  <a:cubicBezTo>
                    <a:pt x="12" y="33"/>
                    <a:pt x="12" y="33"/>
                    <a:pt x="12" y="33"/>
                  </a:cubicBezTo>
                  <a:cubicBezTo>
                    <a:pt x="12" y="33"/>
                    <a:pt x="12" y="33"/>
                    <a:pt x="12" y="33"/>
                  </a:cubicBezTo>
                  <a:cubicBezTo>
                    <a:pt x="12" y="33"/>
                    <a:pt x="12" y="33"/>
                    <a:pt x="12" y="33"/>
                  </a:cubicBezTo>
                  <a:cubicBezTo>
                    <a:pt x="12" y="33"/>
                    <a:pt x="12" y="33"/>
                    <a:pt x="12" y="32"/>
                  </a:cubicBezTo>
                  <a:cubicBezTo>
                    <a:pt x="12" y="32"/>
                    <a:pt x="12" y="32"/>
                    <a:pt x="12" y="32"/>
                  </a:cubicBezTo>
                  <a:cubicBezTo>
                    <a:pt x="12" y="32"/>
                    <a:pt x="12" y="32"/>
                    <a:pt x="13" y="32"/>
                  </a:cubicBezTo>
                  <a:cubicBezTo>
                    <a:pt x="13" y="32"/>
                    <a:pt x="13" y="32"/>
                    <a:pt x="13" y="32"/>
                  </a:cubicBezTo>
                  <a:cubicBezTo>
                    <a:pt x="13" y="32"/>
                    <a:pt x="13" y="32"/>
                    <a:pt x="13" y="32"/>
                  </a:cubicBezTo>
                  <a:cubicBezTo>
                    <a:pt x="13" y="32"/>
                    <a:pt x="13" y="32"/>
                    <a:pt x="13" y="32"/>
                  </a:cubicBezTo>
                  <a:cubicBezTo>
                    <a:pt x="13" y="32"/>
                    <a:pt x="13" y="31"/>
                    <a:pt x="13" y="31"/>
                  </a:cubicBezTo>
                  <a:cubicBezTo>
                    <a:pt x="13" y="31"/>
                    <a:pt x="13" y="31"/>
                    <a:pt x="13" y="31"/>
                  </a:cubicBezTo>
                  <a:cubicBezTo>
                    <a:pt x="13" y="31"/>
                    <a:pt x="13" y="31"/>
                    <a:pt x="13" y="31"/>
                  </a:cubicBezTo>
                  <a:cubicBezTo>
                    <a:pt x="13" y="31"/>
                    <a:pt x="13" y="31"/>
                    <a:pt x="13" y="31"/>
                  </a:cubicBezTo>
                  <a:cubicBezTo>
                    <a:pt x="13" y="31"/>
                    <a:pt x="13" y="31"/>
                    <a:pt x="13" y="31"/>
                  </a:cubicBezTo>
                  <a:cubicBezTo>
                    <a:pt x="13" y="31"/>
                    <a:pt x="13" y="30"/>
                    <a:pt x="13" y="30"/>
                  </a:cubicBezTo>
                  <a:cubicBezTo>
                    <a:pt x="13" y="30"/>
                    <a:pt x="13" y="30"/>
                    <a:pt x="13" y="30"/>
                  </a:cubicBezTo>
                  <a:cubicBezTo>
                    <a:pt x="13" y="30"/>
                    <a:pt x="13" y="30"/>
                    <a:pt x="13" y="30"/>
                  </a:cubicBezTo>
                  <a:cubicBezTo>
                    <a:pt x="13" y="30"/>
                    <a:pt x="13" y="30"/>
                    <a:pt x="13" y="30"/>
                  </a:cubicBezTo>
                  <a:cubicBezTo>
                    <a:pt x="13" y="30"/>
                    <a:pt x="14" y="30"/>
                    <a:pt x="14" y="30"/>
                  </a:cubicBezTo>
                  <a:cubicBezTo>
                    <a:pt x="14" y="30"/>
                    <a:pt x="14" y="29"/>
                    <a:pt x="14" y="29"/>
                  </a:cubicBezTo>
                  <a:cubicBezTo>
                    <a:pt x="14" y="29"/>
                    <a:pt x="14" y="29"/>
                    <a:pt x="14" y="29"/>
                  </a:cubicBezTo>
                  <a:cubicBezTo>
                    <a:pt x="14" y="28"/>
                    <a:pt x="15" y="27"/>
                    <a:pt x="15" y="25"/>
                  </a:cubicBezTo>
                  <a:cubicBezTo>
                    <a:pt x="16" y="25"/>
                    <a:pt x="16" y="25"/>
                    <a:pt x="16" y="25"/>
                  </a:cubicBezTo>
                  <a:cubicBezTo>
                    <a:pt x="16" y="25"/>
                    <a:pt x="16" y="25"/>
                    <a:pt x="16" y="25"/>
                  </a:cubicBezTo>
                  <a:cubicBezTo>
                    <a:pt x="16" y="25"/>
                    <a:pt x="16" y="25"/>
                    <a:pt x="16" y="25"/>
                  </a:cubicBezTo>
                  <a:cubicBezTo>
                    <a:pt x="16" y="25"/>
                    <a:pt x="16" y="24"/>
                    <a:pt x="16" y="24"/>
                  </a:cubicBezTo>
                  <a:cubicBezTo>
                    <a:pt x="16" y="24"/>
                    <a:pt x="16" y="24"/>
                    <a:pt x="16" y="24"/>
                  </a:cubicBezTo>
                  <a:cubicBezTo>
                    <a:pt x="16" y="24"/>
                    <a:pt x="16" y="24"/>
                    <a:pt x="16" y="24"/>
                  </a:cubicBezTo>
                  <a:cubicBezTo>
                    <a:pt x="16" y="24"/>
                    <a:pt x="16" y="24"/>
                    <a:pt x="16" y="24"/>
                  </a:cubicBezTo>
                  <a:cubicBezTo>
                    <a:pt x="16" y="24"/>
                    <a:pt x="16" y="24"/>
                    <a:pt x="16" y="24"/>
                  </a:cubicBezTo>
                  <a:cubicBezTo>
                    <a:pt x="16" y="24"/>
                    <a:pt x="16" y="24"/>
                    <a:pt x="16" y="24"/>
                  </a:cubicBezTo>
                  <a:cubicBezTo>
                    <a:pt x="16" y="23"/>
                    <a:pt x="16" y="23"/>
                    <a:pt x="16" y="23"/>
                  </a:cubicBezTo>
                  <a:cubicBezTo>
                    <a:pt x="16" y="23"/>
                    <a:pt x="16" y="23"/>
                    <a:pt x="16" y="23"/>
                  </a:cubicBezTo>
                  <a:cubicBezTo>
                    <a:pt x="16" y="23"/>
                    <a:pt x="16" y="23"/>
                    <a:pt x="16" y="23"/>
                  </a:cubicBezTo>
                  <a:cubicBezTo>
                    <a:pt x="16" y="23"/>
                    <a:pt x="17" y="23"/>
                    <a:pt x="17" y="23"/>
                  </a:cubicBezTo>
                  <a:cubicBezTo>
                    <a:pt x="17" y="23"/>
                    <a:pt x="17" y="23"/>
                    <a:pt x="17" y="23"/>
                  </a:cubicBezTo>
                  <a:cubicBezTo>
                    <a:pt x="17" y="23"/>
                    <a:pt x="17" y="22"/>
                    <a:pt x="17" y="22"/>
                  </a:cubicBezTo>
                  <a:cubicBezTo>
                    <a:pt x="17" y="22"/>
                    <a:pt x="17" y="22"/>
                    <a:pt x="17" y="22"/>
                  </a:cubicBezTo>
                  <a:cubicBezTo>
                    <a:pt x="17" y="22"/>
                    <a:pt x="17" y="22"/>
                    <a:pt x="17" y="22"/>
                  </a:cubicBezTo>
                  <a:cubicBezTo>
                    <a:pt x="17" y="22"/>
                    <a:pt x="17" y="22"/>
                    <a:pt x="17" y="22"/>
                  </a:cubicBezTo>
                  <a:cubicBezTo>
                    <a:pt x="17" y="22"/>
                    <a:pt x="17" y="22"/>
                    <a:pt x="17" y="22"/>
                  </a:cubicBezTo>
                  <a:cubicBezTo>
                    <a:pt x="17" y="22"/>
                    <a:pt x="17" y="22"/>
                    <a:pt x="17" y="21"/>
                  </a:cubicBezTo>
                  <a:cubicBezTo>
                    <a:pt x="17" y="21"/>
                    <a:pt x="17" y="21"/>
                    <a:pt x="17" y="21"/>
                  </a:cubicBezTo>
                  <a:cubicBezTo>
                    <a:pt x="17" y="21"/>
                    <a:pt x="17" y="21"/>
                    <a:pt x="17" y="21"/>
                  </a:cubicBezTo>
                  <a:cubicBezTo>
                    <a:pt x="18" y="20"/>
                    <a:pt x="18" y="20"/>
                    <a:pt x="18" y="19"/>
                  </a:cubicBezTo>
                  <a:cubicBezTo>
                    <a:pt x="18" y="19"/>
                    <a:pt x="18" y="19"/>
                    <a:pt x="18" y="19"/>
                  </a:cubicBezTo>
                  <a:cubicBezTo>
                    <a:pt x="18" y="18"/>
                    <a:pt x="18" y="18"/>
                    <a:pt x="18" y="18"/>
                  </a:cubicBezTo>
                  <a:cubicBezTo>
                    <a:pt x="18" y="18"/>
                    <a:pt x="19" y="18"/>
                    <a:pt x="19" y="18"/>
                  </a:cubicBezTo>
                  <a:cubicBezTo>
                    <a:pt x="19" y="18"/>
                    <a:pt x="19" y="18"/>
                    <a:pt x="19" y="18"/>
                  </a:cubicBezTo>
                  <a:cubicBezTo>
                    <a:pt x="19" y="18"/>
                    <a:pt x="19" y="18"/>
                    <a:pt x="19" y="18"/>
                  </a:cubicBezTo>
                  <a:cubicBezTo>
                    <a:pt x="19" y="18"/>
                    <a:pt x="19" y="18"/>
                    <a:pt x="19" y="18"/>
                  </a:cubicBezTo>
                  <a:cubicBezTo>
                    <a:pt x="19" y="18"/>
                    <a:pt x="19" y="18"/>
                    <a:pt x="19" y="17"/>
                  </a:cubicBezTo>
                  <a:cubicBezTo>
                    <a:pt x="19" y="17"/>
                    <a:pt x="19" y="17"/>
                    <a:pt x="19" y="17"/>
                  </a:cubicBezTo>
                  <a:cubicBezTo>
                    <a:pt x="19" y="17"/>
                    <a:pt x="19" y="17"/>
                    <a:pt x="19" y="17"/>
                  </a:cubicBezTo>
                  <a:cubicBezTo>
                    <a:pt x="19" y="17"/>
                    <a:pt x="19" y="17"/>
                    <a:pt x="19" y="17"/>
                  </a:cubicBezTo>
                  <a:cubicBezTo>
                    <a:pt x="19" y="17"/>
                    <a:pt x="19" y="17"/>
                    <a:pt x="19" y="17"/>
                  </a:cubicBezTo>
                  <a:cubicBezTo>
                    <a:pt x="19" y="17"/>
                    <a:pt x="19" y="17"/>
                    <a:pt x="19" y="17"/>
                  </a:cubicBezTo>
                  <a:cubicBezTo>
                    <a:pt x="19" y="16"/>
                    <a:pt x="19" y="16"/>
                    <a:pt x="20" y="16"/>
                  </a:cubicBezTo>
                  <a:cubicBezTo>
                    <a:pt x="20" y="16"/>
                    <a:pt x="20" y="16"/>
                    <a:pt x="20" y="16"/>
                  </a:cubicBezTo>
                  <a:cubicBezTo>
                    <a:pt x="20" y="16"/>
                    <a:pt x="20" y="16"/>
                    <a:pt x="20" y="16"/>
                  </a:cubicBezTo>
                  <a:cubicBezTo>
                    <a:pt x="20" y="16"/>
                    <a:pt x="20" y="16"/>
                    <a:pt x="20" y="16"/>
                  </a:cubicBezTo>
                  <a:cubicBezTo>
                    <a:pt x="20" y="16"/>
                    <a:pt x="20" y="16"/>
                    <a:pt x="20" y="16"/>
                  </a:cubicBezTo>
                  <a:cubicBezTo>
                    <a:pt x="20" y="15"/>
                    <a:pt x="20" y="15"/>
                    <a:pt x="20" y="15"/>
                  </a:cubicBezTo>
                  <a:cubicBezTo>
                    <a:pt x="20" y="15"/>
                    <a:pt x="20" y="15"/>
                    <a:pt x="20" y="15"/>
                  </a:cubicBezTo>
                  <a:cubicBezTo>
                    <a:pt x="20" y="15"/>
                    <a:pt x="20" y="15"/>
                    <a:pt x="20" y="15"/>
                  </a:cubicBezTo>
                  <a:cubicBezTo>
                    <a:pt x="20" y="15"/>
                    <a:pt x="20" y="15"/>
                    <a:pt x="20" y="15"/>
                  </a:cubicBezTo>
                  <a:cubicBezTo>
                    <a:pt x="20" y="15"/>
                    <a:pt x="20" y="15"/>
                    <a:pt x="20" y="15"/>
                  </a:cubicBezTo>
                  <a:cubicBezTo>
                    <a:pt x="20" y="14"/>
                    <a:pt x="20" y="14"/>
                    <a:pt x="20" y="14"/>
                  </a:cubicBezTo>
                  <a:cubicBezTo>
                    <a:pt x="20" y="14"/>
                    <a:pt x="20" y="14"/>
                    <a:pt x="20" y="14"/>
                  </a:cubicBezTo>
                  <a:cubicBezTo>
                    <a:pt x="20" y="14"/>
                    <a:pt x="20" y="14"/>
                    <a:pt x="20" y="14"/>
                  </a:cubicBezTo>
                  <a:cubicBezTo>
                    <a:pt x="20" y="14"/>
                    <a:pt x="20" y="14"/>
                    <a:pt x="21" y="14"/>
                  </a:cubicBezTo>
                  <a:cubicBezTo>
                    <a:pt x="21" y="14"/>
                    <a:pt x="21" y="14"/>
                    <a:pt x="21" y="13"/>
                  </a:cubicBezTo>
                  <a:cubicBezTo>
                    <a:pt x="21" y="13"/>
                    <a:pt x="21" y="13"/>
                    <a:pt x="21" y="13"/>
                  </a:cubicBezTo>
                  <a:cubicBezTo>
                    <a:pt x="21" y="13"/>
                    <a:pt x="21" y="13"/>
                    <a:pt x="21" y="12"/>
                  </a:cubicBezTo>
                  <a:cubicBezTo>
                    <a:pt x="21" y="12"/>
                    <a:pt x="21" y="12"/>
                    <a:pt x="21" y="12"/>
                  </a:cubicBezTo>
                  <a:cubicBezTo>
                    <a:pt x="21" y="12"/>
                    <a:pt x="21" y="12"/>
                    <a:pt x="21" y="12"/>
                  </a:cubicBezTo>
                  <a:cubicBezTo>
                    <a:pt x="21" y="12"/>
                    <a:pt x="21" y="13"/>
                    <a:pt x="21" y="13"/>
                  </a:cubicBezTo>
                  <a:cubicBezTo>
                    <a:pt x="21" y="13"/>
                    <a:pt x="20" y="13"/>
                    <a:pt x="20" y="14"/>
                  </a:cubicBezTo>
                  <a:cubicBezTo>
                    <a:pt x="19" y="15"/>
                    <a:pt x="19" y="16"/>
                    <a:pt x="18" y="17"/>
                  </a:cubicBezTo>
                  <a:cubicBezTo>
                    <a:pt x="16" y="19"/>
                    <a:pt x="15" y="21"/>
                    <a:pt x="14" y="23"/>
                  </a:cubicBezTo>
                  <a:cubicBezTo>
                    <a:pt x="14" y="23"/>
                    <a:pt x="14" y="23"/>
                    <a:pt x="13" y="23"/>
                  </a:cubicBezTo>
                  <a:cubicBezTo>
                    <a:pt x="13" y="24"/>
                    <a:pt x="12" y="25"/>
                    <a:pt x="11" y="26"/>
                  </a:cubicBezTo>
                  <a:cubicBezTo>
                    <a:pt x="11" y="26"/>
                    <a:pt x="11" y="26"/>
                    <a:pt x="11" y="26"/>
                  </a:cubicBezTo>
                  <a:cubicBezTo>
                    <a:pt x="10" y="27"/>
                    <a:pt x="9" y="28"/>
                    <a:pt x="8" y="29"/>
                  </a:cubicBezTo>
                  <a:cubicBezTo>
                    <a:pt x="8" y="29"/>
                    <a:pt x="8" y="29"/>
                    <a:pt x="8" y="29"/>
                  </a:cubicBezTo>
                  <a:cubicBezTo>
                    <a:pt x="8" y="30"/>
                    <a:pt x="8" y="30"/>
                    <a:pt x="7" y="31"/>
                  </a:cubicBezTo>
                  <a:cubicBezTo>
                    <a:pt x="7" y="31"/>
                    <a:pt x="7" y="31"/>
                    <a:pt x="7" y="31"/>
                  </a:cubicBezTo>
                  <a:cubicBezTo>
                    <a:pt x="7" y="31"/>
                    <a:pt x="6" y="32"/>
                    <a:pt x="6" y="32"/>
                  </a:cubicBezTo>
                  <a:cubicBezTo>
                    <a:pt x="6" y="32"/>
                    <a:pt x="6" y="32"/>
                    <a:pt x="6" y="32"/>
                  </a:cubicBezTo>
                  <a:cubicBezTo>
                    <a:pt x="5" y="33"/>
                    <a:pt x="5" y="33"/>
                    <a:pt x="5" y="33"/>
                  </a:cubicBezTo>
                  <a:cubicBezTo>
                    <a:pt x="5" y="33"/>
                    <a:pt x="5" y="33"/>
                    <a:pt x="5" y="33"/>
                  </a:cubicBezTo>
                  <a:cubicBezTo>
                    <a:pt x="5" y="34"/>
                    <a:pt x="4" y="34"/>
                    <a:pt x="4" y="34"/>
                  </a:cubicBezTo>
                  <a:cubicBezTo>
                    <a:pt x="4" y="34"/>
                    <a:pt x="4" y="34"/>
                    <a:pt x="4" y="34"/>
                  </a:cubicBezTo>
                  <a:cubicBezTo>
                    <a:pt x="3" y="35"/>
                    <a:pt x="3" y="35"/>
                    <a:pt x="2" y="35"/>
                  </a:cubicBezTo>
                  <a:cubicBezTo>
                    <a:pt x="2" y="35"/>
                    <a:pt x="2" y="35"/>
                    <a:pt x="2" y="35"/>
                  </a:cubicBezTo>
                  <a:cubicBezTo>
                    <a:pt x="2" y="35"/>
                    <a:pt x="2" y="35"/>
                    <a:pt x="1" y="35"/>
                  </a:cubicBezTo>
                  <a:cubicBezTo>
                    <a:pt x="1" y="35"/>
                    <a:pt x="1" y="35"/>
                    <a:pt x="1" y="35"/>
                  </a:cubicBezTo>
                  <a:cubicBezTo>
                    <a:pt x="1" y="35"/>
                    <a:pt x="1" y="35"/>
                    <a:pt x="1" y="35"/>
                  </a:cubicBezTo>
                  <a:cubicBezTo>
                    <a:pt x="1" y="34"/>
                    <a:pt x="1" y="34"/>
                    <a:pt x="1" y="34"/>
                  </a:cubicBezTo>
                  <a:cubicBezTo>
                    <a:pt x="0" y="34"/>
                    <a:pt x="0" y="34"/>
                    <a:pt x="1" y="33"/>
                  </a:cubicBezTo>
                  <a:cubicBezTo>
                    <a:pt x="1" y="33"/>
                    <a:pt x="1" y="33"/>
                    <a:pt x="1" y="33"/>
                  </a:cubicBezTo>
                  <a:cubicBezTo>
                    <a:pt x="1" y="32"/>
                    <a:pt x="1" y="32"/>
                    <a:pt x="1" y="31"/>
                  </a:cubicBezTo>
                  <a:cubicBezTo>
                    <a:pt x="1" y="31"/>
                    <a:pt x="1" y="30"/>
                    <a:pt x="2" y="29"/>
                  </a:cubicBezTo>
                  <a:cubicBezTo>
                    <a:pt x="2" y="29"/>
                    <a:pt x="2" y="29"/>
                    <a:pt x="2" y="29"/>
                  </a:cubicBezTo>
                  <a:cubicBezTo>
                    <a:pt x="2" y="29"/>
                    <a:pt x="2" y="29"/>
                    <a:pt x="2" y="29"/>
                  </a:cubicBezTo>
                  <a:cubicBezTo>
                    <a:pt x="2" y="29"/>
                    <a:pt x="2" y="29"/>
                    <a:pt x="2" y="28"/>
                  </a:cubicBezTo>
                  <a:cubicBezTo>
                    <a:pt x="2" y="28"/>
                    <a:pt x="2" y="28"/>
                    <a:pt x="2" y="28"/>
                  </a:cubicBezTo>
                  <a:cubicBezTo>
                    <a:pt x="2" y="28"/>
                    <a:pt x="2" y="28"/>
                    <a:pt x="2" y="28"/>
                  </a:cubicBezTo>
                  <a:cubicBezTo>
                    <a:pt x="3" y="28"/>
                    <a:pt x="3" y="27"/>
                    <a:pt x="3" y="27"/>
                  </a:cubicBezTo>
                  <a:cubicBezTo>
                    <a:pt x="3" y="27"/>
                    <a:pt x="4" y="26"/>
                    <a:pt x="4" y="26"/>
                  </a:cubicBezTo>
                  <a:cubicBezTo>
                    <a:pt x="4" y="26"/>
                    <a:pt x="4" y="25"/>
                    <a:pt x="5" y="25"/>
                  </a:cubicBezTo>
                  <a:cubicBezTo>
                    <a:pt x="5" y="26"/>
                    <a:pt x="5" y="26"/>
                    <a:pt x="5" y="27"/>
                  </a:cubicBezTo>
                  <a:cubicBezTo>
                    <a:pt x="5" y="27"/>
                    <a:pt x="5" y="27"/>
                    <a:pt x="5" y="27"/>
                  </a:cubicBezTo>
                  <a:cubicBezTo>
                    <a:pt x="5" y="27"/>
                    <a:pt x="5" y="27"/>
                    <a:pt x="5" y="27"/>
                  </a:cubicBezTo>
                  <a:cubicBezTo>
                    <a:pt x="5" y="28"/>
                    <a:pt x="4" y="28"/>
                    <a:pt x="4" y="29"/>
                  </a:cubicBezTo>
                  <a:cubicBezTo>
                    <a:pt x="4" y="30"/>
                    <a:pt x="3" y="30"/>
                    <a:pt x="3" y="31"/>
                  </a:cubicBezTo>
                  <a:cubicBezTo>
                    <a:pt x="3" y="31"/>
                    <a:pt x="3" y="31"/>
                    <a:pt x="3" y="31"/>
                  </a:cubicBezTo>
                  <a:cubicBezTo>
                    <a:pt x="3" y="32"/>
                    <a:pt x="3" y="32"/>
                    <a:pt x="3" y="32"/>
                  </a:cubicBezTo>
                  <a:cubicBezTo>
                    <a:pt x="3" y="32"/>
                    <a:pt x="3" y="32"/>
                    <a:pt x="3" y="32"/>
                  </a:cubicBezTo>
                  <a:cubicBezTo>
                    <a:pt x="3" y="33"/>
                    <a:pt x="2" y="33"/>
                    <a:pt x="2" y="33"/>
                  </a:cubicBezTo>
                  <a:cubicBezTo>
                    <a:pt x="3" y="33"/>
                    <a:pt x="3" y="33"/>
                    <a:pt x="3" y="33"/>
                  </a:cubicBezTo>
                  <a:cubicBezTo>
                    <a:pt x="3" y="33"/>
                    <a:pt x="3" y="33"/>
                    <a:pt x="3" y="33"/>
                  </a:cubicBezTo>
                  <a:cubicBezTo>
                    <a:pt x="3" y="32"/>
                    <a:pt x="4" y="32"/>
                    <a:pt x="4" y="32"/>
                  </a:cubicBezTo>
                  <a:cubicBezTo>
                    <a:pt x="4" y="32"/>
                    <a:pt x="4" y="32"/>
                    <a:pt x="5" y="31"/>
                  </a:cubicBezTo>
                  <a:cubicBezTo>
                    <a:pt x="5" y="31"/>
                    <a:pt x="5" y="31"/>
                    <a:pt x="5" y="31"/>
                  </a:cubicBezTo>
                  <a:cubicBezTo>
                    <a:pt x="5" y="31"/>
                    <a:pt x="6" y="30"/>
                    <a:pt x="6" y="30"/>
                  </a:cubicBezTo>
                  <a:cubicBezTo>
                    <a:pt x="6" y="30"/>
                    <a:pt x="6" y="30"/>
                    <a:pt x="6" y="30"/>
                  </a:cubicBezTo>
                  <a:cubicBezTo>
                    <a:pt x="7" y="29"/>
                    <a:pt x="7" y="29"/>
                    <a:pt x="8" y="28"/>
                  </a:cubicBezTo>
                  <a:cubicBezTo>
                    <a:pt x="8" y="28"/>
                    <a:pt x="8" y="28"/>
                    <a:pt x="8" y="28"/>
                  </a:cubicBezTo>
                  <a:cubicBezTo>
                    <a:pt x="8" y="27"/>
                    <a:pt x="9" y="27"/>
                    <a:pt x="9" y="26"/>
                  </a:cubicBezTo>
                  <a:cubicBezTo>
                    <a:pt x="9" y="26"/>
                    <a:pt x="9" y="26"/>
                    <a:pt x="9" y="26"/>
                  </a:cubicBezTo>
                  <a:cubicBezTo>
                    <a:pt x="10" y="25"/>
                    <a:pt x="11" y="24"/>
                    <a:pt x="12" y="23"/>
                  </a:cubicBezTo>
                  <a:cubicBezTo>
                    <a:pt x="12" y="23"/>
                    <a:pt x="12" y="23"/>
                    <a:pt x="12" y="23"/>
                  </a:cubicBezTo>
                  <a:cubicBezTo>
                    <a:pt x="12" y="23"/>
                    <a:pt x="12" y="23"/>
                    <a:pt x="13" y="22"/>
                  </a:cubicBezTo>
                  <a:cubicBezTo>
                    <a:pt x="14" y="21"/>
                    <a:pt x="15" y="20"/>
                    <a:pt x="16" y="18"/>
                  </a:cubicBezTo>
                  <a:cubicBezTo>
                    <a:pt x="16" y="18"/>
                    <a:pt x="16" y="18"/>
                    <a:pt x="16" y="17"/>
                  </a:cubicBezTo>
                  <a:cubicBezTo>
                    <a:pt x="18" y="16"/>
                    <a:pt x="19" y="14"/>
                    <a:pt x="20" y="12"/>
                  </a:cubicBezTo>
                  <a:cubicBezTo>
                    <a:pt x="20" y="12"/>
                    <a:pt x="20" y="12"/>
                    <a:pt x="20" y="12"/>
                  </a:cubicBezTo>
                  <a:cubicBezTo>
                    <a:pt x="21" y="11"/>
                    <a:pt x="21" y="11"/>
                    <a:pt x="21" y="11"/>
                  </a:cubicBezTo>
                  <a:cubicBezTo>
                    <a:pt x="21" y="11"/>
                    <a:pt x="21" y="10"/>
                    <a:pt x="21" y="10"/>
                  </a:cubicBezTo>
                  <a:cubicBezTo>
                    <a:pt x="23" y="8"/>
                    <a:pt x="24" y="6"/>
                    <a:pt x="25" y="5"/>
                  </a:cubicBezTo>
                  <a:cubicBezTo>
                    <a:pt x="25" y="4"/>
                    <a:pt x="25" y="4"/>
                    <a:pt x="25" y="4"/>
                  </a:cubicBezTo>
                  <a:cubicBezTo>
                    <a:pt x="25" y="4"/>
                    <a:pt x="26" y="3"/>
                    <a:pt x="26" y="3"/>
                  </a:cubicBezTo>
                  <a:cubicBezTo>
                    <a:pt x="26" y="2"/>
                    <a:pt x="26" y="2"/>
                    <a:pt x="26" y="2"/>
                  </a:cubicBezTo>
                  <a:cubicBezTo>
                    <a:pt x="27" y="1"/>
                    <a:pt x="27" y="0"/>
                    <a:pt x="27" y="0"/>
                  </a:cubicBezTo>
                  <a:cubicBezTo>
                    <a:pt x="27" y="0"/>
                    <a:pt x="28" y="0"/>
                    <a:pt x="28" y="0"/>
                  </a:cubicBezTo>
                  <a:cubicBezTo>
                    <a:pt x="28" y="0"/>
                    <a:pt x="29" y="0"/>
                    <a:pt x="29" y="1"/>
                  </a:cubicBezTo>
                  <a:cubicBezTo>
                    <a:pt x="29" y="1"/>
                    <a:pt x="28" y="1"/>
                    <a:pt x="28" y="1"/>
                  </a:cubicBezTo>
                  <a:cubicBezTo>
                    <a:pt x="28" y="2"/>
                    <a:pt x="28" y="2"/>
                    <a:pt x="28" y="2"/>
                  </a:cubicBezTo>
                  <a:cubicBezTo>
                    <a:pt x="28" y="3"/>
                    <a:pt x="27" y="3"/>
                    <a:pt x="27" y="4"/>
                  </a:cubicBezTo>
                  <a:cubicBezTo>
                    <a:pt x="26" y="5"/>
                    <a:pt x="26" y="6"/>
                    <a:pt x="25" y="7"/>
                  </a:cubicBezTo>
                  <a:cubicBezTo>
                    <a:pt x="25" y="7"/>
                    <a:pt x="25" y="7"/>
                    <a:pt x="25" y="7"/>
                  </a:cubicBezTo>
                  <a:cubicBezTo>
                    <a:pt x="25" y="8"/>
                    <a:pt x="24" y="9"/>
                    <a:pt x="24" y="9"/>
                  </a:cubicBezTo>
                  <a:cubicBezTo>
                    <a:pt x="24" y="9"/>
                    <a:pt x="24" y="9"/>
                    <a:pt x="24" y="10"/>
                  </a:cubicBezTo>
                  <a:cubicBezTo>
                    <a:pt x="23" y="10"/>
                    <a:pt x="23" y="11"/>
                    <a:pt x="23" y="12"/>
                  </a:cubicBezTo>
                  <a:cubicBezTo>
                    <a:pt x="23" y="12"/>
                    <a:pt x="22" y="12"/>
                    <a:pt x="22" y="12"/>
                  </a:cubicBezTo>
                  <a:cubicBezTo>
                    <a:pt x="22" y="12"/>
                    <a:pt x="22" y="12"/>
                    <a:pt x="22" y="13"/>
                  </a:cubicBezTo>
                  <a:cubicBezTo>
                    <a:pt x="22" y="13"/>
                    <a:pt x="22" y="13"/>
                    <a:pt x="22" y="13"/>
                  </a:cubicBezTo>
                  <a:cubicBezTo>
                    <a:pt x="22" y="13"/>
                    <a:pt x="22" y="13"/>
                    <a:pt x="22" y="13"/>
                  </a:cubicBezTo>
                  <a:cubicBezTo>
                    <a:pt x="22" y="13"/>
                    <a:pt x="22" y="13"/>
                    <a:pt x="22" y="13"/>
                  </a:cubicBezTo>
                  <a:cubicBezTo>
                    <a:pt x="22" y="13"/>
                    <a:pt x="22" y="13"/>
                    <a:pt x="22" y="13"/>
                  </a:cubicBezTo>
                  <a:cubicBezTo>
                    <a:pt x="22" y="14"/>
                    <a:pt x="22" y="14"/>
                    <a:pt x="22" y="14"/>
                  </a:cubicBezTo>
                  <a:cubicBezTo>
                    <a:pt x="22" y="14"/>
                    <a:pt x="22" y="14"/>
                    <a:pt x="22" y="14"/>
                  </a:cubicBezTo>
                  <a:cubicBezTo>
                    <a:pt x="21" y="14"/>
                    <a:pt x="21" y="14"/>
                    <a:pt x="21" y="14"/>
                  </a:cubicBezTo>
                  <a:cubicBezTo>
                    <a:pt x="21" y="15"/>
                    <a:pt x="20" y="16"/>
                    <a:pt x="20" y="17"/>
                  </a:cubicBezTo>
                  <a:cubicBezTo>
                    <a:pt x="20" y="17"/>
                    <a:pt x="20" y="17"/>
                    <a:pt x="20" y="17"/>
                  </a:cubicBezTo>
                  <a:cubicBezTo>
                    <a:pt x="20" y="18"/>
                    <a:pt x="20" y="18"/>
                    <a:pt x="20" y="18"/>
                  </a:cubicBezTo>
                  <a:cubicBezTo>
                    <a:pt x="20" y="18"/>
                    <a:pt x="20" y="18"/>
                    <a:pt x="20" y="18"/>
                  </a:cubicBezTo>
                  <a:cubicBezTo>
                    <a:pt x="19" y="18"/>
                    <a:pt x="19" y="18"/>
                    <a:pt x="19" y="18"/>
                  </a:cubicBezTo>
                  <a:cubicBezTo>
                    <a:pt x="19" y="18"/>
                    <a:pt x="19" y="18"/>
                    <a:pt x="19" y="19"/>
                  </a:cubicBezTo>
                  <a:cubicBezTo>
                    <a:pt x="19" y="19"/>
                    <a:pt x="19" y="19"/>
                    <a:pt x="19" y="19"/>
                  </a:cubicBezTo>
                  <a:cubicBezTo>
                    <a:pt x="19" y="19"/>
                    <a:pt x="19" y="19"/>
                    <a:pt x="19" y="19"/>
                  </a:cubicBezTo>
                  <a:cubicBezTo>
                    <a:pt x="19" y="19"/>
                    <a:pt x="19" y="19"/>
                    <a:pt x="19" y="19"/>
                  </a:cubicBezTo>
                  <a:cubicBezTo>
                    <a:pt x="19" y="19"/>
                    <a:pt x="19" y="19"/>
                    <a:pt x="19" y="19"/>
                  </a:cubicBezTo>
                  <a:cubicBezTo>
                    <a:pt x="19" y="19"/>
                    <a:pt x="19" y="19"/>
                    <a:pt x="19" y="19"/>
                  </a:cubicBezTo>
                  <a:cubicBezTo>
                    <a:pt x="19" y="20"/>
                    <a:pt x="19" y="20"/>
                    <a:pt x="19" y="20"/>
                  </a:cubicBezTo>
                  <a:cubicBezTo>
                    <a:pt x="19" y="20"/>
                    <a:pt x="19" y="20"/>
                    <a:pt x="19" y="20"/>
                  </a:cubicBezTo>
                  <a:cubicBezTo>
                    <a:pt x="19" y="20"/>
                    <a:pt x="19" y="20"/>
                    <a:pt x="19" y="20"/>
                  </a:cubicBezTo>
                  <a:cubicBezTo>
                    <a:pt x="19" y="20"/>
                    <a:pt x="19" y="20"/>
                    <a:pt x="19" y="20"/>
                  </a:cubicBezTo>
                  <a:cubicBezTo>
                    <a:pt x="19" y="20"/>
                    <a:pt x="18" y="20"/>
                    <a:pt x="18" y="20"/>
                  </a:cubicBezTo>
                  <a:cubicBezTo>
                    <a:pt x="18" y="20"/>
                    <a:pt x="18" y="20"/>
                    <a:pt x="18" y="20"/>
                  </a:cubicBezTo>
                  <a:cubicBezTo>
                    <a:pt x="18" y="21"/>
                    <a:pt x="18" y="21"/>
                    <a:pt x="18" y="21"/>
                  </a:cubicBezTo>
                  <a:cubicBezTo>
                    <a:pt x="18" y="21"/>
                    <a:pt x="18" y="21"/>
                    <a:pt x="18" y="21"/>
                  </a:cubicBezTo>
                  <a:cubicBezTo>
                    <a:pt x="18" y="21"/>
                    <a:pt x="18" y="21"/>
                    <a:pt x="18" y="21"/>
                  </a:cubicBezTo>
                  <a:cubicBezTo>
                    <a:pt x="18" y="21"/>
                    <a:pt x="18" y="21"/>
                    <a:pt x="18" y="21"/>
                  </a:cubicBezTo>
                  <a:cubicBezTo>
                    <a:pt x="18" y="21"/>
                    <a:pt x="18" y="22"/>
                    <a:pt x="18" y="22"/>
                  </a:cubicBezTo>
                  <a:cubicBezTo>
                    <a:pt x="18" y="22"/>
                    <a:pt x="18" y="22"/>
                    <a:pt x="18" y="22"/>
                  </a:cubicBezTo>
                  <a:close/>
                  <a:moveTo>
                    <a:pt x="5" y="23"/>
                  </a:moveTo>
                  <a:cubicBezTo>
                    <a:pt x="5" y="23"/>
                    <a:pt x="5" y="23"/>
                    <a:pt x="6" y="23"/>
                  </a:cubicBezTo>
                  <a:cubicBezTo>
                    <a:pt x="6" y="22"/>
                    <a:pt x="6" y="22"/>
                    <a:pt x="6" y="22"/>
                  </a:cubicBezTo>
                  <a:cubicBezTo>
                    <a:pt x="7" y="22"/>
                    <a:pt x="7" y="23"/>
                    <a:pt x="7" y="23"/>
                  </a:cubicBezTo>
                  <a:cubicBezTo>
                    <a:pt x="8" y="23"/>
                    <a:pt x="7" y="24"/>
                    <a:pt x="7" y="25"/>
                  </a:cubicBezTo>
                  <a:cubicBezTo>
                    <a:pt x="7" y="25"/>
                    <a:pt x="7" y="25"/>
                    <a:pt x="6" y="25"/>
                  </a:cubicBezTo>
                  <a:cubicBezTo>
                    <a:pt x="6" y="25"/>
                    <a:pt x="6" y="25"/>
                    <a:pt x="6" y="25"/>
                  </a:cubicBezTo>
                  <a:cubicBezTo>
                    <a:pt x="5" y="25"/>
                    <a:pt x="5" y="24"/>
                    <a:pt x="5" y="23"/>
                  </a:cubicBezTo>
                  <a:close/>
                  <a:moveTo>
                    <a:pt x="21" y="12"/>
                  </a:moveTo>
                  <a:cubicBezTo>
                    <a:pt x="21" y="12"/>
                    <a:pt x="21" y="12"/>
                    <a:pt x="21" y="12"/>
                  </a:cubicBezTo>
                  <a:cubicBezTo>
                    <a:pt x="21" y="12"/>
                    <a:pt x="21" y="12"/>
                    <a:pt x="21" y="12"/>
                  </a:cubicBezTo>
                  <a:cubicBezTo>
                    <a:pt x="21" y="12"/>
                    <a:pt x="21" y="12"/>
                    <a:pt x="21" y="12"/>
                  </a:cubicBezTo>
                  <a:cubicBezTo>
                    <a:pt x="21" y="12"/>
                    <a:pt x="21" y="12"/>
                    <a:pt x="21" y="12"/>
                  </a:cubicBezTo>
                  <a:close/>
                </a:path>
              </a:pathLst>
            </a:custGeom>
            <a:grpFill/>
            <a:ln w="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Freeform 19">
              <a:extLst>
                <a:ext uri="{FF2B5EF4-FFF2-40B4-BE49-F238E27FC236}">
                  <a16:creationId xmlns:a16="http://schemas.microsoft.com/office/drawing/2014/main" id="{6C9F194A-5FF6-8810-EDF2-20E73B102966}"/>
                </a:ext>
              </a:extLst>
            </p:cNvPr>
            <p:cNvSpPr>
              <a:spLocks noEditPoints="1"/>
            </p:cNvSpPr>
            <p:nvPr/>
          </p:nvSpPr>
          <p:spPr bwMode="auto">
            <a:xfrm>
              <a:off x="9607550" y="1254126"/>
              <a:ext cx="87313" cy="190500"/>
            </a:xfrm>
            <a:custGeom>
              <a:avLst/>
              <a:gdLst>
                <a:gd name="T0" fmla="*/ 0 w 23"/>
                <a:gd name="T1" fmla="*/ 46 h 49"/>
                <a:gd name="T2" fmla="*/ 1 w 23"/>
                <a:gd name="T3" fmla="*/ 41 h 49"/>
                <a:gd name="T4" fmla="*/ 3 w 23"/>
                <a:gd name="T5" fmla="*/ 37 h 49"/>
                <a:gd name="T6" fmla="*/ 3 w 23"/>
                <a:gd name="T7" fmla="*/ 36 h 49"/>
                <a:gd name="T8" fmla="*/ 4 w 23"/>
                <a:gd name="T9" fmla="*/ 35 h 49"/>
                <a:gd name="T10" fmla="*/ 4 w 23"/>
                <a:gd name="T11" fmla="*/ 34 h 49"/>
                <a:gd name="T12" fmla="*/ 5 w 23"/>
                <a:gd name="T13" fmla="*/ 32 h 49"/>
                <a:gd name="T14" fmla="*/ 5 w 23"/>
                <a:gd name="T15" fmla="*/ 31 h 49"/>
                <a:gd name="T16" fmla="*/ 6 w 23"/>
                <a:gd name="T17" fmla="*/ 30 h 49"/>
                <a:gd name="T18" fmla="*/ 6 w 23"/>
                <a:gd name="T19" fmla="*/ 29 h 49"/>
                <a:gd name="T20" fmla="*/ 6 w 23"/>
                <a:gd name="T21" fmla="*/ 28 h 49"/>
                <a:gd name="T22" fmla="*/ 7 w 23"/>
                <a:gd name="T23" fmla="*/ 27 h 49"/>
                <a:gd name="T24" fmla="*/ 8 w 23"/>
                <a:gd name="T25" fmla="*/ 25 h 49"/>
                <a:gd name="T26" fmla="*/ 8 w 23"/>
                <a:gd name="T27" fmla="*/ 24 h 49"/>
                <a:gd name="T28" fmla="*/ 10 w 23"/>
                <a:gd name="T29" fmla="*/ 19 h 49"/>
                <a:gd name="T30" fmla="*/ 11 w 23"/>
                <a:gd name="T31" fmla="*/ 18 h 49"/>
                <a:gd name="T32" fmla="*/ 12 w 23"/>
                <a:gd name="T33" fmla="*/ 15 h 49"/>
                <a:gd name="T34" fmla="*/ 13 w 23"/>
                <a:gd name="T35" fmla="*/ 14 h 49"/>
                <a:gd name="T36" fmla="*/ 15 w 23"/>
                <a:gd name="T37" fmla="*/ 10 h 49"/>
                <a:gd name="T38" fmla="*/ 18 w 23"/>
                <a:gd name="T39" fmla="*/ 3 h 49"/>
                <a:gd name="T40" fmla="*/ 19 w 23"/>
                <a:gd name="T41" fmla="*/ 2 h 49"/>
                <a:gd name="T42" fmla="*/ 20 w 23"/>
                <a:gd name="T43" fmla="*/ 1 h 49"/>
                <a:gd name="T44" fmla="*/ 21 w 23"/>
                <a:gd name="T45" fmla="*/ 0 h 49"/>
                <a:gd name="T46" fmla="*/ 23 w 23"/>
                <a:gd name="T47" fmla="*/ 1 h 49"/>
                <a:gd name="T48" fmla="*/ 21 w 23"/>
                <a:gd name="T49" fmla="*/ 9 h 49"/>
                <a:gd name="T50" fmla="*/ 18 w 23"/>
                <a:gd name="T51" fmla="*/ 14 h 49"/>
                <a:gd name="T52" fmla="*/ 16 w 23"/>
                <a:gd name="T53" fmla="*/ 19 h 49"/>
                <a:gd name="T54" fmla="*/ 10 w 23"/>
                <a:gd name="T55" fmla="*/ 28 h 49"/>
                <a:gd name="T56" fmla="*/ 5 w 23"/>
                <a:gd name="T57" fmla="*/ 34 h 49"/>
                <a:gd name="T58" fmla="*/ 4 w 23"/>
                <a:gd name="T59" fmla="*/ 35 h 49"/>
                <a:gd name="T60" fmla="*/ 3 w 23"/>
                <a:gd name="T61" fmla="*/ 38 h 49"/>
                <a:gd name="T62" fmla="*/ 3 w 23"/>
                <a:gd name="T63" fmla="*/ 39 h 49"/>
                <a:gd name="T64" fmla="*/ 3 w 23"/>
                <a:gd name="T65" fmla="*/ 40 h 49"/>
                <a:gd name="T66" fmla="*/ 2 w 23"/>
                <a:gd name="T67" fmla="*/ 41 h 49"/>
                <a:gd name="T68" fmla="*/ 1 w 23"/>
                <a:gd name="T69" fmla="*/ 46 h 49"/>
                <a:gd name="T70" fmla="*/ 1 w 23"/>
                <a:gd name="T71" fmla="*/ 47 h 49"/>
                <a:gd name="T72" fmla="*/ 3 w 23"/>
                <a:gd name="T73" fmla="*/ 46 h 49"/>
                <a:gd name="T74" fmla="*/ 5 w 23"/>
                <a:gd name="T75" fmla="*/ 43 h 49"/>
                <a:gd name="T76" fmla="*/ 11 w 23"/>
                <a:gd name="T77" fmla="*/ 36 h 49"/>
                <a:gd name="T78" fmla="*/ 15 w 23"/>
                <a:gd name="T79" fmla="*/ 31 h 49"/>
                <a:gd name="T80" fmla="*/ 13 w 23"/>
                <a:gd name="T81" fmla="*/ 36 h 49"/>
                <a:gd name="T82" fmla="*/ 6 w 23"/>
                <a:gd name="T83" fmla="*/ 44 h 49"/>
                <a:gd name="T84" fmla="*/ 3 w 23"/>
                <a:gd name="T85" fmla="*/ 48 h 49"/>
                <a:gd name="T86" fmla="*/ 7 w 23"/>
                <a:gd name="T87" fmla="*/ 30 h 49"/>
                <a:gd name="T88" fmla="*/ 10 w 23"/>
                <a:gd name="T89" fmla="*/ 25 h 49"/>
                <a:gd name="T90" fmla="*/ 19 w 23"/>
                <a:gd name="T91" fmla="*/ 9 h 49"/>
                <a:gd name="T92" fmla="*/ 21 w 23"/>
                <a:gd name="T93" fmla="*/ 5 h 49"/>
                <a:gd name="T94" fmla="*/ 21 w 23"/>
                <a:gd name="T95" fmla="*/ 2 h 49"/>
                <a:gd name="T96" fmla="*/ 20 w 23"/>
                <a:gd name="T97" fmla="*/ 4 h 49"/>
                <a:gd name="T98" fmla="*/ 15 w 23"/>
                <a:gd name="T99" fmla="*/ 12 h 49"/>
                <a:gd name="T100" fmla="*/ 13 w 23"/>
                <a:gd name="T101" fmla="*/ 16 h 49"/>
                <a:gd name="T102" fmla="*/ 12 w 23"/>
                <a:gd name="T103" fmla="*/ 18 h 49"/>
                <a:gd name="T104" fmla="*/ 11 w 23"/>
                <a:gd name="T105" fmla="*/ 20 h 49"/>
                <a:gd name="T106" fmla="*/ 10 w 23"/>
                <a:gd name="T107" fmla="*/ 21 h 49"/>
                <a:gd name="T108" fmla="*/ 9 w 23"/>
                <a:gd name="T109" fmla="*/ 25 h 49"/>
                <a:gd name="T110" fmla="*/ 8 w 23"/>
                <a:gd name="T111" fmla="*/ 26 h 49"/>
                <a:gd name="T112" fmla="*/ 8 w 23"/>
                <a:gd name="T113" fmla="*/ 27 h 49"/>
                <a:gd name="T114" fmla="*/ 7 w 23"/>
                <a:gd name="T115" fmla="*/ 28 h 49"/>
                <a:gd name="T116" fmla="*/ 7 w 23"/>
                <a:gd name="T117" fmla="*/ 29 h 49"/>
                <a:gd name="T118" fmla="*/ 6 w 23"/>
                <a:gd name="T119" fmla="*/ 3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3" h="49">
                  <a:moveTo>
                    <a:pt x="1" y="49"/>
                  </a:moveTo>
                  <a:cubicBezTo>
                    <a:pt x="0" y="48"/>
                    <a:pt x="0" y="48"/>
                    <a:pt x="0" y="47"/>
                  </a:cubicBezTo>
                  <a:cubicBezTo>
                    <a:pt x="0" y="47"/>
                    <a:pt x="0" y="47"/>
                    <a:pt x="0" y="46"/>
                  </a:cubicBezTo>
                  <a:cubicBezTo>
                    <a:pt x="0" y="46"/>
                    <a:pt x="0" y="46"/>
                    <a:pt x="0" y="46"/>
                  </a:cubicBezTo>
                  <a:cubicBezTo>
                    <a:pt x="0" y="46"/>
                    <a:pt x="0" y="46"/>
                    <a:pt x="0" y="46"/>
                  </a:cubicBezTo>
                  <a:cubicBezTo>
                    <a:pt x="0" y="45"/>
                    <a:pt x="0" y="45"/>
                    <a:pt x="0" y="45"/>
                  </a:cubicBezTo>
                  <a:cubicBezTo>
                    <a:pt x="1" y="44"/>
                    <a:pt x="1" y="43"/>
                    <a:pt x="1" y="42"/>
                  </a:cubicBezTo>
                  <a:cubicBezTo>
                    <a:pt x="1" y="41"/>
                    <a:pt x="1" y="41"/>
                    <a:pt x="1" y="41"/>
                  </a:cubicBezTo>
                  <a:cubicBezTo>
                    <a:pt x="2" y="40"/>
                    <a:pt x="2" y="39"/>
                    <a:pt x="3" y="37"/>
                  </a:cubicBezTo>
                  <a:cubicBezTo>
                    <a:pt x="3" y="37"/>
                    <a:pt x="3" y="37"/>
                    <a:pt x="3" y="37"/>
                  </a:cubicBezTo>
                  <a:cubicBezTo>
                    <a:pt x="3" y="37"/>
                    <a:pt x="3" y="37"/>
                    <a:pt x="3" y="37"/>
                  </a:cubicBezTo>
                  <a:cubicBezTo>
                    <a:pt x="3" y="37"/>
                    <a:pt x="3" y="37"/>
                    <a:pt x="3" y="37"/>
                  </a:cubicBezTo>
                  <a:cubicBezTo>
                    <a:pt x="3" y="37"/>
                    <a:pt x="3" y="37"/>
                    <a:pt x="3" y="36"/>
                  </a:cubicBezTo>
                  <a:cubicBezTo>
                    <a:pt x="3" y="36"/>
                    <a:pt x="3" y="36"/>
                    <a:pt x="3" y="36"/>
                  </a:cubicBezTo>
                  <a:cubicBezTo>
                    <a:pt x="3" y="36"/>
                    <a:pt x="3" y="36"/>
                    <a:pt x="3" y="36"/>
                  </a:cubicBezTo>
                  <a:cubicBezTo>
                    <a:pt x="3" y="36"/>
                    <a:pt x="3" y="36"/>
                    <a:pt x="3" y="36"/>
                  </a:cubicBezTo>
                  <a:cubicBezTo>
                    <a:pt x="3" y="36"/>
                    <a:pt x="4" y="35"/>
                    <a:pt x="4" y="35"/>
                  </a:cubicBezTo>
                  <a:cubicBezTo>
                    <a:pt x="4" y="35"/>
                    <a:pt x="4" y="35"/>
                    <a:pt x="4" y="35"/>
                  </a:cubicBezTo>
                  <a:cubicBezTo>
                    <a:pt x="4" y="35"/>
                    <a:pt x="4" y="35"/>
                    <a:pt x="4" y="35"/>
                  </a:cubicBezTo>
                  <a:cubicBezTo>
                    <a:pt x="4" y="35"/>
                    <a:pt x="4" y="35"/>
                    <a:pt x="4" y="35"/>
                  </a:cubicBezTo>
                  <a:cubicBezTo>
                    <a:pt x="4" y="35"/>
                    <a:pt x="4" y="34"/>
                    <a:pt x="4" y="34"/>
                  </a:cubicBezTo>
                  <a:cubicBezTo>
                    <a:pt x="4" y="34"/>
                    <a:pt x="4" y="34"/>
                    <a:pt x="4" y="34"/>
                  </a:cubicBezTo>
                  <a:cubicBezTo>
                    <a:pt x="4" y="34"/>
                    <a:pt x="4" y="34"/>
                    <a:pt x="4" y="34"/>
                  </a:cubicBezTo>
                  <a:cubicBezTo>
                    <a:pt x="4" y="34"/>
                    <a:pt x="4" y="34"/>
                    <a:pt x="4" y="34"/>
                  </a:cubicBezTo>
                  <a:cubicBezTo>
                    <a:pt x="4" y="33"/>
                    <a:pt x="4" y="33"/>
                    <a:pt x="4" y="33"/>
                  </a:cubicBezTo>
                  <a:cubicBezTo>
                    <a:pt x="4" y="33"/>
                    <a:pt x="5" y="33"/>
                    <a:pt x="5" y="32"/>
                  </a:cubicBezTo>
                  <a:cubicBezTo>
                    <a:pt x="5" y="32"/>
                    <a:pt x="5" y="32"/>
                    <a:pt x="5" y="32"/>
                  </a:cubicBezTo>
                  <a:cubicBezTo>
                    <a:pt x="5" y="32"/>
                    <a:pt x="5" y="32"/>
                    <a:pt x="5" y="32"/>
                  </a:cubicBezTo>
                  <a:cubicBezTo>
                    <a:pt x="5" y="32"/>
                    <a:pt x="5" y="32"/>
                    <a:pt x="5" y="32"/>
                  </a:cubicBezTo>
                  <a:cubicBezTo>
                    <a:pt x="5" y="32"/>
                    <a:pt x="5" y="32"/>
                    <a:pt x="5" y="32"/>
                  </a:cubicBezTo>
                  <a:cubicBezTo>
                    <a:pt x="5" y="32"/>
                    <a:pt x="5" y="31"/>
                    <a:pt x="5" y="31"/>
                  </a:cubicBezTo>
                  <a:cubicBezTo>
                    <a:pt x="5" y="31"/>
                    <a:pt x="5" y="31"/>
                    <a:pt x="5" y="31"/>
                  </a:cubicBezTo>
                  <a:cubicBezTo>
                    <a:pt x="5" y="31"/>
                    <a:pt x="5" y="31"/>
                    <a:pt x="5" y="31"/>
                  </a:cubicBezTo>
                  <a:cubicBezTo>
                    <a:pt x="5" y="31"/>
                    <a:pt x="5" y="30"/>
                    <a:pt x="5" y="30"/>
                  </a:cubicBezTo>
                  <a:cubicBezTo>
                    <a:pt x="6" y="30"/>
                    <a:pt x="6" y="30"/>
                    <a:pt x="6" y="30"/>
                  </a:cubicBezTo>
                  <a:cubicBezTo>
                    <a:pt x="6" y="30"/>
                    <a:pt x="6" y="30"/>
                    <a:pt x="6" y="30"/>
                  </a:cubicBezTo>
                  <a:cubicBezTo>
                    <a:pt x="6" y="30"/>
                    <a:pt x="6" y="30"/>
                    <a:pt x="6" y="30"/>
                  </a:cubicBezTo>
                  <a:cubicBezTo>
                    <a:pt x="6" y="30"/>
                    <a:pt x="6" y="30"/>
                    <a:pt x="6" y="30"/>
                  </a:cubicBezTo>
                  <a:cubicBezTo>
                    <a:pt x="6" y="29"/>
                    <a:pt x="6" y="29"/>
                    <a:pt x="6" y="29"/>
                  </a:cubicBezTo>
                  <a:cubicBezTo>
                    <a:pt x="6" y="29"/>
                    <a:pt x="6" y="29"/>
                    <a:pt x="6" y="29"/>
                  </a:cubicBezTo>
                  <a:cubicBezTo>
                    <a:pt x="6" y="29"/>
                    <a:pt x="6" y="29"/>
                    <a:pt x="6" y="29"/>
                  </a:cubicBezTo>
                  <a:cubicBezTo>
                    <a:pt x="6" y="29"/>
                    <a:pt x="6" y="29"/>
                    <a:pt x="6" y="29"/>
                  </a:cubicBezTo>
                  <a:cubicBezTo>
                    <a:pt x="6" y="29"/>
                    <a:pt x="6" y="29"/>
                    <a:pt x="6" y="29"/>
                  </a:cubicBezTo>
                  <a:cubicBezTo>
                    <a:pt x="6" y="29"/>
                    <a:pt x="6" y="29"/>
                    <a:pt x="6" y="28"/>
                  </a:cubicBezTo>
                  <a:cubicBezTo>
                    <a:pt x="6" y="28"/>
                    <a:pt x="6" y="28"/>
                    <a:pt x="6" y="28"/>
                  </a:cubicBezTo>
                  <a:cubicBezTo>
                    <a:pt x="7" y="27"/>
                    <a:pt x="7" y="27"/>
                    <a:pt x="7" y="27"/>
                  </a:cubicBezTo>
                  <a:cubicBezTo>
                    <a:pt x="7" y="27"/>
                    <a:pt x="7" y="27"/>
                    <a:pt x="7" y="27"/>
                  </a:cubicBezTo>
                  <a:cubicBezTo>
                    <a:pt x="7" y="27"/>
                    <a:pt x="7" y="27"/>
                    <a:pt x="7" y="27"/>
                  </a:cubicBezTo>
                  <a:cubicBezTo>
                    <a:pt x="7" y="27"/>
                    <a:pt x="7" y="27"/>
                    <a:pt x="7" y="26"/>
                  </a:cubicBezTo>
                  <a:cubicBezTo>
                    <a:pt x="7" y="26"/>
                    <a:pt x="7" y="26"/>
                    <a:pt x="7" y="26"/>
                  </a:cubicBezTo>
                  <a:cubicBezTo>
                    <a:pt x="7" y="26"/>
                    <a:pt x="7" y="26"/>
                    <a:pt x="7" y="26"/>
                  </a:cubicBezTo>
                  <a:cubicBezTo>
                    <a:pt x="8" y="25"/>
                    <a:pt x="8" y="25"/>
                    <a:pt x="8" y="25"/>
                  </a:cubicBezTo>
                  <a:cubicBezTo>
                    <a:pt x="8" y="25"/>
                    <a:pt x="8" y="25"/>
                    <a:pt x="8" y="25"/>
                  </a:cubicBezTo>
                  <a:cubicBezTo>
                    <a:pt x="8" y="25"/>
                    <a:pt x="8" y="25"/>
                    <a:pt x="8" y="25"/>
                  </a:cubicBezTo>
                  <a:cubicBezTo>
                    <a:pt x="8" y="25"/>
                    <a:pt x="8" y="25"/>
                    <a:pt x="8" y="25"/>
                  </a:cubicBezTo>
                  <a:cubicBezTo>
                    <a:pt x="8" y="24"/>
                    <a:pt x="8" y="24"/>
                    <a:pt x="8" y="24"/>
                  </a:cubicBezTo>
                  <a:cubicBezTo>
                    <a:pt x="8" y="23"/>
                    <a:pt x="9" y="22"/>
                    <a:pt x="9" y="21"/>
                  </a:cubicBezTo>
                  <a:cubicBezTo>
                    <a:pt x="9" y="21"/>
                    <a:pt x="9" y="21"/>
                    <a:pt x="9" y="21"/>
                  </a:cubicBezTo>
                  <a:cubicBezTo>
                    <a:pt x="9" y="21"/>
                    <a:pt x="10" y="21"/>
                    <a:pt x="10" y="21"/>
                  </a:cubicBezTo>
                  <a:cubicBezTo>
                    <a:pt x="10" y="19"/>
                    <a:pt x="10" y="19"/>
                    <a:pt x="10" y="19"/>
                  </a:cubicBezTo>
                  <a:cubicBezTo>
                    <a:pt x="10" y="19"/>
                    <a:pt x="10" y="19"/>
                    <a:pt x="10" y="19"/>
                  </a:cubicBezTo>
                  <a:cubicBezTo>
                    <a:pt x="11" y="18"/>
                    <a:pt x="11" y="18"/>
                    <a:pt x="11" y="18"/>
                  </a:cubicBezTo>
                  <a:cubicBezTo>
                    <a:pt x="11" y="18"/>
                    <a:pt x="11" y="18"/>
                    <a:pt x="11" y="18"/>
                  </a:cubicBezTo>
                  <a:cubicBezTo>
                    <a:pt x="11" y="18"/>
                    <a:pt x="11" y="18"/>
                    <a:pt x="11" y="18"/>
                  </a:cubicBezTo>
                  <a:cubicBezTo>
                    <a:pt x="11" y="18"/>
                    <a:pt x="11" y="18"/>
                    <a:pt x="11" y="18"/>
                  </a:cubicBezTo>
                  <a:cubicBezTo>
                    <a:pt x="11" y="17"/>
                    <a:pt x="11" y="17"/>
                    <a:pt x="11" y="17"/>
                  </a:cubicBezTo>
                  <a:cubicBezTo>
                    <a:pt x="11" y="17"/>
                    <a:pt x="11" y="17"/>
                    <a:pt x="11" y="17"/>
                  </a:cubicBezTo>
                  <a:cubicBezTo>
                    <a:pt x="11" y="16"/>
                    <a:pt x="12" y="16"/>
                    <a:pt x="12" y="15"/>
                  </a:cubicBezTo>
                  <a:cubicBezTo>
                    <a:pt x="12" y="15"/>
                    <a:pt x="12" y="15"/>
                    <a:pt x="12" y="15"/>
                  </a:cubicBezTo>
                  <a:cubicBezTo>
                    <a:pt x="12" y="15"/>
                    <a:pt x="12" y="15"/>
                    <a:pt x="12" y="15"/>
                  </a:cubicBezTo>
                  <a:cubicBezTo>
                    <a:pt x="13" y="14"/>
                    <a:pt x="13" y="14"/>
                    <a:pt x="13" y="14"/>
                  </a:cubicBezTo>
                  <a:cubicBezTo>
                    <a:pt x="13" y="14"/>
                    <a:pt x="13" y="14"/>
                    <a:pt x="13" y="14"/>
                  </a:cubicBezTo>
                  <a:cubicBezTo>
                    <a:pt x="13" y="14"/>
                    <a:pt x="13" y="14"/>
                    <a:pt x="13" y="14"/>
                  </a:cubicBezTo>
                  <a:cubicBezTo>
                    <a:pt x="13" y="13"/>
                    <a:pt x="13" y="13"/>
                    <a:pt x="13" y="13"/>
                  </a:cubicBezTo>
                  <a:cubicBezTo>
                    <a:pt x="13" y="12"/>
                    <a:pt x="14" y="11"/>
                    <a:pt x="15" y="10"/>
                  </a:cubicBezTo>
                  <a:cubicBezTo>
                    <a:pt x="15" y="10"/>
                    <a:pt x="15" y="10"/>
                    <a:pt x="15" y="10"/>
                  </a:cubicBezTo>
                  <a:cubicBezTo>
                    <a:pt x="15" y="9"/>
                    <a:pt x="15" y="9"/>
                    <a:pt x="15" y="9"/>
                  </a:cubicBezTo>
                  <a:cubicBezTo>
                    <a:pt x="15" y="9"/>
                    <a:pt x="15" y="9"/>
                    <a:pt x="15" y="9"/>
                  </a:cubicBezTo>
                  <a:cubicBezTo>
                    <a:pt x="16" y="7"/>
                    <a:pt x="17" y="5"/>
                    <a:pt x="18" y="3"/>
                  </a:cubicBezTo>
                  <a:cubicBezTo>
                    <a:pt x="18" y="3"/>
                    <a:pt x="18" y="3"/>
                    <a:pt x="18" y="3"/>
                  </a:cubicBezTo>
                  <a:cubicBezTo>
                    <a:pt x="19" y="2"/>
                    <a:pt x="19" y="2"/>
                    <a:pt x="19" y="2"/>
                  </a:cubicBezTo>
                  <a:cubicBezTo>
                    <a:pt x="19" y="2"/>
                    <a:pt x="19" y="2"/>
                    <a:pt x="19" y="2"/>
                  </a:cubicBezTo>
                  <a:cubicBezTo>
                    <a:pt x="19" y="2"/>
                    <a:pt x="19" y="2"/>
                    <a:pt x="19" y="2"/>
                  </a:cubicBezTo>
                  <a:cubicBezTo>
                    <a:pt x="19" y="2"/>
                    <a:pt x="19" y="2"/>
                    <a:pt x="19" y="2"/>
                  </a:cubicBezTo>
                  <a:cubicBezTo>
                    <a:pt x="19" y="1"/>
                    <a:pt x="19" y="1"/>
                    <a:pt x="19" y="1"/>
                  </a:cubicBezTo>
                  <a:cubicBezTo>
                    <a:pt x="19" y="1"/>
                    <a:pt x="19" y="1"/>
                    <a:pt x="19" y="1"/>
                  </a:cubicBezTo>
                  <a:cubicBezTo>
                    <a:pt x="20" y="1"/>
                    <a:pt x="20" y="1"/>
                    <a:pt x="20" y="1"/>
                  </a:cubicBezTo>
                  <a:cubicBezTo>
                    <a:pt x="20" y="1"/>
                    <a:pt x="20" y="1"/>
                    <a:pt x="20" y="1"/>
                  </a:cubicBezTo>
                  <a:cubicBezTo>
                    <a:pt x="20" y="1"/>
                    <a:pt x="20" y="1"/>
                    <a:pt x="20" y="1"/>
                  </a:cubicBezTo>
                  <a:cubicBezTo>
                    <a:pt x="20" y="0"/>
                    <a:pt x="20" y="0"/>
                    <a:pt x="20" y="0"/>
                  </a:cubicBezTo>
                  <a:cubicBezTo>
                    <a:pt x="20" y="0"/>
                    <a:pt x="20" y="0"/>
                    <a:pt x="20" y="0"/>
                  </a:cubicBezTo>
                  <a:cubicBezTo>
                    <a:pt x="21" y="0"/>
                    <a:pt x="21" y="0"/>
                    <a:pt x="21" y="0"/>
                  </a:cubicBezTo>
                  <a:cubicBezTo>
                    <a:pt x="21" y="0"/>
                    <a:pt x="21" y="0"/>
                    <a:pt x="22" y="0"/>
                  </a:cubicBezTo>
                  <a:cubicBezTo>
                    <a:pt x="22" y="0"/>
                    <a:pt x="22" y="0"/>
                    <a:pt x="23" y="0"/>
                  </a:cubicBezTo>
                  <a:cubicBezTo>
                    <a:pt x="23" y="0"/>
                    <a:pt x="23" y="1"/>
                    <a:pt x="23" y="1"/>
                  </a:cubicBezTo>
                  <a:cubicBezTo>
                    <a:pt x="23" y="1"/>
                    <a:pt x="23" y="1"/>
                    <a:pt x="23" y="1"/>
                  </a:cubicBezTo>
                  <a:cubicBezTo>
                    <a:pt x="23" y="2"/>
                    <a:pt x="23" y="2"/>
                    <a:pt x="23" y="2"/>
                  </a:cubicBezTo>
                  <a:cubicBezTo>
                    <a:pt x="23" y="3"/>
                    <a:pt x="23" y="3"/>
                    <a:pt x="23" y="3"/>
                  </a:cubicBezTo>
                  <a:cubicBezTo>
                    <a:pt x="23" y="3"/>
                    <a:pt x="23" y="4"/>
                    <a:pt x="22" y="5"/>
                  </a:cubicBezTo>
                  <a:cubicBezTo>
                    <a:pt x="22" y="6"/>
                    <a:pt x="21" y="8"/>
                    <a:pt x="21" y="9"/>
                  </a:cubicBezTo>
                  <a:cubicBezTo>
                    <a:pt x="19" y="12"/>
                    <a:pt x="19" y="12"/>
                    <a:pt x="19" y="12"/>
                  </a:cubicBezTo>
                  <a:cubicBezTo>
                    <a:pt x="19" y="12"/>
                    <a:pt x="19" y="12"/>
                    <a:pt x="19" y="12"/>
                  </a:cubicBezTo>
                  <a:cubicBezTo>
                    <a:pt x="19" y="13"/>
                    <a:pt x="19" y="14"/>
                    <a:pt x="18" y="14"/>
                  </a:cubicBezTo>
                  <a:cubicBezTo>
                    <a:pt x="18" y="14"/>
                    <a:pt x="18" y="14"/>
                    <a:pt x="18" y="14"/>
                  </a:cubicBezTo>
                  <a:cubicBezTo>
                    <a:pt x="18" y="15"/>
                    <a:pt x="18" y="15"/>
                    <a:pt x="18" y="15"/>
                  </a:cubicBezTo>
                  <a:cubicBezTo>
                    <a:pt x="18" y="15"/>
                    <a:pt x="18" y="15"/>
                    <a:pt x="18" y="15"/>
                  </a:cubicBezTo>
                  <a:cubicBezTo>
                    <a:pt x="17" y="16"/>
                    <a:pt x="17" y="17"/>
                    <a:pt x="16" y="18"/>
                  </a:cubicBezTo>
                  <a:cubicBezTo>
                    <a:pt x="16" y="18"/>
                    <a:pt x="16" y="18"/>
                    <a:pt x="16" y="19"/>
                  </a:cubicBezTo>
                  <a:cubicBezTo>
                    <a:pt x="15" y="20"/>
                    <a:pt x="14" y="21"/>
                    <a:pt x="14" y="23"/>
                  </a:cubicBezTo>
                  <a:cubicBezTo>
                    <a:pt x="13" y="23"/>
                    <a:pt x="13" y="23"/>
                    <a:pt x="13" y="24"/>
                  </a:cubicBezTo>
                  <a:cubicBezTo>
                    <a:pt x="11" y="27"/>
                    <a:pt x="11" y="27"/>
                    <a:pt x="11" y="27"/>
                  </a:cubicBezTo>
                  <a:cubicBezTo>
                    <a:pt x="11" y="27"/>
                    <a:pt x="10" y="28"/>
                    <a:pt x="10" y="28"/>
                  </a:cubicBezTo>
                  <a:cubicBezTo>
                    <a:pt x="9" y="29"/>
                    <a:pt x="9" y="30"/>
                    <a:pt x="8" y="31"/>
                  </a:cubicBezTo>
                  <a:cubicBezTo>
                    <a:pt x="8" y="32"/>
                    <a:pt x="7" y="32"/>
                    <a:pt x="6" y="33"/>
                  </a:cubicBezTo>
                  <a:cubicBezTo>
                    <a:pt x="6" y="33"/>
                    <a:pt x="6" y="33"/>
                    <a:pt x="6" y="33"/>
                  </a:cubicBezTo>
                  <a:cubicBezTo>
                    <a:pt x="6" y="34"/>
                    <a:pt x="6" y="34"/>
                    <a:pt x="5" y="34"/>
                  </a:cubicBezTo>
                  <a:cubicBezTo>
                    <a:pt x="5" y="35"/>
                    <a:pt x="5" y="35"/>
                    <a:pt x="5" y="35"/>
                  </a:cubicBezTo>
                  <a:cubicBezTo>
                    <a:pt x="5" y="35"/>
                    <a:pt x="5" y="35"/>
                    <a:pt x="5" y="35"/>
                  </a:cubicBezTo>
                  <a:cubicBezTo>
                    <a:pt x="5" y="35"/>
                    <a:pt x="5" y="35"/>
                    <a:pt x="5" y="35"/>
                  </a:cubicBezTo>
                  <a:cubicBezTo>
                    <a:pt x="4" y="35"/>
                    <a:pt x="4" y="35"/>
                    <a:pt x="4" y="35"/>
                  </a:cubicBezTo>
                  <a:cubicBezTo>
                    <a:pt x="4" y="35"/>
                    <a:pt x="4" y="36"/>
                    <a:pt x="4" y="36"/>
                  </a:cubicBezTo>
                  <a:cubicBezTo>
                    <a:pt x="4" y="37"/>
                    <a:pt x="4" y="37"/>
                    <a:pt x="4" y="37"/>
                  </a:cubicBezTo>
                  <a:cubicBezTo>
                    <a:pt x="4" y="38"/>
                    <a:pt x="4" y="38"/>
                    <a:pt x="4" y="38"/>
                  </a:cubicBezTo>
                  <a:cubicBezTo>
                    <a:pt x="4" y="38"/>
                    <a:pt x="4" y="38"/>
                    <a:pt x="3" y="38"/>
                  </a:cubicBezTo>
                  <a:cubicBezTo>
                    <a:pt x="3" y="38"/>
                    <a:pt x="3" y="38"/>
                    <a:pt x="3" y="38"/>
                  </a:cubicBezTo>
                  <a:cubicBezTo>
                    <a:pt x="3" y="38"/>
                    <a:pt x="3" y="38"/>
                    <a:pt x="3" y="38"/>
                  </a:cubicBezTo>
                  <a:cubicBezTo>
                    <a:pt x="3" y="39"/>
                    <a:pt x="3" y="39"/>
                    <a:pt x="3" y="39"/>
                  </a:cubicBezTo>
                  <a:cubicBezTo>
                    <a:pt x="3" y="39"/>
                    <a:pt x="3" y="39"/>
                    <a:pt x="3" y="39"/>
                  </a:cubicBezTo>
                  <a:cubicBezTo>
                    <a:pt x="3" y="39"/>
                    <a:pt x="3" y="39"/>
                    <a:pt x="3" y="39"/>
                  </a:cubicBezTo>
                  <a:cubicBezTo>
                    <a:pt x="3" y="39"/>
                    <a:pt x="3" y="39"/>
                    <a:pt x="3" y="40"/>
                  </a:cubicBezTo>
                  <a:cubicBezTo>
                    <a:pt x="3" y="40"/>
                    <a:pt x="3" y="40"/>
                    <a:pt x="3" y="40"/>
                  </a:cubicBezTo>
                  <a:cubicBezTo>
                    <a:pt x="3" y="40"/>
                    <a:pt x="3" y="40"/>
                    <a:pt x="3" y="40"/>
                  </a:cubicBezTo>
                  <a:cubicBezTo>
                    <a:pt x="3" y="40"/>
                    <a:pt x="3" y="40"/>
                    <a:pt x="3" y="40"/>
                  </a:cubicBezTo>
                  <a:cubicBezTo>
                    <a:pt x="3" y="41"/>
                    <a:pt x="3" y="41"/>
                    <a:pt x="3" y="41"/>
                  </a:cubicBezTo>
                  <a:cubicBezTo>
                    <a:pt x="3" y="41"/>
                    <a:pt x="3" y="41"/>
                    <a:pt x="3" y="41"/>
                  </a:cubicBezTo>
                  <a:cubicBezTo>
                    <a:pt x="2" y="41"/>
                    <a:pt x="2" y="41"/>
                    <a:pt x="2" y="41"/>
                  </a:cubicBezTo>
                  <a:cubicBezTo>
                    <a:pt x="2" y="41"/>
                    <a:pt x="2" y="41"/>
                    <a:pt x="2" y="41"/>
                  </a:cubicBezTo>
                  <a:cubicBezTo>
                    <a:pt x="2" y="42"/>
                    <a:pt x="2" y="43"/>
                    <a:pt x="2" y="44"/>
                  </a:cubicBezTo>
                  <a:cubicBezTo>
                    <a:pt x="1" y="44"/>
                    <a:pt x="1" y="45"/>
                    <a:pt x="1" y="46"/>
                  </a:cubicBezTo>
                  <a:cubicBezTo>
                    <a:pt x="1" y="46"/>
                    <a:pt x="1" y="46"/>
                    <a:pt x="1" y="46"/>
                  </a:cubicBezTo>
                  <a:cubicBezTo>
                    <a:pt x="1" y="46"/>
                    <a:pt x="1" y="46"/>
                    <a:pt x="1" y="46"/>
                  </a:cubicBezTo>
                  <a:cubicBezTo>
                    <a:pt x="1" y="47"/>
                    <a:pt x="1" y="47"/>
                    <a:pt x="1" y="47"/>
                  </a:cubicBezTo>
                  <a:cubicBezTo>
                    <a:pt x="1" y="47"/>
                    <a:pt x="1" y="47"/>
                    <a:pt x="1" y="47"/>
                  </a:cubicBezTo>
                  <a:cubicBezTo>
                    <a:pt x="1" y="47"/>
                    <a:pt x="1" y="47"/>
                    <a:pt x="1" y="47"/>
                  </a:cubicBezTo>
                  <a:cubicBezTo>
                    <a:pt x="1" y="47"/>
                    <a:pt x="1" y="47"/>
                    <a:pt x="2" y="47"/>
                  </a:cubicBezTo>
                  <a:cubicBezTo>
                    <a:pt x="2" y="47"/>
                    <a:pt x="2" y="47"/>
                    <a:pt x="2" y="47"/>
                  </a:cubicBezTo>
                  <a:cubicBezTo>
                    <a:pt x="2" y="46"/>
                    <a:pt x="2" y="46"/>
                    <a:pt x="2" y="46"/>
                  </a:cubicBezTo>
                  <a:cubicBezTo>
                    <a:pt x="3" y="46"/>
                    <a:pt x="3" y="46"/>
                    <a:pt x="3" y="46"/>
                  </a:cubicBezTo>
                  <a:cubicBezTo>
                    <a:pt x="3" y="46"/>
                    <a:pt x="3" y="45"/>
                    <a:pt x="4" y="45"/>
                  </a:cubicBezTo>
                  <a:cubicBezTo>
                    <a:pt x="4" y="44"/>
                    <a:pt x="4" y="44"/>
                    <a:pt x="4" y="44"/>
                  </a:cubicBezTo>
                  <a:cubicBezTo>
                    <a:pt x="4" y="44"/>
                    <a:pt x="4" y="44"/>
                    <a:pt x="4" y="44"/>
                  </a:cubicBezTo>
                  <a:cubicBezTo>
                    <a:pt x="5" y="44"/>
                    <a:pt x="5" y="43"/>
                    <a:pt x="5" y="43"/>
                  </a:cubicBezTo>
                  <a:cubicBezTo>
                    <a:pt x="6" y="43"/>
                    <a:pt x="6" y="43"/>
                    <a:pt x="6" y="43"/>
                  </a:cubicBezTo>
                  <a:cubicBezTo>
                    <a:pt x="7" y="41"/>
                    <a:pt x="8" y="40"/>
                    <a:pt x="9" y="39"/>
                  </a:cubicBezTo>
                  <a:cubicBezTo>
                    <a:pt x="9" y="38"/>
                    <a:pt x="9" y="38"/>
                    <a:pt x="9" y="38"/>
                  </a:cubicBezTo>
                  <a:cubicBezTo>
                    <a:pt x="10" y="37"/>
                    <a:pt x="11" y="36"/>
                    <a:pt x="11" y="36"/>
                  </a:cubicBezTo>
                  <a:cubicBezTo>
                    <a:pt x="11" y="35"/>
                    <a:pt x="11" y="35"/>
                    <a:pt x="12" y="35"/>
                  </a:cubicBezTo>
                  <a:cubicBezTo>
                    <a:pt x="12" y="34"/>
                    <a:pt x="13" y="33"/>
                    <a:pt x="14" y="32"/>
                  </a:cubicBezTo>
                  <a:cubicBezTo>
                    <a:pt x="14" y="31"/>
                    <a:pt x="14" y="31"/>
                    <a:pt x="15" y="31"/>
                  </a:cubicBezTo>
                  <a:cubicBezTo>
                    <a:pt x="15" y="31"/>
                    <a:pt x="15" y="31"/>
                    <a:pt x="15" y="31"/>
                  </a:cubicBezTo>
                  <a:cubicBezTo>
                    <a:pt x="15" y="32"/>
                    <a:pt x="15" y="32"/>
                    <a:pt x="15" y="32"/>
                  </a:cubicBezTo>
                  <a:cubicBezTo>
                    <a:pt x="15" y="32"/>
                    <a:pt x="15" y="32"/>
                    <a:pt x="15" y="32"/>
                  </a:cubicBezTo>
                  <a:cubicBezTo>
                    <a:pt x="15" y="33"/>
                    <a:pt x="15" y="33"/>
                    <a:pt x="15" y="33"/>
                  </a:cubicBezTo>
                  <a:cubicBezTo>
                    <a:pt x="13" y="36"/>
                    <a:pt x="13" y="36"/>
                    <a:pt x="13" y="36"/>
                  </a:cubicBezTo>
                  <a:cubicBezTo>
                    <a:pt x="11" y="38"/>
                    <a:pt x="10" y="40"/>
                    <a:pt x="8" y="42"/>
                  </a:cubicBezTo>
                  <a:cubicBezTo>
                    <a:pt x="8" y="42"/>
                    <a:pt x="8" y="42"/>
                    <a:pt x="8" y="42"/>
                  </a:cubicBezTo>
                  <a:cubicBezTo>
                    <a:pt x="7" y="44"/>
                    <a:pt x="7" y="44"/>
                    <a:pt x="7" y="44"/>
                  </a:cubicBezTo>
                  <a:cubicBezTo>
                    <a:pt x="6" y="44"/>
                    <a:pt x="6" y="44"/>
                    <a:pt x="6" y="44"/>
                  </a:cubicBezTo>
                  <a:cubicBezTo>
                    <a:pt x="6" y="45"/>
                    <a:pt x="5" y="45"/>
                    <a:pt x="5" y="46"/>
                  </a:cubicBezTo>
                  <a:cubicBezTo>
                    <a:pt x="5" y="46"/>
                    <a:pt x="4" y="46"/>
                    <a:pt x="4" y="46"/>
                  </a:cubicBezTo>
                  <a:cubicBezTo>
                    <a:pt x="4" y="47"/>
                    <a:pt x="4" y="47"/>
                    <a:pt x="3" y="47"/>
                  </a:cubicBezTo>
                  <a:cubicBezTo>
                    <a:pt x="3" y="47"/>
                    <a:pt x="3" y="48"/>
                    <a:pt x="3" y="48"/>
                  </a:cubicBezTo>
                  <a:cubicBezTo>
                    <a:pt x="3" y="48"/>
                    <a:pt x="2" y="48"/>
                    <a:pt x="2" y="49"/>
                  </a:cubicBezTo>
                  <a:cubicBezTo>
                    <a:pt x="2" y="49"/>
                    <a:pt x="1" y="49"/>
                    <a:pt x="1" y="49"/>
                  </a:cubicBezTo>
                  <a:close/>
                  <a:moveTo>
                    <a:pt x="6" y="31"/>
                  </a:moveTo>
                  <a:cubicBezTo>
                    <a:pt x="7" y="30"/>
                    <a:pt x="7" y="30"/>
                    <a:pt x="7" y="30"/>
                  </a:cubicBezTo>
                  <a:cubicBezTo>
                    <a:pt x="7" y="30"/>
                    <a:pt x="7" y="30"/>
                    <a:pt x="7" y="30"/>
                  </a:cubicBezTo>
                  <a:cubicBezTo>
                    <a:pt x="7" y="29"/>
                    <a:pt x="7" y="29"/>
                    <a:pt x="7" y="29"/>
                  </a:cubicBezTo>
                  <a:cubicBezTo>
                    <a:pt x="8" y="29"/>
                    <a:pt x="8" y="29"/>
                    <a:pt x="8" y="28"/>
                  </a:cubicBezTo>
                  <a:cubicBezTo>
                    <a:pt x="9" y="27"/>
                    <a:pt x="10" y="26"/>
                    <a:pt x="10" y="25"/>
                  </a:cubicBezTo>
                  <a:cubicBezTo>
                    <a:pt x="11" y="24"/>
                    <a:pt x="11" y="24"/>
                    <a:pt x="11" y="24"/>
                  </a:cubicBezTo>
                  <a:cubicBezTo>
                    <a:pt x="12" y="23"/>
                    <a:pt x="12" y="23"/>
                    <a:pt x="12" y="23"/>
                  </a:cubicBezTo>
                  <a:cubicBezTo>
                    <a:pt x="14" y="19"/>
                    <a:pt x="17" y="15"/>
                    <a:pt x="19" y="10"/>
                  </a:cubicBezTo>
                  <a:cubicBezTo>
                    <a:pt x="19" y="10"/>
                    <a:pt x="19" y="9"/>
                    <a:pt x="19" y="9"/>
                  </a:cubicBezTo>
                  <a:cubicBezTo>
                    <a:pt x="20" y="7"/>
                    <a:pt x="20" y="7"/>
                    <a:pt x="20" y="7"/>
                  </a:cubicBezTo>
                  <a:cubicBezTo>
                    <a:pt x="20" y="6"/>
                    <a:pt x="20" y="6"/>
                    <a:pt x="20" y="6"/>
                  </a:cubicBezTo>
                  <a:cubicBezTo>
                    <a:pt x="20" y="5"/>
                    <a:pt x="20" y="5"/>
                    <a:pt x="20" y="5"/>
                  </a:cubicBezTo>
                  <a:cubicBezTo>
                    <a:pt x="21" y="5"/>
                    <a:pt x="21" y="5"/>
                    <a:pt x="21" y="5"/>
                  </a:cubicBezTo>
                  <a:cubicBezTo>
                    <a:pt x="21" y="4"/>
                    <a:pt x="21" y="4"/>
                    <a:pt x="21" y="4"/>
                  </a:cubicBezTo>
                  <a:cubicBezTo>
                    <a:pt x="21" y="3"/>
                    <a:pt x="21" y="3"/>
                    <a:pt x="21" y="3"/>
                  </a:cubicBezTo>
                  <a:cubicBezTo>
                    <a:pt x="21" y="3"/>
                    <a:pt x="21" y="3"/>
                    <a:pt x="21" y="2"/>
                  </a:cubicBezTo>
                  <a:cubicBezTo>
                    <a:pt x="21" y="2"/>
                    <a:pt x="21" y="2"/>
                    <a:pt x="21" y="2"/>
                  </a:cubicBezTo>
                  <a:cubicBezTo>
                    <a:pt x="21" y="2"/>
                    <a:pt x="21" y="2"/>
                    <a:pt x="21" y="2"/>
                  </a:cubicBezTo>
                  <a:cubicBezTo>
                    <a:pt x="21" y="2"/>
                    <a:pt x="21" y="3"/>
                    <a:pt x="20" y="3"/>
                  </a:cubicBezTo>
                  <a:cubicBezTo>
                    <a:pt x="20" y="4"/>
                    <a:pt x="20" y="4"/>
                    <a:pt x="20" y="4"/>
                  </a:cubicBezTo>
                  <a:cubicBezTo>
                    <a:pt x="20" y="4"/>
                    <a:pt x="20" y="4"/>
                    <a:pt x="20" y="4"/>
                  </a:cubicBezTo>
                  <a:cubicBezTo>
                    <a:pt x="19" y="5"/>
                    <a:pt x="18" y="6"/>
                    <a:pt x="18" y="7"/>
                  </a:cubicBezTo>
                  <a:cubicBezTo>
                    <a:pt x="17" y="7"/>
                    <a:pt x="17" y="7"/>
                    <a:pt x="17" y="7"/>
                  </a:cubicBezTo>
                  <a:cubicBezTo>
                    <a:pt x="17" y="9"/>
                    <a:pt x="16" y="10"/>
                    <a:pt x="15" y="11"/>
                  </a:cubicBezTo>
                  <a:cubicBezTo>
                    <a:pt x="15" y="11"/>
                    <a:pt x="15" y="11"/>
                    <a:pt x="15" y="12"/>
                  </a:cubicBezTo>
                  <a:cubicBezTo>
                    <a:pt x="15" y="12"/>
                    <a:pt x="14" y="13"/>
                    <a:pt x="14" y="14"/>
                  </a:cubicBezTo>
                  <a:cubicBezTo>
                    <a:pt x="14" y="14"/>
                    <a:pt x="14" y="14"/>
                    <a:pt x="14" y="14"/>
                  </a:cubicBezTo>
                  <a:cubicBezTo>
                    <a:pt x="14" y="14"/>
                    <a:pt x="14" y="14"/>
                    <a:pt x="14" y="14"/>
                  </a:cubicBezTo>
                  <a:cubicBezTo>
                    <a:pt x="13" y="15"/>
                    <a:pt x="13" y="15"/>
                    <a:pt x="13" y="16"/>
                  </a:cubicBezTo>
                  <a:cubicBezTo>
                    <a:pt x="13" y="16"/>
                    <a:pt x="13" y="16"/>
                    <a:pt x="13" y="16"/>
                  </a:cubicBezTo>
                  <a:cubicBezTo>
                    <a:pt x="12" y="17"/>
                    <a:pt x="12" y="17"/>
                    <a:pt x="12" y="17"/>
                  </a:cubicBezTo>
                  <a:cubicBezTo>
                    <a:pt x="12" y="18"/>
                    <a:pt x="12" y="18"/>
                    <a:pt x="12" y="18"/>
                  </a:cubicBezTo>
                  <a:cubicBezTo>
                    <a:pt x="12" y="18"/>
                    <a:pt x="12" y="18"/>
                    <a:pt x="12" y="18"/>
                  </a:cubicBezTo>
                  <a:cubicBezTo>
                    <a:pt x="11" y="19"/>
                    <a:pt x="11" y="19"/>
                    <a:pt x="11" y="19"/>
                  </a:cubicBezTo>
                  <a:cubicBezTo>
                    <a:pt x="11" y="19"/>
                    <a:pt x="11" y="19"/>
                    <a:pt x="11" y="19"/>
                  </a:cubicBezTo>
                  <a:cubicBezTo>
                    <a:pt x="11" y="20"/>
                    <a:pt x="11" y="20"/>
                    <a:pt x="11" y="20"/>
                  </a:cubicBezTo>
                  <a:cubicBezTo>
                    <a:pt x="11" y="20"/>
                    <a:pt x="11" y="20"/>
                    <a:pt x="11" y="20"/>
                  </a:cubicBezTo>
                  <a:cubicBezTo>
                    <a:pt x="11" y="20"/>
                    <a:pt x="11" y="20"/>
                    <a:pt x="11" y="20"/>
                  </a:cubicBezTo>
                  <a:cubicBezTo>
                    <a:pt x="11" y="20"/>
                    <a:pt x="11" y="20"/>
                    <a:pt x="11" y="20"/>
                  </a:cubicBezTo>
                  <a:cubicBezTo>
                    <a:pt x="11" y="21"/>
                    <a:pt x="11" y="21"/>
                    <a:pt x="11" y="21"/>
                  </a:cubicBezTo>
                  <a:cubicBezTo>
                    <a:pt x="10" y="21"/>
                    <a:pt x="10" y="21"/>
                    <a:pt x="10" y="21"/>
                  </a:cubicBezTo>
                  <a:cubicBezTo>
                    <a:pt x="10" y="22"/>
                    <a:pt x="10" y="22"/>
                    <a:pt x="10" y="22"/>
                  </a:cubicBezTo>
                  <a:cubicBezTo>
                    <a:pt x="10" y="22"/>
                    <a:pt x="10" y="22"/>
                    <a:pt x="10" y="22"/>
                  </a:cubicBezTo>
                  <a:cubicBezTo>
                    <a:pt x="10" y="22"/>
                    <a:pt x="10" y="22"/>
                    <a:pt x="10" y="22"/>
                  </a:cubicBezTo>
                  <a:cubicBezTo>
                    <a:pt x="9" y="23"/>
                    <a:pt x="9" y="24"/>
                    <a:pt x="9" y="25"/>
                  </a:cubicBezTo>
                  <a:cubicBezTo>
                    <a:pt x="8" y="25"/>
                    <a:pt x="8" y="25"/>
                    <a:pt x="8" y="25"/>
                  </a:cubicBezTo>
                  <a:cubicBezTo>
                    <a:pt x="8" y="26"/>
                    <a:pt x="8" y="26"/>
                    <a:pt x="8" y="26"/>
                  </a:cubicBezTo>
                  <a:cubicBezTo>
                    <a:pt x="8" y="26"/>
                    <a:pt x="8" y="26"/>
                    <a:pt x="8" y="26"/>
                  </a:cubicBezTo>
                  <a:cubicBezTo>
                    <a:pt x="8" y="26"/>
                    <a:pt x="8" y="26"/>
                    <a:pt x="8" y="26"/>
                  </a:cubicBezTo>
                  <a:cubicBezTo>
                    <a:pt x="8" y="26"/>
                    <a:pt x="8" y="26"/>
                    <a:pt x="8" y="27"/>
                  </a:cubicBezTo>
                  <a:cubicBezTo>
                    <a:pt x="8" y="27"/>
                    <a:pt x="8" y="27"/>
                    <a:pt x="8" y="27"/>
                  </a:cubicBezTo>
                  <a:cubicBezTo>
                    <a:pt x="8" y="27"/>
                    <a:pt x="8" y="27"/>
                    <a:pt x="8" y="27"/>
                  </a:cubicBezTo>
                  <a:cubicBezTo>
                    <a:pt x="8" y="27"/>
                    <a:pt x="8" y="27"/>
                    <a:pt x="8" y="27"/>
                  </a:cubicBezTo>
                  <a:cubicBezTo>
                    <a:pt x="8" y="28"/>
                    <a:pt x="8" y="28"/>
                    <a:pt x="8" y="28"/>
                  </a:cubicBezTo>
                  <a:cubicBezTo>
                    <a:pt x="7" y="28"/>
                    <a:pt x="7" y="28"/>
                    <a:pt x="7" y="28"/>
                  </a:cubicBezTo>
                  <a:cubicBezTo>
                    <a:pt x="7" y="28"/>
                    <a:pt x="7" y="28"/>
                    <a:pt x="7" y="28"/>
                  </a:cubicBezTo>
                  <a:cubicBezTo>
                    <a:pt x="7" y="28"/>
                    <a:pt x="7" y="28"/>
                    <a:pt x="7" y="28"/>
                  </a:cubicBezTo>
                  <a:cubicBezTo>
                    <a:pt x="7" y="28"/>
                    <a:pt x="7" y="28"/>
                    <a:pt x="7" y="28"/>
                  </a:cubicBezTo>
                  <a:cubicBezTo>
                    <a:pt x="7" y="29"/>
                    <a:pt x="7" y="29"/>
                    <a:pt x="7" y="29"/>
                  </a:cubicBezTo>
                  <a:cubicBezTo>
                    <a:pt x="7" y="29"/>
                    <a:pt x="7" y="29"/>
                    <a:pt x="7" y="29"/>
                  </a:cubicBezTo>
                  <a:cubicBezTo>
                    <a:pt x="7" y="29"/>
                    <a:pt x="7" y="29"/>
                    <a:pt x="7" y="29"/>
                  </a:cubicBezTo>
                  <a:cubicBezTo>
                    <a:pt x="7" y="29"/>
                    <a:pt x="7" y="29"/>
                    <a:pt x="7" y="29"/>
                  </a:cubicBezTo>
                  <a:cubicBezTo>
                    <a:pt x="7" y="29"/>
                    <a:pt x="7" y="29"/>
                    <a:pt x="7" y="29"/>
                  </a:cubicBezTo>
                  <a:cubicBezTo>
                    <a:pt x="7" y="29"/>
                    <a:pt x="7" y="30"/>
                    <a:pt x="7" y="30"/>
                  </a:cubicBezTo>
                  <a:cubicBezTo>
                    <a:pt x="7" y="30"/>
                    <a:pt x="6" y="30"/>
                    <a:pt x="6" y="31"/>
                  </a:cubicBezTo>
                  <a:cubicBezTo>
                    <a:pt x="6" y="31"/>
                    <a:pt x="6" y="31"/>
                    <a:pt x="6" y="31"/>
                  </a:cubicBezTo>
                  <a:close/>
                </a:path>
              </a:pathLst>
            </a:custGeom>
            <a:grpFill/>
            <a:ln w="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4" name="Freeform 20">
              <a:extLst>
                <a:ext uri="{FF2B5EF4-FFF2-40B4-BE49-F238E27FC236}">
                  <a16:creationId xmlns:a16="http://schemas.microsoft.com/office/drawing/2014/main" id="{4A04C2D2-A9F4-E215-8542-9CCDEC4B9C96}"/>
                </a:ext>
              </a:extLst>
            </p:cNvPr>
            <p:cNvSpPr>
              <a:spLocks noEditPoints="1"/>
            </p:cNvSpPr>
            <p:nvPr/>
          </p:nvSpPr>
          <p:spPr bwMode="auto">
            <a:xfrm>
              <a:off x="9656763" y="1350963"/>
              <a:ext cx="30163" cy="50800"/>
            </a:xfrm>
            <a:custGeom>
              <a:avLst/>
              <a:gdLst>
                <a:gd name="T0" fmla="*/ 1 w 8"/>
                <a:gd name="T1" fmla="*/ 13 h 13"/>
                <a:gd name="T2" fmla="*/ 0 w 8"/>
                <a:gd name="T3" fmla="*/ 13 h 13"/>
                <a:gd name="T4" fmla="*/ 0 w 8"/>
                <a:gd name="T5" fmla="*/ 12 h 13"/>
                <a:gd name="T6" fmla="*/ 0 w 8"/>
                <a:gd name="T7" fmla="*/ 11 h 13"/>
                <a:gd name="T8" fmla="*/ 0 w 8"/>
                <a:gd name="T9" fmla="*/ 10 h 13"/>
                <a:gd name="T10" fmla="*/ 0 w 8"/>
                <a:gd name="T11" fmla="*/ 9 h 13"/>
                <a:gd name="T12" fmla="*/ 1 w 8"/>
                <a:gd name="T13" fmla="*/ 7 h 13"/>
                <a:gd name="T14" fmla="*/ 2 w 8"/>
                <a:gd name="T15" fmla="*/ 5 h 13"/>
                <a:gd name="T16" fmla="*/ 2 w 8"/>
                <a:gd name="T17" fmla="*/ 5 h 13"/>
                <a:gd name="T18" fmla="*/ 2 w 8"/>
                <a:gd name="T19" fmla="*/ 4 h 13"/>
                <a:gd name="T20" fmla="*/ 3 w 8"/>
                <a:gd name="T21" fmla="*/ 3 h 13"/>
                <a:gd name="T22" fmla="*/ 3 w 8"/>
                <a:gd name="T23" fmla="*/ 3 h 13"/>
                <a:gd name="T24" fmla="*/ 3 w 8"/>
                <a:gd name="T25" fmla="*/ 3 h 13"/>
                <a:gd name="T26" fmla="*/ 4 w 8"/>
                <a:gd name="T27" fmla="*/ 4 h 13"/>
                <a:gd name="T28" fmla="*/ 4 w 8"/>
                <a:gd name="T29" fmla="*/ 4 h 13"/>
                <a:gd name="T30" fmla="*/ 4 w 8"/>
                <a:gd name="T31" fmla="*/ 4 h 13"/>
                <a:gd name="T32" fmla="*/ 4 w 8"/>
                <a:gd name="T33" fmla="*/ 5 h 13"/>
                <a:gd name="T34" fmla="*/ 4 w 8"/>
                <a:gd name="T35" fmla="*/ 5 h 13"/>
                <a:gd name="T36" fmla="*/ 3 w 8"/>
                <a:gd name="T37" fmla="*/ 6 h 13"/>
                <a:gd name="T38" fmla="*/ 3 w 8"/>
                <a:gd name="T39" fmla="*/ 7 h 13"/>
                <a:gd name="T40" fmla="*/ 2 w 8"/>
                <a:gd name="T41" fmla="*/ 8 h 13"/>
                <a:gd name="T42" fmla="*/ 2 w 8"/>
                <a:gd name="T43" fmla="*/ 8 h 13"/>
                <a:gd name="T44" fmla="*/ 1 w 8"/>
                <a:gd name="T45" fmla="*/ 10 h 13"/>
                <a:gd name="T46" fmla="*/ 1 w 8"/>
                <a:gd name="T47" fmla="*/ 11 h 13"/>
                <a:gd name="T48" fmla="*/ 1 w 8"/>
                <a:gd name="T49" fmla="*/ 12 h 13"/>
                <a:gd name="T50" fmla="*/ 1 w 8"/>
                <a:gd name="T51" fmla="*/ 12 h 13"/>
                <a:gd name="T52" fmla="*/ 1 w 8"/>
                <a:gd name="T53" fmla="*/ 12 h 13"/>
                <a:gd name="T54" fmla="*/ 2 w 8"/>
                <a:gd name="T55" fmla="*/ 12 h 13"/>
                <a:gd name="T56" fmla="*/ 3 w 8"/>
                <a:gd name="T57" fmla="*/ 11 h 13"/>
                <a:gd name="T58" fmla="*/ 3 w 8"/>
                <a:gd name="T59" fmla="*/ 11 h 13"/>
                <a:gd name="T60" fmla="*/ 4 w 8"/>
                <a:gd name="T61" fmla="*/ 10 h 13"/>
                <a:gd name="T62" fmla="*/ 4 w 8"/>
                <a:gd name="T63" fmla="*/ 10 h 13"/>
                <a:gd name="T64" fmla="*/ 5 w 8"/>
                <a:gd name="T65" fmla="*/ 9 h 13"/>
                <a:gd name="T66" fmla="*/ 6 w 8"/>
                <a:gd name="T67" fmla="*/ 7 h 13"/>
                <a:gd name="T68" fmla="*/ 7 w 8"/>
                <a:gd name="T69" fmla="*/ 7 h 13"/>
                <a:gd name="T70" fmla="*/ 7 w 8"/>
                <a:gd name="T71" fmla="*/ 6 h 13"/>
                <a:gd name="T72" fmla="*/ 8 w 8"/>
                <a:gd name="T73" fmla="*/ 6 h 13"/>
                <a:gd name="T74" fmla="*/ 8 w 8"/>
                <a:gd name="T75" fmla="*/ 6 h 13"/>
                <a:gd name="T76" fmla="*/ 8 w 8"/>
                <a:gd name="T77" fmla="*/ 7 h 13"/>
                <a:gd name="T78" fmla="*/ 8 w 8"/>
                <a:gd name="T79" fmla="*/ 7 h 13"/>
                <a:gd name="T80" fmla="*/ 8 w 8"/>
                <a:gd name="T81" fmla="*/ 7 h 13"/>
                <a:gd name="T82" fmla="*/ 7 w 8"/>
                <a:gd name="T83" fmla="*/ 8 h 13"/>
                <a:gd name="T84" fmla="*/ 6 w 8"/>
                <a:gd name="T85" fmla="*/ 9 h 13"/>
                <a:gd name="T86" fmla="*/ 6 w 8"/>
                <a:gd name="T87" fmla="*/ 10 h 13"/>
                <a:gd name="T88" fmla="*/ 5 w 8"/>
                <a:gd name="T89" fmla="*/ 11 h 13"/>
                <a:gd name="T90" fmla="*/ 4 w 8"/>
                <a:gd name="T91" fmla="*/ 11 h 13"/>
                <a:gd name="T92" fmla="*/ 4 w 8"/>
                <a:gd name="T93" fmla="*/ 12 h 13"/>
                <a:gd name="T94" fmla="*/ 2 w 8"/>
                <a:gd name="T95" fmla="*/ 13 h 13"/>
                <a:gd name="T96" fmla="*/ 1 w 8"/>
                <a:gd name="T97" fmla="*/ 13 h 13"/>
                <a:gd name="T98" fmla="*/ 1 w 8"/>
                <a:gd name="T99" fmla="*/ 13 h 13"/>
                <a:gd name="T100" fmla="*/ 3 w 8"/>
                <a:gd name="T101" fmla="*/ 2 h 13"/>
                <a:gd name="T102" fmla="*/ 3 w 8"/>
                <a:gd name="T103" fmla="*/ 2 h 13"/>
                <a:gd name="T104" fmla="*/ 3 w 8"/>
                <a:gd name="T105" fmla="*/ 1 h 13"/>
                <a:gd name="T106" fmla="*/ 4 w 8"/>
                <a:gd name="T107" fmla="*/ 0 h 13"/>
                <a:gd name="T108" fmla="*/ 4 w 8"/>
                <a:gd name="T109" fmla="*/ 0 h 13"/>
                <a:gd name="T110" fmla="*/ 6 w 8"/>
                <a:gd name="T111" fmla="*/ 1 h 13"/>
                <a:gd name="T112" fmla="*/ 6 w 8"/>
                <a:gd name="T113" fmla="*/ 1 h 13"/>
                <a:gd name="T114" fmla="*/ 5 w 8"/>
                <a:gd name="T115" fmla="*/ 2 h 13"/>
                <a:gd name="T116" fmla="*/ 5 w 8"/>
                <a:gd name="T117" fmla="*/ 2 h 13"/>
                <a:gd name="T118" fmla="*/ 3 w 8"/>
                <a:gd name="T1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 h="13">
                  <a:moveTo>
                    <a:pt x="1" y="13"/>
                  </a:moveTo>
                  <a:cubicBezTo>
                    <a:pt x="0" y="13"/>
                    <a:pt x="0" y="13"/>
                    <a:pt x="0" y="13"/>
                  </a:cubicBezTo>
                  <a:cubicBezTo>
                    <a:pt x="0" y="12"/>
                    <a:pt x="0" y="12"/>
                    <a:pt x="0" y="12"/>
                  </a:cubicBezTo>
                  <a:cubicBezTo>
                    <a:pt x="0" y="12"/>
                    <a:pt x="0" y="11"/>
                    <a:pt x="0" y="11"/>
                  </a:cubicBezTo>
                  <a:cubicBezTo>
                    <a:pt x="0" y="10"/>
                    <a:pt x="0" y="10"/>
                    <a:pt x="0" y="10"/>
                  </a:cubicBezTo>
                  <a:cubicBezTo>
                    <a:pt x="0" y="10"/>
                    <a:pt x="0" y="9"/>
                    <a:pt x="0" y="9"/>
                  </a:cubicBezTo>
                  <a:cubicBezTo>
                    <a:pt x="1" y="8"/>
                    <a:pt x="1" y="7"/>
                    <a:pt x="1" y="7"/>
                  </a:cubicBezTo>
                  <a:cubicBezTo>
                    <a:pt x="2" y="5"/>
                    <a:pt x="2" y="5"/>
                    <a:pt x="2" y="5"/>
                  </a:cubicBezTo>
                  <a:cubicBezTo>
                    <a:pt x="2" y="5"/>
                    <a:pt x="2" y="5"/>
                    <a:pt x="2" y="5"/>
                  </a:cubicBezTo>
                  <a:cubicBezTo>
                    <a:pt x="2" y="5"/>
                    <a:pt x="2" y="4"/>
                    <a:pt x="2" y="4"/>
                  </a:cubicBezTo>
                  <a:cubicBezTo>
                    <a:pt x="3" y="4"/>
                    <a:pt x="3" y="3"/>
                    <a:pt x="3" y="3"/>
                  </a:cubicBezTo>
                  <a:cubicBezTo>
                    <a:pt x="3" y="3"/>
                    <a:pt x="3" y="3"/>
                    <a:pt x="3" y="3"/>
                  </a:cubicBezTo>
                  <a:cubicBezTo>
                    <a:pt x="3" y="3"/>
                    <a:pt x="3" y="3"/>
                    <a:pt x="3" y="3"/>
                  </a:cubicBezTo>
                  <a:cubicBezTo>
                    <a:pt x="4" y="3"/>
                    <a:pt x="4" y="3"/>
                    <a:pt x="4" y="4"/>
                  </a:cubicBezTo>
                  <a:cubicBezTo>
                    <a:pt x="4" y="4"/>
                    <a:pt x="4" y="4"/>
                    <a:pt x="4" y="4"/>
                  </a:cubicBezTo>
                  <a:cubicBezTo>
                    <a:pt x="4" y="4"/>
                    <a:pt x="4" y="4"/>
                    <a:pt x="4" y="4"/>
                  </a:cubicBezTo>
                  <a:cubicBezTo>
                    <a:pt x="4" y="4"/>
                    <a:pt x="4" y="5"/>
                    <a:pt x="4" y="5"/>
                  </a:cubicBezTo>
                  <a:cubicBezTo>
                    <a:pt x="4" y="5"/>
                    <a:pt x="4" y="5"/>
                    <a:pt x="4" y="5"/>
                  </a:cubicBezTo>
                  <a:cubicBezTo>
                    <a:pt x="3" y="5"/>
                    <a:pt x="3" y="6"/>
                    <a:pt x="3" y="6"/>
                  </a:cubicBezTo>
                  <a:cubicBezTo>
                    <a:pt x="3" y="6"/>
                    <a:pt x="3" y="7"/>
                    <a:pt x="3" y="7"/>
                  </a:cubicBezTo>
                  <a:cubicBezTo>
                    <a:pt x="3" y="7"/>
                    <a:pt x="2" y="7"/>
                    <a:pt x="2" y="8"/>
                  </a:cubicBezTo>
                  <a:cubicBezTo>
                    <a:pt x="2" y="8"/>
                    <a:pt x="2" y="8"/>
                    <a:pt x="2" y="8"/>
                  </a:cubicBezTo>
                  <a:cubicBezTo>
                    <a:pt x="1" y="10"/>
                    <a:pt x="1" y="10"/>
                    <a:pt x="1" y="10"/>
                  </a:cubicBezTo>
                  <a:cubicBezTo>
                    <a:pt x="1" y="10"/>
                    <a:pt x="1" y="11"/>
                    <a:pt x="1" y="11"/>
                  </a:cubicBezTo>
                  <a:cubicBezTo>
                    <a:pt x="1" y="12"/>
                    <a:pt x="1" y="12"/>
                    <a:pt x="1" y="12"/>
                  </a:cubicBezTo>
                  <a:cubicBezTo>
                    <a:pt x="1" y="12"/>
                    <a:pt x="1" y="12"/>
                    <a:pt x="1" y="12"/>
                  </a:cubicBezTo>
                  <a:cubicBezTo>
                    <a:pt x="1" y="12"/>
                    <a:pt x="1" y="12"/>
                    <a:pt x="1" y="12"/>
                  </a:cubicBezTo>
                  <a:cubicBezTo>
                    <a:pt x="1" y="12"/>
                    <a:pt x="1" y="12"/>
                    <a:pt x="2" y="12"/>
                  </a:cubicBezTo>
                  <a:cubicBezTo>
                    <a:pt x="2" y="11"/>
                    <a:pt x="2" y="11"/>
                    <a:pt x="3" y="11"/>
                  </a:cubicBezTo>
                  <a:cubicBezTo>
                    <a:pt x="3" y="11"/>
                    <a:pt x="3" y="11"/>
                    <a:pt x="3" y="11"/>
                  </a:cubicBezTo>
                  <a:cubicBezTo>
                    <a:pt x="3" y="10"/>
                    <a:pt x="3" y="10"/>
                    <a:pt x="4" y="10"/>
                  </a:cubicBezTo>
                  <a:cubicBezTo>
                    <a:pt x="4" y="10"/>
                    <a:pt x="4" y="10"/>
                    <a:pt x="4" y="10"/>
                  </a:cubicBezTo>
                  <a:cubicBezTo>
                    <a:pt x="5" y="9"/>
                    <a:pt x="5" y="9"/>
                    <a:pt x="5" y="9"/>
                  </a:cubicBezTo>
                  <a:cubicBezTo>
                    <a:pt x="5" y="8"/>
                    <a:pt x="6" y="8"/>
                    <a:pt x="6" y="7"/>
                  </a:cubicBezTo>
                  <a:cubicBezTo>
                    <a:pt x="7" y="7"/>
                    <a:pt x="7" y="7"/>
                    <a:pt x="7" y="7"/>
                  </a:cubicBezTo>
                  <a:cubicBezTo>
                    <a:pt x="7" y="7"/>
                    <a:pt x="7" y="6"/>
                    <a:pt x="7" y="6"/>
                  </a:cubicBezTo>
                  <a:cubicBezTo>
                    <a:pt x="7" y="6"/>
                    <a:pt x="7" y="6"/>
                    <a:pt x="8" y="6"/>
                  </a:cubicBezTo>
                  <a:cubicBezTo>
                    <a:pt x="8" y="6"/>
                    <a:pt x="8" y="6"/>
                    <a:pt x="8" y="6"/>
                  </a:cubicBezTo>
                  <a:cubicBezTo>
                    <a:pt x="8" y="6"/>
                    <a:pt x="8" y="7"/>
                    <a:pt x="8" y="7"/>
                  </a:cubicBezTo>
                  <a:cubicBezTo>
                    <a:pt x="8" y="7"/>
                    <a:pt x="8" y="7"/>
                    <a:pt x="8" y="7"/>
                  </a:cubicBezTo>
                  <a:cubicBezTo>
                    <a:pt x="8" y="7"/>
                    <a:pt x="8" y="7"/>
                    <a:pt x="8" y="7"/>
                  </a:cubicBezTo>
                  <a:cubicBezTo>
                    <a:pt x="8" y="8"/>
                    <a:pt x="7" y="8"/>
                    <a:pt x="7" y="8"/>
                  </a:cubicBezTo>
                  <a:cubicBezTo>
                    <a:pt x="6" y="9"/>
                    <a:pt x="6" y="9"/>
                    <a:pt x="6" y="9"/>
                  </a:cubicBezTo>
                  <a:cubicBezTo>
                    <a:pt x="6" y="9"/>
                    <a:pt x="6" y="9"/>
                    <a:pt x="6" y="10"/>
                  </a:cubicBezTo>
                  <a:cubicBezTo>
                    <a:pt x="5" y="10"/>
                    <a:pt x="5" y="10"/>
                    <a:pt x="5" y="11"/>
                  </a:cubicBezTo>
                  <a:cubicBezTo>
                    <a:pt x="5" y="11"/>
                    <a:pt x="4" y="11"/>
                    <a:pt x="4" y="11"/>
                  </a:cubicBezTo>
                  <a:cubicBezTo>
                    <a:pt x="4" y="11"/>
                    <a:pt x="4" y="11"/>
                    <a:pt x="4" y="12"/>
                  </a:cubicBezTo>
                  <a:cubicBezTo>
                    <a:pt x="2" y="13"/>
                    <a:pt x="2" y="13"/>
                    <a:pt x="2" y="13"/>
                  </a:cubicBezTo>
                  <a:cubicBezTo>
                    <a:pt x="2" y="13"/>
                    <a:pt x="2" y="13"/>
                    <a:pt x="1" y="13"/>
                  </a:cubicBezTo>
                  <a:cubicBezTo>
                    <a:pt x="1" y="13"/>
                    <a:pt x="1" y="13"/>
                    <a:pt x="1" y="13"/>
                  </a:cubicBezTo>
                  <a:close/>
                  <a:moveTo>
                    <a:pt x="3" y="2"/>
                  </a:moveTo>
                  <a:cubicBezTo>
                    <a:pt x="3" y="2"/>
                    <a:pt x="3" y="2"/>
                    <a:pt x="3" y="2"/>
                  </a:cubicBezTo>
                  <a:cubicBezTo>
                    <a:pt x="3" y="1"/>
                    <a:pt x="3" y="1"/>
                    <a:pt x="3" y="1"/>
                  </a:cubicBezTo>
                  <a:cubicBezTo>
                    <a:pt x="3" y="1"/>
                    <a:pt x="4" y="1"/>
                    <a:pt x="4" y="0"/>
                  </a:cubicBezTo>
                  <a:cubicBezTo>
                    <a:pt x="4" y="0"/>
                    <a:pt x="4" y="0"/>
                    <a:pt x="4" y="0"/>
                  </a:cubicBezTo>
                  <a:cubicBezTo>
                    <a:pt x="5" y="0"/>
                    <a:pt x="5" y="1"/>
                    <a:pt x="6" y="1"/>
                  </a:cubicBezTo>
                  <a:cubicBezTo>
                    <a:pt x="6" y="1"/>
                    <a:pt x="6" y="1"/>
                    <a:pt x="6" y="1"/>
                  </a:cubicBezTo>
                  <a:cubicBezTo>
                    <a:pt x="6" y="2"/>
                    <a:pt x="5" y="2"/>
                    <a:pt x="5" y="2"/>
                  </a:cubicBezTo>
                  <a:cubicBezTo>
                    <a:pt x="5" y="2"/>
                    <a:pt x="5" y="2"/>
                    <a:pt x="5" y="2"/>
                  </a:cubicBezTo>
                  <a:cubicBezTo>
                    <a:pt x="4" y="2"/>
                    <a:pt x="4" y="2"/>
                    <a:pt x="3" y="2"/>
                  </a:cubicBezTo>
                  <a:close/>
                </a:path>
              </a:pathLst>
            </a:custGeom>
            <a:grpFill/>
            <a:ln w="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5" name="Freeform 21">
              <a:extLst>
                <a:ext uri="{FF2B5EF4-FFF2-40B4-BE49-F238E27FC236}">
                  <a16:creationId xmlns:a16="http://schemas.microsoft.com/office/drawing/2014/main" id="{039AFC19-191C-7C6B-6DCB-D3CB7858C7AC}"/>
                </a:ext>
              </a:extLst>
            </p:cNvPr>
            <p:cNvSpPr>
              <a:spLocks noEditPoints="1"/>
            </p:cNvSpPr>
            <p:nvPr/>
          </p:nvSpPr>
          <p:spPr bwMode="auto">
            <a:xfrm>
              <a:off x="9672638" y="1366838"/>
              <a:ext cx="117475" cy="38100"/>
            </a:xfrm>
            <a:custGeom>
              <a:avLst/>
              <a:gdLst>
                <a:gd name="T0" fmla="*/ 8 w 31"/>
                <a:gd name="T1" fmla="*/ 6 h 10"/>
                <a:gd name="T2" fmla="*/ 7 w 31"/>
                <a:gd name="T3" fmla="*/ 5 h 10"/>
                <a:gd name="T4" fmla="*/ 4 w 31"/>
                <a:gd name="T5" fmla="*/ 8 h 10"/>
                <a:gd name="T6" fmla="*/ 1 w 31"/>
                <a:gd name="T7" fmla="*/ 10 h 10"/>
                <a:gd name="T8" fmla="*/ 0 w 31"/>
                <a:gd name="T9" fmla="*/ 8 h 10"/>
                <a:gd name="T10" fmla="*/ 4 w 31"/>
                <a:gd name="T11" fmla="*/ 2 h 10"/>
                <a:gd name="T12" fmla="*/ 8 w 31"/>
                <a:gd name="T13" fmla="*/ 1 h 10"/>
                <a:gd name="T14" fmla="*/ 9 w 31"/>
                <a:gd name="T15" fmla="*/ 2 h 10"/>
                <a:gd name="T16" fmla="*/ 10 w 31"/>
                <a:gd name="T17" fmla="*/ 0 h 10"/>
                <a:gd name="T18" fmla="*/ 11 w 31"/>
                <a:gd name="T19" fmla="*/ 1 h 10"/>
                <a:gd name="T20" fmla="*/ 10 w 31"/>
                <a:gd name="T21" fmla="*/ 4 h 10"/>
                <a:gd name="T22" fmla="*/ 8 w 31"/>
                <a:gd name="T23" fmla="*/ 7 h 10"/>
                <a:gd name="T24" fmla="*/ 10 w 31"/>
                <a:gd name="T25" fmla="*/ 7 h 10"/>
                <a:gd name="T26" fmla="*/ 13 w 31"/>
                <a:gd name="T27" fmla="*/ 4 h 10"/>
                <a:gd name="T28" fmla="*/ 15 w 31"/>
                <a:gd name="T29" fmla="*/ 2 h 10"/>
                <a:gd name="T30" fmla="*/ 17 w 31"/>
                <a:gd name="T31" fmla="*/ 1 h 10"/>
                <a:gd name="T32" fmla="*/ 17 w 31"/>
                <a:gd name="T33" fmla="*/ 3 h 10"/>
                <a:gd name="T34" fmla="*/ 16 w 31"/>
                <a:gd name="T35" fmla="*/ 5 h 10"/>
                <a:gd name="T36" fmla="*/ 19 w 31"/>
                <a:gd name="T37" fmla="*/ 2 h 10"/>
                <a:gd name="T38" fmla="*/ 22 w 31"/>
                <a:gd name="T39" fmla="*/ 0 h 10"/>
                <a:gd name="T40" fmla="*/ 23 w 31"/>
                <a:gd name="T41" fmla="*/ 1 h 10"/>
                <a:gd name="T42" fmla="*/ 21 w 31"/>
                <a:gd name="T43" fmla="*/ 5 h 10"/>
                <a:gd name="T44" fmla="*/ 21 w 31"/>
                <a:gd name="T45" fmla="*/ 6 h 10"/>
                <a:gd name="T46" fmla="*/ 25 w 31"/>
                <a:gd name="T47" fmla="*/ 2 h 10"/>
                <a:gd name="T48" fmla="*/ 25 w 31"/>
                <a:gd name="T49" fmla="*/ 2 h 10"/>
                <a:gd name="T50" fmla="*/ 27 w 31"/>
                <a:gd name="T51" fmla="*/ 3 h 10"/>
                <a:gd name="T52" fmla="*/ 26 w 31"/>
                <a:gd name="T53" fmla="*/ 5 h 10"/>
                <a:gd name="T54" fmla="*/ 25 w 31"/>
                <a:gd name="T55" fmla="*/ 7 h 10"/>
                <a:gd name="T56" fmla="*/ 26 w 31"/>
                <a:gd name="T57" fmla="*/ 6 h 10"/>
                <a:gd name="T58" fmla="*/ 29 w 31"/>
                <a:gd name="T59" fmla="*/ 4 h 10"/>
                <a:gd name="T60" fmla="*/ 31 w 31"/>
                <a:gd name="T61" fmla="*/ 3 h 10"/>
                <a:gd name="T62" fmla="*/ 26 w 31"/>
                <a:gd name="T63" fmla="*/ 8 h 10"/>
                <a:gd name="T64" fmla="*/ 24 w 31"/>
                <a:gd name="T65" fmla="*/ 9 h 10"/>
                <a:gd name="T66" fmla="*/ 24 w 31"/>
                <a:gd name="T67" fmla="*/ 5 h 10"/>
                <a:gd name="T68" fmla="*/ 24 w 31"/>
                <a:gd name="T69" fmla="*/ 5 h 10"/>
                <a:gd name="T70" fmla="*/ 23 w 31"/>
                <a:gd name="T71" fmla="*/ 7 h 10"/>
                <a:gd name="T72" fmla="*/ 20 w 31"/>
                <a:gd name="T73" fmla="*/ 9 h 10"/>
                <a:gd name="T74" fmla="*/ 19 w 31"/>
                <a:gd name="T75" fmla="*/ 10 h 10"/>
                <a:gd name="T76" fmla="*/ 20 w 31"/>
                <a:gd name="T77" fmla="*/ 4 h 10"/>
                <a:gd name="T78" fmla="*/ 21 w 31"/>
                <a:gd name="T79" fmla="*/ 2 h 10"/>
                <a:gd name="T80" fmla="*/ 18 w 31"/>
                <a:gd name="T81" fmla="*/ 4 h 10"/>
                <a:gd name="T82" fmla="*/ 17 w 31"/>
                <a:gd name="T83" fmla="*/ 6 h 10"/>
                <a:gd name="T84" fmla="*/ 14 w 31"/>
                <a:gd name="T85" fmla="*/ 9 h 10"/>
                <a:gd name="T86" fmla="*/ 13 w 31"/>
                <a:gd name="T87" fmla="*/ 9 h 10"/>
                <a:gd name="T88" fmla="*/ 14 w 31"/>
                <a:gd name="T89" fmla="*/ 7 h 10"/>
                <a:gd name="T90" fmla="*/ 15 w 31"/>
                <a:gd name="T91" fmla="*/ 4 h 10"/>
                <a:gd name="T92" fmla="*/ 16 w 31"/>
                <a:gd name="T93" fmla="*/ 2 h 10"/>
                <a:gd name="T94" fmla="*/ 13 w 31"/>
                <a:gd name="T95" fmla="*/ 5 h 10"/>
                <a:gd name="T96" fmla="*/ 10 w 31"/>
                <a:gd name="T97" fmla="*/ 8 h 10"/>
                <a:gd name="T98" fmla="*/ 7 w 31"/>
                <a:gd name="T99" fmla="*/ 10 h 10"/>
                <a:gd name="T100" fmla="*/ 5 w 31"/>
                <a:gd name="T101" fmla="*/ 6 h 10"/>
                <a:gd name="T102" fmla="*/ 7 w 31"/>
                <a:gd name="T103" fmla="*/ 4 h 10"/>
                <a:gd name="T104" fmla="*/ 6 w 31"/>
                <a:gd name="T105" fmla="*/ 2 h 10"/>
                <a:gd name="T106" fmla="*/ 1 w 31"/>
                <a:gd name="T107"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1" h="10">
                  <a:moveTo>
                    <a:pt x="7" y="10"/>
                  </a:moveTo>
                  <a:cubicBezTo>
                    <a:pt x="7" y="10"/>
                    <a:pt x="7" y="9"/>
                    <a:pt x="7" y="9"/>
                  </a:cubicBezTo>
                  <a:cubicBezTo>
                    <a:pt x="7" y="8"/>
                    <a:pt x="7" y="8"/>
                    <a:pt x="7" y="8"/>
                  </a:cubicBezTo>
                  <a:cubicBezTo>
                    <a:pt x="7" y="7"/>
                    <a:pt x="7" y="6"/>
                    <a:pt x="8" y="6"/>
                  </a:cubicBezTo>
                  <a:cubicBezTo>
                    <a:pt x="8" y="5"/>
                    <a:pt x="8" y="5"/>
                    <a:pt x="8" y="5"/>
                  </a:cubicBezTo>
                  <a:cubicBezTo>
                    <a:pt x="8" y="5"/>
                    <a:pt x="8" y="5"/>
                    <a:pt x="8" y="4"/>
                  </a:cubicBezTo>
                  <a:cubicBezTo>
                    <a:pt x="8" y="4"/>
                    <a:pt x="8" y="4"/>
                    <a:pt x="8" y="4"/>
                  </a:cubicBezTo>
                  <a:cubicBezTo>
                    <a:pt x="8" y="5"/>
                    <a:pt x="8" y="5"/>
                    <a:pt x="7" y="5"/>
                  </a:cubicBezTo>
                  <a:cubicBezTo>
                    <a:pt x="7" y="5"/>
                    <a:pt x="7" y="5"/>
                    <a:pt x="7" y="5"/>
                  </a:cubicBezTo>
                  <a:cubicBezTo>
                    <a:pt x="7" y="5"/>
                    <a:pt x="7" y="5"/>
                    <a:pt x="7" y="5"/>
                  </a:cubicBezTo>
                  <a:cubicBezTo>
                    <a:pt x="7" y="5"/>
                    <a:pt x="7" y="6"/>
                    <a:pt x="6" y="6"/>
                  </a:cubicBezTo>
                  <a:cubicBezTo>
                    <a:pt x="5" y="7"/>
                    <a:pt x="5" y="8"/>
                    <a:pt x="4" y="8"/>
                  </a:cubicBezTo>
                  <a:cubicBezTo>
                    <a:pt x="3" y="9"/>
                    <a:pt x="3" y="9"/>
                    <a:pt x="3" y="9"/>
                  </a:cubicBezTo>
                  <a:cubicBezTo>
                    <a:pt x="3" y="9"/>
                    <a:pt x="3" y="9"/>
                    <a:pt x="3" y="9"/>
                  </a:cubicBezTo>
                  <a:cubicBezTo>
                    <a:pt x="3" y="9"/>
                    <a:pt x="3" y="9"/>
                    <a:pt x="3" y="9"/>
                  </a:cubicBezTo>
                  <a:cubicBezTo>
                    <a:pt x="2" y="9"/>
                    <a:pt x="2" y="10"/>
                    <a:pt x="1" y="10"/>
                  </a:cubicBezTo>
                  <a:cubicBezTo>
                    <a:pt x="1" y="10"/>
                    <a:pt x="1" y="10"/>
                    <a:pt x="1" y="10"/>
                  </a:cubicBezTo>
                  <a:cubicBezTo>
                    <a:pt x="1" y="10"/>
                    <a:pt x="1" y="10"/>
                    <a:pt x="1" y="10"/>
                  </a:cubicBezTo>
                  <a:cubicBezTo>
                    <a:pt x="0" y="9"/>
                    <a:pt x="0" y="9"/>
                    <a:pt x="0" y="9"/>
                  </a:cubicBezTo>
                  <a:cubicBezTo>
                    <a:pt x="0" y="9"/>
                    <a:pt x="0" y="8"/>
                    <a:pt x="0" y="8"/>
                  </a:cubicBezTo>
                  <a:cubicBezTo>
                    <a:pt x="0" y="8"/>
                    <a:pt x="0" y="8"/>
                    <a:pt x="0" y="8"/>
                  </a:cubicBezTo>
                  <a:cubicBezTo>
                    <a:pt x="0" y="7"/>
                    <a:pt x="1" y="6"/>
                    <a:pt x="1" y="5"/>
                  </a:cubicBezTo>
                  <a:cubicBezTo>
                    <a:pt x="1" y="5"/>
                    <a:pt x="1" y="5"/>
                    <a:pt x="1" y="5"/>
                  </a:cubicBezTo>
                  <a:cubicBezTo>
                    <a:pt x="2" y="4"/>
                    <a:pt x="3" y="3"/>
                    <a:pt x="4" y="2"/>
                  </a:cubicBezTo>
                  <a:cubicBezTo>
                    <a:pt x="4" y="2"/>
                    <a:pt x="5" y="2"/>
                    <a:pt x="5" y="1"/>
                  </a:cubicBezTo>
                  <a:cubicBezTo>
                    <a:pt x="5" y="1"/>
                    <a:pt x="6" y="1"/>
                    <a:pt x="7" y="1"/>
                  </a:cubicBezTo>
                  <a:cubicBezTo>
                    <a:pt x="7" y="1"/>
                    <a:pt x="7" y="1"/>
                    <a:pt x="7" y="1"/>
                  </a:cubicBezTo>
                  <a:cubicBezTo>
                    <a:pt x="8" y="1"/>
                    <a:pt x="8" y="1"/>
                    <a:pt x="8" y="1"/>
                  </a:cubicBezTo>
                  <a:cubicBezTo>
                    <a:pt x="8" y="2"/>
                    <a:pt x="8" y="2"/>
                    <a:pt x="8" y="2"/>
                  </a:cubicBezTo>
                  <a:cubicBezTo>
                    <a:pt x="8" y="2"/>
                    <a:pt x="8" y="2"/>
                    <a:pt x="8" y="2"/>
                  </a:cubicBezTo>
                  <a:cubicBezTo>
                    <a:pt x="8" y="2"/>
                    <a:pt x="8" y="2"/>
                    <a:pt x="8" y="2"/>
                  </a:cubicBezTo>
                  <a:cubicBezTo>
                    <a:pt x="8" y="2"/>
                    <a:pt x="9" y="2"/>
                    <a:pt x="9" y="2"/>
                  </a:cubicBezTo>
                  <a:cubicBezTo>
                    <a:pt x="9" y="1"/>
                    <a:pt x="9" y="1"/>
                    <a:pt x="9" y="1"/>
                  </a:cubicBezTo>
                  <a:cubicBezTo>
                    <a:pt x="9" y="1"/>
                    <a:pt x="9" y="1"/>
                    <a:pt x="9" y="1"/>
                  </a:cubicBezTo>
                  <a:cubicBezTo>
                    <a:pt x="10" y="0"/>
                    <a:pt x="10" y="0"/>
                    <a:pt x="10" y="0"/>
                  </a:cubicBezTo>
                  <a:cubicBezTo>
                    <a:pt x="10" y="0"/>
                    <a:pt x="10" y="0"/>
                    <a:pt x="10" y="0"/>
                  </a:cubicBezTo>
                  <a:cubicBezTo>
                    <a:pt x="11" y="0"/>
                    <a:pt x="11" y="0"/>
                    <a:pt x="11" y="0"/>
                  </a:cubicBezTo>
                  <a:cubicBezTo>
                    <a:pt x="11" y="0"/>
                    <a:pt x="11" y="0"/>
                    <a:pt x="11" y="0"/>
                  </a:cubicBezTo>
                  <a:cubicBezTo>
                    <a:pt x="11" y="0"/>
                    <a:pt x="11" y="0"/>
                    <a:pt x="11" y="0"/>
                  </a:cubicBezTo>
                  <a:cubicBezTo>
                    <a:pt x="11" y="1"/>
                    <a:pt x="11" y="1"/>
                    <a:pt x="11" y="1"/>
                  </a:cubicBezTo>
                  <a:cubicBezTo>
                    <a:pt x="11" y="1"/>
                    <a:pt x="11" y="1"/>
                    <a:pt x="11" y="1"/>
                  </a:cubicBezTo>
                  <a:cubicBezTo>
                    <a:pt x="11" y="2"/>
                    <a:pt x="11" y="2"/>
                    <a:pt x="11" y="2"/>
                  </a:cubicBezTo>
                  <a:cubicBezTo>
                    <a:pt x="10" y="4"/>
                    <a:pt x="10" y="4"/>
                    <a:pt x="10" y="4"/>
                  </a:cubicBezTo>
                  <a:cubicBezTo>
                    <a:pt x="10" y="4"/>
                    <a:pt x="10" y="4"/>
                    <a:pt x="10" y="4"/>
                  </a:cubicBezTo>
                  <a:cubicBezTo>
                    <a:pt x="9" y="4"/>
                    <a:pt x="9" y="5"/>
                    <a:pt x="9" y="5"/>
                  </a:cubicBezTo>
                  <a:cubicBezTo>
                    <a:pt x="9" y="5"/>
                    <a:pt x="9" y="6"/>
                    <a:pt x="9" y="6"/>
                  </a:cubicBezTo>
                  <a:cubicBezTo>
                    <a:pt x="9" y="6"/>
                    <a:pt x="9" y="6"/>
                    <a:pt x="8" y="7"/>
                  </a:cubicBezTo>
                  <a:cubicBezTo>
                    <a:pt x="8" y="7"/>
                    <a:pt x="8" y="7"/>
                    <a:pt x="8" y="7"/>
                  </a:cubicBezTo>
                  <a:cubicBezTo>
                    <a:pt x="8" y="7"/>
                    <a:pt x="8" y="8"/>
                    <a:pt x="8" y="8"/>
                  </a:cubicBezTo>
                  <a:cubicBezTo>
                    <a:pt x="8" y="8"/>
                    <a:pt x="8" y="8"/>
                    <a:pt x="8" y="8"/>
                  </a:cubicBezTo>
                  <a:cubicBezTo>
                    <a:pt x="8" y="8"/>
                    <a:pt x="9" y="7"/>
                    <a:pt x="9" y="7"/>
                  </a:cubicBezTo>
                  <a:cubicBezTo>
                    <a:pt x="9" y="7"/>
                    <a:pt x="9" y="7"/>
                    <a:pt x="10" y="7"/>
                  </a:cubicBezTo>
                  <a:cubicBezTo>
                    <a:pt x="10" y="6"/>
                    <a:pt x="10" y="6"/>
                    <a:pt x="10" y="6"/>
                  </a:cubicBezTo>
                  <a:cubicBezTo>
                    <a:pt x="10" y="6"/>
                    <a:pt x="11" y="6"/>
                    <a:pt x="11" y="5"/>
                  </a:cubicBezTo>
                  <a:cubicBezTo>
                    <a:pt x="11" y="5"/>
                    <a:pt x="11" y="5"/>
                    <a:pt x="11" y="5"/>
                  </a:cubicBezTo>
                  <a:cubicBezTo>
                    <a:pt x="13" y="4"/>
                    <a:pt x="13" y="4"/>
                    <a:pt x="13" y="4"/>
                  </a:cubicBezTo>
                  <a:cubicBezTo>
                    <a:pt x="13" y="3"/>
                    <a:pt x="13" y="3"/>
                    <a:pt x="14" y="3"/>
                  </a:cubicBezTo>
                  <a:cubicBezTo>
                    <a:pt x="14" y="2"/>
                    <a:pt x="14" y="2"/>
                    <a:pt x="14" y="2"/>
                  </a:cubicBezTo>
                  <a:cubicBezTo>
                    <a:pt x="14" y="2"/>
                    <a:pt x="14" y="2"/>
                    <a:pt x="14" y="2"/>
                  </a:cubicBezTo>
                  <a:cubicBezTo>
                    <a:pt x="14" y="2"/>
                    <a:pt x="15" y="2"/>
                    <a:pt x="15" y="2"/>
                  </a:cubicBezTo>
                  <a:cubicBezTo>
                    <a:pt x="15" y="1"/>
                    <a:pt x="16" y="1"/>
                    <a:pt x="16" y="1"/>
                  </a:cubicBezTo>
                  <a:cubicBezTo>
                    <a:pt x="16" y="1"/>
                    <a:pt x="16" y="0"/>
                    <a:pt x="16" y="0"/>
                  </a:cubicBezTo>
                  <a:cubicBezTo>
                    <a:pt x="16" y="0"/>
                    <a:pt x="17" y="0"/>
                    <a:pt x="17" y="0"/>
                  </a:cubicBezTo>
                  <a:cubicBezTo>
                    <a:pt x="17" y="0"/>
                    <a:pt x="17" y="0"/>
                    <a:pt x="17" y="1"/>
                  </a:cubicBezTo>
                  <a:cubicBezTo>
                    <a:pt x="18" y="1"/>
                    <a:pt x="18" y="1"/>
                    <a:pt x="18" y="1"/>
                  </a:cubicBezTo>
                  <a:cubicBezTo>
                    <a:pt x="18" y="1"/>
                    <a:pt x="18" y="1"/>
                    <a:pt x="18" y="1"/>
                  </a:cubicBezTo>
                  <a:cubicBezTo>
                    <a:pt x="18" y="2"/>
                    <a:pt x="18" y="2"/>
                    <a:pt x="18" y="2"/>
                  </a:cubicBezTo>
                  <a:cubicBezTo>
                    <a:pt x="17" y="2"/>
                    <a:pt x="17" y="3"/>
                    <a:pt x="17" y="3"/>
                  </a:cubicBezTo>
                  <a:cubicBezTo>
                    <a:pt x="17" y="4"/>
                    <a:pt x="17" y="4"/>
                    <a:pt x="17" y="4"/>
                  </a:cubicBezTo>
                  <a:cubicBezTo>
                    <a:pt x="16" y="4"/>
                    <a:pt x="16" y="5"/>
                    <a:pt x="16" y="5"/>
                  </a:cubicBezTo>
                  <a:cubicBezTo>
                    <a:pt x="16" y="5"/>
                    <a:pt x="16" y="5"/>
                    <a:pt x="16" y="5"/>
                  </a:cubicBezTo>
                  <a:cubicBezTo>
                    <a:pt x="16" y="5"/>
                    <a:pt x="16" y="5"/>
                    <a:pt x="16" y="5"/>
                  </a:cubicBezTo>
                  <a:cubicBezTo>
                    <a:pt x="16" y="5"/>
                    <a:pt x="16" y="5"/>
                    <a:pt x="16" y="5"/>
                  </a:cubicBezTo>
                  <a:cubicBezTo>
                    <a:pt x="16" y="5"/>
                    <a:pt x="16" y="5"/>
                    <a:pt x="17" y="4"/>
                  </a:cubicBezTo>
                  <a:cubicBezTo>
                    <a:pt x="17" y="4"/>
                    <a:pt x="17" y="4"/>
                    <a:pt x="17" y="4"/>
                  </a:cubicBezTo>
                  <a:cubicBezTo>
                    <a:pt x="18" y="3"/>
                    <a:pt x="18" y="3"/>
                    <a:pt x="19" y="2"/>
                  </a:cubicBezTo>
                  <a:cubicBezTo>
                    <a:pt x="19" y="2"/>
                    <a:pt x="19" y="2"/>
                    <a:pt x="19" y="2"/>
                  </a:cubicBezTo>
                  <a:cubicBezTo>
                    <a:pt x="20" y="2"/>
                    <a:pt x="20" y="1"/>
                    <a:pt x="20" y="1"/>
                  </a:cubicBezTo>
                  <a:cubicBezTo>
                    <a:pt x="21" y="1"/>
                    <a:pt x="21" y="0"/>
                    <a:pt x="21" y="0"/>
                  </a:cubicBezTo>
                  <a:cubicBezTo>
                    <a:pt x="22" y="0"/>
                    <a:pt x="22" y="0"/>
                    <a:pt x="22" y="0"/>
                  </a:cubicBezTo>
                  <a:cubicBezTo>
                    <a:pt x="22" y="0"/>
                    <a:pt x="22" y="0"/>
                    <a:pt x="22" y="0"/>
                  </a:cubicBezTo>
                  <a:cubicBezTo>
                    <a:pt x="22" y="0"/>
                    <a:pt x="22" y="0"/>
                    <a:pt x="22" y="0"/>
                  </a:cubicBezTo>
                  <a:cubicBezTo>
                    <a:pt x="22" y="0"/>
                    <a:pt x="23" y="1"/>
                    <a:pt x="23" y="1"/>
                  </a:cubicBezTo>
                  <a:cubicBezTo>
                    <a:pt x="23" y="1"/>
                    <a:pt x="23" y="1"/>
                    <a:pt x="23" y="1"/>
                  </a:cubicBezTo>
                  <a:cubicBezTo>
                    <a:pt x="23" y="1"/>
                    <a:pt x="23" y="1"/>
                    <a:pt x="23" y="1"/>
                  </a:cubicBezTo>
                  <a:cubicBezTo>
                    <a:pt x="23" y="2"/>
                    <a:pt x="23" y="2"/>
                    <a:pt x="23" y="2"/>
                  </a:cubicBezTo>
                  <a:cubicBezTo>
                    <a:pt x="22" y="3"/>
                    <a:pt x="22" y="3"/>
                    <a:pt x="22" y="4"/>
                  </a:cubicBezTo>
                  <a:cubicBezTo>
                    <a:pt x="22" y="4"/>
                    <a:pt x="22" y="5"/>
                    <a:pt x="21" y="5"/>
                  </a:cubicBezTo>
                  <a:cubicBezTo>
                    <a:pt x="21" y="5"/>
                    <a:pt x="21" y="5"/>
                    <a:pt x="21" y="6"/>
                  </a:cubicBezTo>
                  <a:cubicBezTo>
                    <a:pt x="21" y="6"/>
                    <a:pt x="21" y="6"/>
                    <a:pt x="21" y="6"/>
                  </a:cubicBezTo>
                  <a:cubicBezTo>
                    <a:pt x="21" y="6"/>
                    <a:pt x="21" y="6"/>
                    <a:pt x="21" y="6"/>
                  </a:cubicBezTo>
                  <a:cubicBezTo>
                    <a:pt x="21" y="6"/>
                    <a:pt x="21" y="6"/>
                    <a:pt x="21" y="6"/>
                  </a:cubicBezTo>
                  <a:cubicBezTo>
                    <a:pt x="21" y="5"/>
                    <a:pt x="21" y="5"/>
                    <a:pt x="21" y="5"/>
                  </a:cubicBezTo>
                  <a:cubicBezTo>
                    <a:pt x="22" y="5"/>
                    <a:pt x="22" y="5"/>
                    <a:pt x="22" y="5"/>
                  </a:cubicBezTo>
                  <a:cubicBezTo>
                    <a:pt x="23" y="4"/>
                    <a:pt x="24" y="3"/>
                    <a:pt x="24" y="3"/>
                  </a:cubicBezTo>
                  <a:cubicBezTo>
                    <a:pt x="25" y="2"/>
                    <a:pt x="25" y="2"/>
                    <a:pt x="25" y="2"/>
                  </a:cubicBezTo>
                  <a:cubicBezTo>
                    <a:pt x="25" y="2"/>
                    <a:pt x="25" y="2"/>
                    <a:pt x="25" y="2"/>
                  </a:cubicBezTo>
                  <a:cubicBezTo>
                    <a:pt x="25" y="2"/>
                    <a:pt x="25" y="2"/>
                    <a:pt x="25" y="2"/>
                  </a:cubicBezTo>
                  <a:cubicBezTo>
                    <a:pt x="25" y="2"/>
                    <a:pt x="25" y="2"/>
                    <a:pt x="25" y="2"/>
                  </a:cubicBezTo>
                  <a:cubicBezTo>
                    <a:pt x="25" y="2"/>
                    <a:pt x="25" y="2"/>
                    <a:pt x="25" y="2"/>
                  </a:cubicBezTo>
                  <a:cubicBezTo>
                    <a:pt x="26" y="2"/>
                    <a:pt x="26" y="2"/>
                    <a:pt x="26" y="2"/>
                  </a:cubicBezTo>
                  <a:cubicBezTo>
                    <a:pt x="26" y="2"/>
                    <a:pt x="27" y="2"/>
                    <a:pt x="27" y="2"/>
                  </a:cubicBezTo>
                  <a:cubicBezTo>
                    <a:pt x="27" y="2"/>
                    <a:pt x="27" y="3"/>
                    <a:pt x="27" y="3"/>
                  </a:cubicBezTo>
                  <a:cubicBezTo>
                    <a:pt x="27" y="3"/>
                    <a:pt x="27" y="3"/>
                    <a:pt x="27" y="3"/>
                  </a:cubicBezTo>
                  <a:cubicBezTo>
                    <a:pt x="27" y="4"/>
                    <a:pt x="27" y="4"/>
                    <a:pt x="27" y="4"/>
                  </a:cubicBezTo>
                  <a:cubicBezTo>
                    <a:pt x="27" y="4"/>
                    <a:pt x="27" y="4"/>
                    <a:pt x="27" y="4"/>
                  </a:cubicBezTo>
                  <a:cubicBezTo>
                    <a:pt x="27" y="4"/>
                    <a:pt x="27" y="4"/>
                    <a:pt x="27" y="4"/>
                  </a:cubicBezTo>
                  <a:cubicBezTo>
                    <a:pt x="27" y="4"/>
                    <a:pt x="26" y="5"/>
                    <a:pt x="26" y="5"/>
                  </a:cubicBezTo>
                  <a:cubicBezTo>
                    <a:pt x="26" y="5"/>
                    <a:pt x="26" y="5"/>
                    <a:pt x="26" y="5"/>
                  </a:cubicBezTo>
                  <a:cubicBezTo>
                    <a:pt x="26" y="6"/>
                    <a:pt x="26" y="6"/>
                    <a:pt x="26" y="6"/>
                  </a:cubicBezTo>
                  <a:cubicBezTo>
                    <a:pt x="26" y="6"/>
                    <a:pt x="26" y="6"/>
                    <a:pt x="26" y="6"/>
                  </a:cubicBezTo>
                  <a:cubicBezTo>
                    <a:pt x="26" y="6"/>
                    <a:pt x="26" y="6"/>
                    <a:pt x="25" y="7"/>
                  </a:cubicBezTo>
                  <a:cubicBezTo>
                    <a:pt x="25" y="7"/>
                    <a:pt x="25" y="7"/>
                    <a:pt x="25" y="7"/>
                  </a:cubicBezTo>
                  <a:cubicBezTo>
                    <a:pt x="25" y="7"/>
                    <a:pt x="25" y="7"/>
                    <a:pt x="25" y="7"/>
                  </a:cubicBezTo>
                  <a:cubicBezTo>
                    <a:pt x="25" y="7"/>
                    <a:pt x="25" y="7"/>
                    <a:pt x="25" y="7"/>
                  </a:cubicBezTo>
                  <a:cubicBezTo>
                    <a:pt x="26" y="7"/>
                    <a:pt x="26" y="7"/>
                    <a:pt x="26" y="6"/>
                  </a:cubicBezTo>
                  <a:cubicBezTo>
                    <a:pt x="27" y="6"/>
                    <a:pt x="27" y="6"/>
                    <a:pt x="27" y="6"/>
                  </a:cubicBezTo>
                  <a:cubicBezTo>
                    <a:pt x="27" y="6"/>
                    <a:pt x="27" y="6"/>
                    <a:pt x="27" y="6"/>
                  </a:cubicBezTo>
                  <a:cubicBezTo>
                    <a:pt x="28" y="5"/>
                    <a:pt x="28" y="5"/>
                    <a:pt x="29" y="5"/>
                  </a:cubicBezTo>
                  <a:cubicBezTo>
                    <a:pt x="29" y="4"/>
                    <a:pt x="29" y="4"/>
                    <a:pt x="29" y="4"/>
                  </a:cubicBezTo>
                  <a:cubicBezTo>
                    <a:pt x="30" y="3"/>
                    <a:pt x="30" y="3"/>
                    <a:pt x="30" y="3"/>
                  </a:cubicBezTo>
                  <a:cubicBezTo>
                    <a:pt x="30" y="3"/>
                    <a:pt x="31" y="3"/>
                    <a:pt x="31" y="3"/>
                  </a:cubicBezTo>
                  <a:cubicBezTo>
                    <a:pt x="31" y="3"/>
                    <a:pt x="31" y="3"/>
                    <a:pt x="31" y="3"/>
                  </a:cubicBezTo>
                  <a:cubicBezTo>
                    <a:pt x="31" y="3"/>
                    <a:pt x="31" y="3"/>
                    <a:pt x="31" y="3"/>
                  </a:cubicBezTo>
                  <a:cubicBezTo>
                    <a:pt x="31" y="3"/>
                    <a:pt x="31" y="3"/>
                    <a:pt x="31" y="3"/>
                  </a:cubicBezTo>
                  <a:cubicBezTo>
                    <a:pt x="31" y="3"/>
                    <a:pt x="31" y="3"/>
                    <a:pt x="31" y="3"/>
                  </a:cubicBezTo>
                  <a:cubicBezTo>
                    <a:pt x="31" y="4"/>
                    <a:pt x="31" y="4"/>
                    <a:pt x="31" y="4"/>
                  </a:cubicBezTo>
                  <a:cubicBezTo>
                    <a:pt x="29" y="6"/>
                    <a:pt x="28" y="7"/>
                    <a:pt x="26" y="8"/>
                  </a:cubicBezTo>
                  <a:cubicBezTo>
                    <a:pt x="26" y="8"/>
                    <a:pt x="26" y="8"/>
                    <a:pt x="25" y="9"/>
                  </a:cubicBezTo>
                  <a:cubicBezTo>
                    <a:pt x="25" y="9"/>
                    <a:pt x="25" y="9"/>
                    <a:pt x="25" y="9"/>
                  </a:cubicBezTo>
                  <a:cubicBezTo>
                    <a:pt x="25" y="9"/>
                    <a:pt x="25" y="9"/>
                    <a:pt x="25" y="9"/>
                  </a:cubicBezTo>
                  <a:cubicBezTo>
                    <a:pt x="24" y="9"/>
                    <a:pt x="24" y="9"/>
                    <a:pt x="24" y="9"/>
                  </a:cubicBezTo>
                  <a:cubicBezTo>
                    <a:pt x="24" y="9"/>
                    <a:pt x="24" y="8"/>
                    <a:pt x="24" y="8"/>
                  </a:cubicBezTo>
                  <a:cubicBezTo>
                    <a:pt x="23" y="8"/>
                    <a:pt x="23" y="8"/>
                    <a:pt x="23" y="7"/>
                  </a:cubicBezTo>
                  <a:cubicBezTo>
                    <a:pt x="23" y="7"/>
                    <a:pt x="23" y="7"/>
                    <a:pt x="23" y="7"/>
                  </a:cubicBezTo>
                  <a:cubicBezTo>
                    <a:pt x="24" y="7"/>
                    <a:pt x="24" y="6"/>
                    <a:pt x="24" y="5"/>
                  </a:cubicBezTo>
                  <a:cubicBezTo>
                    <a:pt x="24" y="5"/>
                    <a:pt x="24" y="5"/>
                    <a:pt x="24" y="5"/>
                  </a:cubicBezTo>
                  <a:cubicBezTo>
                    <a:pt x="24" y="5"/>
                    <a:pt x="24" y="5"/>
                    <a:pt x="24" y="5"/>
                  </a:cubicBezTo>
                  <a:cubicBezTo>
                    <a:pt x="24" y="5"/>
                    <a:pt x="24" y="5"/>
                    <a:pt x="24" y="5"/>
                  </a:cubicBezTo>
                  <a:cubicBezTo>
                    <a:pt x="24" y="5"/>
                    <a:pt x="24" y="5"/>
                    <a:pt x="24" y="5"/>
                  </a:cubicBezTo>
                  <a:cubicBezTo>
                    <a:pt x="24" y="5"/>
                    <a:pt x="24" y="5"/>
                    <a:pt x="24" y="5"/>
                  </a:cubicBezTo>
                  <a:cubicBezTo>
                    <a:pt x="23" y="5"/>
                    <a:pt x="23" y="6"/>
                    <a:pt x="23" y="6"/>
                  </a:cubicBezTo>
                  <a:cubicBezTo>
                    <a:pt x="23" y="6"/>
                    <a:pt x="23" y="6"/>
                    <a:pt x="23" y="6"/>
                  </a:cubicBezTo>
                  <a:cubicBezTo>
                    <a:pt x="23" y="7"/>
                    <a:pt x="23" y="7"/>
                    <a:pt x="23" y="7"/>
                  </a:cubicBezTo>
                  <a:cubicBezTo>
                    <a:pt x="22" y="7"/>
                    <a:pt x="22" y="7"/>
                    <a:pt x="22" y="7"/>
                  </a:cubicBezTo>
                  <a:cubicBezTo>
                    <a:pt x="22" y="7"/>
                    <a:pt x="22" y="7"/>
                    <a:pt x="21" y="8"/>
                  </a:cubicBezTo>
                  <a:cubicBezTo>
                    <a:pt x="21" y="8"/>
                    <a:pt x="21" y="8"/>
                    <a:pt x="21" y="8"/>
                  </a:cubicBezTo>
                  <a:cubicBezTo>
                    <a:pt x="21" y="8"/>
                    <a:pt x="21" y="9"/>
                    <a:pt x="20" y="9"/>
                  </a:cubicBezTo>
                  <a:cubicBezTo>
                    <a:pt x="20" y="9"/>
                    <a:pt x="20" y="9"/>
                    <a:pt x="20" y="9"/>
                  </a:cubicBezTo>
                  <a:cubicBezTo>
                    <a:pt x="20" y="9"/>
                    <a:pt x="20" y="9"/>
                    <a:pt x="20" y="9"/>
                  </a:cubicBezTo>
                  <a:cubicBezTo>
                    <a:pt x="20" y="9"/>
                    <a:pt x="19" y="10"/>
                    <a:pt x="19" y="10"/>
                  </a:cubicBezTo>
                  <a:cubicBezTo>
                    <a:pt x="19" y="10"/>
                    <a:pt x="19" y="10"/>
                    <a:pt x="19" y="10"/>
                  </a:cubicBezTo>
                  <a:cubicBezTo>
                    <a:pt x="19" y="10"/>
                    <a:pt x="18" y="9"/>
                    <a:pt x="18" y="9"/>
                  </a:cubicBezTo>
                  <a:cubicBezTo>
                    <a:pt x="18" y="9"/>
                    <a:pt x="18" y="9"/>
                    <a:pt x="18" y="9"/>
                  </a:cubicBezTo>
                  <a:cubicBezTo>
                    <a:pt x="18" y="8"/>
                    <a:pt x="18" y="7"/>
                    <a:pt x="18" y="7"/>
                  </a:cubicBezTo>
                  <a:cubicBezTo>
                    <a:pt x="19" y="6"/>
                    <a:pt x="19" y="5"/>
                    <a:pt x="20" y="4"/>
                  </a:cubicBezTo>
                  <a:cubicBezTo>
                    <a:pt x="20" y="4"/>
                    <a:pt x="20" y="4"/>
                    <a:pt x="20" y="4"/>
                  </a:cubicBezTo>
                  <a:cubicBezTo>
                    <a:pt x="20" y="3"/>
                    <a:pt x="21" y="3"/>
                    <a:pt x="21" y="3"/>
                  </a:cubicBezTo>
                  <a:cubicBezTo>
                    <a:pt x="21" y="3"/>
                    <a:pt x="21" y="2"/>
                    <a:pt x="21" y="2"/>
                  </a:cubicBezTo>
                  <a:cubicBezTo>
                    <a:pt x="21" y="2"/>
                    <a:pt x="21" y="2"/>
                    <a:pt x="21" y="2"/>
                  </a:cubicBezTo>
                  <a:cubicBezTo>
                    <a:pt x="21" y="2"/>
                    <a:pt x="21" y="2"/>
                    <a:pt x="20" y="2"/>
                  </a:cubicBezTo>
                  <a:cubicBezTo>
                    <a:pt x="20" y="3"/>
                    <a:pt x="20" y="3"/>
                    <a:pt x="20" y="3"/>
                  </a:cubicBezTo>
                  <a:cubicBezTo>
                    <a:pt x="19" y="3"/>
                    <a:pt x="19" y="4"/>
                    <a:pt x="19" y="4"/>
                  </a:cubicBezTo>
                  <a:cubicBezTo>
                    <a:pt x="18" y="4"/>
                    <a:pt x="18" y="4"/>
                    <a:pt x="18" y="4"/>
                  </a:cubicBezTo>
                  <a:cubicBezTo>
                    <a:pt x="18" y="5"/>
                    <a:pt x="18" y="5"/>
                    <a:pt x="18" y="5"/>
                  </a:cubicBezTo>
                  <a:cubicBezTo>
                    <a:pt x="18" y="5"/>
                    <a:pt x="18" y="5"/>
                    <a:pt x="18" y="5"/>
                  </a:cubicBezTo>
                  <a:cubicBezTo>
                    <a:pt x="17" y="5"/>
                    <a:pt x="17" y="5"/>
                    <a:pt x="17" y="6"/>
                  </a:cubicBezTo>
                  <a:cubicBezTo>
                    <a:pt x="17" y="6"/>
                    <a:pt x="17" y="6"/>
                    <a:pt x="17" y="6"/>
                  </a:cubicBezTo>
                  <a:cubicBezTo>
                    <a:pt x="17" y="6"/>
                    <a:pt x="17" y="6"/>
                    <a:pt x="16" y="7"/>
                  </a:cubicBezTo>
                  <a:cubicBezTo>
                    <a:pt x="16" y="7"/>
                    <a:pt x="16" y="8"/>
                    <a:pt x="15" y="8"/>
                  </a:cubicBezTo>
                  <a:cubicBezTo>
                    <a:pt x="15" y="8"/>
                    <a:pt x="15" y="8"/>
                    <a:pt x="15" y="8"/>
                  </a:cubicBezTo>
                  <a:cubicBezTo>
                    <a:pt x="15" y="9"/>
                    <a:pt x="15" y="9"/>
                    <a:pt x="14" y="9"/>
                  </a:cubicBezTo>
                  <a:cubicBezTo>
                    <a:pt x="14" y="9"/>
                    <a:pt x="14" y="9"/>
                    <a:pt x="14" y="9"/>
                  </a:cubicBezTo>
                  <a:cubicBezTo>
                    <a:pt x="14" y="9"/>
                    <a:pt x="14" y="9"/>
                    <a:pt x="14" y="9"/>
                  </a:cubicBezTo>
                  <a:cubicBezTo>
                    <a:pt x="14" y="9"/>
                    <a:pt x="13" y="9"/>
                    <a:pt x="13" y="9"/>
                  </a:cubicBezTo>
                  <a:cubicBezTo>
                    <a:pt x="13" y="9"/>
                    <a:pt x="13" y="9"/>
                    <a:pt x="13" y="9"/>
                  </a:cubicBezTo>
                  <a:cubicBezTo>
                    <a:pt x="13" y="8"/>
                    <a:pt x="13" y="8"/>
                    <a:pt x="13" y="8"/>
                  </a:cubicBezTo>
                  <a:cubicBezTo>
                    <a:pt x="13" y="8"/>
                    <a:pt x="13" y="8"/>
                    <a:pt x="13" y="8"/>
                  </a:cubicBezTo>
                  <a:cubicBezTo>
                    <a:pt x="13" y="7"/>
                    <a:pt x="13" y="7"/>
                    <a:pt x="13" y="7"/>
                  </a:cubicBezTo>
                  <a:cubicBezTo>
                    <a:pt x="14" y="7"/>
                    <a:pt x="14" y="7"/>
                    <a:pt x="14" y="7"/>
                  </a:cubicBezTo>
                  <a:cubicBezTo>
                    <a:pt x="14" y="6"/>
                    <a:pt x="14" y="6"/>
                    <a:pt x="14" y="5"/>
                  </a:cubicBezTo>
                  <a:cubicBezTo>
                    <a:pt x="14" y="5"/>
                    <a:pt x="14" y="5"/>
                    <a:pt x="15" y="5"/>
                  </a:cubicBezTo>
                  <a:cubicBezTo>
                    <a:pt x="15" y="4"/>
                    <a:pt x="15" y="4"/>
                    <a:pt x="15" y="4"/>
                  </a:cubicBezTo>
                  <a:cubicBezTo>
                    <a:pt x="15" y="4"/>
                    <a:pt x="15" y="4"/>
                    <a:pt x="15" y="4"/>
                  </a:cubicBezTo>
                  <a:cubicBezTo>
                    <a:pt x="15" y="4"/>
                    <a:pt x="15" y="3"/>
                    <a:pt x="15" y="3"/>
                  </a:cubicBezTo>
                  <a:cubicBezTo>
                    <a:pt x="16" y="3"/>
                    <a:pt x="16" y="3"/>
                    <a:pt x="16" y="3"/>
                  </a:cubicBezTo>
                  <a:cubicBezTo>
                    <a:pt x="16" y="3"/>
                    <a:pt x="16" y="3"/>
                    <a:pt x="16" y="2"/>
                  </a:cubicBezTo>
                  <a:cubicBezTo>
                    <a:pt x="16" y="2"/>
                    <a:pt x="16" y="2"/>
                    <a:pt x="16" y="2"/>
                  </a:cubicBezTo>
                  <a:cubicBezTo>
                    <a:pt x="16" y="2"/>
                    <a:pt x="15" y="3"/>
                    <a:pt x="15" y="3"/>
                  </a:cubicBezTo>
                  <a:cubicBezTo>
                    <a:pt x="15" y="3"/>
                    <a:pt x="15" y="3"/>
                    <a:pt x="14" y="3"/>
                  </a:cubicBezTo>
                  <a:cubicBezTo>
                    <a:pt x="14" y="4"/>
                    <a:pt x="14" y="4"/>
                    <a:pt x="14" y="4"/>
                  </a:cubicBezTo>
                  <a:cubicBezTo>
                    <a:pt x="14" y="4"/>
                    <a:pt x="13" y="5"/>
                    <a:pt x="13" y="5"/>
                  </a:cubicBezTo>
                  <a:cubicBezTo>
                    <a:pt x="12" y="5"/>
                    <a:pt x="12" y="6"/>
                    <a:pt x="11" y="7"/>
                  </a:cubicBezTo>
                  <a:cubicBezTo>
                    <a:pt x="11" y="7"/>
                    <a:pt x="11" y="7"/>
                    <a:pt x="11" y="7"/>
                  </a:cubicBezTo>
                  <a:cubicBezTo>
                    <a:pt x="11" y="7"/>
                    <a:pt x="10" y="8"/>
                    <a:pt x="10" y="8"/>
                  </a:cubicBezTo>
                  <a:cubicBezTo>
                    <a:pt x="10" y="8"/>
                    <a:pt x="10" y="8"/>
                    <a:pt x="10" y="8"/>
                  </a:cubicBezTo>
                  <a:cubicBezTo>
                    <a:pt x="10" y="8"/>
                    <a:pt x="9" y="9"/>
                    <a:pt x="9" y="9"/>
                  </a:cubicBezTo>
                  <a:cubicBezTo>
                    <a:pt x="9" y="9"/>
                    <a:pt x="8" y="10"/>
                    <a:pt x="8" y="10"/>
                  </a:cubicBezTo>
                  <a:cubicBezTo>
                    <a:pt x="8" y="10"/>
                    <a:pt x="8" y="10"/>
                    <a:pt x="8" y="10"/>
                  </a:cubicBezTo>
                  <a:cubicBezTo>
                    <a:pt x="7" y="10"/>
                    <a:pt x="7" y="10"/>
                    <a:pt x="7" y="10"/>
                  </a:cubicBezTo>
                  <a:close/>
                  <a:moveTo>
                    <a:pt x="2" y="8"/>
                  </a:moveTo>
                  <a:cubicBezTo>
                    <a:pt x="3" y="7"/>
                    <a:pt x="3" y="7"/>
                    <a:pt x="3" y="7"/>
                  </a:cubicBezTo>
                  <a:cubicBezTo>
                    <a:pt x="3" y="7"/>
                    <a:pt x="4" y="7"/>
                    <a:pt x="4" y="7"/>
                  </a:cubicBezTo>
                  <a:cubicBezTo>
                    <a:pt x="4" y="6"/>
                    <a:pt x="5" y="6"/>
                    <a:pt x="5" y="6"/>
                  </a:cubicBezTo>
                  <a:cubicBezTo>
                    <a:pt x="5" y="6"/>
                    <a:pt x="5" y="5"/>
                    <a:pt x="5" y="5"/>
                  </a:cubicBezTo>
                  <a:cubicBezTo>
                    <a:pt x="6" y="5"/>
                    <a:pt x="6" y="5"/>
                    <a:pt x="6" y="5"/>
                  </a:cubicBezTo>
                  <a:cubicBezTo>
                    <a:pt x="6" y="4"/>
                    <a:pt x="6" y="4"/>
                    <a:pt x="6" y="4"/>
                  </a:cubicBezTo>
                  <a:cubicBezTo>
                    <a:pt x="7" y="4"/>
                    <a:pt x="7" y="4"/>
                    <a:pt x="7" y="4"/>
                  </a:cubicBezTo>
                  <a:cubicBezTo>
                    <a:pt x="7" y="3"/>
                    <a:pt x="7" y="3"/>
                    <a:pt x="7" y="3"/>
                  </a:cubicBezTo>
                  <a:cubicBezTo>
                    <a:pt x="7" y="3"/>
                    <a:pt x="7" y="2"/>
                    <a:pt x="7" y="2"/>
                  </a:cubicBezTo>
                  <a:cubicBezTo>
                    <a:pt x="7" y="2"/>
                    <a:pt x="7" y="2"/>
                    <a:pt x="6" y="2"/>
                  </a:cubicBezTo>
                  <a:cubicBezTo>
                    <a:pt x="6" y="2"/>
                    <a:pt x="6" y="2"/>
                    <a:pt x="6" y="2"/>
                  </a:cubicBezTo>
                  <a:cubicBezTo>
                    <a:pt x="6" y="3"/>
                    <a:pt x="5" y="3"/>
                    <a:pt x="5" y="3"/>
                  </a:cubicBezTo>
                  <a:cubicBezTo>
                    <a:pt x="4" y="4"/>
                    <a:pt x="3" y="5"/>
                    <a:pt x="2" y="6"/>
                  </a:cubicBezTo>
                  <a:cubicBezTo>
                    <a:pt x="2" y="6"/>
                    <a:pt x="1" y="7"/>
                    <a:pt x="1" y="8"/>
                  </a:cubicBezTo>
                  <a:cubicBezTo>
                    <a:pt x="1" y="8"/>
                    <a:pt x="1" y="8"/>
                    <a:pt x="1" y="8"/>
                  </a:cubicBezTo>
                  <a:cubicBezTo>
                    <a:pt x="1" y="8"/>
                    <a:pt x="1" y="8"/>
                    <a:pt x="1" y="8"/>
                  </a:cubicBezTo>
                  <a:cubicBezTo>
                    <a:pt x="2" y="8"/>
                    <a:pt x="2" y="8"/>
                    <a:pt x="2" y="8"/>
                  </a:cubicBezTo>
                  <a:close/>
                </a:path>
              </a:pathLst>
            </a:custGeom>
            <a:grpFill/>
            <a:ln w="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6" name="Freeform 22">
              <a:extLst>
                <a:ext uri="{FF2B5EF4-FFF2-40B4-BE49-F238E27FC236}">
                  <a16:creationId xmlns:a16="http://schemas.microsoft.com/office/drawing/2014/main" id="{07B27876-F9D2-157F-C6E3-1F577F616E9F}"/>
                </a:ext>
              </a:extLst>
            </p:cNvPr>
            <p:cNvSpPr>
              <a:spLocks noEditPoints="1"/>
            </p:cNvSpPr>
            <p:nvPr/>
          </p:nvSpPr>
          <p:spPr bwMode="auto">
            <a:xfrm>
              <a:off x="9825038" y="1193801"/>
              <a:ext cx="363538" cy="407988"/>
            </a:xfrm>
            <a:custGeom>
              <a:avLst/>
              <a:gdLst>
                <a:gd name="T0" fmla="*/ 9 w 96"/>
                <a:gd name="T1" fmla="*/ 39 h 106"/>
                <a:gd name="T2" fmla="*/ 14 w 96"/>
                <a:gd name="T3" fmla="*/ 36 h 106"/>
                <a:gd name="T4" fmla="*/ 16 w 96"/>
                <a:gd name="T5" fmla="*/ 35 h 106"/>
                <a:gd name="T6" fmla="*/ 19 w 96"/>
                <a:gd name="T7" fmla="*/ 34 h 106"/>
                <a:gd name="T8" fmla="*/ 22 w 96"/>
                <a:gd name="T9" fmla="*/ 33 h 106"/>
                <a:gd name="T10" fmla="*/ 28 w 96"/>
                <a:gd name="T11" fmla="*/ 31 h 106"/>
                <a:gd name="T12" fmla="*/ 38 w 96"/>
                <a:gd name="T13" fmla="*/ 28 h 106"/>
                <a:gd name="T14" fmla="*/ 50 w 96"/>
                <a:gd name="T15" fmla="*/ 26 h 106"/>
                <a:gd name="T16" fmla="*/ 64 w 96"/>
                <a:gd name="T17" fmla="*/ 29 h 106"/>
                <a:gd name="T18" fmla="*/ 71 w 96"/>
                <a:gd name="T19" fmla="*/ 43 h 106"/>
                <a:gd name="T20" fmla="*/ 79 w 96"/>
                <a:gd name="T21" fmla="*/ 43 h 106"/>
                <a:gd name="T22" fmla="*/ 88 w 96"/>
                <a:gd name="T23" fmla="*/ 22 h 106"/>
                <a:gd name="T24" fmla="*/ 93 w 96"/>
                <a:gd name="T25" fmla="*/ 5 h 106"/>
                <a:gd name="T26" fmla="*/ 89 w 96"/>
                <a:gd name="T27" fmla="*/ 5 h 106"/>
                <a:gd name="T28" fmla="*/ 86 w 96"/>
                <a:gd name="T29" fmla="*/ 8 h 106"/>
                <a:gd name="T30" fmla="*/ 81 w 96"/>
                <a:gd name="T31" fmla="*/ 13 h 106"/>
                <a:gd name="T32" fmla="*/ 78 w 96"/>
                <a:gd name="T33" fmla="*/ 16 h 106"/>
                <a:gd name="T34" fmla="*/ 82 w 96"/>
                <a:gd name="T35" fmla="*/ 9 h 106"/>
                <a:gd name="T36" fmla="*/ 86 w 96"/>
                <a:gd name="T37" fmla="*/ 5 h 106"/>
                <a:gd name="T38" fmla="*/ 90 w 96"/>
                <a:gd name="T39" fmla="*/ 1 h 106"/>
                <a:gd name="T40" fmla="*/ 95 w 96"/>
                <a:gd name="T41" fmla="*/ 0 h 106"/>
                <a:gd name="T42" fmla="*/ 95 w 96"/>
                <a:gd name="T43" fmla="*/ 5 h 106"/>
                <a:gd name="T44" fmla="*/ 93 w 96"/>
                <a:gd name="T45" fmla="*/ 13 h 106"/>
                <a:gd name="T46" fmla="*/ 88 w 96"/>
                <a:gd name="T47" fmla="*/ 25 h 106"/>
                <a:gd name="T48" fmla="*/ 80 w 96"/>
                <a:gd name="T49" fmla="*/ 47 h 106"/>
                <a:gd name="T50" fmla="*/ 80 w 96"/>
                <a:gd name="T51" fmla="*/ 48 h 106"/>
                <a:gd name="T52" fmla="*/ 61 w 96"/>
                <a:gd name="T53" fmla="*/ 86 h 106"/>
                <a:gd name="T54" fmla="*/ 53 w 96"/>
                <a:gd name="T55" fmla="*/ 102 h 106"/>
                <a:gd name="T56" fmla="*/ 50 w 96"/>
                <a:gd name="T57" fmla="*/ 103 h 106"/>
                <a:gd name="T58" fmla="*/ 58 w 96"/>
                <a:gd name="T59" fmla="*/ 84 h 106"/>
                <a:gd name="T60" fmla="*/ 66 w 96"/>
                <a:gd name="T61" fmla="*/ 62 h 106"/>
                <a:gd name="T62" fmla="*/ 69 w 96"/>
                <a:gd name="T63" fmla="*/ 48 h 106"/>
                <a:gd name="T64" fmla="*/ 61 w 96"/>
                <a:gd name="T65" fmla="*/ 48 h 106"/>
                <a:gd name="T66" fmla="*/ 54 w 96"/>
                <a:gd name="T67" fmla="*/ 48 h 106"/>
                <a:gd name="T68" fmla="*/ 27 w 96"/>
                <a:gd name="T69" fmla="*/ 48 h 106"/>
                <a:gd name="T70" fmla="*/ 17 w 96"/>
                <a:gd name="T71" fmla="*/ 48 h 106"/>
                <a:gd name="T72" fmla="*/ 7 w 96"/>
                <a:gd name="T73" fmla="*/ 48 h 106"/>
                <a:gd name="T74" fmla="*/ 7 w 96"/>
                <a:gd name="T75" fmla="*/ 47 h 106"/>
                <a:gd name="T76" fmla="*/ 16 w 96"/>
                <a:gd name="T77" fmla="*/ 47 h 106"/>
                <a:gd name="T78" fmla="*/ 24 w 96"/>
                <a:gd name="T79" fmla="*/ 47 h 106"/>
                <a:gd name="T80" fmla="*/ 34 w 96"/>
                <a:gd name="T81" fmla="*/ 47 h 106"/>
                <a:gd name="T82" fmla="*/ 44 w 96"/>
                <a:gd name="T83" fmla="*/ 47 h 106"/>
                <a:gd name="T84" fmla="*/ 51 w 96"/>
                <a:gd name="T85" fmla="*/ 47 h 106"/>
                <a:gd name="T86" fmla="*/ 64 w 96"/>
                <a:gd name="T87" fmla="*/ 47 h 106"/>
                <a:gd name="T88" fmla="*/ 69 w 96"/>
                <a:gd name="T89" fmla="*/ 43 h 106"/>
                <a:gd name="T90" fmla="*/ 60 w 96"/>
                <a:gd name="T91" fmla="*/ 29 h 106"/>
                <a:gd name="T92" fmla="*/ 46 w 96"/>
                <a:gd name="T93" fmla="*/ 28 h 106"/>
                <a:gd name="T94" fmla="*/ 34 w 96"/>
                <a:gd name="T95" fmla="*/ 30 h 106"/>
                <a:gd name="T96" fmla="*/ 29 w 96"/>
                <a:gd name="T97" fmla="*/ 31 h 106"/>
                <a:gd name="T98" fmla="*/ 21 w 96"/>
                <a:gd name="T99" fmla="*/ 34 h 106"/>
                <a:gd name="T100" fmla="*/ 17 w 96"/>
                <a:gd name="T101" fmla="*/ 36 h 106"/>
                <a:gd name="T102" fmla="*/ 12 w 96"/>
                <a:gd name="T103" fmla="*/ 38 h 106"/>
                <a:gd name="T104" fmla="*/ 68 w 96"/>
                <a:gd name="T105" fmla="*/ 60 h 106"/>
                <a:gd name="T106" fmla="*/ 62 w 96"/>
                <a:gd name="T107" fmla="*/ 79 h 106"/>
                <a:gd name="T108" fmla="*/ 61 w 96"/>
                <a:gd name="T109" fmla="*/ 84 h 106"/>
                <a:gd name="T110" fmla="*/ 69 w 96"/>
                <a:gd name="T111" fmla="*/ 67 h 106"/>
                <a:gd name="T112" fmla="*/ 77 w 96"/>
                <a:gd name="T113" fmla="*/ 48 h 106"/>
                <a:gd name="T114" fmla="*/ 70 w 96"/>
                <a:gd name="T115" fmla="*/ 51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6" h="106">
                  <a:moveTo>
                    <a:pt x="1" y="46"/>
                  </a:moveTo>
                  <a:cubicBezTo>
                    <a:pt x="1" y="46"/>
                    <a:pt x="0" y="46"/>
                    <a:pt x="0" y="45"/>
                  </a:cubicBezTo>
                  <a:cubicBezTo>
                    <a:pt x="1" y="45"/>
                    <a:pt x="1" y="44"/>
                    <a:pt x="1" y="44"/>
                  </a:cubicBezTo>
                  <a:cubicBezTo>
                    <a:pt x="2" y="43"/>
                    <a:pt x="2" y="43"/>
                    <a:pt x="3" y="42"/>
                  </a:cubicBezTo>
                  <a:cubicBezTo>
                    <a:pt x="3" y="42"/>
                    <a:pt x="3" y="42"/>
                    <a:pt x="3" y="42"/>
                  </a:cubicBezTo>
                  <a:cubicBezTo>
                    <a:pt x="4" y="41"/>
                    <a:pt x="5" y="41"/>
                    <a:pt x="6" y="40"/>
                  </a:cubicBezTo>
                  <a:cubicBezTo>
                    <a:pt x="6" y="40"/>
                    <a:pt x="7" y="40"/>
                    <a:pt x="7" y="39"/>
                  </a:cubicBezTo>
                  <a:cubicBezTo>
                    <a:pt x="7" y="39"/>
                    <a:pt x="8" y="39"/>
                    <a:pt x="8" y="39"/>
                  </a:cubicBezTo>
                  <a:cubicBezTo>
                    <a:pt x="8" y="39"/>
                    <a:pt x="8" y="39"/>
                    <a:pt x="8" y="39"/>
                  </a:cubicBezTo>
                  <a:cubicBezTo>
                    <a:pt x="8" y="39"/>
                    <a:pt x="8" y="39"/>
                    <a:pt x="8" y="39"/>
                  </a:cubicBezTo>
                  <a:cubicBezTo>
                    <a:pt x="8" y="39"/>
                    <a:pt x="9" y="39"/>
                    <a:pt x="9" y="39"/>
                  </a:cubicBezTo>
                  <a:cubicBezTo>
                    <a:pt x="9" y="38"/>
                    <a:pt x="9" y="38"/>
                    <a:pt x="9" y="38"/>
                  </a:cubicBezTo>
                  <a:cubicBezTo>
                    <a:pt x="10" y="38"/>
                    <a:pt x="11" y="37"/>
                    <a:pt x="12" y="37"/>
                  </a:cubicBezTo>
                  <a:cubicBezTo>
                    <a:pt x="12" y="37"/>
                    <a:pt x="12" y="37"/>
                    <a:pt x="12" y="37"/>
                  </a:cubicBezTo>
                  <a:cubicBezTo>
                    <a:pt x="13" y="37"/>
                    <a:pt x="13" y="37"/>
                    <a:pt x="13" y="37"/>
                  </a:cubicBezTo>
                  <a:cubicBezTo>
                    <a:pt x="13" y="37"/>
                    <a:pt x="13" y="37"/>
                    <a:pt x="13" y="37"/>
                  </a:cubicBezTo>
                  <a:cubicBezTo>
                    <a:pt x="13" y="37"/>
                    <a:pt x="13" y="37"/>
                    <a:pt x="13" y="37"/>
                  </a:cubicBezTo>
                  <a:cubicBezTo>
                    <a:pt x="13" y="36"/>
                    <a:pt x="13" y="36"/>
                    <a:pt x="13" y="36"/>
                  </a:cubicBezTo>
                  <a:cubicBezTo>
                    <a:pt x="13" y="36"/>
                    <a:pt x="13" y="36"/>
                    <a:pt x="13" y="36"/>
                  </a:cubicBezTo>
                  <a:cubicBezTo>
                    <a:pt x="13" y="36"/>
                    <a:pt x="13" y="36"/>
                    <a:pt x="14" y="36"/>
                  </a:cubicBezTo>
                  <a:cubicBezTo>
                    <a:pt x="14" y="36"/>
                    <a:pt x="14" y="36"/>
                    <a:pt x="14" y="36"/>
                  </a:cubicBezTo>
                  <a:cubicBezTo>
                    <a:pt x="14" y="36"/>
                    <a:pt x="14" y="36"/>
                    <a:pt x="14" y="36"/>
                  </a:cubicBezTo>
                  <a:cubicBezTo>
                    <a:pt x="14" y="36"/>
                    <a:pt x="14" y="36"/>
                    <a:pt x="14" y="36"/>
                  </a:cubicBezTo>
                  <a:cubicBezTo>
                    <a:pt x="14" y="36"/>
                    <a:pt x="14" y="36"/>
                    <a:pt x="14" y="36"/>
                  </a:cubicBezTo>
                  <a:cubicBezTo>
                    <a:pt x="14" y="36"/>
                    <a:pt x="14" y="36"/>
                    <a:pt x="14" y="36"/>
                  </a:cubicBezTo>
                  <a:cubicBezTo>
                    <a:pt x="14" y="36"/>
                    <a:pt x="14" y="36"/>
                    <a:pt x="15" y="36"/>
                  </a:cubicBezTo>
                  <a:cubicBezTo>
                    <a:pt x="15" y="36"/>
                    <a:pt x="15" y="36"/>
                    <a:pt x="15" y="36"/>
                  </a:cubicBezTo>
                  <a:cubicBezTo>
                    <a:pt x="15" y="36"/>
                    <a:pt x="15" y="36"/>
                    <a:pt x="15" y="36"/>
                  </a:cubicBezTo>
                  <a:cubicBezTo>
                    <a:pt x="15" y="36"/>
                    <a:pt x="15" y="36"/>
                    <a:pt x="15" y="36"/>
                  </a:cubicBezTo>
                  <a:cubicBezTo>
                    <a:pt x="15" y="36"/>
                    <a:pt x="15" y="35"/>
                    <a:pt x="15" y="35"/>
                  </a:cubicBezTo>
                  <a:cubicBezTo>
                    <a:pt x="15" y="35"/>
                    <a:pt x="15" y="35"/>
                    <a:pt x="15" y="35"/>
                  </a:cubicBezTo>
                  <a:cubicBezTo>
                    <a:pt x="16" y="35"/>
                    <a:pt x="16" y="35"/>
                    <a:pt x="16" y="35"/>
                  </a:cubicBezTo>
                  <a:cubicBezTo>
                    <a:pt x="16" y="35"/>
                    <a:pt x="16" y="35"/>
                    <a:pt x="16" y="35"/>
                  </a:cubicBezTo>
                  <a:cubicBezTo>
                    <a:pt x="16"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8" y="35"/>
                    <a:pt x="18" y="34"/>
                    <a:pt x="18" y="34"/>
                  </a:cubicBezTo>
                  <a:cubicBezTo>
                    <a:pt x="18" y="34"/>
                    <a:pt x="18" y="34"/>
                    <a:pt x="18" y="34"/>
                  </a:cubicBezTo>
                  <a:cubicBezTo>
                    <a:pt x="18" y="34"/>
                    <a:pt x="18" y="34"/>
                    <a:pt x="18" y="34"/>
                  </a:cubicBezTo>
                  <a:cubicBezTo>
                    <a:pt x="18" y="34"/>
                    <a:pt x="18" y="34"/>
                    <a:pt x="18" y="34"/>
                  </a:cubicBezTo>
                  <a:cubicBezTo>
                    <a:pt x="18" y="34"/>
                    <a:pt x="18" y="34"/>
                    <a:pt x="18" y="34"/>
                  </a:cubicBezTo>
                  <a:cubicBezTo>
                    <a:pt x="19" y="34"/>
                    <a:pt x="19" y="34"/>
                    <a:pt x="19" y="34"/>
                  </a:cubicBezTo>
                  <a:cubicBezTo>
                    <a:pt x="19" y="34"/>
                    <a:pt x="19" y="34"/>
                    <a:pt x="19" y="34"/>
                  </a:cubicBezTo>
                  <a:cubicBezTo>
                    <a:pt x="19" y="34"/>
                    <a:pt x="19" y="34"/>
                    <a:pt x="19" y="34"/>
                  </a:cubicBezTo>
                  <a:cubicBezTo>
                    <a:pt x="19" y="34"/>
                    <a:pt x="19" y="34"/>
                    <a:pt x="19" y="34"/>
                  </a:cubicBezTo>
                  <a:cubicBezTo>
                    <a:pt x="19" y="34"/>
                    <a:pt x="19" y="34"/>
                    <a:pt x="19" y="34"/>
                  </a:cubicBezTo>
                  <a:cubicBezTo>
                    <a:pt x="19" y="34"/>
                    <a:pt x="20" y="34"/>
                    <a:pt x="20" y="34"/>
                  </a:cubicBezTo>
                  <a:cubicBezTo>
                    <a:pt x="20" y="34"/>
                    <a:pt x="20" y="34"/>
                    <a:pt x="20" y="34"/>
                  </a:cubicBezTo>
                  <a:cubicBezTo>
                    <a:pt x="20" y="34"/>
                    <a:pt x="20" y="34"/>
                    <a:pt x="20" y="34"/>
                  </a:cubicBezTo>
                  <a:cubicBezTo>
                    <a:pt x="20" y="33"/>
                    <a:pt x="21" y="33"/>
                    <a:pt x="21" y="33"/>
                  </a:cubicBezTo>
                  <a:cubicBezTo>
                    <a:pt x="21" y="33"/>
                    <a:pt x="21" y="33"/>
                    <a:pt x="21" y="33"/>
                  </a:cubicBezTo>
                  <a:cubicBezTo>
                    <a:pt x="22" y="33"/>
                    <a:pt x="22" y="33"/>
                    <a:pt x="22" y="33"/>
                  </a:cubicBezTo>
                  <a:cubicBezTo>
                    <a:pt x="22" y="33"/>
                    <a:pt x="22" y="33"/>
                    <a:pt x="22" y="33"/>
                  </a:cubicBezTo>
                  <a:cubicBezTo>
                    <a:pt x="23" y="33"/>
                    <a:pt x="23" y="32"/>
                    <a:pt x="24" y="32"/>
                  </a:cubicBezTo>
                  <a:cubicBezTo>
                    <a:pt x="24" y="32"/>
                    <a:pt x="24" y="32"/>
                    <a:pt x="24" y="32"/>
                  </a:cubicBezTo>
                  <a:cubicBezTo>
                    <a:pt x="24" y="32"/>
                    <a:pt x="24" y="32"/>
                    <a:pt x="24" y="32"/>
                  </a:cubicBezTo>
                  <a:cubicBezTo>
                    <a:pt x="24" y="32"/>
                    <a:pt x="24" y="32"/>
                    <a:pt x="24" y="32"/>
                  </a:cubicBezTo>
                  <a:cubicBezTo>
                    <a:pt x="25" y="32"/>
                    <a:pt x="25" y="32"/>
                    <a:pt x="26" y="32"/>
                  </a:cubicBezTo>
                  <a:cubicBezTo>
                    <a:pt x="26" y="31"/>
                    <a:pt x="26" y="31"/>
                    <a:pt x="26" y="31"/>
                  </a:cubicBezTo>
                  <a:cubicBezTo>
                    <a:pt x="26" y="31"/>
                    <a:pt x="26" y="31"/>
                    <a:pt x="26" y="31"/>
                  </a:cubicBezTo>
                  <a:cubicBezTo>
                    <a:pt x="26" y="31"/>
                    <a:pt x="27" y="31"/>
                    <a:pt x="27" y="31"/>
                  </a:cubicBezTo>
                  <a:cubicBezTo>
                    <a:pt x="27" y="31"/>
                    <a:pt x="27" y="31"/>
                    <a:pt x="27" y="31"/>
                  </a:cubicBezTo>
                  <a:cubicBezTo>
                    <a:pt x="27" y="31"/>
                    <a:pt x="27" y="31"/>
                    <a:pt x="27" y="31"/>
                  </a:cubicBezTo>
                  <a:cubicBezTo>
                    <a:pt x="28" y="31"/>
                    <a:pt x="28" y="31"/>
                    <a:pt x="28" y="31"/>
                  </a:cubicBezTo>
                  <a:cubicBezTo>
                    <a:pt x="28" y="31"/>
                    <a:pt x="29" y="31"/>
                    <a:pt x="29" y="30"/>
                  </a:cubicBezTo>
                  <a:cubicBezTo>
                    <a:pt x="29" y="30"/>
                    <a:pt x="29" y="30"/>
                    <a:pt x="29" y="30"/>
                  </a:cubicBezTo>
                  <a:cubicBezTo>
                    <a:pt x="30" y="30"/>
                    <a:pt x="30" y="30"/>
                    <a:pt x="31" y="30"/>
                  </a:cubicBezTo>
                  <a:cubicBezTo>
                    <a:pt x="31" y="30"/>
                    <a:pt x="31" y="30"/>
                    <a:pt x="31" y="30"/>
                  </a:cubicBezTo>
                  <a:cubicBezTo>
                    <a:pt x="31" y="30"/>
                    <a:pt x="32" y="30"/>
                    <a:pt x="32" y="30"/>
                  </a:cubicBezTo>
                  <a:cubicBezTo>
                    <a:pt x="32" y="30"/>
                    <a:pt x="32" y="30"/>
                    <a:pt x="32" y="30"/>
                  </a:cubicBezTo>
                  <a:cubicBezTo>
                    <a:pt x="32" y="30"/>
                    <a:pt x="32" y="30"/>
                    <a:pt x="32" y="29"/>
                  </a:cubicBezTo>
                  <a:cubicBezTo>
                    <a:pt x="32" y="29"/>
                    <a:pt x="32" y="29"/>
                    <a:pt x="32" y="29"/>
                  </a:cubicBezTo>
                  <a:cubicBezTo>
                    <a:pt x="33" y="29"/>
                    <a:pt x="34" y="29"/>
                    <a:pt x="34" y="29"/>
                  </a:cubicBezTo>
                  <a:cubicBezTo>
                    <a:pt x="35" y="29"/>
                    <a:pt x="36" y="29"/>
                    <a:pt x="37" y="28"/>
                  </a:cubicBezTo>
                  <a:cubicBezTo>
                    <a:pt x="37" y="28"/>
                    <a:pt x="37" y="28"/>
                    <a:pt x="38" y="28"/>
                  </a:cubicBezTo>
                  <a:cubicBezTo>
                    <a:pt x="38" y="28"/>
                    <a:pt x="39" y="28"/>
                    <a:pt x="40" y="28"/>
                  </a:cubicBezTo>
                  <a:cubicBezTo>
                    <a:pt x="40" y="28"/>
                    <a:pt x="41" y="28"/>
                    <a:pt x="41" y="28"/>
                  </a:cubicBezTo>
                  <a:cubicBezTo>
                    <a:pt x="41" y="27"/>
                    <a:pt x="42" y="27"/>
                    <a:pt x="43" y="27"/>
                  </a:cubicBezTo>
                  <a:cubicBezTo>
                    <a:pt x="43" y="27"/>
                    <a:pt x="43" y="27"/>
                    <a:pt x="43" y="27"/>
                  </a:cubicBezTo>
                  <a:cubicBezTo>
                    <a:pt x="43" y="27"/>
                    <a:pt x="43" y="27"/>
                    <a:pt x="44" y="27"/>
                  </a:cubicBezTo>
                  <a:cubicBezTo>
                    <a:pt x="44" y="27"/>
                    <a:pt x="44" y="27"/>
                    <a:pt x="44" y="27"/>
                  </a:cubicBezTo>
                  <a:cubicBezTo>
                    <a:pt x="44" y="27"/>
                    <a:pt x="45" y="27"/>
                    <a:pt x="45" y="27"/>
                  </a:cubicBezTo>
                  <a:cubicBezTo>
                    <a:pt x="45" y="27"/>
                    <a:pt x="45" y="27"/>
                    <a:pt x="46" y="27"/>
                  </a:cubicBezTo>
                  <a:cubicBezTo>
                    <a:pt x="46" y="27"/>
                    <a:pt x="47" y="27"/>
                    <a:pt x="48" y="27"/>
                  </a:cubicBezTo>
                  <a:cubicBezTo>
                    <a:pt x="49" y="27"/>
                    <a:pt x="49" y="26"/>
                    <a:pt x="49" y="26"/>
                  </a:cubicBezTo>
                  <a:cubicBezTo>
                    <a:pt x="50" y="26"/>
                    <a:pt x="50" y="26"/>
                    <a:pt x="50" y="26"/>
                  </a:cubicBezTo>
                  <a:cubicBezTo>
                    <a:pt x="50" y="26"/>
                    <a:pt x="50" y="26"/>
                    <a:pt x="50" y="26"/>
                  </a:cubicBezTo>
                  <a:cubicBezTo>
                    <a:pt x="51" y="26"/>
                    <a:pt x="52" y="26"/>
                    <a:pt x="52" y="26"/>
                  </a:cubicBezTo>
                  <a:cubicBezTo>
                    <a:pt x="53" y="26"/>
                    <a:pt x="54" y="26"/>
                    <a:pt x="54" y="26"/>
                  </a:cubicBezTo>
                  <a:cubicBezTo>
                    <a:pt x="55" y="26"/>
                    <a:pt x="55" y="26"/>
                    <a:pt x="55" y="27"/>
                  </a:cubicBezTo>
                  <a:cubicBezTo>
                    <a:pt x="55" y="27"/>
                    <a:pt x="55" y="27"/>
                    <a:pt x="56" y="27"/>
                  </a:cubicBezTo>
                  <a:cubicBezTo>
                    <a:pt x="56" y="27"/>
                    <a:pt x="56" y="27"/>
                    <a:pt x="57" y="27"/>
                  </a:cubicBezTo>
                  <a:cubicBezTo>
                    <a:pt x="57" y="27"/>
                    <a:pt x="57" y="27"/>
                    <a:pt x="57" y="27"/>
                  </a:cubicBezTo>
                  <a:cubicBezTo>
                    <a:pt x="58" y="27"/>
                    <a:pt x="59" y="27"/>
                    <a:pt x="59" y="27"/>
                  </a:cubicBezTo>
                  <a:cubicBezTo>
                    <a:pt x="60" y="27"/>
                    <a:pt x="61" y="28"/>
                    <a:pt x="62" y="28"/>
                  </a:cubicBezTo>
                  <a:cubicBezTo>
                    <a:pt x="62" y="28"/>
                    <a:pt x="63" y="28"/>
                    <a:pt x="63" y="28"/>
                  </a:cubicBezTo>
                  <a:cubicBezTo>
                    <a:pt x="63" y="29"/>
                    <a:pt x="63" y="29"/>
                    <a:pt x="64" y="29"/>
                  </a:cubicBezTo>
                  <a:cubicBezTo>
                    <a:pt x="64" y="29"/>
                    <a:pt x="64" y="29"/>
                    <a:pt x="65" y="30"/>
                  </a:cubicBezTo>
                  <a:cubicBezTo>
                    <a:pt x="67" y="31"/>
                    <a:pt x="68" y="33"/>
                    <a:pt x="69" y="35"/>
                  </a:cubicBezTo>
                  <a:cubicBezTo>
                    <a:pt x="69" y="36"/>
                    <a:pt x="70" y="36"/>
                    <a:pt x="70" y="37"/>
                  </a:cubicBezTo>
                  <a:cubicBezTo>
                    <a:pt x="70" y="38"/>
                    <a:pt x="70" y="38"/>
                    <a:pt x="70" y="38"/>
                  </a:cubicBezTo>
                  <a:cubicBezTo>
                    <a:pt x="70" y="39"/>
                    <a:pt x="70" y="39"/>
                    <a:pt x="70" y="39"/>
                  </a:cubicBezTo>
                  <a:cubicBezTo>
                    <a:pt x="70" y="39"/>
                    <a:pt x="70" y="39"/>
                    <a:pt x="70" y="39"/>
                  </a:cubicBezTo>
                  <a:cubicBezTo>
                    <a:pt x="70" y="40"/>
                    <a:pt x="70" y="40"/>
                    <a:pt x="70" y="40"/>
                  </a:cubicBezTo>
                  <a:cubicBezTo>
                    <a:pt x="70" y="40"/>
                    <a:pt x="70" y="40"/>
                    <a:pt x="70" y="40"/>
                  </a:cubicBezTo>
                  <a:cubicBezTo>
                    <a:pt x="70" y="40"/>
                    <a:pt x="70" y="41"/>
                    <a:pt x="70" y="41"/>
                  </a:cubicBezTo>
                  <a:cubicBezTo>
                    <a:pt x="70" y="41"/>
                    <a:pt x="70" y="41"/>
                    <a:pt x="70" y="41"/>
                  </a:cubicBezTo>
                  <a:cubicBezTo>
                    <a:pt x="71" y="41"/>
                    <a:pt x="71" y="42"/>
                    <a:pt x="71" y="43"/>
                  </a:cubicBezTo>
                  <a:cubicBezTo>
                    <a:pt x="71" y="43"/>
                    <a:pt x="71" y="44"/>
                    <a:pt x="70" y="44"/>
                  </a:cubicBezTo>
                  <a:cubicBezTo>
                    <a:pt x="70" y="44"/>
                    <a:pt x="70" y="45"/>
                    <a:pt x="70" y="45"/>
                  </a:cubicBezTo>
                  <a:cubicBezTo>
                    <a:pt x="70" y="45"/>
                    <a:pt x="70" y="45"/>
                    <a:pt x="70" y="45"/>
                  </a:cubicBezTo>
                  <a:cubicBezTo>
                    <a:pt x="70" y="46"/>
                    <a:pt x="70" y="46"/>
                    <a:pt x="70" y="46"/>
                  </a:cubicBezTo>
                  <a:cubicBezTo>
                    <a:pt x="70" y="46"/>
                    <a:pt x="70" y="47"/>
                    <a:pt x="70" y="47"/>
                  </a:cubicBezTo>
                  <a:cubicBezTo>
                    <a:pt x="70" y="47"/>
                    <a:pt x="70" y="47"/>
                    <a:pt x="70" y="47"/>
                  </a:cubicBezTo>
                  <a:cubicBezTo>
                    <a:pt x="71" y="47"/>
                    <a:pt x="71" y="47"/>
                    <a:pt x="71" y="47"/>
                  </a:cubicBezTo>
                  <a:cubicBezTo>
                    <a:pt x="71" y="47"/>
                    <a:pt x="72" y="47"/>
                    <a:pt x="72" y="47"/>
                  </a:cubicBezTo>
                  <a:cubicBezTo>
                    <a:pt x="74" y="47"/>
                    <a:pt x="76" y="47"/>
                    <a:pt x="77" y="47"/>
                  </a:cubicBezTo>
                  <a:cubicBezTo>
                    <a:pt x="78" y="46"/>
                    <a:pt x="78" y="46"/>
                    <a:pt x="78" y="46"/>
                  </a:cubicBezTo>
                  <a:cubicBezTo>
                    <a:pt x="78" y="45"/>
                    <a:pt x="79" y="44"/>
                    <a:pt x="79" y="43"/>
                  </a:cubicBezTo>
                  <a:cubicBezTo>
                    <a:pt x="80" y="42"/>
                    <a:pt x="80" y="40"/>
                    <a:pt x="81" y="38"/>
                  </a:cubicBezTo>
                  <a:cubicBezTo>
                    <a:pt x="81" y="38"/>
                    <a:pt x="82" y="37"/>
                    <a:pt x="82" y="36"/>
                  </a:cubicBezTo>
                  <a:cubicBezTo>
                    <a:pt x="82" y="36"/>
                    <a:pt x="82" y="36"/>
                    <a:pt x="82" y="36"/>
                  </a:cubicBezTo>
                  <a:cubicBezTo>
                    <a:pt x="83" y="34"/>
                    <a:pt x="84" y="31"/>
                    <a:pt x="85" y="28"/>
                  </a:cubicBezTo>
                  <a:cubicBezTo>
                    <a:pt x="85" y="28"/>
                    <a:pt x="85" y="27"/>
                    <a:pt x="86" y="27"/>
                  </a:cubicBezTo>
                  <a:cubicBezTo>
                    <a:pt x="86" y="26"/>
                    <a:pt x="86" y="25"/>
                    <a:pt x="87" y="24"/>
                  </a:cubicBezTo>
                  <a:cubicBezTo>
                    <a:pt x="87" y="24"/>
                    <a:pt x="87" y="24"/>
                    <a:pt x="87" y="24"/>
                  </a:cubicBezTo>
                  <a:cubicBezTo>
                    <a:pt x="87" y="24"/>
                    <a:pt x="87" y="24"/>
                    <a:pt x="87" y="23"/>
                  </a:cubicBezTo>
                  <a:cubicBezTo>
                    <a:pt x="87" y="23"/>
                    <a:pt x="87" y="23"/>
                    <a:pt x="87" y="23"/>
                  </a:cubicBezTo>
                  <a:cubicBezTo>
                    <a:pt x="87" y="23"/>
                    <a:pt x="87" y="23"/>
                    <a:pt x="87" y="23"/>
                  </a:cubicBezTo>
                  <a:cubicBezTo>
                    <a:pt x="87" y="22"/>
                    <a:pt x="87" y="22"/>
                    <a:pt x="88" y="22"/>
                  </a:cubicBezTo>
                  <a:cubicBezTo>
                    <a:pt x="88" y="21"/>
                    <a:pt x="88" y="21"/>
                    <a:pt x="88" y="21"/>
                  </a:cubicBezTo>
                  <a:cubicBezTo>
                    <a:pt x="88" y="20"/>
                    <a:pt x="88" y="19"/>
                    <a:pt x="89" y="19"/>
                  </a:cubicBezTo>
                  <a:cubicBezTo>
                    <a:pt x="89" y="19"/>
                    <a:pt x="89" y="19"/>
                    <a:pt x="89" y="18"/>
                  </a:cubicBezTo>
                  <a:cubicBezTo>
                    <a:pt x="89" y="18"/>
                    <a:pt x="89" y="18"/>
                    <a:pt x="89" y="17"/>
                  </a:cubicBezTo>
                  <a:cubicBezTo>
                    <a:pt x="90" y="16"/>
                    <a:pt x="90" y="15"/>
                    <a:pt x="91" y="14"/>
                  </a:cubicBezTo>
                  <a:cubicBezTo>
                    <a:pt x="91" y="13"/>
                    <a:pt x="91" y="12"/>
                    <a:pt x="91" y="12"/>
                  </a:cubicBezTo>
                  <a:cubicBezTo>
                    <a:pt x="91" y="11"/>
                    <a:pt x="92" y="10"/>
                    <a:pt x="92" y="10"/>
                  </a:cubicBezTo>
                  <a:cubicBezTo>
                    <a:pt x="92" y="10"/>
                    <a:pt x="92" y="10"/>
                    <a:pt x="92" y="10"/>
                  </a:cubicBezTo>
                  <a:cubicBezTo>
                    <a:pt x="92" y="9"/>
                    <a:pt x="92" y="9"/>
                    <a:pt x="92" y="8"/>
                  </a:cubicBezTo>
                  <a:cubicBezTo>
                    <a:pt x="92" y="8"/>
                    <a:pt x="92" y="8"/>
                    <a:pt x="92" y="8"/>
                  </a:cubicBezTo>
                  <a:cubicBezTo>
                    <a:pt x="93" y="7"/>
                    <a:pt x="93" y="6"/>
                    <a:pt x="93" y="5"/>
                  </a:cubicBezTo>
                  <a:cubicBezTo>
                    <a:pt x="93" y="5"/>
                    <a:pt x="93" y="5"/>
                    <a:pt x="93" y="5"/>
                  </a:cubicBezTo>
                  <a:cubicBezTo>
                    <a:pt x="93" y="5"/>
                    <a:pt x="93" y="4"/>
                    <a:pt x="93" y="4"/>
                  </a:cubicBezTo>
                  <a:cubicBezTo>
                    <a:pt x="93" y="4"/>
                    <a:pt x="93" y="4"/>
                    <a:pt x="93" y="4"/>
                  </a:cubicBezTo>
                  <a:cubicBezTo>
                    <a:pt x="93" y="3"/>
                    <a:pt x="93" y="3"/>
                    <a:pt x="93" y="3"/>
                  </a:cubicBezTo>
                  <a:cubicBezTo>
                    <a:pt x="93" y="3"/>
                    <a:pt x="93" y="3"/>
                    <a:pt x="93" y="3"/>
                  </a:cubicBezTo>
                  <a:cubicBezTo>
                    <a:pt x="93" y="3"/>
                    <a:pt x="93" y="2"/>
                    <a:pt x="93" y="2"/>
                  </a:cubicBezTo>
                  <a:cubicBezTo>
                    <a:pt x="93" y="2"/>
                    <a:pt x="93" y="2"/>
                    <a:pt x="93" y="2"/>
                  </a:cubicBezTo>
                  <a:cubicBezTo>
                    <a:pt x="92" y="3"/>
                    <a:pt x="92" y="3"/>
                    <a:pt x="91" y="3"/>
                  </a:cubicBezTo>
                  <a:cubicBezTo>
                    <a:pt x="91" y="4"/>
                    <a:pt x="90" y="4"/>
                    <a:pt x="90" y="4"/>
                  </a:cubicBezTo>
                  <a:cubicBezTo>
                    <a:pt x="90" y="4"/>
                    <a:pt x="90" y="4"/>
                    <a:pt x="90" y="5"/>
                  </a:cubicBezTo>
                  <a:cubicBezTo>
                    <a:pt x="90" y="5"/>
                    <a:pt x="90" y="5"/>
                    <a:pt x="89" y="5"/>
                  </a:cubicBezTo>
                  <a:cubicBezTo>
                    <a:pt x="89" y="5"/>
                    <a:pt x="89" y="5"/>
                    <a:pt x="89" y="5"/>
                  </a:cubicBezTo>
                  <a:cubicBezTo>
                    <a:pt x="89" y="5"/>
                    <a:pt x="89" y="5"/>
                    <a:pt x="89" y="5"/>
                  </a:cubicBezTo>
                  <a:cubicBezTo>
                    <a:pt x="89" y="5"/>
                    <a:pt x="89" y="5"/>
                    <a:pt x="89" y="5"/>
                  </a:cubicBezTo>
                  <a:cubicBezTo>
                    <a:pt x="89" y="6"/>
                    <a:pt x="88" y="6"/>
                    <a:pt x="88" y="6"/>
                  </a:cubicBezTo>
                  <a:cubicBezTo>
                    <a:pt x="88" y="6"/>
                    <a:pt x="88" y="7"/>
                    <a:pt x="87" y="7"/>
                  </a:cubicBezTo>
                  <a:cubicBezTo>
                    <a:pt x="87" y="7"/>
                    <a:pt x="87" y="7"/>
                    <a:pt x="87" y="7"/>
                  </a:cubicBezTo>
                  <a:cubicBezTo>
                    <a:pt x="87" y="7"/>
                    <a:pt x="87" y="7"/>
                    <a:pt x="87" y="7"/>
                  </a:cubicBezTo>
                  <a:cubicBezTo>
                    <a:pt x="87" y="7"/>
                    <a:pt x="87" y="7"/>
                    <a:pt x="87" y="7"/>
                  </a:cubicBezTo>
                  <a:cubicBezTo>
                    <a:pt x="87" y="7"/>
                    <a:pt x="87" y="7"/>
                    <a:pt x="87" y="7"/>
                  </a:cubicBezTo>
                  <a:cubicBezTo>
                    <a:pt x="86" y="8"/>
                    <a:pt x="86" y="8"/>
                    <a:pt x="86" y="8"/>
                  </a:cubicBezTo>
                  <a:cubicBezTo>
                    <a:pt x="86" y="8"/>
                    <a:pt x="86" y="8"/>
                    <a:pt x="86" y="8"/>
                  </a:cubicBezTo>
                  <a:cubicBezTo>
                    <a:pt x="86" y="8"/>
                    <a:pt x="86" y="8"/>
                    <a:pt x="86" y="8"/>
                  </a:cubicBezTo>
                  <a:cubicBezTo>
                    <a:pt x="86" y="9"/>
                    <a:pt x="85" y="9"/>
                    <a:pt x="85" y="9"/>
                  </a:cubicBezTo>
                  <a:cubicBezTo>
                    <a:pt x="85" y="9"/>
                    <a:pt x="85" y="9"/>
                    <a:pt x="85" y="9"/>
                  </a:cubicBezTo>
                  <a:cubicBezTo>
                    <a:pt x="85" y="9"/>
                    <a:pt x="85" y="9"/>
                    <a:pt x="85" y="9"/>
                  </a:cubicBezTo>
                  <a:cubicBezTo>
                    <a:pt x="85" y="10"/>
                    <a:pt x="84" y="10"/>
                    <a:pt x="84" y="10"/>
                  </a:cubicBezTo>
                  <a:cubicBezTo>
                    <a:pt x="84" y="10"/>
                    <a:pt x="84" y="10"/>
                    <a:pt x="84" y="10"/>
                  </a:cubicBezTo>
                  <a:cubicBezTo>
                    <a:pt x="84" y="11"/>
                    <a:pt x="84" y="11"/>
                    <a:pt x="84" y="11"/>
                  </a:cubicBezTo>
                  <a:cubicBezTo>
                    <a:pt x="83" y="11"/>
                    <a:pt x="83" y="11"/>
                    <a:pt x="83" y="11"/>
                  </a:cubicBezTo>
                  <a:cubicBezTo>
                    <a:pt x="83" y="12"/>
                    <a:pt x="82" y="12"/>
                    <a:pt x="82" y="13"/>
                  </a:cubicBezTo>
                  <a:cubicBezTo>
                    <a:pt x="81" y="13"/>
                    <a:pt x="81" y="13"/>
                    <a:pt x="81" y="13"/>
                  </a:cubicBezTo>
                  <a:cubicBezTo>
                    <a:pt x="81" y="13"/>
                    <a:pt x="81" y="13"/>
                    <a:pt x="81" y="13"/>
                  </a:cubicBezTo>
                  <a:cubicBezTo>
                    <a:pt x="81" y="14"/>
                    <a:pt x="81" y="14"/>
                    <a:pt x="81" y="14"/>
                  </a:cubicBezTo>
                  <a:cubicBezTo>
                    <a:pt x="81" y="14"/>
                    <a:pt x="80" y="14"/>
                    <a:pt x="80" y="14"/>
                  </a:cubicBezTo>
                  <a:cubicBezTo>
                    <a:pt x="80" y="14"/>
                    <a:pt x="80" y="14"/>
                    <a:pt x="80" y="14"/>
                  </a:cubicBezTo>
                  <a:cubicBezTo>
                    <a:pt x="80" y="14"/>
                    <a:pt x="80" y="14"/>
                    <a:pt x="80" y="14"/>
                  </a:cubicBezTo>
                  <a:cubicBezTo>
                    <a:pt x="80" y="14"/>
                    <a:pt x="80" y="14"/>
                    <a:pt x="80" y="14"/>
                  </a:cubicBezTo>
                  <a:cubicBezTo>
                    <a:pt x="80" y="15"/>
                    <a:pt x="80" y="15"/>
                    <a:pt x="79" y="15"/>
                  </a:cubicBezTo>
                  <a:cubicBezTo>
                    <a:pt x="79" y="15"/>
                    <a:pt x="79" y="15"/>
                    <a:pt x="79" y="15"/>
                  </a:cubicBezTo>
                  <a:cubicBezTo>
                    <a:pt x="79" y="15"/>
                    <a:pt x="79" y="15"/>
                    <a:pt x="79" y="15"/>
                  </a:cubicBezTo>
                  <a:cubicBezTo>
                    <a:pt x="79" y="15"/>
                    <a:pt x="79" y="16"/>
                    <a:pt x="79" y="16"/>
                  </a:cubicBezTo>
                  <a:cubicBezTo>
                    <a:pt x="79" y="16"/>
                    <a:pt x="78" y="16"/>
                    <a:pt x="78" y="16"/>
                  </a:cubicBezTo>
                  <a:cubicBezTo>
                    <a:pt x="78" y="16"/>
                    <a:pt x="78" y="16"/>
                    <a:pt x="78" y="16"/>
                  </a:cubicBezTo>
                  <a:cubicBezTo>
                    <a:pt x="78" y="16"/>
                    <a:pt x="77" y="16"/>
                    <a:pt x="77" y="16"/>
                  </a:cubicBezTo>
                  <a:cubicBezTo>
                    <a:pt x="76" y="15"/>
                    <a:pt x="77" y="15"/>
                    <a:pt x="77" y="14"/>
                  </a:cubicBezTo>
                  <a:cubicBezTo>
                    <a:pt x="77" y="14"/>
                    <a:pt x="77" y="14"/>
                    <a:pt x="77" y="14"/>
                  </a:cubicBezTo>
                  <a:cubicBezTo>
                    <a:pt x="78" y="13"/>
                    <a:pt x="79" y="13"/>
                    <a:pt x="79" y="12"/>
                  </a:cubicBezTo>
                  <a:cubicBezTo>
                    <a:pt x="79" y="12"/>
                    <a:pt x="80" y="12"/>
                    <a:pt x="80" y="11"/>
                  </a:cubicBezTo>
                  <a:cubicBezTo>
                    <a:pt x="80" y="11"/>
                    <a:pt x="80" y="11"/>
                    <a:pt x="81" y="11"/>
                  </a:cubicBezTo>
                  <a:cubicBezTo>
                    <a:pt x="81" y="10"/>
                    <a:pt x="81" y="10"/>
                    <a:pt x="81" y="10"/>
                  </a:cubicBezTo>
                  <a:cubicBezTo>
                    <a:pt x="81" y="10"/>
                    <a:pt x="81" y="10"/>
                    <a:pt x="81" y="10"/>
                  </a:cubicBezTo>
                  <a:cubicBezTo>
                    <a:pt x="81" y="10"/>
                    <a:pt x="82" y="10"/>
                    <a:pt x="82" y="10"/>
                  </a:cubicBezTo>
                  <a:cubicBezTo>
                    <a:pt x="82" y="10"/>
                    <a:pt x="82" y="9"/>
                    <a:pt x="82" y="9"/>
                  </a:cubicBezTo>
                  <a:cubicBezTo>
                    <a:pt x="82" y="9"/>
                    <a:pt x="82" y="9"/>
                    <a:pt x="82" y="9"/>
                  </a:cubicBezTo>
                  <a:cubicBezTo>
                    <a:pt x="82" y="9"/>
                    <a:pt x="82" y="9"/>
                    <a:pt x="83" y="9"/>
                  </a:cubicBezTo>
                  <a:cubicBezTo>
                    <a:pt x="83" y="9"/>
                    <a:pt x="83" y="8"/>
                    <a:pt x="83" y="8"/>
                  </a:cubicBezTo>
                  <a:cubicBezTo>
                    <a:pt x="83" y="8"/>
                    <a:pt x="83" y="8"/>
                    <a:pt x="84" y="7"/>
                  </a:cubicBezTo>
                  <a:cubicBezTo>
                    <a:pt x="84" y="7"/>
                    <a:pt x="84" y="7"/>
                    <a:pt x="84" y="7"/>
                  </a:cubicBezTo>
                  <a:cubicBezTo>
                    <a:pt x="84" y="7"/>
                    <a:pt x="85" y="6"/>
                    <a:pt x="85" y="6"/>
                  </a:cubicBezTo>
                  <a:cubicBezTo>
                    <a:pt x="85" y="6"/>
                    <a:pt x="85" y="6"/>
                    <a:pt x="85" y="6"/>
                  </a:cubicBezTo>
                  <a:cubicBezTo>
                    <a:pt x="85" y="6"/>
                    <a:pt x="85" y="6"/>
                    <a:pt x="85" y="6"/>
                  </a:cubicBezTo>
                  <a:cubicBezTo>
                    <a:pt x="85" y="6"/>
                    <a:pt x="85" y="6"/>
                    <a:pt x="85" y="6"/>
                  </a:cubicBezTo>
                  <a:cubicBezTo>
                    <a:pt x="85" y="6"/>
                    <a:pt x="86" y="5"/>
                    <a:pt x="86" y="5"/>
                  </a:cubicBezTo>
                  <a:cubicBezTo>
                    <a:pt x="86" y="5"/>
                    <a:pt x="86" y="5"/>
                    <a:pt x="86" y="5"/>
                  </a:cubicBezTo>
                  <a:cubicBezTo>
                    <a:pt x="86" y="5"/>
                    <a:pt x="86" y="5"/>
                    <a:pt x="86" y="5"/>
                  </a:cubicBezTo>
                  <a:cubicBezTo>
                    <a:pt x="86" y="5"/>
                    <a:pt x="87" y="4"/>
                    <a:pt x="87" y="4"/>
                  </a:cubicBezTo>
                  <a:cubicBezTo>
                    <a:pt x="87" y="4"/>
                    <a:pt x="87" y="4"/>
                    <a:pt x="87" y="4"/>
                  </a:cubicBezTo>
                  <a:cubicBezTo>
                    <a:pt x="87" y="4"/>
                    <a:pt x="87" y="4"/>
                    <a:pt x="87" y="4"/>
                  </a:cubicBezTo>
                  <a:cubicBezTo>
                    <a:pt x="87" y="4"/>
                    <a:pt x="87" y="4"/>
                    <a:pt x="88" y="3"/>
                  </a:cubicBezTo>
                  <a:cubicBezTo>
                    <a:pt x="88" y="3"/>
                    <a:pt x="88" y="3"/>
                    <a:pt x="88" y="3"/>
                  </a:cubicBezTo>
                  <a:cubicBezTo>
                    <a:pt x="88" y="3"/>
                    <a:pt x="89" y="2"/>
                    <a:pt x="89" y="2"/>
                  </a:cubicBezTo>
                  <a:cubicBezTo>
                    <a:pt x="89" y="2"/>
                    <a:pt x="89" y="2"/>
                    <a:pt x="89" y="2"/>
                  </a:cubicBezTo>
                  <a:cubicBezTo>
                    <a:pt x="90" y="2"/>
                    <a:pt x="90" y="2"/>
                    <a:pt x="90" y="2"/>
                  </a:cubicBezTo>
                  <a:cubicBezTo>
                    <a:pt x="90" y="2"/>
                    <a:pt x="90" y="1"/>
                    <a:pt x="90" y="1"/>
                  </a:cubicBezTo>
                  <a:cubicBezTo>
                    <a:pt x="90" y="1"/>
                    <a:pt x="90" y="1"/>
                    <a:pt x="90" y="1"/>
                  </a:cubicBezTo>
                  <a:cubicBezTo>
                    <a:pt x="90" y="1"/>
                    <a:pt x="90" y="1"/>
                    <a:pt x="90" y="1"/>
                  </a:cubicBezTo>
                  <a:cubicBezTo>
                    <a:pt x="91" y="1"/>
                    <a:pt x="91" y="1"/>
                    <a:pt x="91" y="1"/>
                  </a:cubicBezTo>
                  <a:cubicBezTo>
                    <a:pt x="91" y="1"/>
                    <a:pt x="91" y="1"/>
                    <a:pt x="91" y="1"/>
                  </a:cubicBezTo>
                  <a:cubicBezTo>
                    <a:pt x="91" y="1"/>
                    <a:pt x="91" y="1"/>
                    <a:pt x="91" y="1"/>
                  </a:cubicBezTo>
                  <a:cubicBezTo>
                    <a:pt x="91" y="1"/>
                    <a:pt x="91" y="0"/>
                    <a:pt x="92" y="0"/>
                  </a:cubicBezTo>
                  <a:cubicBezTo>
                    <a:pt x="92" y="0"/>
                    <a:pt x="92" y="0"/>
                    <a:pt x="92" y="0"/>
                  </a:cubicBezTo>
                  <a:cubicBezTo>
                    <a:pt x="92" y="0"/>
                    <a:pt x="92" y="0"/>
                    <a:pt x="92" y="0"/>
                  </a:cubicBezTo>
                  <a:cubicBezTo>
                    <a:pt x="92" y="0"/>
                    <a:pt x="92" y="0"/>
                    <a:pt x="93" y="0"/>
                  </a:cubicBezTo>
                  <a:cubicBezTo>
                    <a:pt x="93" y="0"/>
                    <a:pt x="93" y="0"/>
                    <a:pt x="93" y="0"/>
                  </a:cubicBezTo>
                  <a:cubicBezTo>
                    <a:pt x="93" y="0"/>
                    <a:pt x="93" y="0"/>
                    <a:pt x="93" y="0"/>
                  </a:cubicBezTo>
                  <a:cubicBezTo>
                    <a:pt x="93" y="0"/>
                    <a:pt x="94" y="0"/>
                    <a:pt x="94" y="0"/>
                  </a:cubicBezTo>
                  <a:cubicBezTo>
                    <a:pt x="94" y="0"/>
                    <a:pt x="94" y="0"/>
                    <a:pt x="95" y="0"/>
                  </a:cubicBezTo>
                  <a:cubicBezTo>
                    <a:pt x="95" y="0"/>
                    <a:pt x="95" y="0"/>
                    <a:pt x="95" y="0"/>
                  </a:cubicBezTo>
                  <a:cubicBezTo>
                    <a:pt x="95" y="1"/>
                    <a:pt x="95" y="1"/>
                    <a:pt x="95" y="1"/>
                  </a:cubicBezTo>
                  <a:cubicBezTo>
                    <a:pt x="95" y="1"/>
                    <a:pt x="95" y="1"/>
                    <a:pt x="95" y="1"/>
                  </a:cubicBezTo>
                  <a:cubicBezTo>
                    <a:pt x="95" y="2"/>
                    <a:pt x="95" y="2"/>
                    <a:pt x="95" y="2"/>
                  </a:cubicBezTo>
                  <a:cubicBezTo>
                    <a:pt x="95" y="2"/>
                    <a:pt x="95" y="2"/>
                    <a:pt x="95" y="2"/>
                  </a:cubicBezTo>
                  <a:cubicBezTo>
                    <a:pt x="95" y="2"/>
                    <a:pt x="96" y="2"/>
                    <a:pt x="96" y="2"/>
                  </a:cubicBezTo>
                  <a:cubicBezTo>
                    <a:pt x="96" y="3"/>
                    <a:pt x="95" y="3"/>
                    <a:pt x="96" y="3"/>
                  </a:cubicBezTo>
                  <a:cubicBezTo>
                    <a:pt x="96" y="3"/>
                    <a:pt x="95" y="4"/>
                    <a:pt x="95" y="4"/>
                  </a:cubicBezTo>
                  <a:cubicBezTo>
                    <a:pt x="95" y="4"/>
                    <a:pt x="95" y="4"/>
                    <a:pt x="95" y="5"/>
                  </a:cubicBezTo>
                  <a:cubicBezTo>
                    <a:pt x="95" y="5"/>
                    <a:pt x="95" y="5"/>
                    <a:pt x="95" y="5"/>
                  </a:cubicBezTo>
                  <a:cubicBezTo>
                    <a:pt x="95" y="5"/>
                    <a:pt x="95" y="5"/>
                    <a:pt x="95" y="5"/>
                  </a:cubicBezTo>
                  <a:cubicBezTo>
                    <a:pt x="95" y="5"/>
                    <a:pt x="95" y="6"/>
                    <a:pt x="95" y="6"/>
                  </a:cubicBezTo>
                  <a:cubicBezTo>
                    <a:pt x="95" y="7"/>
                    <a:pt x="95" y="7"/>
                    <a:pt x="95" y="7"/>
                  </a:cubicBezTo>
                  <a:cubicBezTo>
                    <a:pt x="95" y="7"/>
                    <a:pt x="95" y="7"/>
                    <a:pt x="95" y="7"/>
                  </a:cubicBezTo>
                  <a:cubicBezTo>
                    <a:pt x="95" y="8"/>
                    <a:pt x="95" y="8"/>
                    <a:pt x="95" y="8"/>
                  </a:cubicBezTo>
                  <a:cubicBezTo>
                    <a:pt x="95" y="8"/>
                    <a:pt x="94" y="8"/>
                    <a:pt x="94" y="8"/>
                  </a:cubicBezTo>
                  <a:cubicBezTo>
                    <a:pt x="94" y="8"/>
                    <a:pt x="94" y="8"/>
                    <a:pt x="94" y="8"/>
                  </a:cubicBezTo>
                  <a:cubicBezTo>
                    <a:pt x="94" y="9"/>
                    <a:pt x="94" y="9"/>
                    <a:pt x="94" y="9"/>
                  </a:cubicBezTo>
                  <a:cubicBezTo>
                    <a:pt x="94" y="9"/>
                    <a:pt x="94" y="9"/>
                    <a:pt x="94" y="9"/>
                  </a:cubicBezTo>
                  <a:cubicBezTo>
                    <a:pt x="94" y="10"/>
                    <a:pt x="94" y="10"/>
                    <a:pt x="94" y="11"/>
                  </a:cubicBezTo>
                  <a:cubicBezTo>
                    <a:pt x="94" y="11"/>
                    <a:pt x="93" y="11"/>
                    <a:pt x="93" y="11"/>
                  </a:cubicBezTo>
                  <a:cubicBezTo>
                    <a:pt x="93" y="12"/>
                    <a:pt x="93" y="13"/>
                    <a:pt x="93" y="13"/>
                  </a:cubicBezTo>
                  <a:cubicBezTo>
                    <a:pt x="93" y="14"/>
                    <a:pt x="93" y="14"/>
                    <a:pt x="92" y="14"/>
                  </a:cubicBezTo>
                  <a:cubicBezTo>
                    <a:pt x="92" y="15"/>
                    <a:pt x="92" y="15"/>
                    <a:pt x="92" y="16"/>
                  </a:cubicBezTo>
                  <a:cubicBezTo>
                    <a:pt x="92" y="16"/>
                    <a:pt x="92" y="16"/>
                    <a:pt x="92" y="16"/>
                  </a:cubicBezTo>
                  <a:cubicBezTo>
                    <a:pt x="92" y="16"/>
                    <a:pt x="91" y="17"/>
                    <a:pt x="91" y="17"/>
                  </a:cubicBezTo>
                  <a:cubicBezTo>
                    <a:pt x="91" y="17"/>
                    <a:pt x="91" y="17"/>
                    <a:pt x="91" y="18"/>
                  </a:cubicBezTo>
                  <a:cubicBezTo>
                    <a:pt x="91" y="18"/>
                    <a:pt x="91" y="18"/>
                    <a:pt x="91" y="19"/>
                  </a:cubicBezTo>
                  <a:cubicBezTo>
                    <a:pt x="91" y="19"/>
                    <a:pt x="91" y="19"/>
                    <a:pt x="91" y="19"/>
                  </a:cubicBezTo>
                  <a:cubicBezTo>
                    <a:pt x="90" y="19"/>
                    <a:pt x="90" y="20"/>
                    <a:pt x="90" y="20"/>
                  </a:cubicBezTo>
                  <a:cubicBezTo>
                    <a:pt x="90" y="20"/>
                    <a:pt x="90" y="20"/>
                    <a:pt x="90" y="20"/>
                  </a:cubicBezTo>
                  <a:cubicBezTo>
                    <a:pt x="90" y="21"/>
                    <a:pt x="89" y="23"/>
                    <a:pt x="88" y="24"/>
                  </a:cubicBezTo>
                  <a:cubicBezTo>
                    <a:pt x="88" y="25"/>
                    <a:pt x="88" y="25"/>
                    <a:pt x="88" y="25"/>
                  </a:cubicBezTo>
                  <a:cubicBezTo>
                    <a:pt x="87" y="27"/>
                    <a:pt x="87" y="28"/>
                    <a:pt x="86" y="30"/>
                  </a:cubicBezTo>
                  <a:cubicBezTo>
                    <a:pt x="86" y="30"/>
                    <a:pt x="86" y="30"/>
                    <a:pt x="86" y="30"/>
                  </a:cubicBezTo>
                  <a:cubicBezTo>
                    <a:pt x="85" y="33"/>
                    <a:pt x="84" y="36"/>
                    <a:pt x="83" y="38"/>
                  </a:cubicBezTo>
                  <a:cubicBezTo>
                    <a:pt x="82" y="40"/>
                    <a:pt x="81" y="41"/>
                    <a:pt x="81" y="43"/>
                  </a:cubicBezTo>
                  <a:cubicBezTo>
                    <a:pt x="80" y="43"/>
                    <a:pt x="80" y="43"/>
                    <a:pt x="80" y="43"/>
                  </a:cubicBezTo>
                  <a:cubicBezTo>
                    <a:pt x="80" y="44"/>
                    <a:pt x="80" y="44"/>
                    <a:pt x="80" y="45"/>
                  </a:cubicBezTo>
                  <a:cubicBezTo>
                    <a:pt x="80" y="45"/>
                    <a:pt x="80" y="45"/>
                    <a:pt x="80" y="45"/>
                  </a:cubicBezTo>
                  <a:cubicBezTo>
                    <a:pt x="80" y="45"/>
                    <a:pt x="79" y="46"/>
                    <a:pt x="79" y="46"/>
                  </a:cubicBezTo>
                  <a:cubicBezTo>
                    <a:pt x="79" y="46"/>
                    <a:pt x="79" y="47"/>
                    <a:pt x="79" y="47"/>
                  </a:cubicBezTo>
                  <a:cubicBezTo>
                    <a:pt x="79" y="47"/>
                    <a:pt x="79" y="47"/>
                    <a:pt x="79" y="47"/>
                  </a:cubicBezTo>
                  <a:cubicBezTo>
                    <a:pt x="79" y="47"/>
                    <a:pt x="80" y="47"/>
                    <a:pt x="80" y="47"/>
                  </a:cubicBezTo>
                  <a:cubicBezTo>
                    <a:pt x="80" y="47"/>
                    <a:pt x="81" y="47"/>
                    <a:pt x="81" y="47"/>
                  </a:cubicBezTo>
                  <a:cubicBezTo>
                    <a:pt x="81" y="47"/>
                    <a:pt x="84" y="47"/>
                    <a:pt x="85" y="47"/>
                  </a:cubicBezTo>
                  <a:cubicBezTo>
                    <a:pt x="85" y="47"/>
                    <a:pt x="85" y="47"/>
                    <a:pt x="86" y="47"/>
                  </a:cubicBezTo>
                  <a:cubicBezTo>
                    <a:pt x="86" y="47"/>
                    <a:pt x="86" y="47"/>
                    <a:pt x="86" y="47"/>
                  </a:cubicBezTo>
                  <a:cubicBezTo>
                    <a:pt x="86" y="47"/>
                    <a:pt x="87" y="47"/>
                    <a:pt x="87" y="47"/>
                  </a:cubicBezTo>
                  <a:cubicBezTo>
                    <a:pt x="87" y="47"/>
                    <a:pt x="87" y="47"/>
                    <a:pt x="87" y="48"/>
                  </a:cubicBezTo>
                  <a:cubicBezTo>
                    <a:pt x="87" y="48"/>
                    <a:pt x="87" y="48"/>
                    <a:pt x="86" y="48"/>
                  </a:cubicBezTo>
                  <a:cubicBezTo>
                    <a:pt x="86" y="48"/>
                    <a:pt x="86" y="48"/>
                    <a:pt x="86" y="48"/>
                  </a:cubicBezTo>
                  <a:cubicBezTo>
                    <a:pt x="82" y="48"/>
                    <a:pt x="82" y="48"/>
                    <a:pt x="82" y="48"/>
                  </a:cubicBezTo>
                  <a:cubicBezTo>
                    <a:pt x="81" y="48"/>
                    <a:pt x="81" y="48"/>
                    <a:pt x="81" y="48"/>
                  </a:cubicBezTo>
                  <a:cubicBezTo>
                    <a:pt x="81" y="48"/>
                    <a:pt x="80" y="48"/>
                    <a:pt x="80" y="48"/>
                  </a:cubicBezTo>
                  <a:cubicBezTo>
                    <a:pt x="79" y="48"/>
                    <a:pt x="79" y="48"/>
                    <a:pt x="78" y="48"/>
                  </a:cubicBezTo>
                  <a:cubicBezTo>
                    <a:pt x="75" y="55"/>
                    <a:pt x="72" y="62"/>
                    <a:pt x="69" y="69"/>
                  </a:cubicBezTo>
                  <a:cubicBezTo>
                    <a:pt x="69" y="69"/>
                    <a:pt x="69" y="70"/>
                    <a:pt x="68" y="70"/>
                  </a:cubicBezTo>
                  <a:cubicBezTo>
                    <a:pt x="67" y="73"/>
                    <a:pt x="66" y="75"/>
                    <a:pt x="65" y="78"/>
                  </a:cubicBezTo>
                  <a:cubicBezTo>
                    <a:pt x="64" y="78"/>
                    <a:pt x="64" y="79"/>
                    <a:pt x="64" y="79"/>
                  </a:cubicBezTo>
                  <a:cubicBezTo>
                    <a:pt x="64" y="79"/>
                    <a:pt x="64" y="79"/>
                    <a:pt x="64" y="80"/>
                  </a:cubicBezTo>
                  <a:cubicBezTo>
                    <a:pt x="64" y="80"/>
                    <a:pt x="64" y="80"/>
                    <a:pt x="64" y="80"/>
                  </a:cubicBezTo>
                  <a:cubicBezTo>
                    <a:pt x="63" y="81"/>
                    <a:pt x="63" y="82"/>
                    <a:pt x="62" y="83"/>
                  </a:cubicBezTo>
                  <a:cubicBezTo>
                    <a:pt x="62" y="83"/>
                    <a:pt x="62" y="83"/>
                    <a:pt x="62" y="84"/>
                  </a:cubicBezTo>
                  <a:cubicBezTo>
                    <a:pt x="62" y="84"/>
                    <a:pt x="62" y="84"/>
                    <a:pt x="61" y="85"/>
                  </a:cubicBezTo>
                  <a:cubicBezTo>
                    <a:pt x="61" y="85"/>
                    <a:pt x="61" y="85"/>
                    <a:pt x="61" y="86"/>
                  </a:cubicBezTo>
                  <a:cubicBezTo>
                    <a:pt x="61" y="86"/>
                    <a:pt x="61" y="86"/>
                    <a:pt x="61" y="86"/>
                  </a:cubicBezTo>
                  <a:cubicBezTo>
                    <a:pt x="60" y="87"/>
                    <a:pt x="59" y="89"/>
                    <a:pt x="59" y="90"/>
                  </a:cubicBezTo>
                  <a:cubicBezTo>
                    <a:pt x="59" y="90"/>
                    <a:pt x="59" y="90"/>
                    <a:pt x="59" y="90"/>
                  </a:cubicBezTo>
                  <a:cubicBezTo>
                    <a:pt x="58" y="91"/>
                    <a:pt x="58" y="92"/>
                    <a:pt x="58" y="93"/>
                  </a:cubicBezTo>
                  <a:cubicBezTo>
                    <a:pt x="58" y="93"/>
                    <a:pt x="57" y="93"/>
                    <a:pt x="57" y="93"/>
                  </a:cubicBezTo>
                  <a:cubicBezTo>
                    <a:pt x="57" y="93"/>
                    <a:pt x="57" y="93"/>
                    <a:pt x="57" y="94"/>
                  </a:cubicBezTo>
                  <a:cubicBezTo>
                    <a:pt x="57" y="94"/>
                    <a:pt x="57" y="94"/>
                    <a:pt x="57" y="95"/>
                  </a:cubicBezTo>
                  <a:cubicBezTo>
                    <a:pt x="57" y="95"/>
                    <a:pt x="56" y="95"/>
                    <a:pt x="56" y="95"/>
                  </a:cubicBezTo>
                  <a:cubicBezTo>
                    <a:pt x="55" y="97"/>
                    <a:pt x="54" y="99"/>
                    <a:pt x="53" y="101"/>
                  </a:cubicBezTo>
                  <a:cubicBezTo>
                    <a:pt x="53" y="102"/>
                    <a:pt x="53" y="102"/>
                    <a:pt x="53" y="102"/>
                  </a:cubicBezTo>
                  <a:cubicBezTo>
                    <a:pt x="53" y="102"/>
                    <a:pt x="53" y="102"/>
                    <a:pt x="53" y="102"/>
                  </a:cubicBezTo>
                  <a:cubicBezTo>
                    <a:pt x="53" y="102"/>
                    <a:pt x="53" y="102"/>
                    <a:pt x="53" y="103"/>
                  </a:cubicBezTo>
                  <a:cubicBezTo>
                    <a:pt x="53" y="103"/>
                    <a:pt x="53" y="103"/>
                    <a:pt x="52" y="103"/>
                  </a:cubicBezTo>
                  <a:cubicBezTo>
                    <a:pt x="52" y="103"/>
                    <a:pt x="52" y="103"/>
                    <a:pt x="52" y="103"/>
                  </a:cubicBezTo>
                  <a:cubicBezTo>
                    <a:pt x="52" y="104"/>
                    <a:pt x="52" y="104"/>
                    <a:pt x="51" y="105"/>
                  </a:cubicBezTo>
                  <a:cubicBezTo>
                    <a:pt x="51" y="105"/>
                    <a:pt x="51" y="106"/>
                    <a:pt x="51" y="106"/>
                  </a:cubicBezTo>
                  <a:cubicBezTo>
                    <a:pt x="51" y="106"/>
                    <a:pt x="50" y="106"/>
                    <a:pt x="50" y="106"/>
                  </a:cubicBezTo>
                  <a:cubicBezTo>
                    <a:pt x="50" y="106"/>
                    <a:pt x="49" y="105"/>
                    <a:pt x="49" y="105"/>
                  </a:cubicBezTo>
                  <a:cubicBezTo>
                    <a:pt x="50" y="105"/>
                    <a:pt x="50" y="104"/>
                    <a:pt x="50" y="104"/>
                  </a:cubicBezTo>
                  <a:cubicBezTo>
                    <a:pt x="50" y="104"/>
                    <a:pt x="50" y="104"/>
                    <a:pt x="50" y="104"/>
                  </a:cubicBezTo>
                  <a:cubicBezTo>
                    <a:pt x="50" y="104"/>
                    <a:pt x="50" y="103"/>
                    <a:pt x="50" y="103"/>
                  </a:cubicBezTo>
                  <a:cubicBezTo>
                    <a:pt x="50" y="103"/>
                    <a:pt x="50" y="103"/>
                    <a:pt x="50" y="103"/>
                  </a:cubicBezTo>
                  <a:cubicBezTo>
                    <a:pt x="50" y="103"/>
                    <a:pt x="51" y="102"/>
                    <a:pt x="51" y="102"/>
                  </a:cubicBezTo>
                  <a:cubicBezTo>
                    <a:pt x="51" y="102"/>
                    <a:pt x="51" y="102"/>
                    <a:pt x="51" y="102"/>
                  </a:cubicBezTo>
                  <a:cubicBezTo>
                    <a:pt x="51" y="101"/>
                    <a:pt x="51" y="101"/>
                    <a:pt x="52" y="100"/>
                  </a:cubicBezTo>
                  <a:cubicBezTo>
                    <a:pt x="52" y="100"/>
                    <a:pt x="52" y="100"/>
                    <a:pt x="52" y="100"/>
                  </a:cubicBezTo>
                  <a:cubicBezTo>
                    <a:pt x="52" y="99"/>
                    <a:pt x="53" y="98"/>
                    <a:pt x="53" y="97"/>
                  </a:cubicBezTo>
                  <a:cubicBezTo>
                    <a:pt x="53" y="97"/>
                    <a:pt x="53" y="97"/>
                    <a:pt x="53" y="97"/>
                  </a:cubicBezTo>
                  <a:cubicBezTo>
                    <a:pt x="54" y="96"/>
                    <a:pt x="54" y="94"/>
                    <a:pt x="55" y="93"/>
                  </a:cubicBezTo>
                  <a:cubicBezTo>
                    <a:pt x="55" y="92"/>
                    <a:pt x="56" y="91"/>
                    <a:pt x="56" y="90"/>
                  </a:cubicBezTo>
                  <a:cubicBezTo>
                    <a:pt x="56" y="90"/>
                    <a:pt x="56" y="90"/>
                    <a:pt x="56" y="89"/>
                  </a:cubicBezTo>
                  <a:cubicBezTo>
                    <a:pt x="57" y="88"/>
                    <a:pt x="57" y="86"/>
                    <a:pt x="58" y="85"/>
                  </a:cubicBezTo>
                  <a:cubicBezTo>
                    <a:pt x="58" y="85"/>
                    <a:pt x="58" y="85"/>
                    <a:pt x="58" y="84"/>
                  </a:cubicBezTo>
                  <a:cubicBezTo>
                    <a:pt x="59" y="83"/>
                    <a:pt x="59" y="82"/>
                    <a:pt x="60" y="81"/>
                  </a:cubicBezTo>
                  <a:cubicBezTo>
                    <a:pt x="60" y="81"/>
                    <a:pt x="60" y="81"/>
                    <a:pt x="60" y="80"/>
                  </a:cubicBezTo>
                  <a:cubicBezTo>
                    <a:pt x="60" y="80"/>
                    <a:pt x="60" y="79"/>
                    <a:pt x="60" y="79"/>
                  </a:cubicBezTo>
                  <a:cubicBezTo>
                    <a:pt x="60" y="79"/>
                    <a:pt x="60" y="79"/>
                    <a:pt x="61" y="78"/>
                  </a:cubicBezTo>
                  <a:cubicBezTo>
                    <a:pt x="62" y="76"/>
                    <a:pt x="62" y="74"/>
                    <a:pt x="63" y="71"/>
                  </a:cubicBezTo>
                  <a:cubicBezTo>
                    <a:pt x="63" y="71"/>
                    <a:pt x="63" y="71"/>
                    <a:pt x="63" y="71"/>
                  </a:cubicBezTo>
                  <a:cubicBezTo>
                    <a:pt x="63" y="71"/>
                    <a:pt x="63" y="70"/>
                    <a:pt x="64" y="70"/>
                  </a:cubicBezTo>
                  <a:cubicBezTo>
                    <a:pt x="64" y="69"/>
                    <a:pt x="64" y="68"/>
                    <a:pt x="65" y="67"/>
                  </a:cubicBezTo>
                  <a:cubicBezTo>
                    <a:pt x="65" y="66"/>
                    <a:pt x="65" y="65"/>
                    <a:pt x="65" y="64"/>
                  </a:cubicBezTo>
                  <a:cubicBezTo>
                    <a:pt x="65" y="64"/>
                    <a:pt x="65" y="63"/>
                    <a:pt x="66" y="63"/>
                  </a:cubicBezTo>
                  <a:cubicBezTo>
                    <a:pt x="66" y="63"/>
                    <a:pt x="66" y="62"/>
                    <a:pt x="66" y="62"/>
                  </a:cubicBezTo>
                  <a:cubicBezTo>
                    <a:pt x="66" y="61"/>
                    <a:pt x="66" y="61"/>
                    <a:pt x="66" y="61"/>
                  </a:cubicBezTo>
                  <a:cubicBezTo>
                    <a:pt x="67" y="59"/>
                    <a:pt x="67" y="58"/>
                    <a:pt x="67" y="56"/>
                  </a:cubicBezTo>
                  <a:cubicBezTo>
                    <a:pt x="67" y="56"/>
                    <a:pt x="67" y="56"/>
                    <a:pt x="67" y="56"/>
                  </a:cubicBezTo>
                  <a:cubicBezTo>
                    <a:pt x="67" y="55"/>
                    <a:pt x="68" y="55"/>
                    <a:pt x="68" y="54"/>
                  </a:cubicBezTo>
                  <a:cubicBezTo>
                    <a:pt x="68" y="54"/>
                    <a:pt x="68" y="54"/>
                    <a:pt x="68" y="54"/>
                  </a:cubicBezTo>
                  <a:cubicBezTo>
                    <a:pt x="68" y="53"/>
                    <a:pt x="68" y="53"/>
                    <a:pt x="68" y="52"/>
                  </a:cubicBezTo>
                  <a:cubicBezTo>
                    <a:pt x="68" y="52"/>
                    <a:pt x="68" y="52"/>
                    <a:pt x="68" y="52"/>
                  </a:cubicBezTo>
                  <a:cubicBezTo>
                    <a:pt x="68" y="51"/>
                    <a:pt x="68" y="50"/>
                    <a:pt x="68" y="50"/>
                  </a:cubicBezTo>
                  <a:cubicBezTo>
                    <a:pt x="69" y="50"/>
                    <a:pt x="68" y="49"/>
                    <a:pt x="69" y="49"/>
                  </a:cubicBezTo>
                  <a:cubicBezTo>
                    <a:pt x="69" y="49"/>
                    <a:pt x="69" y="49"/>
                    <a:pt x="69" y="48"/>
                  </a:cubicBezTo>
                  <a:cubicBezTo>
                    <a:pt x="69" y="48"/>
                    <a:pt x="69" y="48"/>
                    <a:pt x="69" y="48"/>
                  </a:cubicBezTo>
                  <a:cubicBezTo>
                    <a:pt x="69" y="48"/>
                    <a:pt x="69" y="48"/>
                    <a:pt x="69" y="48"/>
                  </a:cubicBezTo>
                  <a:cubicBezTo>
                    <a:pt x="69" y="48"/>
                    <a:pt x="68" y="48"/>
                    <a:pt x="68" y="48"/>
                  </a:cubicBezTo>
                  <a:cubicBezTo>
                    <a:pt x="68" y="48"/>
                    <a:pt x="68" y="48"/>
                    <a:pt x="67" y="48"/>
                  </a:cubicBezTo>
                  <a:cubicBezTo>
                    <a:pt x="67" y="48"/>
                    <a:pt x="66" y="48"/>
                    <a:pt x="66" y="48"/>
                  </a:cubicBezTo>
                  <a:cubicBezTo>
                    <a:pt x="65" y="48"/>
                    <a:pt x="65" y="48"/>
                    <a:pt x="65" y="48"/>
                  </a:cubicBezTo>
                  <a:cubicBezTo>
                    <a:pt x="65" y="48"/>
                    <a:pt x="65" y="48"/>
                    <a:pt x="65" y="48"/>
                  </a:cubicBezTo>
                  <a:cubicBezTo>
                    <a:pt x="65" y="48"/>
                    <a:pt x="64" y="48"/>
                    <a:pt x="64" y="48"/>
                  </a:cubicBezTo>
                  <a:cubicBezTo>
                    <a:pt x="64" y="48"/>
                    <a:pt x="64" y="48"/>
                    <a:pt x="64" y="48"/>
                  </a:cubicBezTo>
                  <a:cubicBezTo>
                    <a:pt x="64" y="48"/>
                    <a:pt x="63" y="48"/>
                    <a:pt x="63" y="48"/>
                  </a:cubicBezTo>
                  <a:cubicBezTo>
                    <a:pt x="63" y="48"/>
                    <a:pt x="62" y="48"/>
                    <a:pt x="62" y="48"/>
                  </a:cubicBezTo>
                  <a:cubicBezTo>
                    <a:pt x="62" y="48"/>
                    <a:pt x="61" y="48"/>
                    <a:pt x="61" y="48"/>
                  </a:cubicBezTo>
                  <a:cubicBezTo>
                    <a:pt x="61" y="48"/>
                    <a:pt x="61" y="48"/>
                    <a:pt x="61" y="48"/>
                  </a:cubicBezTo>
                  <a:cubicBezTo>
                    <a:pt x="60" y="48"/>
                    <a:pt x="60" y="48"/>
                    <a:pt x="60" y="48"/>
                  </a:cubicBezTo>
                  <a:cubicBezTo>
                    <a:pt x="60" y="48"/>
                    <a:pt x="59" y="48"/>
                    <a:pt x="59" y="48"/>
                  </a:cubicBezTo>
                  <a:cubicBezTo>
                    <a:pt x="59" y="48"/>
                    <a:pt x="59" y="48"/>
                    <a:pt x="59" y="48"/>
                  </a:cubicBezTo>
                  <a:cubicBezTo>
                    <a:pt x="59" y="48"/>
                    <a:pt x="59" y="48"/>
                    <a:pt x="59" y="48"/>
                  </a:cubicBezTo>
                  <a:cubicBezTo>
                    <a:pt x="58" y="48"/>
                    <a:pt x="58" y="48"/>
                    <a:pt x="58" y="48"/>
                  </a:cubicBezTo>
                  <a:cubicBezTo>
                    <a:pt x="58" y="48"/>
                    <a:pt x="58" y="48"/>
                    <a:pt x="58" y="48"/>
                  </a:cubicBezTo>
                  <a:cubicBezTo>
                    <a:pt x="58" y="48"/>
                    <a:pt x="57" y="48"/>
                    <a:pt x="57" y="48"/>
                  </a:cubicBezTo>
                  <a:cubicBezTo>
                    <a:pt x="57" y="48"/>
                    <a:pt x="57" y="48"/>
                    <a:pt x="57" y="48"/>
                  </a:cubicBezTo>
                  <a:cubicBezTo>
                    <a:pt x="57" y="48"/>
                    <a:pt x="57" y="48"/>
                    <a:pt x="56" y="48"/>
                  </a:cubicBezTo>
                  <a:cubicBezTo>
                    <a:pt x="56" y="48"/>
                    <a:pt x="55" y="48"/>
                    <a:pt x="54" y="48"/>
                  </a:cubicBezTo>
                  <a:cubicBezTo>
                    <a:pt x="50" y="48"/>
                    <a:pt x="46" y="48"/>
                    <a:pt x="42" y="48"/>
                  </a:cubicBezTo>
                  <a:cubicBezTo>
                    <a:pt x="41" y="48"/>
                    <a:pt x="41" y="48"/>
                    <a:pt x="40" y="48"/>
                  </a:cubicBezTo>
                  <a:cubicBezTo>
                    <a:pt x="39" y="48"/>
                    <a:pt x="39" y="48"/>
                    <a:pt x="38" y="48"/>
                  </a:cubicBezTo>
                  <a:cubicBezTo>
                    <a:pt x="38" y="48"/>
                    <a:pt x="38" y="48"/>
                    <a:pt x="38" y="48"/>
                  </a:cubicBezTo>
                  <a:cubicBezTo>
                    <a:pt x="37" y="48"/>
                    <a:pt x="36" y="48"/>
                    <a:pt x="36" y="48"/>
                  </a:cubicBezTo>
                  <a:cubicBezTo>
                    <a:pt x="34" y="48"/>
                    <a:pt x="32" y="48"/>
                    <a:pt x="30" y="48"/>
                  </a:cubicBezTo>
                  <a:cubicBezTo>
                    <a:pt x="30" y="48"/>
                    <a:pt x="30" y="48"/>
                    <a:pt x="30" y="48"/>
                  </a:cubicBezTo>
                  <a:cubicBezTo>
                    <a:pt x="30" y="48"/>
                    <a:pt x="30" y="48"/>
                    <a:pt x="29" y="48"/>
                  </a:cubicBezTo>
                  <a:cubicBezTo>
                    <a:pt x="29" y="48"/>
                    <a:pt x="29" y="48"/>
                    <a:pt x="29" y="48"/>
                  </a:cubicBezTo>
                  <a:cubicBezTo>
                    <a:pt x="29" y="48"/>
                    <a:pt x="29" y="48"/>
                    <a:pt x="28" y="48"/>
                  </a:cubicBezTo>
                  <a:cubicBezTo>
                    <a:pt x="28" y="48"/>
                    <a:pt x="28" y="48"/>
                    <a:pt x="27" y="48"/>
                  </a:cubicBezTo>
                  <a:cubicBezTo>
                    <a:pt x="27" y="48"/>
                    <a:pt x="27" y="48"/>
                    <a:pt x="27" y="48"/>
                  </a:cubicBezTo>
                  <a:cubicBezTo>
                    <a:pt x="26" y="48"/>
                    <a:pt x="26" y="48"/>
                    <a:pt x="26" y="48"/>
                  </a:cubicBezTo>
                  <a:cubicBezTo>
                    <a:pt x="26" y="48"/>
                    <a:pt x="26" y="48"/>
                    <a:pt x="26" y="48"/>
                  </a:cubicBezTo>
                  <a:cubicBezTo>
                    <a:pt x="26" y="48"/>
                    <a:pt x="25" y="48"/>
                    <a:pt x="25" y="48"/>
                  </a:cubicBezTo>
                  <a:cubicBezTo>
                    <a:pt x="25" y="48"/>
                    <a:pt x="25" y="48"/>
                    <a:pt x="24" y="48"/>
                  </a:cubicBezTo>
                  <a:cubicBezTo>
                    <a:pt x="24" y="48"/>
                    <a:pt x="24" y="48"/>
                    <a:pt x="24" y="48"/>
                  </a:cubicBezTo>
                  <a:cubicBezTo>
                    <a:pt x="22" y="48"/>
                    <a:pt x="21" y="48"/>
                    <a:pt x="19" y="48"/>
                  </a:cubicBezTo>
                  <a:cubicBezTo>
                    <a:pt x="19" y="48"/>
                    <a:pt x="19" y="48"/>
                    <a:pt x="18" y="48"/>
                  </a:cubicBezTo>
                  <a:cubicBezTo>
                    <a:pt x="18" y="48"/>
                    <a:pt x="18" y="48"/>
                    <a:pt x="17" y="48"/>
                  </a:cubicBezTo>
                  <a:cubicBezTo>
                    <a:pt x="17" y="48"/>
                    <a:pt x="17" y="48"/>
                    <a:pt x="17" y="48"/>
                  </a:cubicBezTo>
                  <a:cubicBezTo>
                    <a:pt x="17" y="48"/>
                    <a:pt x="17" y="48"/>
                    <a:pt x="17" y="48"/>
                  </a:cubicBezTo>
                  <a:cubicBezTo>
                    <a:pt x="16" y="48"/>
                    <a:pt x="15" y="48"/>
                    <a:pt x="14" y="48"/>
                  </a:cubicBezTo>
                  <a:cubicBezTo>
                    <a:pt x="13" y="48"/>
                    <a:pt x="13" y="48"/>
                    <a:pt x="13" y="48"/>
                  </a:cubicBezTo>
                  <a:cubicBezTo>
                    <a:pt x="13" y="48"/>
                    <a:pt x="13" y="48"/>
                    <a:pt x="13" y="48"/>
                  </a:cubicBezTo>
                  <a:cubicBezTo>
                    <a:pt x="12" y="48"/>
                    <a:pt x="12" y="48"/>
                    <a:pt x="12" y="48"/>
                  </a:cubicBezTo>
                  <a:cubicBezTo>
                    <a:pt x="11" y="48"/>
                    <a:pt x="11" y="48"/>
                    <a:pt x="11" y="48"/>
                  </a:cubicBezTo>
                  <a:cubicBezTo>
                    <a:pt x="11" y="48"/>
                    <a:pt x="10" y="48"/>
                    <a:pt x="10" y="48"/>
                  </a:cubicBezTo>
                  <a:cubicBezTo>
                    <a:pt x="10" y="48"/>
                    <a:pt x="10" y="48"/>
                    <a:pt x="10" y="48"/>
                  </a:cubicBezTo>
                  <a:cubicBezTo>
                    <a:pt x="10" y="48"/>
                    <a:pt x="9" y="48"/>
                    <a:pt x="9" y="48"/>
                  </a:cubicBezTo>
                  <a:cubicBezTo>
                    <a:pt x="9" y="48"/>
                    <a:pt x="9" y="48"/>
                    <a:pt x="9" y="48"/>
                  </a:cubicBezTo>
                  <a:cubicBezTo>
                    <a:pt x="8" y="48"/>
                    <a:pt x="8" y="48"/>
                    <a:pt x="8" y="48"/>
                  </a:cubicBezTo>
                  <a:cubicBezTo>
                    <a:pt x="7" y="48"/>
                    <a:pt x="7" y="48"/>
                    <a:pt x="7" y="48"/>
                  </a:cubicBezTo>
                  <a:cubicBezTo>
                    <a:pt x="6" y="48"/>
                    <a:pt x="6" y="48"/>
                    <a:pt x="6" y="48"/>
                  </a:cubicBezTo>
                  <a:cubicBezTo>
                    <a:pt x="6" y="48"/>
                    <a:pt x="6" y="48"/>
                    <a:pt x="5" y="48"/>
                  </a:cubicBezTo>
                  <a:cubicBezTo>
                    <a:pt x="5" y="48"/>
                    <a:pt x="5" y="48"/>
                    <a:pt x="5" y="48"/>
                  </a:cubicBezTo>
                  <a:cubicBezTo>
                    <a:pt x="4" y="48"/>
                    <a:pt x="4" y="48"/>
                    <a:pt x="3" y="47"/>
                  </a:cubicBezTo>
                  <a:cubicBezTo>
                    <a:pt x="3" y="47"/>
                    <a:pt x="3" y="47"/>
                    <a:pt x="3" y="47"/>
                  </a:cubicBezTo>
                  <a:cubicBezTo>
                    <a:pt x="2" y="47"/>
                    <a:pt x="1" y="47"/>
                    <a:pt x="1" y="46"/>
                  </a:cubicBezTo>
                  <a:close/>
                  <a:moveTo>
                    <a:pt x="2" y="45"/>
                  </a:moveTo>
                  <a:cubicBezTo>
                    <a:pt x="2" y="46"/>
                    <a:pt x="2" y="46"/>
                    <a:pt x="2" y="46"/>
                  </a:cubicBezTo>
                  <a:cubicBezTo>
                    <a:pt x="3" y="46"/>
                    <a:pt x="4" y="46"/>
                    <a:pt x="5" y="47"/>
                  </a:cubicBezTo>
                  <a:cubicBezTo>
                    <a:pt x="5" y="47"/>
                    <a:pt x="5" y="47"/>
                    <a:pt x="5" y="47"/>
                  </a:cubicBezTo>
                  <a:cubicBezTo>
                    <a:pt x="6" y="47"/>
                    <a:pt x="6" y="47"/>
                    <a:pt x="7" y="47"/>
                  </a:cubicBezTo>
                  <a:cubicBezTo>
                    <a:pt x="7" y="47"/>
                    <a:pt x="7" y="47"/>
                    <a:pt x="7" y="47"/>
                  </a:cubicBezTo>
                  <a:cubicBezTo>
                    <a:pt x="7" y="47"/>
                    <a:pt x="8" y="47"/>
                    <a:pt x="8" y="47"/>
                  </a:cubicBezTo>
                  <a:cubicBezTo>
                    <a:pt x="8" y="47"/>
                    <a:pt x="9" y="47"/>
                    <a:pt x="9" y="47"/>
                  </a:cubicBezTo>
                  <a:cubicBezTo>
                    <a:pt x="9" y="47"/>
                    <a:pt x="9" y="47"/>
                    <a:pt x="10" y="47"/>
                  </a:cubicBezTo>
                  <a:cubicBezTo>
                    <a:pt x="10" y="47"/>
                    <a:pt x="10" y="47"/>
                    <a:pt x="11" y="47"/>
                  </a:cubicBezTo>
                  <a:cubicBezTo>
                    <a:pt x="11" y="47"/>
                    <a:pt x="11" y="47"/>
                    <a:pt x="11" y="47"/>
                  </a:cubicBezTo>
                  <a:cubicBezTo>
                    <a:pt x="11" y="47"/>
                    <a:pt x="12" y="47"/>
                    <a:pt x="12" y="47"/>
                  </a:cubicBezTo>
                  <a:cubicBezTo>
                    <a:pt x="12" y="47"/>
                    <a:pt x="12" y="47"/>
                    <a:pt x="13" y="47"/>
                  </a:cubicBezTo>
                  <a:cubicBezTo>
                    <a:pt x="13" y="47"/>
                    <a:pt x="13" y="47"/>
                    <a:pt x="14" y="47"/>
                  </a:cubicBezTo>
                  <a:cubicBezTo>
                    <a:pt x="14" y="47"/>
                    <a:pt x="15" y="47"/>
                    <a:pt x="15" y="47"/>
                  </a:cubicBezTo>
                  <a:cubicBezTo>
                    <a:pt x="15" y="47"/>
                    <a:pt x="16" y="47"/>
                    <a:pt x="16" y="47"/>
                  </a:cubicBezTo>
                  <a:cubicBezTo>
                    <a:pt x="16" y="47"/>
                    <a:pt x="16" y="47"/>
                    <a:pt x="16" y="47"/>
                  </a:cubicBezTo>
                  <a:cubicBezTo>
                    <a:pt x="16" y="47"/>
                    <a:pt x="17" y="47"/>
                    <a:pt x="17" y="47"/>
                  </a:cubicBezTo>
                  <a:cubicBezTo>
                    <a:pt x="17" y="47"/>
                    <a:pt x="17" y="47"/>
                    <a:pt x="17" y="47"/>
                  </a:cubicBezTo>
                  <a:cubicBezTo>
                    <a:pt x="18" y="47"/>
                    <a:pt x="18" y="47"/>
                    <a:pt x="18" y="47"/>
                  </a:cubicBezTo>
                  <a:cubicBezTo>
                    <a:pt x="18" y="47"/>
                    <a:pt x="18" y="47"/>
                    <a:pt x="18" y="47"/>
                  </a:cubicBezTo>
                  <a:cubicBezTo>
                    <a:pt x="19" y="47"/>
                    <a:pt x="19" y="47"/>
                    <a:pt x="20" y="47"/>
                  </a:cubicBezTo>
                  <a:cubicBezTo>
                    <a:pt x="20" y="47"/>
                    <a:pt x="21" y="47"/>
                    <a:pt x="21" y="47"/>
                  </a:cubicBezTo>
                  <a:cubicBezTo>
                    <a:pt x="21" y="47"/>
                    <a:pt x="22" y="47"/>
                    <a:pt x="22" y="47"/>
                  </a:cubicBezTo>
                  <a:cubicBezTo>
                    <a:pt x="22" y="47"/>
                    <a:pt x="22" y="47"/>
                    <a:pt x="22" y="47"/>
                  </a:cubicBezTo>
                  <a:cubicBezTo>
                    <a:pt x="23" y="47"/>
                    <a:pt x="23" y="47"/>
                    <a:pt x="24" y="47"/>
                  </a:cubicBezTo>
                  <a:cubicBezTo>
                    <a:pt x="24" y="47"/>
                    <a:pt x="24" y="47"/>
                    <a:pt x="24" y="47"/>
                  </a:cubicBezTo>
                  <a:cubicBezTo>
                    <a:pt x="25" y="47"/>
                    <a:pt x="25" y="47"/>
                    <a:pt x="26" y="47"/>
                  </a:cubicBezTo>
                  <a:cubicBezTo>
                    <a:pt x="26" y="47"/>
                    <a:pt x="26" y="47"/>
                    <a:pt x="26" y="47"/>
                  </a:cubicBezTo>
                  <a:cubicBezTo>
                    <a:pt x="26" y="47"/>
                    <a:pt x="27" y="47"/>
                    <a:pt x="27" y="47"/>
                  </a:cubicBezTo>
                  <a:cubicBezTo>
                    <a:pt x="27" y="47"/>
                    <a:pt x="27" y="47"/>
                    <a:pt x="27" y="47"/>
                  </a:cubicBezTo>
                  <a:cubicBezTo>
                    <a:pt x="27" y="47"/>
                    <a:pt x="28" y="47"/>
                    <a:pt x="28" y="47"/>
                  </a:cubicBezTo>
                  <a:cubicBezTo>
                    <a:pt x="28" y="47"/>
                    <a:pt x="28" y="47"/>
                    <a:pt x="28" y="47"/>
                  </a:cubicBezTo>
                  <a:cubicBezTo>
                    <a:pt x="29" y="47"/>
                    <a:pt x="29" y="47"/>
                    <a:pt x="29" y="47"/>
                  </a:cubicBezTo>
                  <a:cubicBezTo>
                    <a:pt x="29" y="47"/>
                    <a:pt x="30" y="47"/>
                    <a:pt x="30" y="47"/>
                  </a:cubicBezTo>
                  <a:cubicBezTo>
                    <a:pt x="31" y="47"/>
                    <a:pt x="32" y="47"/>
                    <a:pt x="33" y="47"/>
                  </a:cubicBezTo>
                  <a:cubicBezTo>
                    <a:pt x="33" y="47"/>
                    <a:pt x="33" y="47"/>
                    <a:pt x="34" y="47"/>
                  </a:cubicBezTo>
                  <a:cubicBezTo>
                    <a:pt x="34" y="47"/>
                    <a:pt x="34" y="47"/>
                    <a:pt x="34" y="47"/>
                  </a:cubicBezTo>
                  <a:cubicBezTo>
                    <a:pt x="34" y="47"/>
                    <a:pt x="34" y="47"/>
                    <a:pt x="35" y="47"/>
                  </a:cubicBezTo>
                  <a:cubicBezTo>
                    <a:pt x="35" y="47"/>
                    <a:pt x="36" y="47"/>
                    <a:pt x="36" y="47"/>
                  </a:cubicBezTo>
                  <a:cubicBezTo>
                    <a:pt x="36" y="47"/>
                    <a:pt x="37" y="47"/>
                    <a:pt x="37" y="47"/>
                  </a:cubicBezTo>
                  <a:cubicBezTo>
                    <a:pt x="37" y="47"/>
                    <a:pt x="38" y="47"/>
                    <a:pt x="38" y="47"/>
                  </a:cubicBezTo>
                  <a:cubicBezTo>
                    <a:pt x="38" y="47"/>
                    <a:pt x="39" y="47"/>
                    <a:pt x="39" y="47"/>
                  </a:cubicBezTo>
                  <a:cubicBezTo>
                    <a:pt x="39" y="47"/>
                    <a:pt x="39" y="47"/>
                    <a:pt x="39" y="47"/>
                  </a:cubicBezTo>
                  <a:cubicBezTo>
                    <a:pt x="39" y="47"/>
                    <a:pt x="40" y="47"/>
                    <a:pt x="40" y="47"/>
                  </a:cubicBezTo>
                  <a:cubicBezTo>
                    <a:pt x="40" y="47"/>
                    <a:pt x="40" y="47"/>
                    <a:pt x="40" y="47"/>
                  </a:cubicBezTo>
                  <a:cubicBezTo>
                    <a:pt x="41" y="47"/>
                    <a:pt x="41" y="47"/>
                    <a:pt x="42" y="47"/>
                  </a:cubicBezTo>
                  <a:cubicBezTo>
                    <a:pt x="42" y="47"/>
                    <a:pt x="42" y="47"/>
                    <a:pt x="42" y="47"/>
                  </a:cubicBezTo>
                  <a:cubicBezTo>
                    <a:pt x="43" y="47"/>
                    <a:pt x="43" y="47"/>
                    <a:pt x="44" y="47"/>
                  </a:cubicBezTo>
                  <a:cubicBezTo>
                    <a:pt x="44" y="47"/>
                    <a:pt x="44" y="47"/>
                    <a:pt x="44" y="47"/>
                  </a:cubicBezTo>
                  <a:cubicBezTo>
                    <a:pt x="44" y="47"/>
                    <a:pt x="45" y="47"/>
                    <a:pt x="45" y="47"/>
                  </a:cubicBezTo>
                  <a:cubicBezTo>
                    <a:pt x="45" y="47"/>
                    <a:pt x="45" y="47"/>
                    <a:pt x="45" y="47"/>
                  </a:cubicBezTo>
                  <a:cubicBezTo>
                    <a:pt x="45" y="47"/>
                    <a:pt x="46" y="47"/>
                    <a:pt x="46" y="47"/>
                  </a:cubicBezTo>
                  <a:cubicBezTo>
                    <a:pt x="46" y="47"/>
                    <a:pt x="46" y="47"/>
                    <a:pt x="47" y="47"/>
                  </a:cubicBezTo>
                  <a:cubicBezTo>
                    <a:pt x="47" y="47"/>
                    <a:pt x="48" y="47"/>
                    <a:pt x="48" y="47"/>
                  </a:cubicBezTo>
                  <a:cubicBezTo>
                    <a:pt x="48" y="47"/>
                    <a:pt x="48" y="47"/>
                    <a:pt x="48" y="47"/>
                  </a:cubicBezTo>
                  <a:cubicBezTo>
                    <a:pt x="49" y="47"/>
                    <a:pt x="49" y="47"/>
                    <a:pt x="49" y="47"/>
                  </a:cubicBezTo>
                  <a:cubicBezTo>
                    <a:pt x="49" y="47"/>
                    <a:pt x="49" y="47"/>
                    <a:pt x="49" y="47"/>
                  </a:cubicBezTo>
                  <a:cubicBezTo>
                    <a:pt x="49" y="47"/>
                    <a:pt x="50" y="47"/>
                    <a:pt x="50" y="47"/>
                  </a:cubicBezTo>
                  <a:cubicBezTo>
                    <a:pt x="50" y="47"/>
                    <a:pt x="50" y="47"/>
                    <a:pt x="51" y="47"/>
                  </a:cubicBezTo>
                  <a:cubicBezTo>
                    <a:pt x="52" y="47"/>
                    <a:pt x="54" y="47"/>
                    <a:pt x="55" y="47"/>
                  </a:cubicBezTo>
                  <a:cubicBezTo>
                    <a:pt x="56" y="47"/>
                    <a:pt x="58" y="47"/>
                    <a:pt x="59" y="47"/>
                  </a:cubicBezTo>
                  <a:cubicBezTo>
                    <a:pt x="60" y="47"/>
                    <a:pt x="60" y="47"/>
                    <a:pt x="60" y="47"/>
                  </a:cubicBezTo>
                  <a:cubicBezTo>
                    <a:pt x="60" y="47"/>
                    <a:pt x="61" y="47"/>
                    <a:pt x="61" y="47"/>
                  </a:cubicBezTo>
                  <a:cubicBezTo>
                    <a:pt x="61" y="47"/>
                    <a:pt x="61" y="47"/>
                    <a:pt x="61" y="47"/>
                  </a:cubicBezTo>
                  <a:cubicBezTo>
                    <a:pt x="61" y="47"/>
                    <a:pt x="61" y="47"/>
                    <a:pt x="62" y="47"/>
                  </a:cubicBezTo>
                  <a:cubicBezTo>
                    <a:pt x="62" y="47"/>
                    <a:pt x="62" y="47"/>
                    <a:pt x="62" y="47"/>
                  </a:cubicBezTo>
                  <a:cubicBezTo>
                    <a:pt x="62" y="47"/>
                    <a:pt x="62" y="47"/>
                    <a:pt x="63" y="47"/>
                  </a:cubicBezTo>
                  <a:cubicBezTo>
                    <a:pt x="63" y="47"/>
                    <a:pt x="63" y="47"/>
                    <a:pt x="63" y="47"/>
                  </a:cubicBezTo>
                  <a:cubicBezTo>
                    <a:pt x="63" y="47"/>
                    <a:pt x="63" y="47"/>
                    <a:pt x="63" y="47"/>
                  </a:cubicBezTo>
                  <a:cubicBezTo>
                    <a:pt x="64" y="47"/>
                    <a:pt x="64" y="47"/>
                    <a:pt x="64" y="47"/>
                  </a:cubicBezTo>
                  <a:cubicBezTo>
                    <a:pt x="64" y="47"/>
                    <a:pt x="65" y="47"/>
                    <a:pt x="65" y="47"/>
                  </a:cubicBezTo>
                  <a:cubicBezTo>
                    <a:pt x="66" y="47"/>
                    <a:pt x="66" y="47"/>
                    <a:pt x="66" y="47"/>
                  </a:cubicBezTo>
                  <a:cubicBezTo>
                    <a:pt x="66" y="47"/>
                    <a:pt x="66" y="47"/>
                    <a:pt x="66" y="47"/>
                  </a:cubicBezTo>
                  <a:cubicBezTo>
                    <a:pt x="67" y="47"/>
                    <a:pt x="67" y="47"/>
                    <a:pt x="67" y="47"/>
                  </a:cubicBezTo>
                  <a:cubicBezTo>
                    <a:pt x="67" y="47"/>
                    <a:pt x="67" y="47"/>
                    <a:pt x="67" y="47"/>
                  </a:cubicBezTo>
                  <a:cubicBezTo>
                    <a:pt x="67" y="47"/>
                    <a:pt x="67" y="47"/>
                    <a:pt x="67" y="47"/>
                  </a:cubicBezTo>
                  <a:cubicBezTo>
                    <a:pt x="68" y="47"/>
                    <a:pt x="68" y="47"/>
                    <a:pt x="69" y="47"/>
                  </a:cubicBezTo>
                  <a:cubicBezTo>
                    <a:pt x="69" y="47"/>
                    <a:pt x="69" y="46"/>
                    <a:pt x="69" y="46"/>
                  </a:cubicBezTo>
                  <a:cubicBezTo>
                    <a:pt x="69" y="46"/>
                    <a:pt x="69" y="45"/>
                    <a:pt x="69" y="45"/>
                  </a:cubicBezTo>
                  <a:cubicBezTo>
                    <a:pt x="69" y="45"/>
                    <a:pt x="69" y="45"/>
                    <a:pt x="69" y="45"/>
                  </a:cubicBezTo>
                  <a:cubicBezTo>
                    <a:pt x="69" y="44"/>
                    <a:pt x="69" y="44"/>
                    <a:pt x="69" y="43"/>
                  </a:cubicBezTo>
                  <a:cubicBezTo>
                    <a:pt x="69" y="43"/>
                    <a:pt x="69" y="43"/>
                    <a:pt x="69" y="43"/>
                  </a:cubicBezTo>
                  <a:cubicBezTo>
                    <a:pt x="69" y="43"/>
                    <a:pt x="69" y="42"/>
                    <a:pt x="69" y="42"/>
                  </a:cubicBezTo>
                  <a:cubicBezTo>
                    <a:pt x="69" y="42"/>
                    <a:pt x="69" y="42"/>
                    <a:pt x="69" y="42"/>
                  </a:cubicBezTo>
                  <a:cubicBezTo>
                    <a:pt x="69" y="41"/>
                    <a:pt x="69" y="41"/>
                    <a:pt x="69" y="41"/>
                  </a:cubicBezTo>
                  <a:cubicBezTo>
                    <a:pt x="69" y="41"/>
                    <a:pt x="69" y="41"/>
                    <a:pt x="69" y="40"/>
                  </a:cubicBezTo>
                  <a:cubicBezTo>
                    <a:pt x="69" y="40"/>
                    <a:pt x="69" y="39"/>
                    <a:pt x="69" y="39"/>
                  </a:cubicBezTo>
                  <a:cubicBezTo>
                    <a:pt x="68" y="38"/>
                    <a:pt x="68" y="38"/>
                    <a:pt x="68" y="37"/>
                  </a:cubicBezTo>
                  <a:cubicBezTo>
                    <a:pt x="68" y="36"/>
                    <a:pt x="67" y="35"/>
                    <a:pt x="67" y="34"/>
                  </a:cubicBezTo>
                  <a:cubicBezTo>
                    <a:pt x="66" y="32"/>
                    <a:pt x="65" y="31"/>
                    <a:pt x="63" y="30"/>
                  </a:cubicBezTo>
                  <a:cubicBezTo>
                    <a:pt x="62" y="30"/>
                    <a:pt x="62" y="29"/>
                    <a:pt x="61" y="29"/>
                  </a:cubicBezTo>
                  <a:cubicBezTo>
                    <a:pt x="60" y="29"/>
                    <a:pt x="60" y="29"/>
                    <a:pt x="60" y="29"/>
                  </a:cubicBezTo>
                  <a:cubicBezTo>
                    <a:pt x="59" y="29"/>
                    <a:pt x="58" y="28"/>
                    <a:pt x="58" y="28"/>
                  </a:cubicBezTo>
                  <a:cubicBezTo>
                    <a:pt x="57" y="28"/>
                    <a:pt x="56" y="28"/>
                    <a:pt x="55" y="28"/>
                  </a:cubicBezTo>
                  <a:cubicBezTo>
                    <a:pt x="55" y="28"/>
                    <a:pt x="55" y="28"/>
                    <a:pt x="54" y="28"/>
                  </a:cubicBezTo>
                  <a:cubicBezTo>
                    <a:pt x="54" y="28"/>
                    <a:pt x="53" y="28"/>
                    <a:pt x="53" y="28"/>
                  </a:cubicBezTo>
                  <a:cubicBezTo>
                    <a:pt x="52" y="28"/>
                    <a:pt x="52" y="28"/>
                    <a:pt x="52" y="28"/>
                  </a:cubicBezTo>
                  <a:cubicBezTo>
                    <a:pt x="52" y="28"/>
                    <a:pt x="52" y="28"/>
                    <a:pt x="52" y="28"/>
                  </a:cubicBezTo>
                  <a:cubicBezTo>
                    <a:pt x="51" y="28"/>
                    <a:pt x="51" y="28"/>
                    <a:pt x="50" y="28"/>
                  </a:cubicBezTo>
                  <a:cubicBezTo>
                    <a:pt x="50" y="28"/>
                    <a:pt x="50" y="28"/>
                    <a:pt x="50" y="28"/>
                  </a:cubicBezTo>
                  <a:cubicBezTo>
                    <a:pt x="49" y="28"/>
                    <a:pt x="49" y="28"/>
                    <a:pt x="49" y="28"/>
                  </a:cubicBezTo>
                  <a:cubicBezTo>
                    <a:pt x="49" y="28"/>
                    <a:pt x="48" y="28"/>
                    <a:pt x="48" y="28"/>
                  </a:cubicBezTo>
                  <a:cubicBezTo>
                    <a:pt x="48" y="28"/>
                    <a:pt x="47" y="28"/>
                    <a:pt x="46" y="28"/>
                  </a:cubicBezTo>
                  <a:cubicBezTo>
                    <a:pt x="46" y="28"/>
                    <a:pt x="46" y="28"/>
                    <a:pt x="46" y="28"/>
                  </a:cubicBezTo>
                  <a:cubicBezTo>
                    <a:pt x="45" y="28"/>
                    <a:pt x="44" y="28"/>
                    <a:pt x="43" y="28"/>
                  </a:cubicBezTo>
                  <a:cubicBezTo>
                    <a:pt x="43" y="28"/>
                    <a:pt x="43" y="28"/>
                    <a:pt x="43" y="28"/>
                  </a:cubicBezTo>
                  <a:cubicBezTo>
                    <a:pt x="43" y="28"/>
                    <a:pt x="42" y="28"/>
                    <a:pt x="42" y="29"/>
                  </a:cubicBezTo>
                  <a:cubicBezTo>
                    <a:pt x="41" y="29"/>
                    <a:pt x="41" y="29"/>
                    <a:pt x="41" y="29"/>
                  </a:cubicBezTo>
                  <a:cubicBezTo>
                    <a:pt x="40" y="29"/>
                    <a:pt x="38" y="29"/>
                    <a:pt x="37" y="29"/>
                  </a:cubicBezTo>
                  <a:cubicBezTo>
                    <a:pt x="37" y="29"/>
                    <a:pt x="37" y="29"/>
                    <a:pt x="36" y="29"/>
                  </a:cubicBezTo>
                  <a:cubicBezTo>
                    <a:pt x="36" y="30"/>
                    <a:pt x="36" y="30"/>
                    <a:pt x="36" y="30"/>
                  </a:cubicBezTo>
                  <a:cubicBezTo>
                    <a:pt x="36" y="30"/>
                    <a:pt x="36" y="30"/>
                    <a:pt x="36" y="30"/>
                  </a:cubicBezTo>
                  <a:cubicBezTo>
                    <a:pt x="35" y="30"/>
                    <a:pt x="35" y="30"/>
                    <a:pt x="35" y="30"/>
                  </a:cubicBezTo>
                  <a:cubicBezTo>
                    <a:pt x="35" y="30"/>
                    <a:pt x="34" y="30"/>
                    <a:pt x="34" y="30"/>
                  </a:cubicBezTo>
                  <a:cubicBezTo>
                    <a:pt x="34" y="30"/>
                    <a:pt x="34" y="30"/>
                    <a:pt x="34" y="30"/>
                  </a:cubicBezTo>
                  <a:cubicBezTo>
                    <a:pt x="34" y="30"/>
                    <a:pt x="34" y="30"/>
                    <a:pt x="34" y="30"/>
                  </a:cubicBezTo>
                  <a:cubicBezTo>
                    <a:pt x="34" y="30"/>
                    <a:pt x="33" y="30"/>
                    <a:pt x="33" y="30"/>
                  </a:cubicBezTo>
                  <a:cubicBezTo>
                    <a:pt x="33" y="30"/>
                    <a:pt x="33" y="30"/>
                    <a:pt x="33" y="30"/>
                  </a:cubicBezTo>
                  <a:cubicBezTo>
                    <a:pt x="33" y="30"/>
                    <a:pt x="32" y="30"/>
                    <a:pt x="32" y="31"/>
                  </a:cubicBezTo>
                  <a:cubicBezTo>
                    <a:pt x="32" y="31"/>
                    <a:pt x="32" y="31"/>
                    <a:pt x="32" y="31"/>
                  </a:cubicBezTo>
                  <a:cubicBezTo>
                    <a:pt x="32" y="31"/>
                    <a:pt x="32" y="31"/>
                    <a:pt x="32" y="31"/>
                  </a:cubicBezTo>
                  <a:cubicBezTo>
                    <a:pt x="32" y="31"/>
                    <a:pt x="31" y="31"/>
                    <a:pt x="31" y="31"/>
                  </a:cubicBezTo>
                  <a:cubicBezTo>
                    <a:pt x="31" y="31"/>
                    <a:pt x="31" y="31"/>
                    <a:pt x="31" y="31"/>
                  </a:cubicBezTo>
                  <a:cubicBezTo>
                    <a:pt x="31" y="31"/>
                    <a:pt x="31" y="31"/>
                    <a:pt x="31" y="31"/>
                  </a:cubicBezTo>
                  <a:cubicBezTo>
                    <a:pt x="30" y="31"/>
                    <a:pt x="30" y="31"/>
                    <a:pt x="29" y="31"/>
                  </a:cubicBezTo>
                  <a:cubicBezTo>
                    <a:pt x="29" y="31"/>
                    <a:pt x="29" y="31"/>
                    <a:pt x="29" y="31"/>
                  </a:cubicBezTo>
                  <a:cubicBezTo>
                    <a:pt x="28" y="32"/>
                    <a:pt x="27" y="32"/>
                    <a:pt x="26" y="32"/>
                  </a:cubicBezTo>
                  <a:cubicBezTo>
                    <a:pt x="26" y="32"/>
                    <a:pt x="26" y="33"/>
                    <a:pt x="25" y="33"/>
                  </a:cubicBezTo>
                  <a:cubicBezTo>
                    <a:pt x="25" y="33"/>
                    <a:pt x="25" y="33"/>
                    <a:pt x="25" y="33"/>
                  </a:cubicBezTo>
                  <a:cubicBezTo>
                    <a:pt x="24" y="33"/>
                    <a:pt x="24" y="33"/>
                    <a:pt x="24" y="33"/>
                  </a:cubicBezTo>
                  <a:cubicBezTo>
                    <a:pt x="24" y="33"/>
                    <a:pt x="24" y="33"/>
                    <a:pt x="24" y="33"/>
                  </a:cubicBezTo>
                  <a:cubicBezTo>
                    <a:pt x="24" y="33"/>
                    <a:pt x="24" y="33"/>
                    <a:pt x="23" y="33"/>
                  </a:cubicBezTo>
                  <a:cubicBezTo>
                    <a:pt x="23" y="33"/>
                    <a:pt x="22" y="34"/>
                    <a:pt x="22" y="34"/>
                  </a:cubicBezTo>
                  <a:cubicBezTo>
                    <a:pt x="22" y="34"/>
                    <a:pt x="22" y="34"/>
                    <a:pt x="22" y="34"/>
                  </a:cubicBezTo>
                  <a:cubicBezTo>
                    <a:pt x="22" y="34"/>
                    <a:pt x="21" y="34"/>
                    <a:pt x="21" y="34"/>
                  </a:cubicBezTo>
                  <a:cubicBezTo>
                    <a:pt x="21" y="34"/>
                    <a:pt x="21" y="34"/>
                    <a:pt x="21" y="34"/>
                  </a:cubicBezTo>
                  <a:cubicBezTo>
                    <a:pt x="21" y="34"/>
                    <a:pt x="21" y="34"/>
                    <a:pt x="21" y="34"/>
                  </a:cubicBezTo>
                  <a:cubicBezTo>
                    <a:pt x="21" y="34"/>
                    <a:pt x="21" y="34"/>
                    <a:pt x="20" y="34"/>
                  </a:cubicBezTo>
                  <a:cubicBezTo>
                    <a:pt x="20" y="34"/>
                    <a:pt x="20" y="34"/>
                    <a:pt x="20" y="34"/>
                  </a:cubicBezTo>
                  <a:cubicBezTo>
                    <a:pt x="20" y="34"/>
                    <a:pt x="20" y="34"/>
                    <a:pt x="20" y="35"/>
                  </a:cubicBezTo>
                  <a:cubicBezTo>
                    <a:pt x="20" y="35"/>
                    <a:pt x="19" y="35"/>
                    <a:pt x="19" y="35"/>
                  </a:cubicBezTo>
                  <a:cubicBezTo>
                    <a:pt x="19" y="35"/>
                    <a:pt x="19" y="35"/>
                    <a:pt x="19" y="35"/>
                  </a:cubicBezTo>
                  <a:cubicBezTo>
                    <a:pt x="19" y="35"/>
                    <a:pt x="18" y="35"/>
                    <a:pt x="18" y="35"/>
                  </a:cubicBezTo>
                  <a:cubicBezTo>
                    <a:pt x="18" y="35"/>
                    <a:pt x="18" y="35"/>
                    <a:pt x="18" y="35"/>
                  </a:cubicBezTo>
                  <a:cubicBezTo>
                    <a:pt x="18" y="35"/>
                    <a:pt x="18" y="35"/>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6" y="36"/>
                  </a:cubicBezTo>
                  <a:cubicBezTo>
                    <a:pt x="16" y="36"/>
                    <a:pt x="16" y="36"/>
                    <a:pt x="16" y="36"/>
                  </a:cubicBezTo>
                  <a:cubicBezTo>
                    <a:pt x="16" y="36"/>
                    <a:pt x="16" y="36"/>
                    <a:pt x="16" y="36"/>
                  </a:cubicBezTo>
                  <a:cubicBezTo>
                    <a:pt x="16" y="36"/>
                    <a:pt x="16" y="36"/>
                    <a:pt x="16" y="36"/>
                  </a:cubicBezTo>
                  <a:cubicBezTo>
                    <a:pt x="16" y="36"/>
                    <a:pt x="16" y="36"/>
                    <a:pt x="16" y="36"/>
                  </a:cubicBezTo>
                  <a:cubicBezTo>
                    <a:pt x="16" y="36"/>
                    <a:pt x="16" y="36"/>
                    <a:pt x="16" y="36"/>
                  </a:cubicBezTo>
                  <a:cubicBezTo>
                    <a:pt x="15" y="36"/>
                    <a:pt x="15" y="36"/>
                    <a:pt x="15" y="37"/>
                  </a:cubicBezTo>
                  <a:cubicBezTo>
                    <a:pt x="14" y="37"/>
                    <a:pt x="13" y="37"/>
                    <a:pt x="12" y="38"/>
                  </a:cubicBezTo>
                  <a:cubicBezTo>
                    <a:pt x="12" y="38"/>
                    <a:pt x="12" y="38"/>
                    <a:pt x="12" y="38"/>
                  </a:cubicBezTo>
                  <a:cubicBezTo>
                    <a:pt x="12" y="38"/>
                    <a:pt x="12" y="38"/>
                    <a:pt x="11" y="38"/>
                  </a:cubicBezTo>
                  <a:cubicBezTo>
                    <a:pt x="11" y="38"/>
                    <a:pt x="11" y="38"/>
                    <a:pt x="11" y="39"/>
                  </a:cubicBezTo>
                  <a:cubicBezTo>
                    <a:pt x="10" y="39"/>
                    <a:pt x="8" y="40"/>
                    <a:pt x="7" y="41"/>
                  </a:cubicBezTo>
                  <a:cubicBezTo>
                    <a:pt x="7" y="41"/>
                    <a:pt x="7" y="41"/>
                    <a:pt x="6" y="41"/>
                  </a:cubicBezTo>
                  <a:cubicBezTo>
                    <a:pt x="6" y="41"/>
                    <a:pt x="5" y="42"/>
                    <a:pt x="4" y="42"/>
                  </a:cubicBezTo>
                  <a:cubicBezTo>
                    <a:pt x="4" y="43"/>
                    <a:pt x="4" y="43"/>
                    <a:pt x="3" y="43"/>
                  </a:cubicBezTo>
                  <a:cubicBezTo>
                    <a:pt x="3" y="44"/>
                    <a:pt x="2" y="44"/>
                    <a:pt x="2" y="45"/>
                  </a:cubicBezTo>
                  <a:cubicBezTo>
                    <a:pt x="2" y="45"/>
                    <a:pt x="1" y="45"/>
                    <a:pt x="2" y="45"/>
                  </a:cubicBezTo>
                  <a:close/>
                  <a:moveTo>
                    <a:pt x="69" y="55"/>
                  </a:moveTo>
                  <a:cubicBezTo>
                    <a:pt x="69" y="56"/>
                    <a:pt x="68" y="58"/>
                    <a:pt x="68" y="59"/>
                  </a:cubicBezTo>
                  <a:cubicBezTo>
                    <a:pt x="68" y="59"/>
                    <a:pt x="68" y="59"/>
                    <a:pt x="68" y="60"/>
                  </a:cubicBezTo>
                  <a:cubicBezTo>
                    <a:pt x="68" y="61"/>
                    <a:pt x="67" y="61"/>
                    <a:pt x="67" y="62"/>
                  </a:cubicBezTo>
                  <a:cubicBezTo>
                    <a:pt x="67" y="63"/>
                    <a:pt x="67" y="63"/>
                    <a:pt x="67" y="64"/>
                  </a:cubicBezTo>
                  <a:cubicBezTo>
                    <a:pt x="66" y="65"/>
                    <a:pt x="66" y="66"/>
                    <a:pt x="66" y="68"/>
                  </a:cubicBezTo>
                  <a:cubicBezTo>
                    <a:pt x="66" y="68"/>
                    <a:pt x="65" y="68"/>
                    <a:pt x="65" y="69"/>
                  </a:cubicBezTo>
                  <a:cubicBezTo>
                    <a:pt x="65" y="69"/>
                    <a:pt x="65" y="70"/>
                    <a:pt x="65" y="70"/>
                  </a:cubicBezTo>
                  <a:cubicBezTo>
                    <a:pt x="65" y="70"/>
                    <a:pt x="65" y="71"/>
                    <a:pt x="65" y="71"/>
                  </a:cubicBezTo>
                  <a:cubicBezTo>
                    <a:pt x="64" y="72"/>
                    <a:pt x="64" y="73"/>
                    <a:pt x="64" y="74"/>
                  </a:cubicBezTo>
                  <a:cubicBezTo>
                    <a:pt x="63" y="74"/>
                    <a:pt x="63" y="75"/>
                    <a:pt x="63" y="75"/>
                  </a:cubicBezTo>
                  <a:cubicBezTo>
                    <a:pt x="63" y="75"/>
                    <a:pt x="63" y="76"/>
                    <a:pt x="63" y="77"/>
                  </a:cubicBezTo>
                  <a:cubicBezTo>
                    <a:pt x="63" y="77"/>
                    <a:pt x="63" y="77"/>
                    <a:pt x="63" y="77"/>
                  </a:cubicBezTo>
                  <a:cubicBezTo>
                    <a:pt x="62" y="78"/>
                    <a:pt x="62" y="78"/>
                    <a:pt x="62" y="79"/>
                  </a:cubicBezTo>
                  <a:cubicBezTo>
                    <a:pt x="62" y="79"/>
                    <a:pt x="62" y="79"/>
                    <a:pt x="62" y="79"/>
                  </a:cubicBezTo>
                  <a:cubicBezTo>
                    <a:pt x="61" y="80"/>
                    <a:pt x="61" y="82"/>
                    <a:pt x="60" y="83"/>
                  </a:cubicBezTo>
                  <a:cubicBezTo>
                    <a:pt x="60" y="83"/>
                    <a:pt x="60" y="84"/>
                    <a:pt x="60" y="84"/>
                  </a:cubicBezTo>
                  <a:cubicBezTo>
                    <a:pt x="60" y="84"/>
                    <a:pt x="60" y="84"/>
                    <a:pt x="60" y="85"/>
                  </a:cubicBezTo>
                  <a:cubicBezTo>
                    <a:pt x="60" y="85"/>
                    <a:pt x="59" y="85"/>
                    <a:pt x="59" y="86"/>
                  </a:cubicBezTo>
                  <a:cubicBezTo>
                    <a:pt x="59" y="86"/>
                    <a:pt x="59" y="86"/>
                    <a:pt x="59" y="86"/>
                  </a:cubicBezTo>
                  <a:cubicBezTo>
                    <a:pt x="59" y="86"/>
                    <a:pt x="59" y="86"/>
                    <a:pt x="59" y="86"/>
                  </a:cubicBezTo>
                  <a:cubicBezTo>
                    <a:pt x="60" y="86"/>
                    <a:pt x="60" y="85"/>
                    <a:pt x="60" y="85"/>
                  </a:cubicBezTo>
                  <a:cubicBezTo>
                    <a:pt x="60" y="85"/>
                    <a:pt x="60" y="85"/>
                    <a:pt x="60" y="85"/>
                  </a:cubicBezTo>
                  <a:cubicBezTo>
                    <a:pt x="60" y="85"/>
                    <a:pt x="60" y="85"/>
                    <a:pt x="60" y="85"/>
                  </a:cubicBezTo>
                  <a:cubicBezTo>
                    <a:pt x="60" y="85"/>
                    <a:pt x="60" y="84"/>
                    <a:pt x="61" y="84"/>
                  </a:cubicBezTo>
                  <a:cubicBezTo>
                    <a:pt x="61" y="83"/>
                    <a:pt x="61" y="83"/>
                    <a:pt x="61" y="83"/>
                  </a:cubicBezTo>
                  <a:cubicBezTo>
                    <a:pt x="61" y="82"/>
                    <a:pt x="62" y="81"/>
                    <a:pt x="62" y="81"/>
                  </a:cubicBezTo>
                  <a:cubicBezTo>
                    <a:pt x="62" y="80"/>
                    <a:pt x="63" y="79"/>
                    <a:pt x="64" y="77"/>
                  </a:cubicBezTo>
                  <a:cubicBezTo>
                    <a:pt x="64" y="77"/>
                    <a:pt x="64" y="77"/>
                    <a:pt x="64" y="77"/>
                  </a:cubicBezTo>
                  <a:cubicBezTo>
                    <a:pt x="64" y="77"/>
                    <a:pt x="64" y="76"/>
                    <a:pt x="64" y="76"/>
                  </a:cubicBezTo>
                  <a:cubicBezTo>
                    <a:pt x="64" y="76"/>
                    <a:pt x="64" y="75"/>
                    <a:pt x="65" y="75"/>
                  </a:cubicBezTo>
                  <a:cubicBezTo>
                    <a:pt x="65" y="74"/>
                    <a:pt x="66" y="73"/>
                    <a:pt x="66" y="72"/>
                  </a:cubicBezTo>
                  <a:cubicBezTo>
                    <a:pt x="66" y="72"/>
                    <a:pt x="66" y="72"/>
                    <a:pt x="66" y="72"/>
                  </a:cubicBezTo>
                  <a:cubicBezTo>
                    <a:pt x="66" y="71"/>
                    <a:pt x="67" y="71"/>
                    <a:pt x="67" y="70"/>
                  </a:cubicBezTo>
                  <a:cubicBezTo>
                    <a:pt x="67" y="69"/>
                    <a:pt x="68" y="68"/>
                    <a:pt x="68" y="67"/>
                  </a:cubicBezTo>
                  <a:cubicBezTo>
                    <a:pt x="69" y="67"/>
                    <a:pt x="69" y="67"/>
                    <a:pt x="69" y="67"/>
                  </a:cubicBezTo>
                  <a:cubicBezTo>
                    <a:pt x="69" y="67"/>
                    <a:pt x="69" y="67"/>
                    <a:pt x="69" y="67"/>
                  </a:cubicBezTo>
                  <a:cubicBezTo>
                    <a:pt x="69" y="66"/>
                    <a:pt x="69" y="66"/>
                    <a:pt x="69" y="66"/>
                  </a:cubicBezTo>
                  <a:cubicBezTo>
                    <a:pt x="70" y="63"/>
                    <a:pt x="71" y="61"/>
                    <a:pt x="72" y="58"/>
                  </a:cubicBezTo>
                  <a:cubicBezTo>
                    <a:pt x="73" y="58"/>
                    <a:pt x="73" y="57"/>
                    <a:pt x="73" y="56"/>
                  </a:cubicBezTo>
                  <a:cubicBezTo>
                    <a:pt x="74" y="56"/>
                    <a:pt x="74" y="55"/>
                    <a:pt x="75" y="54"/>
                  </a:cubicBezTo>
                  <a:cubicBezTo>
                    <a:pt x="75" y="53"/>
                    <a:pt x="75" y="53"/>
                    <a:pt x="75" y="53"/>
                  </a:cubicBezTo>
                  <a:cubicBezTo>
                    <a:pt x="75" y="53"/>
                    <a:pt x="75" y="52"/>
                    <a:pt x="75" y="52"/>
                  </a:cubicBezTo>
                  <a:cubicBezTo>
                    <a:pt x="75" y="52"/>
                    <a:pt x="75" y="52"/>
                    <a:pt x="76" y="51"/>
                  </a:cubicBezTo>
                  <a:cubicBezTo>
                    <a:pt x="76" y="51"/>
                    <a:pt x="76" y="50"/>
                    <a:pt x="76" y="49"/>
                  </a:cubicBezTo>
                  <a:cubicBezTo>
                    <a:pt x="77" y="49"/>
                    <a:pt x="77" y="48"/>
                    <a:pt x="77" y="48"/>
                  </a:cubicBezTo>
                  <a:cubicBezTo>
                    <a:pt x="77" y="48"/>
                    <a:pt x="77" y="48"/>
                    <a:pt x="77" y="48"/>
                  </a:cubicBezTo>
                  <a:cubicBezTo>
                    <a:pt x="77" y="48"/>
                    <a:pt x="77" y="48"/>
                    <a:pt x="77" y="48"/>
                  </a:cubicBezTo>
                  <a:cubicBezTo>
                    <a:pt x="76" y="48"/>
                    <a:pt x="76" y="48"/>
                    <a:pt x="76" y="48"/>
                  </a:cubicBezTo>
                  <a:cubicBezTo>
                    <a:pt x="76" y="48"/>
                    <a:pt x="75" y="48"/>
                    <a:pt x="75" y="48"/>
                  </a:cubicBezTo>
                  <a:cubicBezTo>
                    <a:pt x="75" y="48"/>
                    <a:pt x="75" y="48"/>
                    <a:pt x="74" y="48"/>
                  </a:cubicBezTo>
                  <a:cubicBezTo>
                    <a:pt x="74" y="48"/>
                    <a:pt x="74" y="48"/>
                    <a:pt x="74" y="48"/>
                  </a:cubicBezTo>
                  <a:cubicBezTo>
                    <a:pt x="73" y="48"/>
                    <a:pt x="71" y="48"/>
                    <a:pt x="70" y="48"/>
                  </a:cubicBezTo>
                  <a:cubicBezTo>
                    <a:pt x="70" y="48"/>
                    <a:pt x="70" y="48"/>
                    <a:pt x="70" y="48"/>
                  </a:cubicBezTo>
                  <a:cubicBezTo>
                    <a:pt x="70" y="48"/>
                    <a:pt x="70" y="48"/>
                    <a:pt x="70" y="48"/>
                  </a:cubicBezTo>
                  <a:cubicBezTo>
                    <a:pt x="70" y="48"/>
                    <a:pt x="70" y="48"/>
                    <a:pt x="70" y="48"/>
                  </a:cubicBezTo>
                  <a:cubicBezTo>
                    <a:pt x="70" y="49"/>
                    <a:pt x="70" y="49"/>
                    <a:pt x="70" y="49"/>
                  </a:cubicBezTo>
                  <a:cubicBezTo>
                    <a:pt x="70" y="50"/>
                    <a:pt x="70" y="50"/>
                    <a:pt x="70" y="51"/>
                  </a:cubicBezTo>
                  <a:cubicBezTo>
                    <a:pt x="70" y="51"/>
                    <a:pt x="70" y="51"/>
                    <a:pt x="70" y="52"/>
                  </a:cubicBezTo>
                  <a:cubicBezTo>
                    <a:pt x="70" y="52"/>
                    <a:pt x="69" y="53"/>
                    <a:pt x="69" y="53"/>
                  </a:cubicBezTo>
                  <a:cubicBezTo>
                    <a:pt x="69" y="53"/>
                    <a:pt x="69" y="54"/>
                    <a:pt x="69" y="54"/>
                  </a:cubicBezTo>
                  <a:cubicBezTo>
                    <a:pt x="69" y="54"/>
                    <a:pt x="69" y="55"/>
                    <a:pt x="69" y="55"/>
                  </a:cubicBezTo>
                  <a:close/>
                </a:path>
              </a:pathLst>
            </a:custGeom>
            <a:grpFill/>
            <a:ln w="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7" name="Freeform 23">
              <a:extLst>
                <a:ext uri="{FF2B5EF4-FFF2-40B4-BE49-F238E27FC236}">
                  <a16:creationId xmlns:a16="http://schemas.microsoft.com/office/drawing/2014/main" id="{89FDFE9A-CDEC-369F-C819-188B4A8E90CE}"/>
                </a:ext>
              </a:extLst>
            </p:cNvPr>
            <p:cNvSpPr>
              <a:spLocks noEditPoints="1"/>
            </p:cNvSpPr>
            <p:nvPr/>
          </p:nvSpPr>
          <p:spPr bwMode="auto">
            <a:xfrm>
              <a:off x="10147300" y="1358901"/>
              <a:ext cx="38100" cy="46038"/>
            </a:xfrm>
            <a:custGeom>
              <a:avLst/>
              <a:gdLst>
                <a:gd name="T0" fmla="*/ 0 w 10"/>
                <a:gd name="T1" fmla="*/ 12 h 12"/>
                <a:gd name="T2" fmla="*/ 0 w 10"/>
                <a:gd name="T3" fmla="*/ 10 h 12"/>
                <a:gd name="T4" fmla="*/ 1 w 10"/>
                <a:gd name="T5" fmla="*/ 5 h 12"/>
                <a:gd name="T6" fmla="*/ 2 w 10"/>
                <a:gd name="T7" fmla="*/ 4 h 12"/>
                <a:gd name="T8" fmla="*/ 3 w 10"/>
                <a:gd name="T9" fmla="*/ 5 h 12"/>
                <a:gd name="T10" fmla="*/ 2 w 10"/>
                <a:gd name="T11" fmla="*/ 6 h 12"/>
                <a:gd name="T12" fmla="*/ 1 w 10"/>
                <a:gd name="T13" fmla="*/ 7 h 12"/>
                <a:gd name="T14" fmla="*/ 1 w 10"/>
                <a:gd name="T15" fmla="*/ 9 h 12"/>
                <a:gd name="T16" fmla="*/ 1 w 10"/>
                <a:gd name="T17" fmla="*/ 11 h 12"/>
                <a:gd name="T18" fmla="*/ 1 w 10"/>
                <a:gd name="T19" fmla="*/ 11 h 12"/>
                <a:gd name="T20" fmla="*/ 3 w 10"/>
                <a:gd name="T21" fmla="*/ 10 h 12"/>
                <a:gd name="T22" fmla="*/ 4 w 10"/>
                <a:gd name="T23" fmla="*/ 8 h 12"/>
                <a:gd name="T24" fmla="*/ 4 w 10"/>
                <a:gd name="T25" fmla="*/ 7 h 12"/>
                <a:gd name="T26" fmla="*/ 5 w 10"/>
                <a:gd name="T27" fmla="*/ 6 h 12"/>
                <a:gd name="T28" fmla="*/ 4 w 10"/>
                <a:gd name="T29" fmla="*/ 5 h 12"/>
                <a:gd name="T30" fmla="*/ 3 w 10"/>
                <a:gd name="T31" fmla="*/ 3 h 12"/>
                <a:gd name="T32" fmla="*/ 3 w 10"/>
                <a:gd name="T33" fmla="*/ 1 h 12"/>
                <a:gd name="T34" fmla="*/ 4 w 10"/>
                <a:gd name="T35" fmla="*/ 1 h 12"/>
                <a:gd name="T36" fmla="*/ 4 w 10"/>
                <a:gd name="T37" fmla="*/ 0 h 12"/>
                <a:gd name="T38" fmla="*/ 6 w 10"/>
                <a:gd name="T39" fmla="*/ 0 h 12"/>
                <a:gd name="T40" fmla="*/ 7 w 10"/>
                <a:gd name="T41" fmla="*/ 0 h 12"/>
                <a:gd name="T42" fmla="*/ 7 w 10"/>
                <a:gd name="T43" fmla="*/ 3 h 12"/>
                <a:gd name="T44" fmla="*/ 7 w 10"/>
                <a:gd name="T45" fmla="*/ 4 h 12"/>
                <a:gd name="T46" fmla="*/ 7 w 10"/>
                <a:gd name="T47" fmla="*/ 5 h 12"/>
                <a:gd name="T48" fmla="*/ 9 w 10"/>
                <a:gd name="T49" fmla="*/ 5 h 12"/>
                <a:gd name="T50" fmla="*/ 10 w 10"/>
                <a:gd name="T51" fmla="*/ 5 h 12"/>
                <a:gd name="T52" fmla="*/ 9 w 10"/>
                <a:gd name="T53" fmla="*/ 6 h 12"/>
                <a:gd name="T54" fmla="*/ 8 w 10"/>
                <a:gd name="T55" fmla="*/ 6 h 12"/>
                <a:gd name="T56" fmla="*/ 7 w 10"/>
                <a:gd name="T57" fmla="*/ 6 h 12"/>
                <a:gd name="T58" fmla="*/ 6 w 10"/>
                <a:gd name="T59" fmla="*/ 8 h 12"/>
                <a:gd name="T60" fmla="*/ 2 w 10"/>
                <a:gd name="T61" fmla="*/ 12 h 12"/>
                <a:gd name="T62" fmla="*/ 1 w 10"/>
                <a:gd name="T63" fmla="*/ 12 h 12"/>
                <a:gd name="T64" fmla="*/ 6 w 10"/>
                <a:gd name="T65" fmla="*/ 2 h 12"/>
                <a:gd name="T66" fmla="*/ 5 w 10"/>
                <a:gd name="T67" fmla="*/ 2 h 12"/>
                <a:gd name="T68" fmla="*/ 5 w 10"/>
                <a:gd name="T69" fmla="*/ 3 h 12"/>
                <a:gd name="T70" fmla="*/ 6 w 10"/>
                <a:gd name="T71" fmla="*/ 5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 h="12">
                  <a:moveTo>
                    <a:pt x="1" y="12"/>
                  </a:moveTo>
                  <a:cubicBezTo>
                    <a:pt x="0" y="12"/>
                    <a:pt x="0" y="12"/>
                    <a:pt x="0" y="12"/>
                  </a:cubicBezTo>
                  <a:cubicBezTo>
                    <a:pt x="0" y="12"/>
                    <a:pt x="0" y="11"/>
                    <a:pt x="0" y="11"/>
                  </a:cubicBezTo>
                  <a:cubicBezTo>
                    <a:pt x="0" y="10"/>
                    <a:pt x="0" y="10"/>
                    <a:pt x="0" y="10"/>
                  </a:cubicBezTo>
                  <a:cubicBezTo>
                    <a:pt x="0" y="10"/>
                    <a:pt x="0" y="10"/>
                    <a:pt x="0" y="10"/>
                  </a:cubicBezTo>
                  <a:cubicBezTo>
                    <a:pt x="0" y="8"/>
                    <a:pt x="0" y="7"/>
                    <a:pt x="1" y="5"/>
                  </a:cubicBezTo>
                  <a:cubicBezTo>
                    <a:pt x="1" y="5"/>
                    <a:pt x="1" y="5"/>
                    <a:pt x="1" y="5"/>
                  </a:cubicBezTo>
                  <a:cubicBezTo>
                    <a:pt x="1" y="5"/>
                    <a:pt x="2" y="4"/>
                    <a:pt x="2" y="4"/>
                  </a:cubicBezTo>
                  <a:cubicBezTo>
                    <a:pt x="2" y="4"/>
                    <a:pt x="3" y="4"/>
                    <a:pt x="3" y="4"/>
                  </a:cubicBezTo>
                  <a:cubicBezTo>
                    <a:pt x="3" y="4"/>
                    <a:pt x="3" y="4"/>
                    <a:pt x="3" y="5"/>
                  </a:cubicBezTo>
                  <a:cubicBezTo>
                    <a:pt x="3" y="5"/>
                    <a:pt x="3" y="6"/>
                    <a:pt x="2" y="6"/>
                  </a:cubicBezTo>
                  <a:cubicBezTo>
                    <a:pt x="2" y="6"/>
                    <a:pt x="2" y="6"/>
                    <a:pt x="2" y="6"/>
                  </a:cubicBezTo>
                  <a:cubicBezTo>
                    <a:pt x="2" y="7"/>
                    <a:pt x="2" y="7"/>
                    <a:pt x="2" y="7"/>
                  </a:cubicBezTo>
                  <a:cubicBezTo>
                    <a:pt x="2" y="7"/>
                    <a:pt x="1" y="7"/>
                    <a:pt x="1" y="7"/>
                  </a:cubicBezTo>
                  <a:cubicBezTo>
                    <a:pt x="1" y="9"/>
                    <a:pt x="1" y="9"/>
                    <a:pt x="1" y="9"/>
                  </a:cubicBezTo>
                  <a:cubicBezTo>
                    <a:pt x="1" y="9"/>
                    <a:pt x="1" y="9"/>
                    <a:pt x="1" y="9"/>
                  </a:cubicBezTo>
                  <a:cubicBezTo>
                    <a:pt x="1" y="9"/>
                    <a:pt x="1" y="10"/>
                    <a:pt x="1" y="10"/>
                  </a:cubicBezTo>
                  <a:cubicBezTo>
                    <a:pt x="1" y="11"/>
                    <a:pt x="1" y="11"/>
                    <a:pt x="1" y="11"/>
                  </a:cubicBezTo>
                  <a:cubicBezTo>
                    <a:pt x="1" y="11"/>
                    <a:pt x="1" y="11"/>
                    <a:pt x="1" y="11"/>
                  </a:cubicBezTo>
                  <a:cubicBezTo>
                    <a:pt x="1" y="11"/>
                    <a:pt x="1" y="11"/>
                    <a:pt x="1" y="11"/>
                  </a:cubicBezTo>
                  <a:cubicBezTo>
                    <a:pt x="2" y="11"/>
                    <a:pt x="2" y="10"/>
                    <a:pt x="2" y="10"/>
                  </a:cubicBezTo>
                  <a:cubicBezTo>
                    <a:pt x="2" y="10"/>
                    <a:pt x="2" y="10"/>
                    <a:pt x="3" y="10"/>
                  </a:cubicBezTo>
                  <a:cubicBezTo>
                    <a:pt x="3" y="9"/>
                    <a:pt x="3" y="9"/>
                    <a:pt x="3" y="9"/>
                  </a:cubicBezTo>
                  <a:cubicBezTo>
                    <a:pt x="3" y="9"/>
                    <a:pt x="4" y="8"/>
                    <a:pt x="4" y="8"/>
                  </a:cubicBezTo>
                  <a:cubicBezTo>
                    <a:pt x="4" y="8"/>
                    <a:pt x="4" y="8"/>
                    <a:pt x="4" y="7"/>
                  </a:cubicBezTo>
                  <a:cubicBezTo>
                    <a:pt x="4" y="7"/>
                    <a:pt x="4" y="7"/>
                    <a:pt x="4" y="7"/>
                  </a:cubicBezTo>
                  <a:cubicBezTo>
                    <a:pt x="5" y="7"/>
                    <a:pt x="5" y="7"/>
                    <a:pt x="5" y="6"/>
                  </a:cubicBezTo>
                  <a:cubicBezTo>
                    <a:pt x="5" y="6"/>
                    <a:pt x="5" y="6"/>
                    <a:pt x="5" y="6"/>
                  </a:cubicBezTo>
                  <a:cubicBezTo>
                    <a:pt x="5" y="6"/>
                    <a:pt x="5" y="6"/>
                    <a:pt x="5" y="6"/>
                  </a:cubicBezTo>
                  <a:cubicBezTo>
                    <a:pt x="4" y="5"/>
                    <a:pt x="4" y="5"/>
                    <a:pt x="4" y="5"/>
                  </a:cubicBezTo>
                  <a:cubicBezTo>
                    <a:pt x="4" y="5"/>
                    <a:pt x="4" y="5"/>
                    <a:pt x="4" y="5"/>
                  </a:cubicBezTo>
                  <a:cubicBezTo>
                    <a:pt x="3" y="4"/>
                    <a:pt x="3" y="4"/>
                    <a:pt x="3" y="3"/>
                  </a:cubicBezTo>
                  <a:cubicBezTo>
                    <a:pt x="3" y="2"/>
                    <a:pt x="3" y="2"/>
                    <a:pt x="3" y="2"/>
                  </a:cubicBezTo>
                  <a:cubicBezTo>
                    <a:pt x="3" y="2"/>
                    <a:pt x="3" y="1"/>
                    <a:pt x="3" y="1"/>
                  </a:cubicBezTo>
                  <a:cubicBezTo>
                    <a:pt x="3" y="1"/>
                    <a:pt x="3" y="1"/>
                    <a:pt x="4" y="1"/>
                  </a:cubicBezTo>
                  <a:cubicBezTo>
                    <a:pt x="4" y="1"/>
                    <a:pt x="4" y="1"/>
                    <a:pt x="4" y="1"/>
                  </a:cubicBezTo>
                  <a:cubicBezTo>
                    <a:pt x="4" y="1"/>
                    <a:pt x="4" y="0"/>
                    <a:pt x="4" y="0"/>
                  </a:cubicBezTo>
                  <a:cubicBezTo>
                    <a:pt x="4" y="0"/>
                    <a:pt x="4" y="0"/>
                    <a:pt x="4" y="0"/>
                  </a:cubicBezTo>
                  <a:cubicBezTo>
                    <a:pt x="5" y="0"/>
                    <a:pt x="5" y="0"/>
                    <a:pt x="5" y="0"/>
                  </a:cubicBezTo>
                  <a:cubicBezTo>
                    <a:pt x="5" y="0"/>
                    <a:pt x="5" y="0"/>
                    <a:pt x="6" y="0"/>
                  </a:cubicBezTo>
                  <a:cubicBezTo>
                    <a:pt x="6" y="0"/>
                    <a:pt x="6" y="0"/>
                    <a:pt x="6" y="0"/>
                  </a:cubicBezTo>
                  <a:cubicBezTo>
                    <a:pt x="6" y="0"/>
                    <a:pt x="6" y="0"/>
                    <a:pt x="7" y="0"/>
                  </a:cubicBezTo>
                  <a:cubicBezTo>
                    <a:pt x="7" y="0"/>
                    <a:pt x="8" y="1"/>
                    <a:pt x="8" y="2"/>
                  </a:cubicBezTo>
                  <a:cubicBezTo>
                    <a:pt x="8" y="2"/>
                    <a:pt x="8" y="3"/>
                    <a:pt x="7" y="3"/>
                  </a:cubicBezTo>
                  <a:cubicBezTo>
                    <a:pt x="7" y="3"/>
                    <a:pt x="7" y="3"/>
                    <a:pt x="7" y="3"/>
                  </a:cubicBezTo>
                  <a:cubicBezTo>
                    <a:pt x="7" y="4"/>
                    <a:pt x="7" y="4"/>
                    <a:pt x="7" y="4"/>
                  </a:cubicBezTo>
                  <a:cubicBezTo>
                    <a:pt x="7" y="5"/>
                    <a:pt x="7" y="5"/>
                    <a:pt x="7" y="5"/>
                  </a:cubicBezTo>
                  <a:cubicBezTo>
                    <a:pt x="7" y="5"/>
                    <a:pt x="7" y="5"/>
                    <a:pt x="7" y="5"/>
                  </a:cubicBezTo>
                  <a:cubicBezTo>
                    <a:pt x="8" y="5"/>
                    <a:pt x="8" y="5"/>
                    <a:pt x="8" y="5"/>
                  </a:cubicBezTo>
                  <a:cubicBezTo>
                    <a:pt x="9" y="5"/>
                    <a:pt x="9" y="5"/>
                    <a:pt x="9" y="5"/>
                  </a:cubicBezTo>
                  <a:cubicBezTo>
                    <a:pt x="9" y="5"/>
                    <a:pt x="9" y="5"/>
                    <a:pt x="9" y="5"/>
                  </a:cubicBezTo>
                  <a:cubicBezTo>
                    <a:pt x="10" y="5"/>
                    <a:pt x="10" y="5"/>
                    <a:pt x="10" y="5"/>
                  </a:cubicBezTo>
                  <a:cubicBezTo>
                    <a:pt x="10" y="5"/>
                    <a:pt x="10" y="5"/>
                    <a:pt x="10" y="5"/>
                  </a:cubicBezTo>
                  <a:cubicBezTo>
                    <a:pt x="10" y="6"/>
                    <a:pt x="10" y="6"/>
                    <a:pt x="9" y="6"/>
                  </a:cubicBezTo>
                  <a:cubicBezTo>
                    <a:pt x="9" y="6"/>
                    <a:pt x="9" y="6"/>
                    <a:pt x="9" y="6"/>
                  </a:cubicBezTo>
                  <a:cubicBezTo>
                    <a:pt x="9" y="6"/>
                    <a:pt x="8" y="6"/>
                    <a:pt x="8" y="6"/>
                  </a:cubicBezTo>
                  <a:cubicBezTo>
                    <a:pt x="7" y="6"/>
                    <a:pt x="7" y="6"/>
                    <a:pt x="7" y="6"/>
                  </a:cubicBezTo>
                  <a:cubicBezTo>
                    <a:pt x="7" y="6"/>
                    <a:pt x="7" y="6"/>
                    <a:pt x="7" y="6"/>
                  </a:cubicBezTo>
                  <a:cubicBezTo>
                    <a:pt x="7" y="6"/>
                    <a:pt x="7" y="6"/>
                    <a:pt x="6" y="6"/>
                  </a:cubicBezTo>
                  <a:cubicBezTo>
                    <a:pt x="6" y="7"/>
                    <a:pt x="6" y="7"/>
                    <a:pt x="6" y="8"/>
                  </a:cubicBezTo>
                  <a:cubicBezTo>
                    <a:pt x="5" y="9"/>
                    <a:pt x="4" y="10"/>
                    <a:pt x="3" y="11"/>
                  </a:cubicBezTo>
                  <a:cubicBezTo>
                    <a:pt x="2" y="12"/>
                    <a:pt x="2" y="12"/>
                    <a:pt x="2" y="12"/>
                  </a:cubicBezTo>
                  <a:cubicBezTo>
                    <a:pt x="1" y="12"/>
                    <a:pt x="1" y="12"/>
                    <a:pt x="1" y="12"/>
                  </a:cubicBezTo>
                  <a:cubicBezTo>
                    <a:pt x="1" y="12"/>
                    <a:pt x="1" y="12"/>
                    <a:pt x="1" y="12"/>
                  </a:cubicBezTo>
                  <a:close/>
                  <a:moveTo>
                    <a:pt x="6" y="3"/>
                  </a:moveTo>
                  <a:cubicBezTo>
                    <a:pt x="6" y="2"/>
                    <a:pt x="6" y="2"/>
                    <a:pt x="6" y="2"/>
                  </a:cubicBezTo>
                  <a:cubicBezTo>
                    <a:pt x="6" y="2"/>
                    <a:pt x="6" y="2"/>
                    <a:pt x="6" y="2"/>
                  </a:cubicBezTo>
                  <a:cubicBezTo>
                    <a:pt x="6" y="2"/>
                    <a:pt x="5" y="2"/>
                    <a:pt x="5" y="2"/>
                  </a:cubicBezTo>
                  <a:cubicBezTo>
                    <a:pt x="5" y="2"/>
                    <a:pt x="5" y="2"/>
                    <a:pt x="5" y="2"/>
                  </a:cubicBezTo>
                  <a:cubicBezTo>
                    <a:pt x="5" y="3"/>
                    <a:pt x="5" y="3"/>
                    <a:pt x="5" y="3"/>
                  </a:cubicBezTo>
                  <a:cubicBezTo>
                    <a:pt x="5" y="4"/>
                    <a:pt x="5" y="4"/>
                    <a:pt x="5" y="4"/>
                  </a:cubicBezTo>
                  <a:cubicBezTo>
                    <a:pt x="5" y="4"/>
                    <a:pt x="5" y="4"/>
                    <a:pt x="6" y="5"/>
                  </a:cubicBezTo>
                  <a:cubicBezTo>
                    <a:pt x="6" y="4"/>
                    <a:pt x="6" y="3"/>
                    <a:pt x="6" y="3"/>
                  </a:cubicBezTo>
                  <a:close/>
                </a:path>
              </a:pathLst>
            </a:custGeom>
            <a:grpFill/>
            <a:ln w="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8" name="Freeform 24">
              <a:extLst>
                <a:ext uri="{FF2B5EF4-FFF2-40B4-BE49-F238E27FC236}">
                  <a16:creationId xmlns:a16="http://schemas.microsoft.com/office/drawing/2014/main" id="{834A4EA9-1FF1-CDB7-A494-A59AF060B9DB}"/>
                </a:ext>
              </a:extLst>
            </p:cNvPr>
            <p:cNvSpPr>
              <a:spLocks/>
            </p:cNvSpPr>
            <p:nvPr/>
          </p:nvSpPr>
          <p:spPr bwMode="auto">
            <a:xfrm>
              <a:off x="10169525" y="1363663"/>
              <a:ext cx="57150" cy="38100"/>
            </a:xfrm>
            <a:custGeom>
              <a:avLst/>
              <a:gdLst>
                <a:gd name="T0" fmla="*/ 0 w 15"/>
                <a:gd name="T1" fmla="*/ 10 h 10"/>
                <a:gd name="T2" fmla="*/ 1 w 15"/>
                <a:gd name="T3" fmla="*/ 8 h 10"/>
                <a:gd name="T4" fmla="*/ 2 w 15"/>
                <a:gd name="T5" fmla="*/ 6 h 10"/>
                <a:gd name="T6" fmla="*/ 2 w 15"/>
                <a:gd name="T7" fmla="*/ 5 h 10"/>
                <a:gd name="T8" fmla="*/ 3 w 15"/>
                <a:gd name="T9" fmla="*/ 3 h 10"/>
                <a:gd name="T10" fmla="*/ 5 w 15"/>
                <a:gd name="T11" fmla="*/ 1 h 10"/>
                <a:gd name="T12" fmla="*/ 5 w 15"/>
                <a:gd name="T13" fmla="*/ 0 h 10"/>
                <a:gd name="T14" fmla="*/ 6 w 15"/>
                <a:gd name="T15" fmla="*/ 1 h 10"/>
                <a:gd name="T16" fmla="*/ 6 w 15"/>
                <a:gd name="T17" fmla="*/ 2 h 10"/>
                <a:gd name="T18" fmla="*/ 6 w 15"/>
                <a:gd name="T19" fmla="*/ 2 h 10"/>
                <a:gd name="T20" fmla="*/ 4 w 15"/>
                <a:gd name="T21" fmla="*/ 4 h 10"/>
                <a:gd name="T22" fmla="*/ 4 w 15"/>
                <a:gd name="T23" fmla="*/ 5 h 10"/>
                <a:gd name="T24" fmla="*/ 4 w 15"/>
                <a:gd name="T25" fmla="*/ 6 h 10"/>
                <a:gd name="T26" fmla="*/ 5 w 15"/>
                <a:gd name="T27" fmla="*/ 4 h 10"/>
                <a:gd name="T28" fmla="*/ 9 w 15"/>
                <a:gd name="T29" fmla="*/ 1 h 10"/>
                <a:gd name="T30" fmla="*/ 10 w 15"/>
                <a:gd name="T31" fmla="*/ 1 h 10"/>
                <a:gd name="T32" fmla="*/ 11 w 15"/>
                <a:gd name="T33" fmla="*/ 3 h 10"/>
                <a:gd name="T34" fmla="*/ 11 w 15"/>
                <a:gd name="T35" fmla="*/ 3 h 10"/>
                <a:gd name="T36" fmla="*/ 11 w 15"/>
                <a:gd name="T37" fmla="*/ 4 h 10"/>
                <a:gd name="T38" fmla="*/ 11 w 15"/>
                <a:gd name="T39" fmla="*/ 4 h 10"/>
                <a:gd name="T40" fmla="*/ 10 w 15"/>
                <a:gd name="T41" fmla="*/ 5 h 10"/>
                <a:gd name="T42" fmla="*/ 10 w 15"/>
                <a:gd name="T43" fmla="*/ 5 h 10"/>
                <a:gd name="T44" fmla="*/ 9 w 15"/>
                <a:gd name="T45" fmla="*/ 7 h 10"/>
                <a:gd name="T46" fmla="*/ 9 w 15"/>
                <a:gd name="T47" fmla="*/ 8 h 10"/>
                <a:gd name="T48" fmla="*/ 9 w 15"/>
                <a:gd name="T49" fmla="*/ 8 h 10"/>
                <a:gd name="T50" fmla="*/ 11 w 15"/>
                <a:gd name="T51" fmla="*/ 7 h 10"/>
                <a:gd name="T52" fmla="*/ 12 w 15"/>
                <a:gd name="T53" fmla="*/ 5 h 10"/>
                <a:gd name="T54" fmla="*/ 14 w 15"/>
                <a:gd name="T55" fmla="*/ 4 h 10"/>
                <a:gd name="T56" fmla="*/ 14 w 15"/>
                <a:gd name="T57" fmla="*/ 4 h 10"/>
                <a:gd name="T58" fmla="*/ 14 w 15"/>
                <a:gd name="T59" fmla="*/ 5 h 10"/>
                <a:gd name="T60" fmla="*/ 13 w 15"/>
                <a:gd name="T61" fmla="*/ 6 h 10"/>
                <a:gd name="T62" fmla="*/ 12 w 15"/>
                <a:gd name="T63" fmla="*/ 6 h 10"/>
                <a:gd name="T64" fmla="*/ 10 w 15"/>
                <a:gd name="T65" fmla="*/ 9 h 10"/>
                <a:gd name="T66" fmla="*/ 8 w 15"/>
                <a:gd name="T67" fmla="*/ 10 h 10"/>
                <a:gd name="T68" fmla="*/ 7 w 15"/>
                <a:gd name="T69" fmla="*/ 10 h 10"/>
                <a:gd name="T70" fmla="*/ 7 w 15"/>
                <a:gd name="T71" fmla="*/ 9 h 10"/>
                <a:gd name="T72" fmla="*/ 7 w 15"/>
                <a:gd name="T73" fmla="*/ 8 h 10"/>
                <a:gd name="T74" fmla="*/ 7 w 15"/>
                <a:gd name="T75" fmla="*/ 8 h 10"/>
                <a:gd name="T76" fmla="*/ 7 w 15"/>
                <a:gd name="T77" fmla="*/ 7 h 10"/>
                <a:gd name="T78" fmla="*/ 8 w 15"/>
                <a:gd name="T79" fmla="*/ 5 h 10"/>
                <a:gd name="T80" fmla="*/ 8 w 15"/>
                <a:gd name="T81" fmla="*/ 4 h 10"/>
                <a:gd name="T82" fmla="*/ 9 w 15"/>
                <a:gd name="T83" fmla="*/ 3 h 10"/>
                <a:gd name="T84" fmla="*/ 8 w 15"/>
                <a:gd name="T85" fmla="*/ 4 h 10"/>
                <a:gd name="T86" fmla="*/ 6 w 15"/>
                <a:gd name="T87" fmla="*/ 5 h 10"/>
                <a:gd name="T88" fmla="*/ 5 w 15"/>
                <a:gd name="T89" fmla="*/ 6 h 10"/>
                <a:gd name="T90" fmla="*/ 5 w 15"/>
                <a:gd name="T91" fmla="*/ 6 h 10"/>
                <a:gd name="T92" fmla="*/ 4 w 15"/>
                <a:gd name="T93" fmla="*/ 8 h 10"/>
                <a:gd name="T94" fmla="*/ 2 w 15"/>
                <a:gd name="T95" fmla="*/ 10 h 10"/>
                <a:gd name="T96" fmla="*/ 1 w 15"/>
                <a:gd name="T97" fmla="*/ 10 h 10"/>
                <a:gd name="T98" fmla="*/ 0 w 15"/>
                <a:gd name="T9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 h="10">
                  <a:moveTo>
                    <a:pt x="0" y="10"/>
                  </a:moveTo>
                  <a:cubicBezTo>
                    <a:pt x="0" y="10"/>
                    <a:pt x="0" y="10"/>
                    <a:pt x="0" y="10"/>
                  </a:cubicBezTo>
                  <a:cubicBezTo>
                    <a:pt x="0" y="9"/>
                    <a:pt x="0" y="9"/>
                    <a:pt x="0" y="9"/>
                  </a:cubicBezTo>
                  <a:cubicBezTo>
                    <a:pt x="0" y="9"/>
                    <a:pt x="1" y="8"/>
                    <a:pt x="1" y="8"/>
                  </a:cubicBezTo>
                  <a:cubicBezTo>
                    <a:pt x="1" y="8"/>
                    <a:pt x="1" y="7"/>
                    <a:pt x="1" y="7"/>
                  </a:cubicBezTo>
                  <a:cubicBezTo>
                    <a:pt x="1" y="7"/>
                    <a:pt x="1" y="6"/>
                    <a:pt x="2" y="6"/>
                  </a:cubicBezTo>
                  <a:cubicBezTo>
                    <a:pt x="2" y="6"/>
                    <a:pt x="2" y="6"/>
                    <a:pt x="2" y="6"/>
                  </a:cubicBezTo>
                  <a:cubicBezTo>
                    <a:pt x="2" y="5"/>
                    <a:pt x="2" y="5"/>
                    <a:pt x="2" y="5"/>
                  </a:cubicBezTo>
                  <a:cubicBezTo>
                    <a:pt x="3" y="4"/>
                    <a:pt x="3" y="3"/>
                    <a:pt x="3" y="3"/>
                  </a:cubicBezTo>
                  <a:cubicBezTo>
                    <a:pt x="3" y="3"/>
                    <a:pt x="3" y="3"/>
                    <a:pt x="3" y="3"/>
                  </a:cubicBezTo>
                  <a:cubicBezTo>
                    <a:pt x="4" y="2"/>
                    <a:pt x="4" y="2"/>
                    <a:pt x="4" y="1"/>
                  </a:cubicBezTo>
                  <a:cubicBezTo>
                    <a:pt x="4" y="1"/>
                    <a:pt x="4" y="1"/>
                    <a:pt x="5" y="1"/>
                  </a:cubicBezTo>
                  <a:cubicBezTo>
                    <a:pt x="5" y="0"/>
                    <a:pt x="5" y="0"/>
                    <a:pt x="5" y="0"/>
                  </a:cubicBezTo>
                  <a:cubicBezTo>
                    <a:pt x="5" y="0"/>
                    <a:pt x="5" y="0"/>
                    <a:pt x="5" y="0"/>
                  </a:cubicBezTo>
                  <a:cubicBezTo>
                    <a:pt x="6" y="0"/>
                    <a:pt x="6" y="0"/>
                    <a:pt x="6" y="0"/>
                  </a:cubicBezTo>
                  <a:cubicBezTo>
                    <a:pt x="6" y="0"/>
                    <a:pt x="6" y="0"/>
                    <a:pt x="6" y="1"/>
                  </a:cubicBezTo>
                  <a:cubicBezTo>
                    <a:pt x="6" y="1"/>
                    <a:pt x="6" y="1"/>
                    <a:pt x="6" y="1"/>
                  </a:cubicBezTo>
                  <a:cubicBezTo>
                    <a:pt x="6" y="1"/>
                    <a:pt x="6" y="1"/>
                    <a:pt x="6" y="2"/>
                  </a:cubicBezTo>
                  <a:cubicBezTo>
                    <a:pt x="6" y="2"/>
                    <a:pt x="6" y="2"/>
                    <a:pt x="6" y="2"/>
                  </a:cubicBezTo>
                  <a:cubicBezTo>
                    <a:pt x="6" y="2"/>
                    <a:pt x="6" y="2"/>
                    <a:pt x="6" y="2"/>
                  </a:cubicBezTo>
                  <a:cubicBezTo>
                    <a:pt x="5" y="2"/>
                    <a:pt x="5" y="3"/>
                    <a:pt x="5" y="3"/>
                  </a:cubicBezTo>
                  <a:cubicBezTo>
                    <a:pt x="4" y="4"/>
                    <a:pt x="4" y="4"/>
                    <a:pt x="4" y="4"/>
                  </a:cubicBezTo>
                  <a:cubicBezTo>
                    <a:pt x="4" y="4"/>
                    <a:pt x="4" y="4"/>
                    <a:pt x="4" y="4"/>
                  </a:cubicBezTo>
                  <a:cubicBezTo>
                    <a:pt x="4" y="5"/>
                    <a:pt x="4" y="5"/>
                    <a:pt x="4" y="5"/>
                  </a:cubicBezTo>
                  <a:cubicBezTo>
                    <a:pt x="4" y="5"/>
                    <a:pt x="3" y="5"/>
                    <a:pt x="3" y="6"/>
                  </a:cubicBezTo>
                  <a:cubicBezTo>
                    <a:pt x="4" y="6"/>
                    <a:pt x="4" y="6"/>
                    <a:pt x="4" y="6"/>
                  </a:cubicBezTo>
                  <a:cubicBezTo>
                    <a:pt x="4" y="6"/>
                    <a:pt x="4" y="5"/>
                    <a:pt x="4" y="5"/>
                  </a:cubicBezTo>
                  <a:cubicBezTo>
                    <a:pt x="4" y="5"/>
                    <a:pt x="5" y="5"/>
                    <a:pt x="5" y="4"/>
                  </a:cubicBezTo>
                  <a:cubicBezTo>
                    <a:pt x="6" y="3"/>
                    <a:pt x="7" y="3"/>
                    <a:pt x="8" y="2"/>
                  </a:cubicBezTo>
                  <a:cubicBezTo>
                    <a:pt x="8" y="2"/>
                    <a:pt x="8" y="1"/>
                    <a:pt x="9" y="1"/>
                  </a:cubicBezTo>
                  <a:cubicBezTo>
                    <a:pt x="10" y="1"/>
                    <a:pt x="10" y="1"/>
                    <a:pt x="10" y="1"/>
                  </a:cubicBezTo>
                  <a:cubicBezTo>
                    <a:pt x="10" y="1"/>
                    <a:pt x="10" y="1"/>
                    <a:pt x="10" y="1"/>
                  </a:cubicBezTo>
                  <a:cubicBezTo>
                    <a:pt x="10" y="1"/>
                    <a:pt x="11" y="2"/>
                    <a:pt x="11" y="2"/>
                  </a:cubicBezTo>
                  <a:cubicBezTo>
                    <a:pt x="11" y="2"/>
                    <a:pt x="11" y="3"/>
                    <a:pt x="11" y="3"/>
                  </a:cubicBezTo>
                  <a:cubicBezTo>
                    <a:pt x="11" y="3"/>
                    <a:pt x="11" y="3"/>
                    <a:pt x="11" y="3"/>
                  </a:cubicBezTo>
                  <a:cubicBezTo>
                    <a:pt x="11" y="3"/>
                    <a:pt x="11" y="3"/>
                    <a:pt x="11" y="3"/>
                  </a:cubicBezTo>
                  <a:cubicBezTo>
                    <a:pt x="11" y="4"/>
                    <a:pt x="11" y="4"/>
                    <a:pt x="11" y="4"/>
                  </a:cubicBezTo>
                  <a:cubicBezTo>
                    <a:pt x="11" y="4"/>
                    <a:pt x="11" y="4"/>
                    <a:pt x="11" y="4"/>
                  </a:cubicBezTo>
                  <a:cubicBezTo>
                    <a:pt x="11" y="4"/>
                    <a:pt x="11" y="4"/>
                    <a:pt x="11" y="4"/>
                  </a:cubicBezTo>
                  <a:cubicBezTo>
                    <a:pt x="11" y="4"/>
                    <a:pt x="11" y="4"/>
                    <a:pt x="11" y="4"/>
                  </a:cubicBezTo>
                  <a:cubicBezTo>
                    <a:pt x="10" y="4"/>
                    <a:pt x="10" y="4"/>
                    <a:pt x="10" y="4"/>
                  </a:cubicBezTo>
                  <a:cubicBezTo>
                    <a:pt x="10" y="5"/>
                    <a:pt x="10" y="5"/>
                    <a:pt x="10" y="5"/>
                  </a:cubicBezTo>
                  <a:cubicBezTo>
                    <a:pt x="10" y="5"/>
                    <a:pt x="10" y="5"/>
                    <a:pt x="10" y="5"/>
                  </a:cubicBezTo>
                  <a:cubicBezTo>
                    <a:pt x="10" y="5"/>
                    <a:pt x="10" y="5"/>
                    <a:pt x="10" y="5"/>
                  </a:cubicBezTo>
                  <a:cubicBezTo>
                    <a:pt x="10" y="5"/>
                    <a:pt x="10" y="5"/>
                    <a:pt x="10" y="5"/>
                  </a:cubicBezTo>
                  <a:cubicBezTo>
                    <a:pt x="10" y="6"/>
                    <a:pt x="10" y="6"/>
                    <a:pt x="9" y="7"/>
                  </a:cubicBezTo>
                  <a:cubicBezTo>
                    <a:pt x="9" y="7"/>
                    <a:pt x="9" y="7"/>
                    <a:pt x="9" y="7"/>
                  </a:cubicBezTo>
                  <a:cubicBezTo>
                    <a:pt x="9" y="7"/>
                    <a:pt x="9" y="7"/>
                    <a:pt x="9" y="8"/>
                  </a:cubicBezTo>
                  <a:cubicBezTo>
                    <a:pt x="9" y="8"/>
                    <a:pt x="9" y="8"/>
                    <a:pt x="9" y="8"/>
                  </a:cubicBezTo>
                  <a:cubicBezTo>
                    <a:pt x="9" y="8"/>
                    <a:pt x="9" y="8"/>
                    <a:pt x="9" y="8"/>
                  </a:cubicBezTo>
                  <a:cubicBezTo>
                    <a:pt x="9" y="8"/>
                    <a:pt x="9" y="8"/>
                    <a:pt x="10" y="8"/>
                  </a:cubicBezTo>
                  <a:cubicBezTo>
                    <a:pt x="11" y="7"/>
                    <a:pt x="11" y="7"/>
                    <a:pt x="11" y="7"/>
                  </a:cubicBezTo>
                  <a:cubicBezTo>
                    <a:pt x="11" y="6"/>
                    <a:pt x="11" y="6"/>
                    <a:pt x="11" y="6"/>
                  </a:cubicBezTo>
                  <a:cubicBezTo>
                    <a:pt x="11" y="6"/>
                    <a:pt x="12" y="6"/>
                    <a:pt x="12" y="5"/>
                  </a:cubicBezTo>
                  <a:cubicBezTo>
                    <a:pt x="13" y="5"/>
                    <a:pt x="13" y="5"/>
                    <a:pt x="13" y="5"/>
                  </a:cubicBezTo>
                  <a:cubicBezTo>
                    <a:pt x="14" y="4"/>
                    <a:pt x="14" y="4"/>
                    <a:pt x="14" y="4"/>
                  </a:cubicBezTo>
                  <a:cubicBezTo>
                    <a:pt x="14" y="4"/>
                    <a:pt x="14" y="4"/>
                    <a:pt x="14" y="4"/>
                  </a:cubicBezTo>
                  <a:cubicBezTo>
                    <a:pt x="14" y="4"/>
                    <a:pt x="14" y="4"/>
                    <a:pt x="14" y="4"/>
                  </a:cubicBezTo>
                  <a:cubicBezTo>
                    <a:pt x="14" y="4"/>
                    <a:pt x="15" y="4"/>
                    <a:pt x="15" y="4"/>
                  </a:cubicBezTo>
                  <a:cubicBezTo>
                    <a:pt x="14" y="5"/>
                    <a:pt x="14" y="5"/>
                    <a:pt x="14" y="5"/>
                  </a:cubicBezTo>
                  <a:cubicBezTo>
                    <a:pt x="14" y="5"/>
                    <a:pt x="14" y="5"/>
                    <a:pt x="14" y="5"/>
                  </a:cubicBezTo>
                  <a:cubicBezTo>
                    <a:pt x="13" y="6"/>
                    <a:pt x="13" y="6"/>
                    <a:pt x="13" y="6"/>
                  </a:cubicBezTo>
                  <a:cubicBezTo>
                    <a:pt x="13" y="6"/>
                    <a:pt x="13" y="6"/>
                    <a:pt x="13" y="6"/>
                  </a:cubicBezTo>
                  <a:cubicBezTo>
                    <a:pt x="13" y="6"/>
                    <a:pt x="13" y="6"/>
                    <a:pt x="12" y="6"/>
                  </a:cubicBezTo>
                  <a:cubicBezTo>
                    <a:pt x="12" y="7"/>
                    <a:pt x="11" y="8"/>
                    <a:pt x="11" y="8"/>
                  </a:cubicBezTo>
                  <a:cubicBezTo>
                    <a:pt x="11" y="8"/>
                    <a:pt x="10" y="9"/>
                    <a:pt x="10" y="9"/>
                  </a:cubicBezTo>
                  <a:cubicBezTo>
                    <a:pt x="10" y="9"/>
                    <a:pt x="10" y="9"/>
                    <a:pt x="10" y="9"/>
                  </a:cubicBezTo>
                  <a:cubicBezTo>
                    <a:pt x="9" y="10"/>
                    <a:pt x="9" y="10"/>
                    <a:pt x="8" y="10"/>
                  </a:cubicBezTo>
                  <a:cubicBezTo>
                    <a:pt x="8" y="10"/>
                    <a:pt x="7" y="10"/>
                    <a:pt x="7" y="10"/>
                  </a:cubicBezTo>
                  <a:cubicBezTo>
                    <a:pt x="7" y="10"/>
                    <a:pt x="7" y="10"/>
                    <a:pt x="7" y="10"/>
                  </a:cubicBezTo>
                  <a:cubicBezTo>
                    <a:pt x="7" y="10"/>
                    <a:pt x="7" y="10"/>
                    <a:pt x="7" y="9"/>
                  </a:cubicBezTo>
                  <a:cubicBezTo>
                    <a:pt x="7" y="9"/>
                    <a:pt x="7" y="9"/>
                    <a:pt x="7" y="9"/>
                  </a:cubicBezTo>
                  <a:cubicBezTo>
                    <a:pt x="7" y="9"/>
                    <a:pt x="7" y="9"/>
                    <a:pt x="7" y="9"/>
                  </a:cubicBezTo>
                  <a:cubicBezTo>
                    <a:pt x="7" y="8"/>
                    <a:pt x="7" y="8"/>
                    <a:pt x="7" y="8"/>
                  </a:cubicBezTo>
                  <a:cubicBezTo>
                    <a:pt x="7" y="8"/>
                    <a:pt x="7" y="8"/>
                    <a:pt x="7" y="8"/>
                  </a:cubicBezTo>
                  <a:cubicBezTo>
                    <a:pt x="7" y="8"/>
                    <a:pt x="7" y="8"/>
                    <a:pt x="7" y="8"/>
                  </a:cubicBezTo>
                  <a:cubicBezTo>
                    <a:pt x="7" y="8"/>
                    <a:pt x="7" y="8"/>
                    <a:pt x="7" y="8"/>
                  </a:cubicBezTo>
                  <a:cubicBezTo>
                    <a:pt x="7" y="7"/>
                    <a:pt x="7" y="7"/>
                    <a:pt x="7" y="7"/>
                  </a:cubicBezTo>
                  <a:cubicBezTo>
                    <a:pt x="8" y="5"/>
                    <a:pt x="8" y="5"/>
                    <a:pt x="8" y="5"/>
                  </a:cubicBezTo>
                  <a:cubicBezTo>
                    <a:pt x="8" y="5"/>
                    <a:pt x="8" y="5"/>
                    <a:pt x="8" y="5"/>
                  </a:cubicBezTo>
                  <a:cubicBezTo>
                    <a:pt x="8" y="4"/>
                    <a:pt x="8" y="4"/>
                    <a:pt x="8" y="4"/>
                  </a:cubicBezTo>
                  <a:cubicBezTo>
                    <a:pt x="8" y="4"/>
                    <a:pt x="8" y="4"/>
                    <a:pt x="8" y="4"/>
                  </a:cubicBezTo>
                  <a:cubicBezTo>
                    <a:pt x="8" y="4"/>
                    <a:pt x="8" y="4"/>
                    <a:pt x="8" y="4"/>
                  </a:cubicBezTo>
                  <a:cubicBezTo>
                    <a:pt x="8" y="4"/>
                    <a:pt x="9" y="4"/>
                    <a:pt x="9" y="3"/>
                  </a:cubicBezTo>
                  <a:cubicBezTo>
                    <a:pt x="8" y="3"/>
                    <a:pt x="8" y="3"/>
                    <a:pt x="8" y="3"/>
                  </a:cubicBezTo>
                  <a:cubicBezTo>
                    <a:pt x="8" y="3"/>
                    <a:pt x="8" y="4"/>
                    <a:pt x="8" y="4"/>
                  </a:cubicBezTo>
                  <a:cubicBezTo>
                    <a:pt x="7" y="4"/>
                    <a:pt x="7" y="4"/>
                    <a:pt x="7" y="4"/>
                  </a:cubicBezTo>
                  <a:cubicBezTo>
                    <a:pt x="7" y="5"/>
                    <a:pt x="6" y="5"/>
                    <a:pt x="6" y="5"/>
                  </a:cubicBezTo>
                  <a:cubicBezTo>
                    <a:pt x="6" y="5"/>
                    <a:pt x="6" y="5"/>
                    <a:pt x="6" y="5"/>
                  </a:cubicBezTo>
                  <a:cubicBezTo>
                    <a:pt x="5" y="6"/>
                    <a:pt x="5" y="6"/>
                    <a:pt x="5" y="6"/>
                  </a:cubicBezTo>
                  <a:cubicBezTo>
                    <a:pt x="5" y="6"/>
                    <a:pt x="5" y="6"/>
                    <a:pt x="5" y="6"/>
                  </a:cubicBezTo>
                  <a:cubicBezTo>
                    <a:pt x="5" y="6"/>
                    <a:pt x="5" y="6"/>
                    <a:pt x="5" y="6"/>
                  </a:cubicBezTo>
                  <a:cubicBezTo>
                    <a:pt x="4" y="7"/>
                    <a:pt x="4" y="7"/>
                    <a:pt x="4" y="7"/>
                  </a:cubicBezTo>
                  <a:cubicBezTo>
                    <a:pt x="4" y="8"/>
                    <a:pt x="4" y="8"/>
                    <a:pt x="4" y="8"/>
                  </a:cubicBezTo>
                  <a:cubicBezTo>
                    <a:pt x="3" y="9"/>
                    <a:pt x="3" y="9"/>
                    <a:pt x="3" y="9"/>
                  </a:cubicBezTo>
                  <a:cubicBezTo>
                    <a:pt x="2" y="9"/>
                    <a:pt x="2" y="9"/>
                    <a:pt x="2" y="10"/>
                  </a:cubicBezTo>
                  <a:cubicBezTo>
                    <a:pt x="2" y="10"/>
                    <a:pt x="2" y="10"/>
                    <a:pt x="2" y="10"/>
                  </a:cubicBezTo>
                  <a:cubicBezTo>
                    <a:pt x="2" y="10"/>
                    <a:pt x="2" y="10"/>
                    <a:pt x="1" y="10"/>
                  </a:cubicBezTo>
                  <a:cubicBezTo>
                    <a:pt x="1" y="10"/>
                    <a:pt x="1" y="10"/>
                    <a:pt x="1" y="10"/>
                  </a:cubicBezTo>
                  <a:cubicBezTo>
                    <a:pt x="1" y="10"/>
                    <a:pt x="0" y="10"/>
                    <a:pt x="0" y="10"/>
                  </a:cubicBezTo>
                  <a:close/>
                </a:path>
              </a:pathLst>
            </a:custGeom>
            <a:grpFill/>
            <a:ln w="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Freeform 25">
              <a:extLst>
                <a:ext uri="{FF2B5EF4-FFF2-40B4-BE49-F238E27FC236}">
                  <a16:creationId xmlns:a16="http://schemas.microsoft.com/office/drawing/2014/main" id="{20BB460C-769B-547B-B733-DBBB97292778}"/>
                </a:ext>
              </a:extLst>
            </p:cNvPr>
            <p:cNvSpPr>
              <a:spLocks noEditPoints="1"/>
            </p:cNvSpPr>
            <p:nvPr/>
          </p:nvSpPr>
          <p:spPr bwMode="auto">
            <a:xfrm>
              <a:off x="10215563" y="1363663"/>
              <a:ext cx="46038" cy="41275"/>
            </a:xfrm>
            <a:custGeom>
              <a:avLst/>
              <a:gdLst>
                <a:gd name="T0" fmla="*/ 3 w 12"/>
                <a:gd name="T1" fmla="*/ 11 h 11"/>
                <a:gd name="T2" fmla="*/ 1 w 12"/>
                <a:gd name="T3" fmla="*/ 10 h 11"/>
                <a:gd name="T4" fmla="*/ 0 w 12"/>
                <a:gd name="T5" fmla="*/ 8 h 11"/>
                <a:gd name="T6" fmla="*/ 0 w 12"/>
                <a:gd name="T7" fmla="*/ 7 h 11"/>
                <a:gd name="T8" fmla="*/ 0 w 12"/>
                <a:gd name="T9" fmla="*/ 6 h 11"/>
                <a:gd name="T10" fmla="*/ 1 w 12"/>
                <a:gd name="T11" fmla="*/ 4 h 11"/>
                <a:gd name="T12" fmla="*/ 4 w 12"/>
                <a:gd name="T13" fmla="*/ 1 h 11"/>
                <a:gd name="T14" fmla="*/ 6 w 12"/>
                <a:gd name="T15" fmla="*/ 1 h 11"/>
                <a:gd name="T16" fmla="*/ 6 w 12"/>
                <a:gd name="T17" fmla="*/ 1 h 11"/>
                <a:gd name="T18" fmla="*/ 6 w 12"/>
                <a:gd name="T19" fmla="*/ 0 h 11"/>
                <a:gd name="T20" fmla="*/ 7 w 12"/>
                <a:gd name="T21" fmla="*/ 0 h 11"/>
                <a:gd name="T22" fmla="*/ 8 w 12"/>
                <a:gd name="T23" fmla="*/ 1 h 11"/>
                <a:gd name="T24" fmla="*/ 9 w 12"/>
                <a:gd name="T25" fmla="*/ 1 h 11"/>
                <a:gd name="T26" fmla="*/ 9 w 12"/>
                <a:gd name="T27" fmla="*/ 3 h 11"/>
                <a:gd name="T28" fmla="*/ 8 w 12"/>
                <a:gd name="T29" fmla="*/ 3 h 11"/>
                <a:gd name="T30" fmla="*/ 8 w 12"/>
                <a:gd name="T31" fmla="*/ 4 h 11"/>
                <a:gd name="T32" fmla="*/ 7 w 12"/>
                <a:gd name="T33" fmla="*/ 4 h 11"/>
                <a:gd name="T34" fmla="*/ 6 w 12"/>
                <a:gd name="T35" fmla="*/ 5 h 11"/>
                <a:gd name="T36" fmla="*/ 5 w 12"/>
                <a:gd name="T37" fmla="*/ 5 h 11"/>
                <a:gd name="T38" fmla="*/ 3 w 12"/>
                <a:gd name="T39" fmla="*/ 5 h 11"/>
                <a:gd name="T40" fmla="*/ 2 w 12"/>
                <a:gd name="T41" fmla="*/ 5 h 11"/>
                <a:gd name="T42" fmla="*/ 2 w 12"/>
                <a:gd name="T43" fmla="*/ 6 h 11"/>
                <a:gd name="T44" fmla="*/ 2 w 12"/>
                <a:gd name="T45" fmla="*/ 7 h 11"/>
                <a:gd name="T46" fmla="*/ 3 w 12"/>
                <a:gd name="T47" fmla="*/ 9 h 11"/>
                <a:gd name="T48" fmla="*/ 3 w 12"/>
                <a:gd name="T49" fmla="*/ 9 h 11"/>
                <a:gd name="T50" fmla="*/ 5 w 12"/>
                <a:gd name="T51" fmla="*/ 8 h 11"/>
                <a:gd name="T52" fmla="*/ 9 w 12"/>
                <a:gd name="T53" fmla="*/ 5 h 11"/>
                <a:gd name="T54" fmla="*/ 10 w 12"/>
                <a:gd name="T55" fmla="*/ 4 h 11"/>
                <a:gd name="T56" fmla="*/ 11 w 12"/>
                <a:gd name="T57" fmla="*/ 3 h 11"/>
                <a:gd name="T58" fmla="*/ 11 w 12"/>
                <a:gd name="T59" fmla="*/ 3 h 11"/>
                <a:gd name="T60" fmla="*/ 12 w 12"/>
                <a:gd name="T61" fmla="*/ 4 h 11"/>
                <a:gd name="T62" fmla="*/ 12 w 12"/>
                <a:gd name="T63" fmla="*/ 4 h 11"/>
                <a:gd name="T64" fmla="*/ 11 w 12"/>
                <a:gd name="T65" fmla="*/ 5 h 11"/>
                <a:gd name="T66" fmla="*/ 4 w 12"/>
                <a:gd name="T67" fmla="*/ 11 h 11"/>
                <a:gd name="T68" fmla="*/ 3 w 12"/>
                <a:gd name="T69" fmla="*/ 11 h 11"/>
                <a:gd name="T70" fmla="*/ 5 w 12"/>
                <a:gd name="T71" fmla="*/ 3 h 11"/>
                <a:gd name="T72" fmla="*/ 7 w 12"/>
                <a:gd name="T73" fmla="*/ 2 h 11"/>
                <a:gd name="T74" fmla="*/ 7 w 12"/>
                <a:gd name="T75" fmla="*/ 2 h 11"/>
                <a:gd name="T76" fmla="*/ 4 w 12"/>
                <a:gd name="T77" fmla="*/ 3 h 11"/>
                <a:gd name="T78" fmla="*/ 4 w 12"/>
                <a:gd name="T79" fmla="*/ 4 h 11"/>
                <a:gd name="T80" fmla="*/ 5 w 12"/>
                <a:gd name="T81" fmla="*/ 3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2" h="11">
                  <a:moveTo>
                    <a:pt x="3" y="11"/>
                  </a:moveTo>
                  <a:cubicBezTo>
                    <a:pt x="2" y="10"/>
                    <a:pt x="2" y="11"/>
                    <a:pt x="1" y="10"/>
                  </a:cubicBezTo>
                  <a:cubicBezTo>
                    <a:pt x="1" y="10"/>
                    <a:pt x="1" y="9"/>
                    <a:pt x="0" y="8"/>
                  </a:cubicBezTo>
                  <a:cubicBezTo>
                    <a:pt x="0" y="7"/>
                    <a:pt x="0" y="7"/>
                    <a:pt x="0" y="7"/>
                  </a:cubicBezTo>
                  <a:cubicBezTo>
                    <a:pt x="0" y="6"/>
                    <a:pt x="0" y="6"/>
                    <a:pt x="0" y="6"/>
                  </a:cubicBezTo>
                  <a:cubicBezTo>
                    <a:pt x="1" y="5"/>
                    <a:pt x="1" y="5"/>
                    <a:pt x="1" y="4"/>
                  </a:cubicBezTo>
                  <a:cubicBezTo>
                    <a:pt x="2" y="3"/>
                    <a:pt x="3" y="2"/>
                    <a:pt x="4" y="1"/>
                  </a:cubicBezTo>
                  <a:cubicBezTo>
                    <a:pt x="4" y="1"/>
                    <a:pt x="5" y="1"/>
                    <a:pt x="6" y="1"/>
                  </a:cubicBezTo>
                  <a:cubicBezTo>
                    <a:pt x="6" y="1"/>
                    <a:pt x="6" y="1"/>
                    <a:pt x="6" y="1"/>
                  </a:cubicBezTo>
                  <a:cubicBezTo>
                    <a:pt x="6" y="0"/>
                    <a:pt x="6" y="0"/>
                    <a:pt x="6" y="0"/>
                  </a:cubicBezTo>
                  <a:cubicBezTo>
                    <a:pt x="6" y="0"/>
                    <a:pt x="7" y="0"/>
                    <a:pt x="7" y="0"/>
                  </a:cubicBezTo>
                  <a:cubicBezTo>
                    <a:pt x="8" y="0"/>
                    <a:pt x="8" y="0"/>
                    <a:pt x="8" y="1"/>
                  </a:cubicBezTo>
                  <a:cubicBezTo>
                    <a:pt x="8" y="1"/>
                    <a:pt x="9" y="1"/>
                    <a:pt x="9" y="1"/>
                  </a:cubicBezTo>
                  <a:cubicBezTo>
                    <a:pt x="9" y="2"/>
                    <a:pt x="9" y="2"/>
                    <a:pt x="9" y="3"/>
                  </a:cubicBezTo>
                  <a:cubicBezTo>
                    <a:pt x="8" y="3"/>
                    <a:pt x="8" y="3"/>
                    <a:pt x="8" y="3"/>
                  </a:cubicBezTo>
                  <a:cubicBezTo>
                    <a:pt x="8" y="3"/>
                    <a:pt x="8" y="3"/>
                    <a:pt x="8" y="4"/>
                  </a:cubicBezTo>
                  <a:cubicBezTo>
                    <a:pt x="7" y="4"/>
                    <a:pt x="8" y="4"/>
                    <a:pt x="7" y="4"/>
                  </a:cubicBezTo>
                  <a:cubicBezTo>
                    <a:pt x="7" y="4"/>
                    <a:pt x="7" y="4"/>
                    <a:pt x="6" y="5"/>
                  </a:cubicBezTo>
                  <a:cubicBezTo>
                    <a:pt x="6" y="5"/>
                    <a:pt x="6" y="5"/>
                    <a:pt x="5" y="5"/>
                  </a:cubicBezTo>
                  <a:cubicBezTo>
                    <a:pt x="4" y="5"/>
                    <a:pt x="4" y="5"/>
                    <a:pt x="3" y="5"/>
                  </a:cubicBezTo>
                  <a:cubicBezTo>
                    <a:pt x="3" y="5"/>
                    <a:pt x="2" y="5"/>
                    <a:pt x="2" y="5"/>
                  </a:cubicBezTo>
                  <a:cubicBezTo>
                    <a:pt x="2" y="6"/>
                    <a:pt x="2" y="6"/>
                    <a:pt x="2" y="6"/>
                  </a:cubicBezTo>
                  <a:cubicBezTo>
                    <a:pt x="2" y="7"/>
                    <a:pt x="2" y="7"/>
                    <a:pt x="2" y="7"/>
                  </a:cubicBezTo>
                  <a:cubicBezTo>
                    <a:pt x="2" y="9"/>
                    <a:pt x="2" y="9"/>
                    <a:pt x="3" y="9"/>
                  </a:cubicBezTo>
                  <a:cubicBezTo>
                    <a:pt x="3" y="9"/>
                    <a:pt x="3" y="9"/>
                    <a:pt x="3" y="9"/>
                  </a:cubicBezTo>
                  <a:cubicBezTo>
                    <a:pt x="4" y="9"/>
                    <a:pt x="5" y="9"/>
                    <a:pt x="5" y="8"/>
                  </a:cubicBezTo>
                  <a:cubicBezTo>
                    <a:pt x="8" y="7"/>
                    <a:pt x="8" y="6"/>
                    <a:pt x="9" y="5"/>
                  </a:cubicBezTo>
                  <a:cubicBezTo>
                    <a:pt x="10" y="5"/>
                    <a:pt x="10" y="4"/>
                    <a:pt x="10" y="4"/>
                  </a:cubicBezTo>
                  <a:cubicBezTo>
                    <a:pt x="11" y="3"/>
                    <a:pt x="11" y="3"/>
                    <a:pt x="11" y="3"/>
                  </a:cubicBezTo>
                  <a:cubicBezTo>
                    <a:pt x="11" y="3"/>
                    <a:pt x="11" y="3"/>
                    <a:pt x="11" y="3"/>
                  </a:cubicBezTo>
                  <a:cubicBezTo>
                    <a:pt x="11" y="3"/>
                    <a:pt x="12" y="4"/>
                    <a:pt x="12" y="4"/>
                  </a:cubicBezTo>
                  <a:cubicBezTo>
                    <a:pt x="12" y="4"/>
                    <a:pt x="12" y="4"/>
                    <a:pt x="12" y="4"/>
                  </a:cubicBezTo>
                  <a:cubicBezTo>
                    <a:pt x="12" y="4"/>
                    <a:pt x="12" y="5"/>
                    <a:pt x="11" y="5"/>
                  </a:cubicBezTo>
                  <a:cubicBezTo>
                    <a:pt x="11" y="5"/>
                    <a:pt x="8" y="9"/>
                    <a:pt x="4" y="11"/>
                  </a:cubicBezTo>
                  <a:lnTo>
                    <a:pt x="3" y="11"/>
                  </a:lnTo>
                  <a:close/>
                  <a:moveTo>
                    <a:pt x="5" y="3"/>
                  </a:moveTo>
                  <a:cubicBezTo>
                    <a:pt x="6" y="3"/>
                    <a:pt x="7" y="2"/>
                    <a:pt x="7" y="2"/>
                  </a:cubicBezTo>
                  <a:cubicBezTo>
                    <a:pt x="7" y="2"/>
                    <a:pt x="7" y="2"/>
                    <a:pt x="7" y="2"/>
                  </a:cubicBezTo>
                  <a:cubicBezTo>
                    <a:pt x="6" y="2"/>
                    <a:pt x="6" y="2"/>
                    <a:pt x="4" y="3"/>
                  </a:cubicBezTo>
                  <a:cubicBezTo>
                    <a:pt x="4" y="4"/>
                    <a:pt x="4" y="4"/>
                    <a:pt x="4" y="4"/>
                  </a:cubicBezTo>
                  <a:lnTo>
                    <a:pt x="5" y="3"/>
                  </a:lnTo>
                  <a:close/>
                </a:path>
              </a:pathLst>
            </a:custGeom>
            <a:grpFill/>
            <a:ln w="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Freeform 26">
              <a:extLst>
                <a:ext uri="{FF2B5EF4-FFF2-40B4-BE49-F238E27FC236}">
                  <a16:creationId xmlns:a16="http://schemas.microsoft.com/office/drawing/2014/main" id="{E13E16F3-54A4-8C7A-7D81-261FC8C001EC}"/>
                </a:ext>
              </a:extLst>
            </p:cNvPr>
            <p:cNvSpPr>
              <a:spLocks noEditPoints="1"/>
            </p:cNvSpPr>
            <p:nvPr/>
          </p:nvSpPr>
          <p:spPr bwMode="auto">
            <a:xfrm>
              <a:off x="10234613" y="1363663"/>
              <a:ext cx="49213" cy="57150"/>
            </a:xfrm>
            <a:custGeom>
              <a:avLst/>
              <a:gdLst>
                <a:gd name="T0" fmla="*/ 0 w 13"/>
                <a:gd name="T1" fmla="*/ 13 h 15"/>
                <a:gd name="T2" fmla="*/ 1 w 13"/>
                <a:gd name="T3" fmla="*/ 12 h 15"/>
                <a:gd name="T4" fmla="*/ 3 w 13"/>
                <a:gd name="T5" fmla="*/ 10 h 15"/>
                <a:gd name="T6" fmla="*/ 4 w 13"/>
                <a:gd name="T7" fmla="*/ 9 h 15"/>
                <a:gd name="T8" fmla="*/ 5 w 13"/>
                <a:gd name="T9" fmla="*/ 8 h 15"/>
                <a:gd name="T10" fmla="*/ 5 w 13"/>
                <a:gd name="T11" fmla="*/ 7 h 15"/>
                <a:gd name="T12" fmla="*/ 5 w 13"/>
                <a:gd name="T13" fmla="*/ 4 h 15"/>
                <a:gd name="T14" fmla="*/ 9 w 13"/>
                <a:gd name="T15" fmla="*/ 0 h 15"/>
                <a:gd name="T16" fmla="*/ 10 w 13"/>
                <a:gd name="T17" fmla="*/ 0 h 15"/>
                <a:gd name="T18" fmla="*/ 11 w 13"/>
                <a:gd name="T19" fmla="*/ 1 h 15"/>
                <a:gd name="T20" fmla="*/ 9 w 13"/>
                <a:gd name="T21" fmla="*/ 2 h 15"/>
                <a:gd name="T22" fmla="*/ 9 w 13"/>
                <a:gd name="T23" fmla="*/ 2 h 15"/>
                <a:gd name="T24" fmla="*/ 8 w 13"/>
                <a:gd name="T25" fmla="*/ 3 h 15"/>
                <a:gd name="T26" fmla="*/ 6 w 13"/>
                <a:gd name="T27" fmla="*/ 5 h 15"/>
                <a:gd name="T28" fmla="*/ 7 w 13"/>
                <a:gd name="T29" fmla="*/ 6 h 15"/>
                <a:gd name="T30" fmla="*/ 8 w 13"/>
                <a:gd name="T31" fmla="*/ 6 h 15"/>
                <a:gd name="T32" fmla="*/ 10 w 13"/>
                <a:gd name="T33" fmla="*/ 4 h 15"/>
                <a:gd name="T34" fmla="*/ 10 w 13"/>
                <a:gd name="T35" fmla="*/ 4 h 15"/>
                <a:gd name="T36" fmla="*/ 11 w 13"/>
                <a:gd name="T37" fmla="*/ 4 h 15"/>
                <a:gd name="T38" fmla="*/ 12 w 13"/>
                <a:gd name="T39" fmla="*/ 3 h 15"/>
                <a:gd name="T40" fmla="*/ 13 w 13"/>
                <a:gd name="T41" fmla="*/ 3 h 15"/>
                <a:gd name="T42" fmla="*/ 13 w 13"/>
                <a:gd name="T43" fmla="*/ 4 h 15"/>
                <a:gd name="T44" fmla="*/ 13 w 13"/>
                <a:gd name="T45" fmla="*/ 4 h 15"/>
                <a:gd name="T46" fmla="*/ 12 w 13"/>
                <a:gd name="T47" fmla="*/ 4 h 15"/>
                <a:gd name="T48" fmla="*/ 12 w 13"/>
                <a:gd name="T49" fmla="*/ 4 h 15"/>
                <a:gd name="T50" fmla="*/ 9 w 13"/>
                <a:gd name="T51" fmla="*/ 6 h 15"/>
                <a:gd name="T52" fmla="*/ 8 w 13"/>
                <a:gd name="T53" fmla="*/ 7 h 15"/>
                <a:gd name="T54" fmla="*/ 7 w 13"/>
                <a:gd name="T55" fmla="*/ 7 h 15"/>
                <a:gd name="T56" fmla="*/ 7 w 13"/>
                <a:gd name="T57" fmla="*/ 7 h 15"/>
                <a:gd name="T58" fmla="*/ 7 w 13"/>
                <a:gd name="T59" fmla="*/ 8 h 15"/>
                <a:gd name="T60" fmla="*/ 8 w 13"/>
                <a:gd name="T61" fmla="*/ 10 h 15"/>
                <a:gd name="T62" fmla="*/ 6 w 13"/>
                <a:gd name="T63" fmla="*/ 13 h 15"/>
                <a:gd name="T64" fmla="*/ 6 w 13"/>
                <a:gd name="T65" fmla="*/ 13 h 15"/>
                <a:gd name="T66" fmla="*/ 5 w 13"/>
                <a:gd name="T67" fmla="*/ 14 h 15"/>
                <a:gd name="T68" fmla="*/ 4 w 13"/>
                <a:gd name="T69" fmla="*/ 14 h 15"/>
                <a:gd name="T70" fmla="*/ 1 w 13"/>
                <a:gd name="T71" fmla="*/ 14 h 15"/>
                <a:gd name="T72" fmla="*/ 3 w 13"/>
                <a:gd name="T73" fmla="*/ 13 h 15"/>
                <a:gd name="T74" fmla="*/ 6 w 13"/>
                <a:gd name="T75" fmla="*/ 10 h 15"/>
                <a:gd name="T76" fmla="*/ 6 w 13"/>
                <a:gd name="T77" fmla="*/ 9 h 15"/>
                <a:gd name="T78" fmla="*/ 5 w 13"/>
                <a:gd name="T79" fmla="*/ 9 h 15"/>
                <a:gd name="T80" fmla="*/ 4 w 13"/>
                <a:gd name="T81" fmla="*/ 9 h 15"/>
                <a:gd name="T82" fmla="*/ 2 w 13"/>
                <a:gd name="T83" fmla="*/ 11 h 15"/>
                <a:gd name="T84" fmla="*/ 2 w 13"/>
                <a:gd name="T85" fmla="*/ 13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 h="15">
                  <a:moveTo>
                    <a:pt x="1" y="14"/>
                  </a:moveTo>
                  <a:cubicBezTo>
                    <a:pt x="1" y="14"/>
                    <a:pt x="0" y="14"/>
                    <a:pt x="0" y="13"/>
                  </a:cubicBezTo>
                  <a:cubicBezTo>
                    <a:pt x="0" y="13"/>
                    <a:pt x="0" y="13"/>
                    <a:pt x="0" y="12"/>
                  </a:cubicBezTo>
                  <a:cubicBezTo>
                    <a:pt x="1" y="12"/>
                    <a:pt x="1" y="12"/>
                    <a:pt x="1" y="12"/>
                  </a:cubicBezTo>
                  <a:cubicBezTo>
                    <a:pt x="1" y="11"/>
                    <a:pt x="2" y="10"/>
                    <a:pt x="3" y="10"/>
                  </a:cubicBezTo>
                  <a:cubicBezTo>
                    <a:pt x="3" y="10"/>
                    <a:pt x="3" y="10"/>
                    <a:pt x="3" y="10"/>
                  </a:cubicBezTo>
                  <a:cubicBezTo>
                    <a:pt x="3" y="9"/>
                    <a:pt x="3" y="9"/>
                    <a:pt x="3" y="9"/>
                  </a:cubicBezTo>
                  <a:cubicBezTo>
                    <a:pt x="4" y="9"/>
                    <a:pt x="4" y="9"/>
                    <a:pt x="4" y="9"/>
                  </a:cubicBezTo>
                  <a:cubicBezTo>
                    <a:pt x="4" y="8"/>
                    <a:pt x="4" y="8"/>
                    <a:pt x="5" y="8"/>
                  </a:cubicBezTo>
                  <a:cubicBezTo>
                    <a:pt x="5" y="8"/>
                    <a:pt x="5" y="8"/>
                    <a:pt x="5" y="8"/>
                  </a:cubicBezTo>
                  <a:cubicBezTo>
                    <a:pt x="5" y="8"/>
                    <a:pt x="5" y="7"/>
                    <a:pt x="5" y="7"/>
                  </a:cubicBezTo>
                  <a:cubicBezTo>
                    <a:pt x="5" y="7"/>
                    <a:pt x="5" y="7"/>
                    <a:pt x="5" y="7"/>
                  </a:cubicBezTo>
                  <a:cubicBezTo>
                    <a:pt x="5" y="6"/>
                    <a:pt x="5" y="6"/>
                    <a:pt x="5" y="6"/>
                  </a:cubicBezTo>
                  <a:cubicBezTo>
                    <a:pt x="5" y="5"/>
                    <a:pt x="5" y="5"/>
                    <a:pt x="5" y="4"/>
                  </a:cubicBezTo>
                  <a:cubicBezTo>
                    <a:pt x="6" y="2"/>
                    <a:pt x="7" y="1"/>
                    <a:pt x="9" y="1"/>
                  </a:cubicBezTo>
                  <a:cubicBezTo>
                    <a:pt x="9" y="0"/>
                    <a:pt x="9" y="0"/>
                    <a:pt x="9" y="0"/>
                  </a:cubicBezTo>
                  <a:cubicBezTo>
                    <a:pt x="9" y="0"/>
                    <a:pt x="9" y="0"/>
                    <a:pt x="10" y="0"/>
                  </a:cubicBezTo>
                  <a:cubicBezTo>
                    <a:pt x="10" y="0"/>
                    <a:pt x="10" y="0"/>
                    <a:pt x="10" y="0"/>
                  </a:cubicBezTo>
                  <a:cubicBezTo>
                    <a:pt x="11" y="0"/>
                    <a:pt x="11" y="0"/>
                    <a:pt x="11" y="1"/>
                  </a:cubicBezTo>
                  <a:cubicBezTo>
                    <a:pt x="11" y="1"/>
                    <a:pt x="11" y="1"/>
                    <a:pt x="11" y="1"/>
                  </a:cubicBezTo>
                  <a:cubicBezTo>
                    <a:pt x="11" y="1"/>
                    <a:pt x="11" y="1"/>
                    <a:pt x="11" y="2"/>
                  </a:cubicBezTo>
                  <a:cubicBezTo>
                    <a:pt x="10" y="2"/>
                    <a:pt x="10" y="2"/>
                    <a:pt x="9" y="2"/>
                  </a:cubicBezTo>
                  <a:cubicBezTo>
                    <a:pt x="9" y="2"/>
                    <a:pt x="9" y="2"/>
                    <a:pt x="9" y="2"/>
                  </a:cubicBezTo>
                  <a:cubicBezTo>
                    <a:pt x="9" y="2"/>
                    <a:pt x="9" y="2"/>
                    <a:pt x="9" y="2"/>
                  </a:cubicBezTo>
                  <a:cubicBezTo>
                    <a:pt x="9" y="3"/>
                    <a:pt x="9" y="3"/>
                    <a:pt x="9" y="3"/>
                  </a:cubicBezTo>
                  <a:cubicBezTo>
                    <a:pt x="8" y="3"/>
                    <a:pt x="8" y="3"/>
                    <a:pt x="8" y="3"/>
                  </a:cubicBezTo>
                  <a:cubicBezTo>
                    <a:pt x="8" y="3"/>
                    <a:pt x="7" y="3"/>
                    <a:pt x="7" y="4"/>
                  </a:cubicBezTo>
                  <a:cubicBezTo>
                    <a:pt x="7" y="4"/>
                    <a:pt x="6" y="5"/>
                    <a:pt x="6" y="5"/>
                  </a:cubicBezTo>
                  <a:cubicBezTo>
                    <a:pt x="6" y="5"/>
                    <a:pt x="6" y="6"/>
                    <a:pt x="6" y="6"/>
                  </a:cubicBezTo>
                  <a:cubicBezTo>
                    <a:pt x="6" y="6"/>
                    <a:pt x="6" y="6"/>
                    <a:pt x="7" y="6"/>
                  </a:cubicBezTo>
                  <a:cubicBezTo>
                    <a:pt x="7" y="6"/>
                    <a:pt x="7" y="6"/>
                    <a:pt x="7" y="6"/>
                  </a:cubicBezTo>
                  <a:cubicBezTo>
                    <a:pt x="7" y="6"/>
                    <a:pt x="8" y="6"/>
                    <a:pt x="8" y="6"/>
                  </a:cubicBezTo>
                  <a:cubicBezTo>
                    <a:pt x="8" y="6"/>
                    <a:pt x="8" y="6"/>
                    <a:pt x="8" y="5"/>
                  </a:cubicBezTo>
                  <a:cubicBezTo>
                    <a:pt x="10" y="4"/>
                    <a:pt x="10" y="4"/>
                    <a:pt x="10" y="4"/>
                  </a:cubicBezTo>
                  <a:cubicBezTo>
                    <a:pt x="10" y="4"/>
                    <a:pt x="10" y="4"/>
                    <a:pt x="10" y="4"/>
                  </a:cubicBezTo>
                  <a:cubicBezTo>
                    <a:pt x="10" y="4"/>
                    <a:pt x="10" y="4"/>
                    <a:pt x="10" y="4"/>
                  </a:cubicBezTo>
                  <a:cubicBezTo>
                    <a:pt x="11" y="4"/>
                    <a:pt x="11" y="4"/>
                    <a:pt x="11" y="4"/>
                  </a:cubicBezTo>
                  <a:cubicBezTo>
                    <a:pt x="11" y="4"/>
                    <a:pt x="11" y="4"/>
                    <a:pt x="11" y="4"/>
                  </a:cubicBezTo>
                  <a:cubicBezTo>
                    <a:pt x="12" y="3"/>
                    <a:pt x="12" y="3"/>
                    <a:pt x="12" y="3"/>
                  </a:cubicBezTo>
                  <a:cubicBezTo>
                    <a:pt x="12" y="3"/>
                    <a:pt x="12" y="3"/>
                    <a:pt x="12" y="3"/>
                  </a:cubicBezTo>
                  <a:cubicBezTo>
                    <a:pt x="13" y="3"/>
                    <a:pt x="13" y="3"/>
                    <a:pt x="13" y="3"/>
                  </a:cubicBezTo>
                  <a:cubicBezTo>
                    <a:pt x="13" y="3"/>
                    <a:pt x="13" y="3"/>
                    <a:pt x="13" y="3"/>
                  </a:cubicBezTo>
                  <a:cubicBezTo>
                    <a:pt x="13" y="3"/>
                    <a:pt x="13" y="3"/>
                    <a:pt x="13" y="3"/>
                  </a:cubicBezTo>
                  <a:cubicBezTo>
                    <a:pt x="13" y="4"/>
                    <a:pt x="13" y="4"/>
                    <a:pt x="13" y="4"/>
                  </a:cubicBezTo>
                  <a:cubicBezTo>
                    <a:pt x="13" y="4"/>
                    <a:pt x="13" y="4"/>
                    <a:pt x="13" y="4"/>
                  </a:cubicBezTo>
                  <a:cubicBezTo>
                    <a:pt x="13" y="4"/>
                    <a:pt x="13" y="4"/>
                    <a:pt x="13"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1" y="5"/>
                    <a:pt x="10" y="6"/>
                    <a:pt x="9" y="6"/>
                  </a:cubicBezTo>
                  <a:cubicBezTo>
                    <a:pt x="8" y="6"/>
                    <a:pt x="8" y="6"/>
                    <a:pt x="8" y="6"/>
                  </a:cubicBezTo>
                  <a:cubicBezTo>
                    <a:pt x="8" y="7"/>
                    <a:pt x="8" y="7"/>
                    <a:pt x="8" y="7"/>
                  </a:cubicBezTo>
                  <a:cubicBezTo>
                    <a:pt x="8" y="7"/>
                    <a:pt x="8" y="7"/>
                    <a:pt x="8" y="7"/>
                  </a:cubicBezTo>
                  <a:cubicBezTo>
                    <a:pt x="8" y="7"/>
                    <a:pt x="8" y="7"/>
                    <a:pt x="7" y="7"/>
                  </a:cubicBezTo>
                  <a:cubicBezTo>
                    <a:pt x="7" y="7"/>
                    <a:pt x="7" y="7"/>
                    <a:pt x="7" y="7"/>
                  </a:cubicBezTo>
                  <a:cubicBezTo>
                    <a:pt x="7" y="7"/>
                    <a:pt x="7" y="7"/>
                    <a:pt x="7" y="7"/>
                  </a:cubicBezTo>
                  <a:cubicBezTo>
                    <a:pt x="7" y="7"/>
                    <a:pt x="7" y="8"/>
                    <a:pt x="7" y="8"/>
                  </a:cubicBezTo>
                  <a:cubicBezTo>
                    <a:pt x="7" y="8"/>
                    <a:pt x="7" y="8"/>
                    <a:pt x="7" y="8"/>
                  </a:cubicBezTo>
                  <a:cubicBezTo>
                    <a:pt x="7" y="8"/>
                    <a:pt x="8" y="9"/>
                    <a:pt x="8" y="10"/>
                  </a:cubicBezTo>
                  <a:cubicBezTo>
                    <a:pt x="8" y="10"/>
                    <a:pt x="8" y="10"/>
                    <a:pt x="8" y="10"/>
                  </a:cubicBezTo>
                  <a:cubicBezTo>
                    <a:pt x="8" y="10"/>
                    <a:pt x="8" y="10"/>
                    <a:pt x="8" y="10"/>
                  </a:cubicBezTo>
                  <a:cubicBezTo>
                    <a:pt x="7" y="11"/>
                    <a:pt x="7" y="12"/>
                    <a:pt x="6" y="13"/>
                  </a:cubicBezTo>
                  <a:cubicBezTo>
                    <a:pt x="6" y="13"/>
                    <a:pt x="6" y="13"/>
                    <a:pt x="6" y="13"/>
                  </a:cubicBezTo>
                  <a:cubicBezTo>
                    <a:pt x="6" y="13"/>
                    <a:pt x="6" y="13"/>
                    <a:pt x="6" y="13"/>
                  </a:cubicBezTo>
                  <a:cubicBezTo>
                    <a:pt x="6" y="13"/>
                    <a:pt x="6" y="13"/>
                    <a:pt x="6" y="13"/>
                  </a:cubicBezTo>
                  <a:cubicBezTo>
                    <a:pt x="6" y="13"/>
                    <a:pt x="5" y="13"/>
                    <a:pt x="5" y="14"/>
                  </a:cubicBezTo>
                  <a:cubicBezTo>
                    <a:pt x="5" y="14"/>
                    <a:pt x="5" y="14"/>
                    <a:pt x="4" y="14"/>
                  </a:cubicBezTo>
                  <a:cubicBezTo>
                    <a:pt x="4" y="14"/>
                    <a:pt x="4" y="14"/>
                    <a:pt x="4" y="14"/>
                  </a:cubicBezTo>
                  <a:cubicBezTo>
                    <a:pt x="3" y="14"/>
                    <a:pt x="3" y="15"/>
                    <a:pt x="2" y="15"/>
                  </a:cubicBezTo>
                  <a:cubicBezTo>
                    <a:pt x="2" y="15"/>
                    <a:pt x="1" y="14"/>
                    <a:pt x="1" y="14"/>
                  </a:cubicBezTo>
                  <a:close/>
                  <a:moveTo>
                    <a:pt x="2" y="13"/>
                  </a:moveTo>
                  <a:cubicBezTo>
                    <a:pt x="3" y="13"/>
                    <a:pt x="3" y="13"/>
                    <a:pt x="3" y="13"/>
                  </a:cubicBezTo>
                  <a:cubicBezTo>
                    <a:pt x="4" y="12"/>
                    <a:pt x="5" y="12"/>
                    <a:pt x="6" y="11"/>
                  </a:cubicBezTo>
                  <a:cubicBezTo>
                    <a:pt x="6" y="10"/>
                    <a:pt x="6" y="10"/>
                    <a:pt x="6" y="10"/>
                  </a:cubicBezTo>
                  <a:cubicBezTo>
                    <a:pt x="6" y="10"/>
                    <a:pt x="6" y="10"/>
                    <a:pt x="6" y="10"/>
                  </a:cubicBezTo>
                  <a:cubicBezTo>
                    <a:pt x="6" y="9"/>
                    <a:pt x="6" y="9"/>
                    <a:pt x="6" y="9"/>
                  </a:cubicBezTo>
                  <a:cubicBezTo>
                    <a:pt x="6" y="9"/>
                    <a:pt x="5" y="9"/>
                    <a:pt x="5" y="9"/>
                  </a:cubicBezTo>
                  <a:cubicBezTo>
                    <a:pt x="5" y="9"/>
                    <a:pt x="5" y="9"/>
                    <a:pt x="5" y="9"/>
                  </a:cubicBezTo>
                  <a:cubicBezTo>
                    <a:pt x="5" y="9"/>
                    <a:pt x="5" y="9"/>
                    <a:pt x="5" y="9"/>
                  </a:cubicBezTo>
                  <a:cubicBezTo>
                    <a:pt x="4" y="9"/>
                    <a:pt x="4" y="9"/>
                    <a:pt x="4" y="9"/>
                  </a:cubicBezTo>
                  <a:cubicBezTo>
                    <a:pt x="4" y="9"/>
                    <a:pt x="4" y="10"/>
                    <a:pt x="4" y="10"/>
                  </a:cubicBezTo>
                  <a:cubicBezTo>
                    <a:pt x="3" y="10"/>
                    <a:pt x="3" y="11"/>
                    <a:pt x="2" y="11"/>
                  </a:cubicBezTo>
                  <a:cubicBezTo>
                    <a:pt x="2" y="12"/>
                    <a:pt x="2" y="12"/>
                    <a:pt x="2" y="13"/>
                  </a:cubicBezTo>
                  <a:cubicBezTo>
                    <a:pt x="2" y="13"/>
                    <a:pt x="2" y="13"/>
                    <a:pt x="2" y="13"/>
                  </a:cubicBezTo>
                  <a:cubicBezTo>
                    <a:pt x="2" y="13"/>
                    <a:pt x="2" y="13"/>
                    <a:pt x="2" y="13"/>
                  </a:cubicBezTo>
                  <a:close/>
                </a:path>
              </a:pathLst>
            </a:custGeom>
            <a:grpFill/>
            <a:ln w="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cxnSp>
        <p:nvCxnSpPr>
          <p:cNvPr id="61" name="Straight Connector 60">
            <a:extLst>
              <a:ext uri="{FF2B5EF4-FFF2-40B4-BE49-F238E27FC236}">
                <a16:creationId xmlns:a16="http://schemas.microsoft.com/office/drawing/2014/main" id="{2778A5F0-504A-024E-EA4F-AD755AFD7D6D}"/>
              </a:ext>
            </a:extLst>
          </p:cNvPr>
          <p:cNvCxnSpPr>
            <a:cxnSpLocks/>
          </p:cNvCxnSpPr>
          <p:nvPr/>
        </p:nvCxnSpPr>
        <p:spPr>
          <a:xfrm>
            <a:off x="692150" y="1498600"/>
            <a:ext cx="57949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Picture Placeholder 3">
            <a:extLst>
              <a:ext uri="{FF2B5EF4-FFF2-40B4-BE49-F238E27FC236}">
                <a16:creationId xmlns:a16="http://schemas.microsoft.com/office/drawing/2014/main" id="{FAC42DED-10E0-10E0-09E7-C43E930DDBAA}"/>
              </a:ext>
            </a:extLst>
          </p:cNvPr>
          <p:cNvSpPr>
            <a:spLocks noGrp="1"/>
          </p:cNvSpPr>
          <p:nvPr>
            <p:ph type="pic" sz="quarter" idx="10"/>
          </p:nvPr>
        </p:nvSpPr>
        <p:spPr/>
      </p:sp>
    </p:spTree>
    <p:extLst>
      <p:ext uri="{BB962C8B-B14F-4D97-AF65-F5344CB8AC3E}">
        <p14:creationId xmlns:p14="http://schemas.microsoft.com/office/powerpoint/2010/main" val="2797619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61EDBC-3E4F-C6AA-CAA2-E73D6294B550}"/>
              </a:ext>
            </a:extLst>
          </p:cNvPr>
          <p:cNvSpPr/>
          <p:nvPr/>
        </p:nvSpPr>
        <p:spPr>
          <a:xfrm>
            <a:off x="5426192" y="2792626"/>
            <a:ext cx="5051307" cy="1230273"/>
          </a:xfrm>
          <a:prstGeom prst="rect">
            <a:avLst/>
          </a:prstGeom>
        </p:spPr>
        <p:txBody>
          <a:bodyPr wrap="square">
            <a:spAutoFit/>
          </a:bodyPr>
          <a:lstStyle/>
          <a:p>
            <a:pPr>
              <a:lnSpc>
                <a:spcPts val="1500"/>
              </a:lnSpc>
            </a:pPr>
            <a:r>
              <a:rPr lang="en-US" sz="1000" b="0" i="0" dirty="0">
                <a:solidFill>
                  <a:srgbClr val="000000"/>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using Lorem Ipsum is that it has a more-or-less normal distribution of letters, as opposed to using 'Content here, content here', making it look like readable English. Many desktop publishing packages and web page editors now use Lorem Ipsum as their default model text, and a search for 'lorem ipsum' will uncover many web sites still in their infancy. </a:t>
            </a:r>
            <a:endPar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p:txBody>
      </p:sp>
      <p:sp>
        <p:nvSpPr>
          <p:cNvPr id="2" name="Rectangle 1">
            <a:extLst>
              <a:ext uri="{FF2B5EF4-FFF2-40B4-BE49-F238E27FC236}">
                <a16:creationId xmlns:a16="http://schemas.microsoft.com/office/drawing/2014/main" id="{3A17BB19-1F4E-B569-9C5E-F19C20D7ACBF}"/>
              </a:ext>
            </a:extLst>
          </p:cNvPr>
          <p:cNvSpPr/>
          <p:nvPr/>
        </p:nvSpPr>
        <p:spPr>
          <a:xfrm>
            <a:off x="5426193" y="1084652"/>
            <a:ext cx="6384807" cy="1217641"/>
          </a:xfrm>
          <a:prstGeom prst="rect">
            <a:avLst/>
          </a:prstGeom>
        </p:spPr>
        <p:txBody>
          <a:bodyPr wrap="square">
            <a:spAutoFit/>
          </a:bodyPr>
          <a:lstStyle/>
          <a:p>
            <a:pPr>
              <a:lnSpc>
                <a:spcPts val="4500"/>
              </a:lnSpc>
            </a:pP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MORE THAN </a:t>
            </a:r>
            <a:r>
              <a:rPr lang="en-US" sz="3000" dirty="0">
                <a:solidFill>
                  <a:schemeClr val="accent3"/>
                </a:solidFill>
                <a:latin typeface="Jost SemiBold" pitchFamily="2" charset="0"/>
                <a:ea typeface="Jost SemiBold" pitchFamily="2" charset="0"/>
                <a:cs typeface="Inter Semi Bold" panose="02000703000000020004" pitchFamily="50" charset="0"/>
              </a:rPr>
              <a:t>35+ YEARS, </a:t>
            </a: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WE</a:t>
            </a:r>
            <a:r>
              <a:rPr lang="en-US" sz="3000" dirty="0">
                <a:solidFill>
                  <a:schemeClr val="accent3"/>
                </a:solidFill>
                <a:latin typeface="Jost SemiBold" pitchFamily="2" charset="0"/>
                <a:ea typeface="Jost SemiBold" pitchFamily="2" charset="0"/>
                <a:cs typeface="Inter Semi Bold" panose="02000703000000020004" pitchFamily="50" charset="0"/>
              </a:rPr>
              <a:t> PROVIDE</a:t>
            </a: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 BUSINESS SOLUTIONS</a:t>
            </a:r>
          </a:p>
        </p:txBody>
      </p:sp>
      <p:sp>
        <p:nvSpPr>
          <p:cNvPr id="3" name="Rectangle 2">
            <a:extLst>
              <a:ext uri="{FF2B5EF4-FFF2-40B4-BE49-F238E27FC236}">
                <a16:creationId xmlns:a16="http://schemas.microsoft.com/office/drawing/2014/main" id="{2A510499-327A-ED65-B768-E4B757A571A4}"/>
              </a:ext>
            </a:extLst>
          </p:cNvPr>
          <p:cNvSpPr/>
          <p:nvPr/>
        </p:nvSpPr>
        <p:spPr>
          <a:xfrm>
            <a:off x="5426193" y="655737"/>
            <a:ext cx="1342907"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pitchFamily="2" charset="0"/>
                <a:ea typeface="Jost" pitchFamily="2" charset="0"/>
                <a:cs typeface="Inter Semi Bold" panose="02000703000000020004" pitchFamily="50" charset="0"/>
              </a:rPr>
              <a:t>ABOUT US</a:t>
            </a:r>
          </a:p>
        </p:txBody>
      </p:sp>
      <p:sp>
        <p:nvSpPr>
          <p:cNvPr id="5" name="Rectangle 4">
            <a:extLst>
              <a:ext uri="{FF2B5EF4-FFF2-40B4-BE49-F238E27FC236}">
                <a16:creationId xmlns:a16="http://schemas.microsoft.com/office/drawing/2014/main" id="{2F9AF912-E500-8B63-F0AF-EBC28E46DB5D}"/>
              </a:ext>
            </a:extLst>
          </p:cNvPr>
          <p:cNvSpPr/>
          <p:nvPr/>
        </p:nvSpPr>
        <p:spPr>
          <a:xfrm>
            <a:off x="5426193" y="5344972"/>
            <a:ext cx="2311400" cy="840999"/>
          </a:xfrm>
          <a:prstGeom prst="rect">
            <a:avLst/>
          </a:prstGeom>
        </p:spPr>
        <p:txBody>
          <a:bodyPr wrap="square">
            <a:spAutoFit/>
          </a:bodyPr>
          <a:lstStyle/>
          <a:p>
            <a:pP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slightly believable. If you are going to use a passage.</a:t>
            </a:r>
          </a:p>
        </p:txBody>
      </p:sp>
      <p:sp>
        <p:nvSpPr>
          <p:cNvPr id="6" name="Rectangle 5">
            <a:extLst>
              <a:ext uri="{FF2B5EF4-FFF2-40B4-BE49-F238E27FC236}">
                <a16:creationId xmlns:a16="http://schemas.microsoft.com/office/drawing/2014/main" id="{6EFBB51C-A54D-47F1-F687-80EED7BEBBB9}"/>
              </a:ext>
            </a:extLst>
          </p:cNvPr>
          <p:cNvSpPr/>
          <p:nvPr/>
        </p:nvSpPr>
        <p:spPr>
          <a:xfrm>
            <a:off x="8499593" y="5344972"/>
            <a:ext cx="2311400" cy="840999"/>
          </a:xfrm>
          <a:prstGeom prst="rect">
            <a:avLst/>
          </a:prstGeom>
        </p:spPr>
        <p:txBody>
          <a:bodyPr wrap="square">
            <a:spAutoFit/>
          </a:bodyPr>
          <a:lstStyle/>
          <a:p>
            <a:pP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slightly believable. If you are going to use a passage.</a:t>
            </a:r>
          </a:p>
        </p:txBody>
      </p:sp>
      <p:sp>
        <p:nvSpPr>
          <p:cNvPr id="8" name="Rectangle 7">
            <a:extLst>
              <a:ext uri="{FF2B5EF4-FFF2-40B4-BE49-F238E27FC236}">
                <a16:creationId xmlns:a16="http://schemas.microsoft.com/office/drawing/2014/main" id="{672B6C1D-6FA9-4DA9-0208-3EE6D1179B54}"/>
              </a:ext>
            </a:extLst>
          </p:cNvPr>
          <p:cNvSpPr/>
          <p:nvPr/>
        </p:nvSpPr>
        <p:spPr>
          <a:xfrm>
            <a:off x="5426192" y="4929102"/>
            <a:ext cx="1787408"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Mission &amp; Vision</a:t>
            </a:r>
          </a:p>
        </p:txBody>
      </p:sp>
      <p:sp>
        <p:nvSpPr>
          <p:cNvPr id="9" name="Rectangle 8">
            <a:extLst>
              <a:ext uri="{FF2B5EF4-FFF2-40B4-BE49-F238E27FC236}">
                <a16:creationId xmlns:a16="http://schemas.microsoft.com/office/drawing/2014/main" id="{F6265B23-528A-0426-1DD1-AC0A359F8557}"/>
              </a:ext>
            </a:extLst>
          </p:cNvPr>
          <p:cNvSpPr/>
          <p:nvPr/>
        </p:nvSpPr>
        <p:spPr>
          <a:xfrm>
            <a:off x="8499593" y="4929102"/>
            <a:ext cx="1787408"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Our Values</a:t>
            </a:r>
          </a:p>
        </p:txBody>
      </p:sp>
      <p:sp>
        <p:nvSpPr>
          <p:cNvPr id="10" name="Picture Placeholder 9">
            <a:extLst>
              <a:ext uri="{FF2B5EF4-FFF2-40B4-BE49-F238E27FC236}">
                <a16:creationId xmlns:a16="http://schemas.microsoft.com/office/drawing/2014/main" id="{EBC4F482-5F77-5C0A-E6A4-2BDB9FAC4930}"/>
              </a:ext>
            </a:extLst>
          </p:cNvPr>
          <p:cNvSpPr>
            <a:spLocks noGrp="1"/>
          </p:cNvSpPr>
          <p:nvPr>
            <p:ph type="pic" sz="quarter" idx="10"/>
          </p:nvPr>
        </p:nvSpPr>
        <p:spPr/>
      </p:sp>
    </p:spTree>
    <p:extLst>
      <p:ext uri="{BB962C8B-B14F-4D97-AF65-F5344CB8AC3E}">
        <p14:creationId xmlns:p14="http://schemas.microsoft.com/office/powerpoint/2010/main" val="2357298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5F0561-BC5B-11E5-C0E5-5D14121C8772}"/>
              </a:ext>
            </a:extLst>
          </p:cNvPr>
          <p:cNvSpPr/>
          <p:nvPr/>
        </p:nvSpPr>
        <p:spPr>
          <a:xfrm>
            <a:off x="689093" y="1084652"/>
            <a:ext cx="5140207" cy="1217641"/>
          </a:xfrm>
          <a:prstGeom prst="rect">
            <a:avLst/>
          </a:prstGeom>
        </p:spPr>
        <p:txBody>
          <a:bodyPr wrap="square">
            <a:spAutoFit/>
          </a:bodyPr>
          <a:lstStyle/>
          <a:p>
            <a:pPr>
              <a:lnSpc>
                <a:spcPts val="4500"/>
              </a:lnSpc>
            </a:pP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BLIGHTING YOUR </a:t>
            </a:r>
            <a:r>
              <a:rPr lang="en-US" sz="3000" dirty="0">
                <a:solidFill>
                  <a:schemeClr val="accent3"/>
                </a:solidFill>
                <a:latin typeface="Jost SemiBold" pitchFamily="2" charset="0"/>
                <a:ea typeface="Jost SemiBold" pitchFamily="2" charset="0"/>
                <a:cs typeface="Inter Semi Bold" panose="02000703000000020004" pitchFamily="50" charset="0"/>
              </a:rPr>
              <a:t>FUTURES WITH OUR</a:t>
            </a: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 COMPANY</a:t>
            </a:r>
          </a:p>
        </p:txBody>
      </p:sp>
      <p:sp>
        <p:nvSpPr>
          <p:cNvPr id="3" name="Rectangle 2">
            <a:extLst>
              <a:ext uri="{FF2B5EF4-FFF2-40B4-BE49-F238E27FC236}">
                <a16:creationId xmlns:a16="http://schemas.microsoft.com/office/drawing/2014/main" id="{0A2E269A-AF90-8424-6C7D-950DA2B24876}"/>
              </a:ext>
            </a:extLst>
          </p:cNvPr>
          <p:cNvSpPr/>
          <p:nvPr/>
        </p:nvSpPr>
        <p:spPr>
          <a:xfrm>
            <a:off x="689093" y="655737"/>
            <a:ext cx="1342907"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pitchFamily="2" charset="0"/>
                <a:ea typeface="Jost" pitchFamily="2" charset="0"/>
                <a:cs typeface="Inter Semi Bold" panose="02000703000000020004" pitchFamily="50" charset="0"/>
              </a:rPr>
              <a:t>ABOUT US</a:t>
            </a:r>
          </a:p>
        </p:txBody>
      </p:sp>
      <p:sp>
        <p:nvSpPr>
          <p:cNvPr id="4" name="Rectangle 3">
            <a:extLst>
              <a:ext uri="{FF2B5EF4-FFF2-40B4-BE49-F238E27FC236}">
                <a16:creationId xmlns:a16="http://schemas.microsoft.com/office/drawing/2014/main" id="{EC0D87C6-2ABE-0E4E-F4E8-4AF23BE3748A}"/>
              </a:ext>
            </a:extLst>
          </p:cNvPr>
          <p:cNvSpPr/>
          <p:nvPr/>
        </p:nvSpPr>
        <p:spPr>
          <a:xfrm>
            <a:off x="6848593" y="4917901"/>
            <a:ext cx="4683007" cy="1225720"/>
          </a:xfrm>
          <a:prstGeom prst="rect">
            <a:avLst/>
          </a:prstGeom>
        </p:spPr>
        <p:txBody>
          <a:bodyPr wrap="square">
            <a:spAutoFit/>
          </a:bodyPr>
          <a:lstStyle/>
          <a:p>
            <a:pPr>
              <a:lnSpc>
                <a:spcPts val="1500"/>
              </a:lnSpc>
            </a:pPr>
            <a:r>
              <a:rPr lang="en-US" sz="1000" b="0" i="0" dirty="0">
                <a:solidFill>
                  <a:srgbClr val="000000"/>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using Lorem Ipsum is that it has a more-or-less normal distribution of letters, as opposed to using 'Content here, content here', making it look like readable English. Many desktop publishing packages and web page editors now use Lorem Ipsum as their default model text, and a search for 'lorem ipsum' will their infancy. </a:t>
            </a:r>
            <a:endPar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p:txBody>
      </p:sp>
      <p:sp>
        <p:nvSpPr>
          <p:cNvPr id="8" name="Rectangle 7">
            <a:extLst>
              <a:ext uri="{FF2B5EF4-FFF2-40B4-BE49-F238E27FC236}">
                <a16:creationId xmlns:a16="http://schemas.microsoft.com/office/drawing/2014/main" id="{CA2F4A44-2765-6937-2ED4-5EB3C6636067}"/>
              </a:ext>
            </a:extLst>
          </p:cNvPr>
          <p:cNvSpPr/>
          <p:nvPr/>
        </p:nvSpPr>
        <p:spPr>
          <a:xfrm>
            <a:off x="689093" y="3465712"/>
            <a:ext cx="2249546" cy="840999"/>
          </a:xfrm>
          <a:prstGeom prst="rect">
            <a:avLst/>
          </a:prstGeom>
        </p:spPr>
        <p:txBody>
          <a:bodyPr wrap="square">
            <a:spAutoFit/>
          </a:bodyPr>
          <a:lstStyle/>
          <a:p>
            <a:pP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slightly believable. If you are going to use a passage.</a:t>
            </a:r>
          </a:p>
        </p:txBody>
      </p:sp>
      <p:sp>
        <p:nvSpPr>
          <p:cNvPr id="9" name="Rectangle 8">
            <a:extLst>
              <a:ext uri="{FF2B5EF4-FFF2-40B4-BE49-F238E27FC236}">
                <a16:creationId xmlns:a16="http://schemas.microsoft.com/office/drawing/2014/main" id="{16F5D386-C395-A671-BEE8-F424D447227C}"/>
              </a:ext>
            </a:extLst>
          </p:cNvPr>
          <p:cNvSpPr/>
          <p:nvPr/>
        </p:nvSpPr>
        <p:spPr>
          <a:xfrm>
            <a:off x="689092" y="3049842"/>
            <a:ext cx="1482608"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Title Here</a:t>
            </a:r>
          </a:p>
        </p:txBody>
      </p:sp>
      <p:sp>
        <p:nvSpPr>
          <p:cNvPr id="10" name="Rectangle 9">
            <a:extLst>
              <a:ext uri="{FF2B5EF4-FFF2-40B4-BE49-F238E27FC236}">
                <a16:creationId xmlns:a16="http://schemas.microsoft.com/office/drawing/2014/main" id="{92542056-9CB0-04E5-3BD9-1C36C2204140}"/>
              </a:ext>
            </a:extLst>
          </p:cNvPr>
          <p:cNvSpPr/>
          <p:nvPr/>
        </p:nvSpPr>
        <p:spPr>
          <a:xfrm>
            <a:off x="3495794" y="3465712"/>
            <a:ext cx="2249546" cy="840999"/>
          </a:xfrm>
          <a:prstGeom prst="rect">
            <a:avLst/>
          </a:prstGeom>
        </p:spPr>
        <p:txBody>
          <a:bodyPr wrap="square">
            <a:spAutoFit/>
          </a:bodyPr>
          <a:lstStyle/>
          <a:p>
            <a:pP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slightly believable. If you are going to use a passage.</a:t>
            </a:r>
          </a:p>
        </p:txBody>
      </p:sp>
      <p:sp>
        <p:nvSpPr>
          <p:cNvPr id="11" name="Rectangle 10">
            <a:extLst>
              <a:ext uri="{FF2B5EF4-FFF2-40B4-BE49-F238E27FC236}">
                <a16:creationId xmlns:a16="http://schemas.microsoft.com/office/drawing/2014/main" id="{6EFA5C98-D836-75F2-5B95-DCC1381324C2}"/>
              </a:ext>
            </a:extLst>
          </p:cNvPr>
          <p:cNvSpPr/>
          <p:nvPr/>
        </p:nvSpPr>
        <p:spPr>
          <a:xfrm>
            <a:off x="3495793" y="3049842"/>
            <a:ext cx="1482608"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Title Here</a:t>
            </a:r>
          </a:p>
        </p:txBody>
      </p:sp>
      <p:sp>
        <p:nvSpPr>
          <p:cNvPr id="12" name="Rectangle 11">
            <a:extLst>
              <a:ext uri="{FF2B5EF4-FFF2-40B4-BE49-F238E27FC236}">
                <a16:creationId xmlns:a16="http://schemas.microsoft.com/office/drawing/2014/main" id="{4E672D3A-8368-E499-A15E-EB40E090F85A}"/>
              </a:ext>
            </a:extLst>
          </p:cNvPr>
          <p:cNvSpPr/>
          <p:nvPr/>
        </p:nvSpPr>
        <p:spPr>
          <a:xfrm>
            <a:off x="6848592" y="4500742"/>
            <a:ext cx="2249546"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COMPANY HISTORY</a:t>
            </a:r>
          </a:p>
        </p:txBody>
      </p:sp>
      <p:sp>
        <p:nvSpPr>
          <p:cNvPr id="6" name="Picture Placeholder 5">
            <a:extLst>
              <a:ext uri="{FF2B5EF4-FFF2-40B4-BE49-F238E27FC236}">
                <a16:creationId xmlns:a16="http://schemas.microsoft.com/office/drawing/2014/main" id="{AC18E97A-FE4F-FB8E-B8AE-7E34994D2E2D}"/>
              </a:ext>
            </a:extLst>
          </p:cNvPr>
          <p:cNvSpPr>
            <a:spLocks noGrp="1"/>
          </p:cNvSpPr>
          <p:nvPr>
            <p:ph type="pic" sz="quarter" idx="10"/>
          </p:nvPr>
        </p:nvSpPr>
        <p:spPr/>
      </p:sp>
      <p:sp>
        <p:nvSpPr>
          <p:cNvPr id="13" name="Picture Placeholder 12">
            <a:extLst>
              <a:ext uri="{FF2B5EF4-FFF2-40B4-BE49-F238E27FC236}">
                <a16:creationId xmlns:a16="http://schemas.microsoft.com/office/drawing/2014/main" id="{B2B29269-8B84-EE83-C1A2-9A33DE7F54F9}"/>
              </a:ext>
            </a:extLst>
          </p:cNvPr>
          <p:cNvSpPr>
            <a:spLocks noGrp="1"/>
          </p:cNvSpPr>
          <p:nvPr>
            <p:ph type="pic" sz="quarter" idx="11"/>
          </p:nvPr>
        </p:nvSpPr>
        <p:spPr/>
      </p:sp>
      <p:sp>
        <p:nvSpPr>
          <p:cNvPr id="15" name="Picture Placeholder 14">
            <a:extLst>
              <a:ext uri="{FF2B5EF4-FFF2-40B4-BE49-F238E27FC236}">
                <a16:creationId xmlns:a16="http://schemas.microsoft.com/office/drawing/2014/main" id="{722AD209-5565-91B8-EDF9-4666C0ABC1CC}"/>
              </a:ext>
            </a:extLst>
          </p:cNvPr>
          <p:cNvSpPr>
            <a:spLocks noGrp="1"/>
          </p:cNvSpPr>
          <p:nvPr>
            <p:ph type="pic" sz="quarter" idx="12"/>
          </p:nvPr>
        </p:nvSpPr>
        <p:spPr/>
      </p:sp>
    </p:spTree>
    <p:extLst>
      <p:ext uri="{BB962C8B-B14F-4D97-AF65-F5344CB8AC3E}">
        <p14:creationId xmlns:p14="http://schemas.microsoft.com/office/powerpoint/2010/main" val="2430383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2A7DF4-0DB0-44F1-7489-C42A7342A68A}"/>
              </a:ext>
            </a:extLst>
          </p:cNvPr>
          <p:cNvSpPr/>
          <p:nvPr/>
        </p:nvSpPr>
        <p:spPr>
          <a:xfrm>
            <a:off x="0" y="0"/>
            <a:ext cx="6096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EE9B7D48-F015-388A-8046-F854907FFD3D}"/>
              </a:ext>
            </a:extLst>
          </p:cNvPr>
          <p:cNvSpPr/>
          <p:nvPr/>
        </p:nvSpPr>
        <p:spPr>
          <a:xfrm>
            <a:off x="689093" y="1033852"/>
            <a:ext cx="5406907" cy="1217641"/>
          </a:xfrm>
          <a:prstGeom prst="rect">
            <a:avLst/>
          </a:prstGeom>
        </p:spPr>
        <p:txBody>
          <a:bodyPr wrap="square">
            <a:spAutoFit/>
          </a:bodyPr>
          <a:lstStyle/>
          <a:p>
            <a:pPr>
              <a:lnSpc>
                <a:spcPts val="4500"/>
              </a:lnSpc>
            </a:pPr>
            <a:r>
              <a:rPr lang="en-US" sz="3000" dirty="0">
                <a:solidFill>
                  <a:schemeClr val="accent3"/>
                </a:solidFill>
                <a:latin typeface="Jost SemiBold" pitchFamily="2" charset="0"/>
                <a:ea typeface="Jost SemiBold" pitchFamily="2" charset="0"/>
                <a:cs typeface="Inter Semi Bold" panose="02000703000000020004" pitchFamily="50" charset="0"/>
              </a:rPr>
              <a:t>IT'S NOT IDEAS. </a:t>
            </a:r>
            <a:r>
              <a:rPr lang="en-US" sz="3000" dirty="0">
                <a:solidFill>
                  <a:schemeClr val="bg1"/>
                </a:solidFill>
                <a:latin typeface="Jost SemiBold" pitchFamily="2" charset="0"/>
                <a:ea typeface="Jost SemiBold" pitchFamily="2" charset="0"/>
                <a:cs typeface="Inter Semi Bold" panose="02000703000000020004" pitchFamily="50" charset="0"/>
              </a:rPr>
              <a:t>IT'S ABOUT MAKING IDEAS</a:t>
            </a: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 </a:t>
            </a:r>
            <a:r>
              <a:rPr lang="en-US" sz="3000" dirty="0">
                <a:solidFill>
                  <a:schemeClr val="accent3"/>
                </a:solidFill>
                <a:latin typeface="Jost SemiBold" pitchFamily="2" charset="0"/>
                <a:ea typeface="Jost SemiBold" pitchFamily="2" charset="0"/>
                <a:cs typeface="Inter Semi Bold" panose="02000703000000020004" pitchFamily="50" charset="0"/>
              </a:rPr>
              <a:t>HAPPEN</a:t>
            </a:r>
          </a:p>
        </p:txBody>
      </p:sp>
      <p:sp>
        <p:nvSpPr>
          <p:cNvPr id="3" name="Rectangle 2">
            <a:extLst>
              <a:ext uri="{FF2B5EF4-FFF2-40B4-BE49-F238E27FC236}">
                <a16:creationId xmlns:a16="http://schemas.microsoft.com/office/drawing/2014/main" id="{AB1A9FF9-CF34-604F-5625-D0DB49289D4E}"/>
              </a:ext>
            </a:extLst>
          </p:cNvPr>
          <p:cNvSpPr/>
          <p:nvPr/>
        </p:nvSpPr>
        <p:spPr>
          <a:xfrm>
            <a:off x="689093" y="604937"/>
            <a:ext cx="1342907" cy="346249"/>
          </a:xfrm>
          <a:prstGeom prst="rect">
            <a:avLst/>
          </a:prstGeom>
        </p:spPr>
        <p:txBody>
          <a:bodyPr wrap="square">
            <a:spAutoFit/>
          </a:bodyPr>
          <a:lstStyle/>
          <a:p>
            <a:pPr>
              <a:lnSpc>
                <a:spcPts val="2000"/>
              </a:lnSpc>
            </a:pPr>
            <a:r>
              <a:rPr lang="en-US" sz="1600" dirty="0">
                <a:solidFill>
                  <a:schemeClr val="bg1"/>
                </a:solidFill>
                <a:latin typeface="Jost" pitchFamily="2" charset="0"/>
                <a:ea typeface="Jost" pitchFamily="2" charset="0"/>
                <a:cs typeface="Inter Semi Bold" panose="02000703000000020004" pitchFamily="50" charset="0"/>
              </a:rPr>
              <a:t>ABOUT US</a:t>
            </a:r>
          </a:p>
        </p:txBody>
      </p:sp>
      <p:sp>
        <p:nvSpPr>
          <p:cNvPr id="4" name="Rectangle 3">
            <a:extLst>
              <a:ext uri="{FF2B5EF4-FFF2-40B4-BE49-F238E27FC236}">
                <a16:creationId xmlns:a16="http://schemas.microsoft.com/office/drawing/2014/main" id="{9B981D00-F1D0-94CE-9DC6-2E529B87C11C}"/>
              </a:ext>
            </a:extLst>
          </p:cNvPr>
          <p:cNvSpPr/>
          <p:nvPr/>
        </p:nvSpPr>
        <p:spPr>
          <a:xfrm>
            <a:off x="689093" y="2475126"/>
            <a:ext cx="4683007" cy="1225720"/>
          </a:xfrm>
          <a:prstGeom prst="rect">
            <a:avLst/>
          </a:prstGeom>
        </p:spPr>
        <p:txBody>
          <a:bodyPr wrap="square">
            <a:spAutoFit/>
          </a:bodyPr>
          <a:lstStyle/>
          <a:p>
            <a:pPr>
              <a:lnSpc>
                <a:spcPts val="1500"/>
              </a:lnSpc>
            </a:pPr>
            <a:r>
              <a:rPr lang="en-US" sz="1000" b="0" i="0" dirty="0">
                <a:solidFill>
                  <a:schemeClr val="bg1"/>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using Lorem Ipsum is that it has a more-or-less normal distribution of letters, as opposed to using 'Content here, content here', making it look like readable English. Many desktop publishing packages and web page editors now use Lorem Ipsum as their default model text, and a search for 'lorem ipsum' will their infancy. </a:t>
            </a:r>
            <a:endParaRPr lang="en-US" sz="100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6" name="Rectangle 5">
            <a:extLst>
              <a:ext uri="{FF2B5EF4-FFF2-40B4-BE49-F238E27FC236}">
                <a16:creationId xmlns:a16="http://schemas.microsoft.com/office/drawing/2014/main" id="{17BB8667-CE84-78D9-849F-BD04ED991B38}"/>
              </a:ext>
            </a:extLst>
          </p:cNvPr>
          <p:cNvSpPr/>
          <p:nvPr/>
        </p:nvSpPr>
        <p:spPr>
          <a:xfrm>
            <a:off x="6645393" y="2475126"/>
            <a:ext cx="4683007" cy="1225720"/>
          </a:xfrm>
          <a:prstGeom prst="rect">
            <a:avLst/>
          </a:prstGeom>
        </p:spPr>
        <p:txBody>
          <a:bodyPr wrap="square">
            <a:spAutoFit/>
          </a:bodyPr>
          <a:lstStyle/>
          <a:p>
            <a:pPr>
              <a:lnSpc>
                <a:spcPts val="1500"/>
              </a:lnSpc>
            </a:pPr>
            <a:r>
              <a:rPr lang="en-US" sz="1000" b="0" i="0" dirty="0">
                <a:solidFill>
                  <a:srgbClr val="000000"/>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using Lorem Ipsum is that it has a more-or-less normal distribution of letters, as opposed to using 'Content here, content here', making it look like readable English. Many desktop publishing packages and web page editors now use Lorem Ipsum as their default model text, and a search for 'lorem ipsum' will their infancy. </a:t>
            </a:r>
            <a:endPar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p:txBody>
      </p:sp>
      <p:sp>
        <p:nvSpPr>
          <p:cNvPr id="8" name="Rectangle 7">
            <a:extLst>
              <a:ext uri="{FF2B5EF4-FFF2-40B4-BE49-F238E27FC236}">
                <a16:creationId xmlns:a16="http://schemas.microsoft.com/office/drawing/2014/main" id="{9A26E629-318B-77B9-E49A-00EDF58E7960}"/>
              </a:ext>
            </a:extLst>
          </p:cNvPr>
          <p:cNvSpPr/>
          <p:nvPr/>
        </p:nvSpPr>
        <p:spPr>
          <a:xfrm>
            <a:off x="3305293" y="5103672"/>
            <a:ext cx="2311400" cy="840999"/>
          </a:xfrm>
          <a:prstGeom prst="rect">
            <a:avLst/>
          </a:prstGeom>
        </p:spPr>
        <p:txBody>
          <a:bodyPr wrap="square">
            <a:spAutoFit/>
          </a:bodyPr>
          <a:lstStyle/>
          <a:p>
            <a:pPr>
              <a:lnSpc>
                <a:spcPts val="1500"/>
              </a:lnSpc>
            </a:pPr>
            <a:r>
              <a:rPr lang="en-US" sz="1000" dirty="0">
                <a:solidFill>
                  <a:schemeClr val="bg1"/>
                </a:solidFill>
                <a:latin typeface="Lato" panose="020F0502020204030203" pitchFamily="34" charset="0"/>
                <a:ea typeface="Lato" panose="020F0502020204030203" pitchFamily="34" charset="0"/>
                <a:cs typeface="Lato" panose="020F0502020204030203" pitchFamily="34" charset="0"/>
              </a:rPr>
              <a:t>There are many variations, but </a:t>
            </a:r>
          </a:p>
          <a:p>
            <a:pPr>
              <a:lnSpc>
                <a:spcPts val="1500"/>
              </a:lnSpc>
            </a:pPr>
            <a:r>
              <a:rPr lang="en-US" sz="1000" dirty="0">
                <a:solidFill>
                  <a:schemeClr val="bg1"/>
                </a:solidFill>
                <a:latin typeface="Lato" panose="020F0502020204030203" pitchFamily="34" charset="0"/>
                <a:ea typeface="Lato" panose="020F0502020204030203" pitchFamily="34" charset="0"/>
                <a:cs typeface="Lato" panose="020F0502020204030203" pitchFamily="34" charset="0"/>
              </a:rPr>
              <a:t>the majority have suffered alteration even slightly believable. If you are going to use a passage.</a:t>
            </a:r>
          </a:p>
        </p:txBody>
      </p:sp>
      <p:sp>
        <p:nvSpPr>
          <p:cNvPr id="9" name="Rectangle 8">
            <a:extLst>
              <a:ext uri="{FF2B5EF4-FFF2-40B4-BE49-F238E27FC236}">
                <a16:creationId xmlns:a16="http://schemas.microsoft.com/office/drawing/2014/main" id="{0AF62A33-4F4E-0A42-87CB-A7B2FA1735FD}"/>
              </a:ext>
            </a:extLst>
          </p:cNvPr>
          <p:cNvSpPr/>
          <p:nvPr/>
        </p:nvSpPr>
        <p:spPr>
          <a:xfrm>
            <a:off x="3305292" y="4687802"/>
            <a:ext cx="1787408" cy="346249"/>
          </a:xfrm>
          <a:prstGeom prst="rect">
            <a:avLst/>
          </a:prstGeom>
        </p:spPr>
        <p:txBody>
          <a:bodyPr wrap="square">
            <a:spAutoFit/>
          </a:bodyPr>
          <a:lstStyle/>
          <a:p>
            <a:pPr>
              <a:lnSpc>
                <a:spcPts val="2000"/>
              </a:lnSpc>
            </a:pPr>
            <a:r>
              <a:rPr lang="en-US" sz="1600" dirty="0">
                <a:solidFill>
                  <a:schemeClr val="bg1"/>
                </a:solidFill>
                <a:latin typeface="Jost SemiBold" pitchFamily="2" charset="0"/>
                <a:ea typeface="Jost SemiBold" pitchFamily="2" charset="0"/>
                <a:cs typeface="Inter Semi Bold" panose="02000703000000020004" pitchFamily="50" charset="0"/>
              </a:rPr>
              <a:t>Creative Solution</a:t>
            </a:r>
          </a:p>
        </p:txBody>
      </p:sp>
      <p:sp>
        <p:nvSpPr>
          <p:cNvPr id="11" name="Rectangle 10">
            <a:extLst>
              <a:ext uri="{FF2B5EF4-FFF2-40B4-BE49-F238E27FC236}">
                <a16:creationId xmlns:a16="http://schemas.microsoft.com/office/drawing/2014/main" id="{F3D83357-CC0D-EBAF-70E2-2DD6C74ADE68}"/>
              </a:ext>
            </a:extLst>
          </p:cNvPr>
          <p:cNvSpPr/>
          <p:nvPr/>
        </p:nvSpPr>
        <p:spPr>
          <a:xfrm>
            <a:off x="9137886" y="5103672"/>
            <a:ext cx="2311400" cy="840999"/>
          </a:xfrm>
          <a:prstGeom prst="rect">
            <a:avLst/>
          </a:prstGeom>
        </p:spPr>
        <p:txBody>
          <a:bodyPr wrap="square">
            <a:spAutoFit/>
          </a:bodyPr>
          <a:lstStyle/>
          <a:p>
            <a:pP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slightly believable. If you are going to use a passage.</a:t>
            </a:r>
          </a:p>
        </p:txBody>
      </p:sp>
      <p:sp>
        <p:nvSpPr>
          <p:cNvPr id="12" name="Rectangle 11">
            <a:extLst>
              <a:ext uri="{FF2B5EF4-FFF2-40B4-BE49-F238E27FC236}">
                <a16:creationId xmlns:a16="http://schemas.microsoft.com/office/drawing/2014/main" id="{D4619545-2CC4-B5CE-4C03-96BDD5321C4D}"/>
              </a:ext>
            </a:extLst>
          </p:cNvPr>
          <p:cNvSpPr/>
          <p:nvPr/>
        </p:nvSpPr>
        <p:spPr>
          <a:xfrm>
            <a:off x="9137885" y="4687802"/>
            <a:ext cx="1787408" cy="346249"/>
          </a:xfrm>
          <a:prstGeom prst="rect">
            <a:avLst/>
          </a:prstGeom>
        </p:spPr>
        <p:txBody>
          <a:bodyPr wrap="square">
            <a:spAutoFit/>
          </a:bodyPr>
          <a:lstStyle/>
          <a:p>
            <a:pPr>
              <a:lnSpc>
                <a:spcPts val="2000"/>
              </a:lnSpc>
            </a:pPr>
            <a:r>
              <a:rPr lang="en-US" sz="1600">
                <a:solidFill>
                  <a:schemeClr val="tx1">
                    <a:lumMod val="85000"/>
                    <a:lumOff val="15000"/>
                  </a:schemeClr>
                </a:solidFill>
                <a:latin typeface="Jost SemiBold" pitchFamily="2" charset="0"/>
                <a:ea typeface="Jost SemiBold" pitchFamily="2" charset="0"/>
                <a:cs typeface="Inter Semi Bold" panose="02000703000000020004" pitchFamily="50" charset="0"/>
              </a:rPr>
              <a:t>Quality People</a:t>
            </a:r>
            <a:endPar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endParaRPr>
          </a:p>
        </p:txBody>
      </p:sp>
      <p:sp>
        <p:nvSpPr>
          <p:cNvPr id="7" name="Rectangle 6">
            <a:extLst>
              <a:ext uri="{FF2B5EF4-FFF2-40B4-BE49-F238E27FC236}">
                <a16:creationId xmlns:a16="http://schemas.microsoft.com/office/drawing/2014/main" id="{92D2FC01-F504-6F76-59F2-B21BFF1F20E9}"/>
              </a:ext>
            </a:extLst>
          </p:cNvPr>
          <p:cNvSpPr/>
          <p:nvPr/>
        </p:nvSpPr>
        <p:spPr>
          <a:xfrm>
            <a:off x="6708893" y="2002168"/>
            <a:ext cx="1444507"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EXAMPLE</a:t>
            </a:r>
          </a:p>
        </p:txBody>
      </p:sp>
      <p:sp>
        <p:nvSpPr>
          <p:cNvPr id="13" name="Picture Placeholder 12">
            <a:extLst>
              <a:ext uri="{FF2B5EF4-FFF2-40B4-BE49-F238E27FC236}">
                <a16:creationId xmlns:a16="http://schemas.microsoft.com/office/drawing/2014/main" id="{F5271ABF-CA45-9363-4E06-03F8309DDE21}"/>
              </a:ext>
            </a:extLst>
          </p:cNvPr>
          <p:cNvSpPr>
            <a:spLocks noGrp="1"/>
          </p:cNvSpPr>
          <p:nvPr>
            <p:ph type="pic" sz="quarter" idx="10"/>
          </p:nvPr>
        </p:nvSpPr>
        <p:spPr/>
      </p:sp>
      <p:sp>
        <p:nvSpPr>
          <p:cNvPr id="15" name="Picture Placeholder 14">
            <a:extLst>
              <a:ext uri="{FF2B5EF4-FFF2-40B4-BE49-F238E27FC236}">
                <a16:creationId xmlns:a16="http://schemas.microsoft.com/office/drawing/2014/main" id="{EF72B76E-E2F4-54BC-7CC4-1D5D81738324}"/>
              </a:ext>
            </a:extLst>
          </p:cNvPr>
          <p:cNvSpPr>
            <a:spLocks noGrp="1"/>
          </p:cNvSpPr>
          <p:nvPr>
            <p:ph type="pic" sz="quarter" idx="11"/>
          </p:nvPr>
        </p:nvSpPr>
        <p:spPr/>
      </p:sp>
    </p:spTree>
    <p:extLst>
      <p:ext uri="{BB962C8B-B14F-4D97-AF65-F5344CB8AC3E}">
        <p14:creationId xmlns:p14="http://schemas.microsoft.com/office/powerpoint/2010/main" val="166155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90A9FC-FA40-09C3-D511-8C3C88D57A66}"/>
              </a:ext>
            </a:extLst>
          </p:cNvPr>
          <p:cNvSpPr/>
          <p:nvPr/>
        </p:nvSpPr>
        <p:spPr>
          <a:xfrm>
            <a:off x="689093" y="1033852"/>
            <a:ext cx="4860807" cy="1217641"/>
          </a:xfrm>
          <a:prstGeom prst="rect">
            <a:avLst/>
          </a:prstGeom>
        </p:spPr>
        <p:txBody>
          <a:bodyPr wrap="square">
            <a:spAutoFit/>
          </a:bodyPr>
          <a:lstStyle/>
          <a:p>
            <a:pPr>
              <a:lnSpc>
                <a:spcPts val="4500"/>
              </a:lnSpc>
            </a:pP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INNOVATIONS </a:t>
            </a:r>
            <a:r>
              <a:rPr lang="en-US" sz="3000" dirty="0">
                <a:solidFill>
                  <a:schemeClr val="accent3"/>
                </a:solidFill>
                <a:latin typeface="Jost SemiBold" pitchFamily="2" charset="0"/>
                <a:ea typeface="Jost SemiBold" pitchFamily="2" charset="0"/>
                <a:cs typeface="Inter Semi Bold" panose="02000703000000020004" pitchFamily="50" charset="0"/>
              </a:rPr>
              <a:t>FOR AN BETTER</a:t>
            </a: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 SOLUTIONS</a:t>
            </a:r>
          </a:p>
        </p:txBody>
      </p:sp>
      <p:sp>
        <p:nvSpPr>
          <p:cNvPr id="3" name="Rectangle 2">
            <a:extLst>
              <a:ext uri="{FF2B5EF4-FFF2-40B4-BE49-F238E27FC236}">
                <a16:creationId xmlns:a16="http://schemas.microsoft.com/office/drawing/2014/main" id="{3AF4AEA5-848C-09BD-FCE3-6BFFBA325EBF}"/>
              </a:ext>
            </a:extLst>
          </p:cNvPr>
          <p:cNvSpPr/>
          <p:nvPr/>
        </p:nvSpPr>
        <p:spPr>
          <a:xfrm>
            <a:off x="689093" y="604937"/>
            <a:ext cx="1342907"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pitchFamily="2" charset="0"/>
                <a:ea typeface="Jost" pitchFamily="2" charset="0"/>
                <a:cs typeface="Inter Semi Bold" panose="02000703000000020004" pitchFamily="50" charset="0"/>
              </a:rPr>
              <a:t>ABOUT US</a:t>
            </a:r>
          </a:p>
        </p:txBody>
      </p:sp>
      <p:sp>
        <p:nvSpPr>
          <p:cNvPr id="5" name="Rectangle 4">
            <a:extLst>
              <a:ext uri="{FF2B5EF4-FFF2-40B4-BE49-F238E27FC236}">
                <a16:creationId xmlns:a16="http://schemas.microsoft.com/office/drawing/2014/main" id="{FA09510D-68F8-205C-90EB-A387DB457128}"/>
              </a:ext>
            </a:extLst>
          </p:cNvPr>
          <p:cNvSpPr/>
          <p:nvPr/>
        </p:nvSpPr>
        <p:spPr>
          <a:xfrm>
            <a:off x="7153393" y="5022790"/>
            <a:ext cx="4136907" cy="1230273"/>
          </a:xfrm>
          <a:prstGeom prst="rect">
            <a:avLst/>
          </a:prstGeom>
        </p:spPr>
        <p:txBody>
          <a:bodyPr wrap="square">
            <a:spAutoFit/>
          </a:bodyPr>
          <a:lstStyle/>
          <a:p>
            <a:pPr>
              <a:lnSpc>
                <a:spcPts val="1500"/>
              </a:lnSpc>
            </a:pPr>
            <a:r>
              <a:rPr lang="en-US" sz="1000" b="0" i="0" dirty="0">
                <a:solidFill>
                  <a:srgbClr val="000000"/>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using Lorem Ipsum is that it has a more-or-less normal of letters, as opposed to using 'Content here, content here', making it look like readable English. Many desktop publishing packages and web page editors now use Lorem Ipsum as their default.</a:t>
            </a:r>
            <a:endPar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p:txBody>
      </p:sp>
      <p:sp>
        <p:nvSpPr>
          <p:cNvPr id="6" name="Rectangle 5">
            <a:extLst>
              <a:ext uri="{FF2B5EF4-FFF2-40B4-BE49-F238E27FC236}">
                <a16:creationId xmlns:a16="http://schemas.microsoft.com/office/drawing/2014/main" id="{F69B1957-C8CD-117E-035A-634C1F0959DB}"/>
              </a:ext>
            </a:extLst>
          </p:cNvPr>
          <p:cNvSpPr/>
          <p:nvPr/>
        </p:nvSpPr>
        <p:spPr>
          <a:xfrm>
            <a:off x="7153392" y="4605631"/>
            <a:ext cx="2249546"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DATA INFORMATION</a:t>
            </a:r>
          </a:p>
        </p:txBody>
      </p:sp>
      <p:sp>
        <p:nvSpPr>
          <p:cNvPr id="7" name="Oval 6">
            <a:extLst>
              <a:ext uri="{FF2B5EF4-FFF2-40B4-BE49-F238E27FC236}">
                <a16:creationId xmlns:a16="http://schemas.microsoft.com/office/drawing/2014/main" id="{EEA84DE2-3656-686C-5753-F4E606A2DA97}"/>
              </a:ext>
            </a:extLst>
          </p:cNvPr>
          <p:cNvSpPr/>
          <p:nvPr/>
        </p:nvSpPr>
        <p:spPr>
          <a:xfrm>
            <a:off x="7191492" y="3825031"/>
            <a:ext cx="660400" cy="6604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FF59E32-7925-0CEF-0E64-8ABA5C20A97A}"/>
              </a:ext>
            </a:extLst>
          </p:cNvPr>
          <p:cNvSpPr/>
          <p:nvPr/>
        </p:nvSpPr>
        <p:spPr>
          <a:xfrm>
            <a:off x="7153393" y="2198727"/>
            <a:ext cx="4136907" cy="1230273"/>
          </a:xfrm>
          <a:prstGeom prst="rect">
            <a:avLst/>
          </a:prstGeom>
        </p:spPr>
        <p:txBody>
          <a:bodyPr wrap="square">
            <a:spAutoFit/>
          </a:bodyPr>
          <a:lstStyle/>
          <a:p>
            <a:pPr>
              <a:lnSpc>
                <a:spcPts val="1500"/>
              </a:lnSpc>
            </a:pPr>
            <a:r>
              <a:rPr lang="en-US" sz="1000" b="0" i="0" dirty="0">
                <a:solidFill>
                  <a:srgbClr val="000000"/>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using Lorem Ipsum is that it has a more-or-less normal of letters, as opposed to using 'Content here, content here', making it look like readable English. Many desktop publishing packages and web page editors now use Lorem Ipsum as their default.</a:t>
            </a:r>
            <a:endPar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p:txBody>
      </p:sp>
      <p:sp>
        <p:nvSpPr>
          <p:cNvPr id="9" name="Rectangle 8">
            <a:extLst>
              <a:ext uri="{FF2B5EF4-FFF2-40B4-BE49-F238E27FC236}">
                <a16:creationId xmlns:a16="http://schemas.microsoft.com/office/drawing/2014/main" id="{792B9C3F-C942-94AE-2F20-E0936754374D}"/>
              </a:ext>
            </a:extLst>
          </p:cNvPr>
          <p:cNvSpPr/>
          <p:nvPr/>
        </p:nvSpPr>
        <p:spPr>
          <a:xfrm>
            <a:off x="7153392" y="1781568"/>
            <a:ext cx="2249546"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CREATIVE THINKING</a:t>
            </a:r>
          </a:p>
        </p:txBody>
      </p:sp>
      <p:sp>
        <p:nvSpPr>
          <p:cNvPr id="10" name="Oval 9">
            <a:extLst>
              <a:ext uri="{FF2B5EF4-FFF2-40B4-BE49-F238E27FC236}">
                <a16:creationId xmlns:a16="http://schemas.microsoft.com/office/drawing/2014/main" id="{07D25E4D-A53C-7DF9-CEAB-D1928BD0E6D5}"/>
              </a:ext>
            </a:extLst>
          </p:cNvPr>
          <p:cNvSpPr/>
          <p:nvPr/>
        </p:nvSpPr>
        <p:spPr>
          <a:xfrm>
            <a:off x="7191492" y="1000968"/>
            <a:ext cx="660400" cy="6604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94">
            <a:extLst>
              <a:ext uri="{FF2B5EF4-FFF2-40B4-BE49-F238E27FC236}">
                <a16:creationId xmlns:a16="http://schemas.microsoft.com/office/drawing/2014/main" id="{784ABB5D-F38D-7E4E-2175-D7C5A50B585E}"/>
              </a:ext>
            </a:extLst>
          </p:cNvPr>
          <p:cNvSpPr>
            <a:spLocks noEditPoints="1"/>
          </p:cNvSpPr>
          <p:nvPr/>
        </p:nvSpPr>
        <p:spPr bwMode="auto">
          <a:xfrm>
            <a:off x="7394692" y="4028231"/>
            <a:ext cx="254000" cy="254000"/>
          </a:xfrm>
          <a:custGeom>
            <a:avLst/>
            <a:gdLst>
              <a:gd name="T0" fmla="*/ 0 w 160"/>
              <a:gd name="T1" fmla="*/ 136 h 160"/>
              <a:gd name="T2" fmla="*/ 160 w 160"/>
              <a:gd name="T3" fmla="*/ 121 h 160"/>
              <a:gd name="T4" fmla="*/ 126 w 160"/>
              <a:gd name="T5" fmla="*/ 107 h 160"/>
              <a:gd name="T6" fmla="*/ 122 w 160"/>
              <a:gd name="T7" fmla="*/ 111 h 160"/>
              <a:gd name="T8" fmla="*/ 113 w 160"/>
              <a:gd name="T9" fmla="*/ 115 h 160"/>
              <a:gd name="T10" fmla="*/ 83 w 160"/>
              <a:gd name="T11" fmla="*/ 121 h 160"/>
              <a:gd name="T12" fmla="*/ 60 w 160"/>
              <a:gd name="T13" fmla="*/ 121 h 160"/>
              <a:gd name="T14" fmla="*/ 43 w 160"/>
              <a:gd name="T15" fmla="*/ 121 h 160"/>
              <a:gd name="T16" fmla="*/ 17 w 160"/>
              <a:gd name="T17" fmla="*/ 113 h 160"/>
              <a:gd name="T18" fmla="*/ 9 w 160"/>
              <a:gd name="T19" fmla="*/ 109 h 160"/>
              <a:gd name="T20" fmla="*/ 6 w 160"/>
              <a:gd name="T21" fmla="*/ 104 h 160"/>
              <a:gd name="T22" fmla="*/ 6 w 160"/>
              <a:gd name="T23" fmla="*/ 81 h 160"/>
              <a:gd name="T24" fmla="*/ 128 w 160"/>
              <a:gd name="T25" fmla="*/ 81 h 160"/>
              <a:gd name="T26" fmla="*/ 128 w 160"/>
              <a:gd name="T27" fmla="*/ 104 h 160"/>
              <a:gd name="T28" fmla="*/ 13 w 160"/>
              <a:gd name="T29" fmla="*/ 54 h 160"/>
              <a:gd name="T30" fmla="*/ 26 w 160"/>
              <a:gd name="T31" fmla="*/ 60 h 160"/>
              <a:gd name="T32" fmla="*/ 38 w 160"/>
              <a:gd name="T33" fmla="*/ 62 h 160"/>
              <a:gd name="T34" fmla="*/ 58 w 160"/>
              <a:gd name="T35" fmla="*/ 64 h 160"/>
              <a:gd name="T36" fmla="*/ 81 w 160"/>
              <a:gd name="T37" fmla="*/ 64 h 160"/>
              <a:gd name="T38" fmla="*/ 96 w 160"/>
              <a:gd name="T39" fmla="*/ 62 h 160"/>
              <a:gd name="T40" fmla="*/ 111 w 160"/>
              <a:gd name="T41" fmla="*/ 58 h 160"/>
              <a:gd name="T42" fmla="*/ 122 w 160"/>
              <a:gd name="T43" fmla="*/ 54 h 160"/>
              <a:gd name="T44" fmla="*/ 128 w 160"/>
              <a:gd name="T45" fmla="*/ 49 h 160"/>
              <a:gd name="T46" fmla="*/ 128 w 160"/>
              <a:gd name="T47" fmla="*/ 73 h 160"/>
              <a:gd name="T48" fmla="*/ 124 w 160"/>
              <a:gd name="T49" fmla="*/ 77 h 160"/>
              <a:gd name="T50" fmla="*/ 117 w 160"/>
              <a:gd name="T51" fmla="*/ 81 h 160"/>
              <a:gd name="T52" fmla="*/ 90 w 160"/>
              <a:gd name="T53" fmla="*/ 90 h 160"/>
              <a:gd name="T54" fmla="*/ 73 w 160"/>
              <a:gd name="T55" fmla="*/ 90 h 160"/>
              <a:gd name="T56" fmla="*/ 49 w 160"/>
              <a:gd name="T57" fmla="*/ 90 h 160"/>
              <a:gd name="T58" fmla="*/ 19 w 160"/>
              <a:gd name="T59" fmla="*/ 83 h 160"/>
              <a:gd name="T60" fmla="*/ 11 w 160"/>
              <a:gd name="T61" fmla="*/ 79 h 160"/>
              <a:gd name="T62" fmla="*/ 6 w 160"/>
              <a:gd name="T63" fmla="*/ 75 h 160"/>
              <a:gd name="T64" fmla="*/ 6 w 160"/>
              <a:gd name="T65" fmla="*/ 71 h 160"/>
              <a:gd name="T66" fmla="*/ 134 w 160"/>
              <a:gd name="T67" fmla="*/ 104 h 160"/>
              <a:gd name="T68" fmla="*/ 154 w 160"/>
              <a:gd name="T69" fmla="*/ 68 h 160"/>
              <a:gd name="T70" fmla="*/ 154 w 160"/>
              <a:gd name="T71" fmla="*/ 92 h 160"/>
              <a:gd name="T72" fmla="*/ 154 w 160"/>
              <a:gd name="T73" fmla="*/ 58 h 160"/>
              <a:gd name="T74" fmla="*/ 154 w 160"/>
              <a:gd name="T75" fmla="*/ 60 h 160"/>
              <a:gd name="T76" fmla="*/ 137 w 160"/>
              <a:gd name="T77" fmla="*/ 45 h 160"/>
              <a:gd name="T78" fmla="*/ 143 w 160"/>
              <a:gd name="T79" fmla="*/ 43 h 160"/>
              <a:gd name="T80" fmla="*/ 151 w 160"/>
              <a:gd name="T81" fmla="*/ 39 h 160"/>
              <a:gd name="T82" fmla="*/ 154 w 160"/>
              <a:gd name="T83" fmla="*/ 37 h 160"/>
              <a:gd name="T84" fmla="*/ 154 w 160"/>
              <a:gd name="T85" fmla="*/ 28 h 160"/>
              <a:gd name="T86" fmla="*/ 154 w 160"/>
              <a:gd name="T87" fmla="*/ 30 h 160"/>
              <a:gd name="T88" fmla="*/ 149 w 160"/>
              <a:gd name="T89" fmla="*/ 32 h 160"/>
              <a:gd name="T90" fmla="*/ 147 w 160"/>
              <a:gd name="T91" fmla="*/ 34 h 160"/>
              <a:gd name="T92" fmla="*/ 141 w 160"/>
              <a:gd name="T93" fmla="*/ 39 h 160"/>
              <a:gd name="T94" fmla="*/ 134 w 160"/>
              <a:gd name="T95" fmla="*/ 41 h 160"/>
              <a:gd name="T96" fmla="*/ 132 w 160"/>
              <a:gd name="T97" fmla="*/ 37 h 160"/>
              <a:gd name="T98" fmla="*/ 66 w 160"/>
              <a:gd name="T99" fmla="*/ 13 h 160"/>
              <a:gd name="T100" fmla="*/ 38 w 160"/>
              <a:gd name="T101" fmla="*/ 22 h 160"/>
              <a:gd name="T102" fmla="*/ 53 w 160"/>
              <a:gd name="T103" fmla="*/ 20 h 160"/>
              <a:gd name="T104" fmla="*/ 73 w 160"/>
              <a:gd name="T105" fmla="*/ 20 h 160"/>
              <a:gd name="T106" fmla="*/ 90 w 160"/>
              <a:gd name="T107" fmla="*/ 20 h 160"/>
              <a:gd name="T108" fmla="*/ 117 w 160"/>
              <a:gd name="T109" fmla="*/ 28 h 160"/>
              <a:gd name="T110" fmla="*/ 124 w 160"/>
              <a:gd name="T111" fmla="*/ 32 h 160"/>
              <a:gd name="T112" fmla="*/ 128 w 160"/>
              <a:gd name="T113" fmla="*/ 37 h 160"/>
              <a:gd name="T114" fmla="*/ 36 w 160"/>
              <a:gd name="T115" fmla="*/ 22 h 160"/>
              <a:gd name="T116" fmla="*/ 6 w 160"/>
              <a:gd name="T117" fmla="*/ 113 h 160"/>
              <a:gd name="T118" fmla="*/ 128 w 160"/>
              <a:gd name="T119" fmla="*/ 134 h 160"/>
              <a:gd name="T120" fmla="*/ 154 w 160"/>
              <a:gd name="T121" fmla="*/ 121 h 160"/>
              <a:gd name="T122" fmla="*/ 137 w 160"/>
              <a:gd name="T123" fmla="*/ 109 h 160"/>
              <a:gd name="T124" fmla="*/ 154 w 160"/>
              <a:gd name="T125" fmla="*/ 121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0" h="160">
                <a:moveTo>
                  <a:pt x="94" y="0"/>
                </a:moveTo>
                <a:cubicBezTo>
                  <a:pt x="64" y="0"/>
                  <a:pt x="38" y="7"/>
                  <a:pt x="30" y="17"/>
                </a:cubicBezTo>
                <a:cubicBezTo>
                  <a:pt x="13" y="22"/>
                  <a:pt x="2" y="28"/>
                  <a:pt x="0" y="37"/>
                </a:cubicBezTo>
                <a:cubicBezTo>
                  <a:pt x="0" y="37"/>
                  <a:pt x="0" y="37"/>
                  <a:pt x="0" y="37"/>
                </a:cubicBezTo>
                <a:cubicBezTo>
                  <a:pt x="0" y="136"/>
                  <a:pt x="0" y="136"/>
                  <a:pt x="0" y="136"/>
                </a:cubicBezTo>
                <a:cubicBezTo>
                  <a:pt x="0" y="136"/>
                  <a:pt x="0" y="136"/>
                  <a:pt x="0" y="136"/>
                </a:cubicBezTo>
                <a:cubicBezTo>
                  <a:pt x="4" y="149"/>
                  <a:pt x="32" y="160"/>
                  <a:pt x="66" y="160"/>
                </a:cubicBezTo>
                <a:cubicBezTo>
                  <a:pt x="96" y="160"/>
                  <a:pt x="122" y="153"/>
                  <a:pt x="130" y="143"/>
                </a:cubicBezTo>
                <a:cubicBezTo>
                  <a:pt x="147" y="138"/>
                  <a:pt x="158" y="132"/>
                  <a:pt x="160" y="124"/>
                </a:cubicBezTo>
                <a:cubicBezTo>
                  <a:pt x="160" y="124"/>
                  <a:pt x="160" y="124"/>
                  <a:pt x="160" y="121"/>
                </a:cubicBezTo>
                <a:cubicBezTo>
                  <a:pt x="160" y="26"/>
                  <a:pt x="160" y="26"/>
                  <a:pt x="160" y="26"/>
                </a:cubicBezTo>
                <a:cubicBezTo>
                  <a:pt x="160" y="13"/>
                  <a:pt x="137" y="0"/>
                  <a:pt x="94" y="0"/>
                </a:cubicBezTo>
                <a:close/>
                <a:moveTo>
                  <a:pt x="128" y="104"/>
                </a:moveTo>
                <a:cubicBezTo>
                  <a:pt x="128" y="104"/>
                  <a:pt x="128" y="104"/>
                  <a:pt x="128" y="104"/>
                </a:cubicBezTo>
                <a:cubicBezTo>
                  <a:pt x="126" y="107"/>
                  <a:pt x="126" y="107"/>
                  <a:pt x="126" y="107"/>
                </a:cubicBezTo>
                <a:cubicBezTo>
                  <a:pt x="126" y="107"/>
                  <a:pt x="126" y="107"/>
                  <a:pt x="126" y="107"/>
                </a:cubicBezTo>
                <a:cubicBezTo>
                  <a:pt x="126" y="109"/>
                  <a:pt x="126" y="109"/>
                  <a:pt x="126" y="109"/>
                </a:cubicBezTo>
                <a:cubicBezTo>
                  <a:pt x="124" y="109"/>
                  <a:pt x="124" y="109"/>
                  <a:pt x="124" y="109"/>
                </a:cubicBezTo>
                <a:cubicBezTo>
                  <a:pt x="124" y="109"/>
                  <a:pt x="124" y="109"/>
                  <a:pt x="124" y="111"/>
                </a:cubicBezTo>
                <a:cubicBezTo>
                  <a:pt x="122" y="111"/>
                  <a:pt x="122" y="111"/>
                  <a:pt x="122" y="111"/>
                </a:cubicBezTo>
                <a:cubicBezTo>
                  <a:pt x="122" y="111"/>
                  <a:pt x="122" y="111"/>
                  <a:pt x="119" y="111"/>
                </a:cubicBezTo>
                <a:cubicBezTo>
                  <a:pt x="119" y="113"/>
                  <a:pt x="119" y="113"/>
                  <a:pt x="119" y="113"/>
                </a:cubicBezTo>
                <a:cubicBezTo>
                  <a:pt x="117" y="113"/>
                  <a:pt x="117" y="113"/>
                  <a:pt x="117" y="113"/>
                </a:cubicBezTo>
                <a:cubicBezTo>
                  <a:pt x="117" y="113"/>
                  <a:pt x="117" y="113"/>
                  <a:pt x="117" y="113"/>
                </a:cubicBezTo>
                <a:cubicBezTo>
                  <a:pt x="115" y="113"/>
                  <a:pt x="115" y="115"/>
                  <a:pt x="113" y="115"/>
                </a:cubicBezTo>
                <a:cubicBezTo>
                  <a:pt x="113" y="115"/>
                  <a:pt x="113" y="115"/>
                  <a:pt x="113" y="115"/>
                </a:cubicBezTo>
                <a:cubicBezTo>
                  <a:pt x="107" y="117"/>
                  <a:pt x="100" y="119"/>
                  <a:pt x="92" y="121"/>
                </a:cubicBezTo>
                <a:cubicBezTo>
                  <a:pt x="90" y="121"/>
                  <a:pt x="90" y="121"/>
                  <a:pt x="90" y="121"/>
                </a:cubicBezTo>
                <a:cubicBezTo>
                  <a:pt x="90" y="121"/>
                  <a:pt x="87" y="121"/>
                  <a:pt x="85" y="121"/>
                </a:cubicBezTo>
                <a:cubicBezTo>
                  <a:pt x="85" y="121"/>
                  <a:pt x="85" y="121"/>
                  <a:pt x="83" y="121"/>
                </a:cubicBezTo>
                <a:cubicBezTo>
                  <a:pt x="83" y="121"/>
                  <a:pt x="81" y="121"/>
                  <a:pt x="79" y="121"/>
                </a:cubicBezTo>
                <a:cubicBezTo>
                  <a:pt x="77" y="121"/>
                  <a:pt x="77" y="121"/>
                  <a:pt x="77" y="121"/>
                </a:cubicBezTo>
                <a:cubicBezTo>
                  <a:pt x="75" y="121"/>
                  <a:pt x="75" y="121"/>
                  <a:pt x="73" y="121"/>
                </a:cubicBezTo>
                <a:cubicBezTo>
                  <a:pt x="70" y="121"/>
                  <a:pt x="68" y="121"/>
                  <a:pt x="66" y="121"/>
                </a:cubicBezTo>
                <a:cubicBezTo>
                  <a:pt x="64" y="121"/>
                  <a:pt x="62" y="121"/>
                  <a:pt x="60" y="121"/>
                </a:cubicBezTo>
                <a:cubicBezTo>
                  <a:pt x="60" y="121"/>
                  <a:pt x="58" y="121"/>
                  <a:pt x="55" y="121"/>
                </a:cubicBezTo>
                <a:cubicBezTo>
                  <a:pt x="55" y="121"/>
                  <a:pt x="55" y="121"/>
                  <a:pt x="53" y="121"/>
                </a:cubicBezTo>
                <a:cubicBezTo>
                  <a:pt x="53" y="121"/>
                  <a:pt x="51" y="121"/>
                  <a:pt x="49" y="121"/>
                </a:cubicBezTo>
                <a:cubicBezTo>
                  <a:pt x="49" y="121"/>
                  <a:pt x="49" y="121"/>
                  <a:pt x="49" y="121"/>
                </a:cubicBezTo>
                <a:cubicBezTo>
                  <a:pt x="47" y="121"/>
                  <a:pt x="45" y="121"/>
                  <a:pt x="43" y="121"/>
                </a:cubicBezTo>
                <a:cubicBezTo>
                  <a:pt x="43" y="121"/>
                  <a:pt x="43" y="121"/>
                  <a:pt x="43" y="121"/>
                </a:cubicBezTo>
                <a:cubicBezTo>
                  <a:pt x="34" y="119"/>
                  <a:pt x="26" y="117"/>
                  <a:pt x="19" y="115"/>
                </a:cubicBezTo>
                <a:cubicBezTo>
                  <a:pt x="19" y="115"/>
                  <a:pt x="19" y="115"/>
                  <a:pt x="19" y="115"/>
                </a:cubicBezTo>
                <a:cubicBezTo>
                  <a:pt x="17" y="113"/>
                  <a:pt x="17" y="113"/>
                  <a:pt x="17" y="113"/>
                </a:cubicBezTo>
                <a:cubicBezTo>
                  <a:pt x="17" y="113"/>
                  <a:pt x="17" y="113"/>
                  <a:pt x="17" y="113"/>
                </a:cubicBezTo>
                <a:cubicBezTo>
                  <a:pt x="15" y="113"/>
                  <a:pt x="15" y="113"/>
                  <a:pt x="13" y="113"/>
                </a:cubicBezTo>
                <a:cubicBezTo>
                  <a:pt x="13" y="111"/>
                  <a:pt x="13" y="111"/>
                  <a:pt x="13" y="111"/>
                </a:cubicBezTo>
                <a:cubicBezTo>
                  <a:pt x="13" y="111"/>
                  <a:pt x="13" y="111"/>
                  <a:pt x="11" y="111"/>
                </a:cubicBezTo>
                <a:cubicBezTo>
                  <a:pt x="11" y="111"/>
                  <a:pt x="11" y="111"/>
                  <a:pt x="11" y="111"/>
                </a:cubicBezTo>
                <a:cubicBezTo>
                  <a:pt x="11" y="109"/>
                  <a:pt x="9" y="109"/>
                  <a:pt x="9" y="109"/>
                </a:cubicBezTo>
                <a:cubicBezTo>
                  <a:pt x="9" y="109"/>
                  <a:pt x="9" y="109"/>
                  <a:pt x="9" y="109"/>
                </a:cubicBezTo>
                <a:cubicBezTo>
                  <a:pt x="9" y="107"/>
                  <a:pt x="9" y="107"/>
                  <a:pt x="9" y="107"/>
                </a:cubicBezTo>
                <a:cubicBezTo>
                  <a:pt x="6" y="107"/>
                  <a:pt x="6" y="107"/>
                  <a:pt x="6" y="107"/>
                </a:cubicBezTo>
                <a:cubicBezTo>
                  <a:pt x="6" y="107"/>
                  <a:pt x="6" y="107"/>
                  <a:pt x="6" y="104"/>
                </a:cubicBezTo>
                <a:cubicBezTo>
                  <a:pt x="6" y="104"/>
                  <a:pt x="6" y="104"/>
                  <a:pt x="6" y="104"/>
                </a:cubicBezTo>
                <a:cubicBezTo>
                  <a:pt x="6" y="104"/>
                  <a:pt x="6" y="104"/>
                  <a:pt x="6" y="104"/>
                </a:cubicBezTo>
                <a:cubicBezTo>
                  <a:pt x="6" y="102"/>
                  <a:pt x="6" y="102"/>
                  <a:pt x="6" y="102"/>
                </a:cubicBezTo>
                <a:cubicBezTo>
                  <a:pt x="6" y="102"/>
                  <a:pt x="6" y="102"/>
                  <a:pt x="6" y="102"/>
                </a:cubicBezTo>
                <a:cubicBezTo>
                  <a:pt x="6" y="100"/>
                  <a:pt x="6" y="100"/>
                  <a:pt x="6" y="100"/>
                </a:cubicBezTo>
                <a:cubicBezTo>
                  <a:pt x="6" y="81"/>
                  <a:pt x="6" y="81"/>
                  <a:pt x="6" y="81"/>
                </a:cubicBezTo>
                <a:cubicBezTo>
                  <a:pt x="6" y="81"/>
                  <a:pt x="6" y="81"/>
                  <a:pt x="6" y="81"/>
                </a:cubicBezTo>
                <a:cubicBezTo>
                  <a:pt x="6" y="81"/>
                  <a:pt x="6" y="81"/>
                  <a:pt x="9" y="83"/>
                </a:cubicBezTo>
                <a:cubicBezTo>
                  <a:pt x="17" y="90"/>
                  <a:pt x="38" y="96"/>
                  <a:pt x="66" y="96"/>
                </a:cubicBezTo>
                <a:cubicBezTo>
                  <a:pt x="96" y="96"/>
                  <a:pt x="115" y="90"/>
                  <a:pt x="126" y="83"/>
                </a:cubicBezTo>
                <a:cubicBezTo>
                  <a:pt x="126" y="81"/>
                  <a:pt x="128" y="81"/>
                  <a:pt x="128" y="81"/>
                </a:cubicBezTo>
                <a:cubicBezTo>
                  <a:pt x="128" y="100"/>
                  <a:pt x="128" y="100"/>
                  <a:pt x="128" y="100"/>
                </a:cubicBezTo>
                <a:cubicBezTo>
                  <a:pt x="128" y="100"/>
                  <a:pt x="128" y="100"/>
                  <a:pt x="128" y="102"/>
                </a:cubicBezTo>
                <a:cubicBezTo>
                  <a:pt x="128" y="102"/>
                  <a:pt x="128" y="102"/>
                  <a:pt x="128" y="102"/>
                </a:cubicBezTo>
                <a:cubicBezTo>
                  <a:pt x="128" y="102"/>
                  <a:pt x="128" y="102"/>
                  <a:pt x="128" y="104"/>
                </a:cubicBezTo>
                <a:cubicBezTo>
                  <a:pt x="128" y="104"/>
                  <a:pt x="128" y="104"/>
                  <a:pt x="128" y="104"/>
                </a:cubicBezTo>
                <a:close/>
                <a:moveTo>
                  <a:pt x="6" y="49"/>
                </a:moveTo>
                <a:cubicBezTo>
                  <a:pt x="9" y="51"/>
                  <a:pt x="9" y="51"/>
                  <a:pt x="11" y="51"/>
                </a:cubicBezTo>
                <a:cubicBezTo>
                  <a:pt x="11" y="51"/>
                  <a:pt x="11" y="51"/>
                  <a:pt x="11" y="51"/>
                </a:cubicBezTo>
                <a:cubicBezTo>
                  <a:pt x="11" y="54"/>
                  <a:pt x="13" y="54"/>
                  <a:pt x="13" y="54"/>
                </a:cubicBezTo>
                <a:cubicBezTo>
                  <a:pt x="13" y="54"/>
                  <a:pt x="13" y="54"/>
                  <a:pt x="13" y="54"/>
                </a:cubicBezTo>
                <a:cubicBezTo>
                  <a:pt x="15" y="56"/>
                  <a:pt x="15" y="56"/>
                  <a:pt x="17" y="56"/>
                </a:cubicBezTo>
                <a:cubicBezTo>
                  <a:pt x="17" y="56"/>
                  <a:pt x="17" y="56"/>
                  <a:pt x="17" y="56"/>
                </a:cubicBezTo>
                <a:cubicBezTo>
                  <a:pt x="19" y="56"/>
                  <a:pt x="19" y="58"/>
                  <a:pt x="21" y="58"/>
                </a:cubicBezTo>
                <a:cubicBezTo>
                  <a:pt x="21" y="58"/>
                  <a:pt x="21" y="58"/>
                  <a:pt x="21" y="58"/>
                </a:cubicBezTo>
                <a:cubicBezTo>
                  <a:pt x="23" y="58"/>
                  <a:pt x="26" y="58"/>
                  <a:pt x="26" y="60"/>
                </a:cubicBezTo>
                <a:cubicBezTo>
                  <a:pt x="26" y="60"/>
                  <a:pt x="26" y="60"/>
                  <a:pt x="28" y="60"/>
                </a:cubicBezTo>
                <a:cubicBezTo>
                  <a:pt x="28" y="60"/>
                  <a:pt x="30" y="60"/>
                  <a:pt x="32" y="60"/>
                </a:cubicBezTo>
                <a:cubicBezTo>
                  <a:pt x="32" y="60"/>
                  <a:pt x="32" y="60"/>
                  <a:pt x="32" y="60"/>
                </a:cubicBezTo>
                <a:cubicBezTo>
                  <a:pt x="34" y="62"/>
                  <a:pt x="36" y="62"/>
                  <a:pt x="36" y="62"/>
                </a:cubicBezTo>
                <a:cubicBezTo>
                  <a:pt x="38" y="62"/>
                  <a:pt x="38" y="62"/>
                  <a:pt x="38" y="62"/>
                </a:cubicBezTo>
                <a:cubicBezTo>
                  <a:pt x="41" y="62"/>
                  <a:pt x="43" y="62"/>
                  <a:pt x="43" y="62"/>
                </a:cubicBezTo>
                <a:cubicBezTo>
                  <a:pt x="45" y="62"/>
                  <a:pt x="45" y="62"/>
                  <a:pt x="45" y="62"/>
                </a:cubicBezTo>
                <a:cubicBezTo>
                  <a:pt x="47" y="62"/>
                  <a:pt x="49" y="64"/>
                  <a:pt x="51" y="64"/>
                </a:cubicBezTo>
                <a:cubicBezTo>
                  <a:pt x="51" y="64"/>
                  <a:pt x="51" y="64"/>
                  <a:pt x="53" y="64"/>
                </a:cubicBezTo>
                <a:cubicBezTo>
                  <a:pt x="53" y="64"/>
                  <a:pt x="55" y="64"/>
                  <a:pt x="58" y="64"/>
                </a:cubicBezTo>
                <a:cubicBezTo>
                  <a:pt x="60" y="64"/>
                  <a:pt x="60" y="64"/>
                  <a:pt x="60" y="64"/>
                </a:cubicBezTo>
                <a:cubicBezTo>
                  <a:pt x="62" y="64"/>
                  <a:pt x="64" y="64"/>
                  <a:pt x="66" y="64"/>
                </a:cubicBezTo>
                <a:cubicBezTo>
                  <a:pt x="68" y="64"/>
                  <a:pt x="73" y="64"/>
                  <a:pt x="75" y="64"/>
                </a:cubicBezTo>
                <a:cubicBezTo>
                  <a:pt x="75" y="64"/>
                  <a:pt x="75" y="64"/>
                  <a:pt x="75" y="64"/>
                </a:cubicBezTo>
                <a:cubicBezTo>
                  <a:pt x="77" y="64"/>
                  <a:pt x="79" y="64"/>
                  <a:pt x="81" y="64"/>
                </a:cubicBezTo>
                <a:cubicBezTo>
                  <a:pt x="81" y="64"/>
                  <a:pt x="81" y="64"/>
                  <a:pt x="83" y="64"/>
                </a:cubicBezTo>
                <a:cubicBezTo>
                  <a:pt x="85" y="64"/>
                  <a:pt x="87" y="62"/>
                  <a:pt x="90" y="62"/>
                </a:cubicBezTo>
                <a:cubicBezTo>
                  <a:pt x="90" y="62"/>
                  <a:pt x="90" y="62"/>
                  <a:pt x="90" y="62"/>
                </a:cubicBezTo>
                <a:cubicBezTo>
                  <a:pt x="92" y="62"/>
                  <a:pt x="94" y="62"/>
                  <a:pt x="94" y="62"/>
                </a:cubicBezTo>
                <a:cubicBezTo>
                  <a:pt x="96" y="62"/>
                  <a:pt x="96" y="62"/>
                  <a:pt x="96" y="62"/>
                </a:cubicBezTo>
                <a:cubicBezTo>
                  <a:pt x="98" y="62"/>
                  <a:pt x="100" y="62"/>
                  <a:pt x="100" y="60"/>
                </a:cubicBezTo>
                <a:cubicBezTo>
                  <a:pt x="100" y="60"/>
                  <a:pt x="100" y="60"/>
                  <a:pt x="102" y="60"/>
                </a:cubicBezTo>
                <a:cubicBezTo>
                  <a:pt x="102" y="60"/>
                  <a:pt x="105" y="60"/>
                  <a:pt x="107" y="60"/>
                </a:cubicBezTo>
                <a:cubicBezTo>
                  <a:pt x="107" y="60"/>
                  <a:pt x="107" y="60"/>
                  <a:pt x="107" y="60"/>
                </a:cubicBezTo>
                <a:cubicBezTo>
                  <a:pt x="109" y="58"/>
                  <a:pt x="111" y="58"/>
                  <a:pt x="111" y="58"/>
                </a:cubicBezTo>
                <a:cubicBezTo>
                  <a:pt x="111" y="58"/>
                  <a:pt x="111" y="58"/>
                  <a:pt x="113" y="58"/>
                </a:cubicBezTo>
                <a:cubicBezTo>
                  <a:pt x="115" y="56"/>
                  <a:pt x="115" y="56"/>
                  <a:pt x="115" y="56"/>
                </a:cubicBezTo>
                <a:cubicBezTo>
                  <a:pt x="117" y="56"/>
                  <a:pt x="117" y="56"/>
                  <a:pt x="117" y="56"/>
                </a:cubicBezTo>
                <a:cubicBezTo>
                  <a:pt x="117" y="56"/>
                  <a:pt x="119" y="56"/>
                  <a:pt x="119" y="54"/>
                </a:cubicBezTo>
                <a:cubicBezTo>
                  <a:pt x="119" y="54"/>
                  <a:pt x="119" y="54"/>
                  <a:pt x="122" y="54"/>
                </a:cubicBezTo>
                <a:cubicBezTo>
                  <a:pt x="122" y="54"/>
                  <a:pt x="122" y="54"/>
                  <a:pt x="124" y="51"/>
                </a:cubicBezTo>
                <a:cubicBezTo>
                  <a:pt x="124" y="51"/>
                  <a:pt x="124" y="51"/>
                  <a:pt x="124" y="51"/>
                </a:cubicBezTo>
                <a:cubicBezTo>
                  <a:pt x="124" y="51"/>
                  <a:pt x="126" y="51"/>
                  <a:pt x="126" y="49"/>
                </a:cubicBezTo>
                <a:cubicBezTo>
                  <a:pt x="126" y="49"/>
                  <a:pt x="126" y="49"/>
                  <a:pt x="128" y="49"/>
                </a:cubicBezTo>
                <a:cubicBezTo>
                  <a:pt x="128" y="49"/>
                  <a:pt x="128" y="49"/>
                  <a:pt x="128" y="49"/>
                </a:cubicBezTo>
                <a:cubicBezTo>
                  <a:pt x="128" y="68"/>
                  <a:pt x="128" y="68"/>
                  <a:pt x="128" y="68"/>
                </a:cubicBezTo>
                <a:cubicBezTo>
                  <a:pt x="128" y="68"/>
                  <a:pt x="128" y="68"/>
                  <a:pt x="128" y="71"/>
                </a:cubicBezTo>
                <a:cubicBezTo>
                  <a:pt x="128" y="71"/>
                  <a:pt x="128" y="71"/>
                  <a:pt x="128" y="71"/>
                </a:cubicBezTo>
                <a:cubicBezTo>
                  <a:pt x="128" y="71"/>
                  <a:pt x="128" y="71"/>
                  <a:pt x="128" y="73"/>
                </a:cubicBezTo>
                <a:cubicBezTo>
                  <a:pt x="128" y="73"/>
                  <a:pt x="128" y="73"/>
                  <a:pt x="128" y="73"/>
                </a:cubicBezTo>
                <a:cubicBezTo>
                  <a:pt x="128" y="73"/>
                  <a:pt x="128" y="73"/>
                  <a:pt x="128" y="73"/>
                </a:cubicBezTo>
                <a:cubicBezTo>
                  <a:pt x="126" y="75"/>
                  <a:pt x="126" y="75"/>
                  <a:pt x="126" y="75"/>
                </a:cubicBezTo>
                <a:cubicBezTo>
                  <a:pt x="126" y="75"/>
                  <a:pt x="126" y="75"/>
                  <a:pt x="126" y="75"/>
                </a:cubicBezTo>
                <a:cubicBezTo>
                  <a:pt x="126" y="77"/>
                  <a:pt x="126" y="77"/>
                  <a:pt x="126" y="77"/>
                </a:cubicBezTo>
                <a:cubicBezTo>
                  <a:pt x="124" y="77"/>
                  <a:pt x="124" y="77"/>
                  <a:pt x="124" y="77"/>
                </a:cubicBezTo>
                <a:cubicBezTo>
                  <a:pt x="124" y="77"/>
                  <a:pt x="124" y="77"/>
                  <a:pt x="124" y="79"/>
                </a:cubicBezTo>
                <a:cubicBezTo>
                  <a:pt x="122" y="79"/>
                  <a:pt x="122" y="79"/>
                  <a:pt x="122" y="79"/>
                </a:cubicBezTo>
                <a:cubicBezTo>
                  <a:pt x="122" y="79"/>
                  <a:pt x="122" y="79"/>
                  <a:pt x="119" y="79"/>
                </a:cubicBezTo>
                <a:cubicBezTo>
                  <a:pt x="119" y="81"/>
                  <a:pt x="119" y="81"/>
                  <a:pt x="119" y="81"/>
                </a:cubicBezTo>
                <a:cubicBezTo>
                  <a:pt x="117" y="81"/>
                  <a:pt x="117" y="81"/>
                  <a:pt x="117" y="81"/>
                </a:cubicBezTo>
                <a:cubicBezTo>
                  <a:pt x="117" y="81"/>
                  <a:pt x="117" y="81"/>
                  <a:pt x="117" y="81"/>
                </a:cubicBezTo>
                <a:cubicBezTo>
                  <a:pt x="115" y="81"/>
                  <a:pt x="115" y="83"/>
                  <a:pt x="113" y="83"/>
                </a:cubicBezTo>
                <a:cubicBezTo>
                  <a:pt x="113" y="83"/>
                  <a:pt x="113" y="83"/>
                  <a:pt x="113" y="83"/>
                </a:cubicBezTo>
                <a:cubicBezTo>
                  <a:pt x="107" y="85"/>
                  <a:pt x="100" y="88"/>
                  <a:pt x="92" y="90"/>
                </a:cubicBezTo>
                <a:cubicBezTo>
                  <a:pt x="90" y="90"/>
                  <a:pt x="90" y="90"/>
                  <a:pt x="90" y="90"/>
                </a:cubicBezTo>
                <a:cubicBezTo>
                  <a:pt x="90" y="90"/>
                  <a:pt x="87" y="90"/>
                  <a:pt x="85" y="90"/>
                </a:cubicBezTo>
                <a:cubicBezTo>
                  <a:pt x="85" y="90"/>
                  <a:pt x="85" y="90"/>
                  <a:pt x="83" y="90"/>
                </a:cubicBezTo>
                <a:cubicBezTo>
                  <a:pt x="83" y="90"/>
                  <a:pt x="81" y="90"/>
                  <a:pt x="79" y="90"/>
                </a:cubicBezTo>
                <a:cubicBezTo>
                  <a:pt x="77" y="90"/>
                  <a:pt x="77" y="90"/>
                  <a:pt x="77" y="90"/>
                </a:cubicBezTo>
                <a:cubicBezTo>
                  <a:pt x="75" y="90"/>
                  <a:pt x="75" y="90"/>
                  <a:pt x="73" y="90"/>
                </a:cubicBezTo>
                <a:cubicBezTo>
                  <a:pt x="70" y="90"/>
                  <a:pt x="68" y="90"/>
                  <a:pt x="66" y="90"/>
                </a:cubicBezTo>
                <a:cubicBezTo>
                  <a:pt x="64" y="90"/>
                  <a:pt x="62" y="90"/>
                  <a:pt x="60" y="90"/>
                </a:cubicBezTo>
                <a:cubicBezTo>
                  <a:pt x="60" y="90"/>
                  <a:pt x="58" y="90"/>
                  <a:pt x="55" y="90"/>
                </a:cubicBezTo>
                <a:cubicBezTo>
                  <a:pt x="55" y="90"/>
                  <a:pt x="55" y="90"/>
                  <a:pt x="53" y="90"/>
                </a:cubicBezTo>
                <a:cubicBezTo>
                  <a:pt x="53" y="90"/>
                  <a:pt x="51" y="90"/>
                  <a:pt x="49" y="90"/>
                </a:cubicBezTo>
                <a:cubicBezTo>
                  <a:pt x="49" y="90"/>
                  <a:pt x="49" y="90"/>
                  <a:pt x="49" y="90"/>
                </a:cubicBezTo>
                <a:cubicBezTo>
                  <a:pt x="47" y="90"/>
                  <a:pt x="45" y="90"/>
                  <a:pt x="43" y="90"/>
                </a:cubicBezTo>
                <a:cubicBezTo>
                  <a:pt x="43" y="90"/>
                  <a:pt x="43" y="90"/>
                  <a:pt x="43" y="90"/>
                </a:cubicBezTo>
                <a:cubicBezTo>
                  <a:pt x="34" y="88"/>
                  <a:pt x="26" y="85"/>
                  <a:pt x="19" y="83"/>
                </a:cubicBezTo>
                <a:cubicBezTo>
                  <a:pt x="19" y="83"/>
                  <a:pt x="19" y="83"/>
                  <a:pt x="19" y="83"/>
                </a:cubicBezTo>
                <a:cubicBezTo>
                  <a:pt x="17" y="81"/>
                  <a:pt x="17" y="81"/>
                  <a:pt x="17" y="81"/>
                </a:cubicBezTo>
                <a:cubicBezTo>
                  <a:pt x="17" y="81"/>
                  <a:pt x="17" y="81"/>
                  <a:pt x="17" y="81"/>
                </a:cubicBezTo>
                <a:cubicBezTo>
                  <a:pt x="15" y="81"/>
                  <a:pt x="15" y="81"/>
                  <a:pt x="13" y="81"/>
                </a:cubicBezTo>
                <a:cubicBezTo>
                  <a:pt x="13" y="79"/>
                  <a:pt x="13" y="79"/>
                  <a:pt x="13" y="79"/>
                </a:cubicBezTo>
                <a:cubicBezTo>
                  <a:pt x="13" y="79"/>
                  <a:pt x="13" y="79"/>
                  <a:pt x="11" y="79"/>
                </a:cubicBezTo>
                <a:cubicBezTo>
                  <a:pt x="11" y="79"/>
                  <a:pt x="11" y="79"/>
                  <a:pt x="11" y="79"/>
                </a:cubicBezTo>
                <a:cubicBezTo>
                  <a:pt x="11" y="77"/>
                  <a:pt x="9" y="77"/>
                  <a:pt x="9" y="77"/>
                </a:cubicBezTo>
                <a:cubicBezTo>
                  <a:pt x="9" y="77"/>
                  <a:pt x="9" y="77"/>
                  <a:pt x="9" y="77"/>
                </a:cubicBezTo>
                <a:cubicBezTo>
                  <a:pt x="9" y="75"/>
                  <a:pt x="9" y="75"/>
                  <a:pt x="9" y="75"/>
                </a:cubicBezTo>
                <a:cubicBezTo>
                  <a:pt x="6" y="75"/>
                  <a:pt x="6" y="75"/>
                  <a:pt x="6" y="75"/>
                </a:cubicBezTo>
                <a:cubicBezTo>
                  <a:pt x="6" y="75"/>
                  <a:pt x="6" y="75"/>
                  <a:pt x="6" y="73"/>
                </a:cubicBezTo>
                <a:cubicBezTo>
                  <a:pt x="6" y="73"/>
                  <a:pt x="6" y="73"/>
                  <a:pt x="6" y="73"/>
                </a:cubicBezTo>
                <a:cubicBezTo>
                  <a:pt x="6" y="73"/>
                  <a:pt x="6" y="73"/>
                  <a:pt x="6" y="73"/>
                </a:cubicBezTo>
                <a:cubicBezTo>
                  <a:pt x="6" y="71"/>
                  <a:pt x="6" y="71"/>
                  <a:pt x="6" y="71"/>
                </a:cubicBezTo>
                <a:cubicBezTo>
                  <a:pt x="6" y="71"/>
                  <a:pt x="6" y="71"/>
                  <a:pt x="6" y="71"/>
                </a:cubicBezTo>
                <a:cubicBezTo>
                  <a:pt x="6" y="68"/>
                  <a:pt x="6" y="68"/>
                  <a:pt x="6" y="68"/>
                </a:cubicBezTo>
                <a:cubicBezTo>
                  <a:pt x="6" y="49"/>
                  <a:pt x="6" y="49"/>
                  <a:pt x="6" y="49"/>
                </a:cubicBezTo>
                <a:cubicBezTo>
                  <a:pt x="6" y="49"/>
                  <a:pt x="6" y="49"/>
                  <a:pt x="6" y="49"/>
                </a:cubicBezTo>
                <a:cubicBezTo>
                  <a:pt x="6" y="49"/>
                  <a:pt x="6" y="49"/>
                  <a:pt x="6" y="49"/>
                </a:cubicBezTo>
                <a:close/>
                <a:moveTo>
                  <a:pt x="134" y="104"/>
                </a:moveTo>
                <a:cubicBezTo>
                  <a:pt x="134" y="77"/>
                  <a:pt x="134" y="77"/>
                  <a:pt x="134" y="77"/>
                </a:cubicBezTo>
                <a:cubicBezTo>
                  <a:pt x="134" y="77"/>
                  <a:pt x="134" y="77"/>
                  <a:pt x="134" y="77"/>
                </a:cubicBezTo>
                <a:cubicBezTo>
                  <a:pt x="137" y="77"/>
                  <a:pt x="137" y="77"/>
                  <a:pt x="137" y="77"/>
                </a:cubicBezTo>
                <a:cubicBezTo>
                  <a:pt x="137" y="77"/>
                  <a:pt x="137" y="77"/>
                  <a:pt x="137" y="77"/>
                </a:cubicBezTo>
                <a:cubicBezTo>
                  <a:pt x="145" y="75"/>
                  <a:pt x="151" y="71"/>
                  <a:pt x="154" y="68"/>
                </a:cubicBezTo>
                <a:cubicBezTo>
                  <a:pt x="154" y="90"/>
                  <a:pt x="154" y="90"/>
                  <a:pt x="154" y="90"/>
                </a:cubicBezTo>
                <a:cubicBezTo>
                  <a:pt x="154" y="90"/>
                  <a:pt x="154" y="90"/>
                  <a:pt x="154" y="90"/>
                </a:cubicBezTo>
                <a:cubicBezTo>
                  <a:pt x="154" y="90"/>
                  <a:pt x="154" y="90"/>
                  <a:pt x="154" y="92"/>
                </a:cubicBezTo>
                <a:cubicBezTo>
                  <a:pt x="154" y="92"/>
                  <a:pt x="154" y="92"/>
                  <a:pt x="154" y="92"/>
                </a:cubicBezTo>
                <a:cubicBezTo>
                  <a:pt x="154" y="92"/>
                  <a:pt x="154" y="92"/>
                  <a:pt x="154" y="92"/>
                </a:cubicBezTo>
                <a:cubicBezTo>
                  <a:pt x="154" y="92"/>
                  <a:pt x="154" y="92"/>
                  <a:pt x="154" y="92"/>
                </a:cubicBezTo>
                <a:cubicBezTo>
                  <a:pt x="151" y="96"/>
                  <a:pt x="145" y="100"/>
                  <a:pt x="134" y="104"/>
                </a:cubicBezTo>
                <a:cubicBezTo>
                  <a:pt x="134" y="104"/>
                  <a:pt x="134" y="104"/>
                  <a:pt x="134" y="104"/>
                </a:cubicBezTo>
                <a:close/>
                <a:moveTo>
                  <a:pt x="154" y="37"/>
                </a:moveTo>
                <a:cubicBezTo>
                  <a:pt x="154" y="58"/>
                  <a:pt x="154" y="58"/>
                  <a:pt x="154" y="58"/>
                </a:cubicBezTo>
                <a:cubicBezTo>
                  <a:pt x="154" y="58"/>
                  <a:pt x="154" y="58"/>
                  <a:pt x="154" y="58"/>
                </a:cubicBezTo>
                <a:cubicBezTo>
                  <a:pt x="154" y="58"/>
                  <a:pt x="154" y="58"/>
                  <a:pt x="154" y="60"/>
                </a:cubicBezTo>
                <a:cubicBezTo>
                  <a:pt x="154" y="60"/>
                  <a:pt x="154" y="60"/>
                  <a:pt x="154" y="60"/>
                </a:cubicBezTo>
                <a:cubicBezTo>
                  <a:pt x="154" y="60"/>
                  <a:pt x="154" y="60"/>
                  <a:pt x="154" y="60"/>
                </a:cubicBezTo>
                <a:cubicBezTo>
                  <a:pt x="154" y="60"/>
                  <a:pt x="154" y="60"/>
                  <a:pt x="154" y="60"/>
                </a:cubicBezTo>
                <a:cubicBezTo>
                  <a:pt x="151" y="64"/>
                  <a:pt x="145" y="68"/>
                  <a:pt x="134" y="73"/>
                </a:cubicBezTo>
                <a:cubicBezTo>
                  <a:pt x="134" y="73"/>
                  <a:pt x="134" y="73"/>
                  <a:pt x="134" y="73"/>
                </a:cubicBezTo>
                <a:cubicBezTo>
                  <a:pt x="134" y="45"/>
                  <a:pt x="134" y="45"/>
                  <a:pt x="134" y="45"/>
                </a:cubicBezTo>
                <a:cubicBezTo>
                  <a:pt x="134" y="45"/>
                  <a:pt x="134" y="45"/>
                  <a:pt x="134" y="45"/>
                </a:cubicBezTo>
                <a:cubicBezTo>
                  <a:pt x="134" y="45"/>
                  <a:pt x="134" y="45"/>
                  <a:pt x="137" y="45"/>
                </a:cubicBezTo>
                <a:cubicBezTo>
                  <a:pt x="137" y="45"/>
                  <a:pt x="137" y="45"/>
                  <a:pt x="137" y="45"/>
                </a:cubicBezTo>
                <a:cubicBezTo>
                  <a:pt x="139" y="45"/>
                  <a:pt x="139" y="45"/>
                  <a:pt x="139" y="45"/>
                </a:cubicBezTo>
                <a:cubicBezTo>
                  <a:pt x="139" y="43"/>
                  <a:pt x="141" y="43"/>
                  <a:pt x="141" y="43"/>
                </a:cubicBezTo>
                <a:cubicBezTo>
                  <a:pt x="141" y="43"/>
                  <a:pt x="141" y="43"/>
                  <a:pt x="143" y="43"/>
                </a:cubicBezTo>
                <a:cubicBezTo>
                  <a:pt x="143" y="43"/>
                  <a:pt x="143" y="43"/>
                  <a:pt x="143" y="43"/>
                </a:cubicBezTo>
                <a:cubicBezTo>
                  <a:pt x="143" y="43"/>
                  <a:pt x="145" y="43"/>
                  <a:pt x="145" y="41"/>
                </a:cubicBezTo>
                <a:cubicBezTo>
                  <a:pt x="145" y="41"/>
                  <a:pt x="145" y="41"/>
                  <a:pt x="145" y="41"/>
                </a:cubicBezTo>
                <a:cubicBezTo>
                  <a:pt x="147" y="41"/>
                  <a:pt x="147" y="41"/>
                  <a:pt x="149" y="41"/>
                </a:cubicBezTo>
                <a:cubicBezTo>
                  <a:pt x="149" y="41"/>
                  <a:pt x="149" y="41"/>
                  <a:pt x="149" y="41"/>
                </a:cubicBezTo>
                <a:cubicBezTo>
                  <a:pt x="149" y="39"/>
                  <a:pt x="149" y="39"/>
                  <a:pt x="151" y="39"/>
                </a:cubicBezTo>
                <a:cubicBezTo>
                  <a:pt x="151" y="39"/>
                  <a:pt x="151" y="39"/>
                  <a:pt x="151" y="39"/>
                </a:cubicBezTo>
                <a:cubicBezTo>
                  <a:pt x="151" y="39"/>
                  <a:pt x="151" y="39"/>
                  <a:pt x="154" y="37"/>
                </a:cubicBezTo>
                <a:cubicBezTo>
                  <a:pt x="154" y="37"/>
                  <a:pt x="154" y="37"/>
                  <a:pt x="154" y="37"/>
                </a:cubicBezTo>
                <a:cubicBezTo>
                  <a:pt x="154" y="37"/>
                  <a:pt x="154" y="37"/>
                  <a:pt x="154" y="37"/>
                </a:cubicBezTo>
                <a:cubicBezTo>
                  <a:pt x="154" y="37"/>
                  <a:pt x="154" y="37"/>
                  <a:pt x="154" y="37"/>
                </a:cubicBezTo>
                <a:close/>
                <a:moveTo>
                  <a:pt x="94" y="5"/>
                </a:moveTo>
                <a:cubicBezTo>
                  <a:pt x="130" y="5"/>
                  <a:pt x="154" y="15"/>
                  <a:pt x="154" y="26"/>
                </a:cubicBezTo>
                <a:cubicBezTo>
                  <a:pt x="154" y="26"/>
                  <a:pt x="154" y="26"/>
                  <a:pt x="154" y="26"/>
                </a:cubicBezTo>
                <a:cubicBezTo>
                  <a:pt x="154" y="26"/>
                  <a:pt x="154" y="26"/>
                  <a:pt x="154" y="26"/>
                </a:cubicBezTo>
                <a:cubicBezTo>
                  <a:pt x="154" y="28"/>
                  <a:pt x="154" y="28"/>
                  <a:pt x="154" y="28"/>
                </a:cubicBezTo>
                <a:cubicBezTo>
                  <a:pt x="154" y="28"/>
                  <a:pt x="154" y="28"/>
                  <a:pt x="154" y="28"/>
                </a:cubicBezTo>
                <a:cubicBezTo>
                  <a:pt x="154" y="28"/>
                  <a:pt x="154" y="28"/>
                  <a:pt x="154" y="28"/>
                </a:cubicBezTo>
                <a:cubicBezTo>
                  <a:pt x="154" y="28"/>
                  <a:pt x="154" y="28"/>
                  <a:pt x="154" y="30"/>
                </a:cubicBezTo>
                <a:cubicBezTo>
                  <a:pt x="154" y="30"/>
                  <a:pt x="154" y="30"/>
                  <a:pt x="154" y="30"/>
                </a:cubicBezTo>
                <a:cubicBezTo>
                  <a:pt x="154" y="30"/>
                  <a:pt x="154" y="30"/>
                  <a:pt x="154" y="30"/>
                </a:cubicBezTo>
                <a:cubicBezTo>
                  <a:pt x="151" y="30"/>
                  <a:pt x="151" y="30"/>
                  <a:pt x="151" y="30"/>
                </a:cubicBezTo>
                <a:cubicBezTo>
                  <a:pt x="151" y="30"/>
                  <a:pt x="151" y="30"/>
                  <a:pt x="151" y="32"/>
                </a:cubicBezTo>
                <a:cubicBezTo>
                  <a:pt x="151" y="32"/>
                  <a:pt x="151" y="32"/>
                  <a:pt x="151" y="32"/>
                </a:cubicBezTo>
                <a:cubicBezTo>
                  <a:pt x="151" y="32"/>
                  <a:pt x="151" y="32"/>
                  <a:pt x="151" y="32"/>
                </a:cubicBezTo>
                <a:cubicBezTo>
                  <a:pt x="149" y="32"/>
                  <a:pt x="149" y="32"/>
                  <a:pt x="149" y="32"/>
                </a:cubicBezTo>
                <a:cubicBezTo>
                  <a:pt x="149" y="32"/>
                  <a:pt x="149" y="32"/>
                  <a:pt x="149" y="32"/>
                </a:cubicBezTo>
                <a:cubicBezTo>
                  <a:pt x="149" y="34"/>
                  <a:pt x="149" y="34"/>
                  <a:pt x="149" y="34"/>
                </a:cubicBezTo>
                <a:cubicBezTo>
                  <a:pt x="147" y="34"/>
                  <a:pt x="147" y="34"/>
                  <a:pt x="147" y="34"/>
                </a:cubicBezTo>
                <a:cubicBezTo>
                  <a:pt x="147" y="34"/>
                  <a:pt x="147" y="34"/>
                  <a:pt x="147" y="34"/>
                </a:cubicBezTo>
                <a:cubicBezTo>
                  <a:pt x="147" y="34"/>
                  <a:pt x="147" y="34"/>
                  <a:pt x="147" y="34"/>
                </a:cubicBezTo>
                <a:cubicBezTo>
                  <a:pt x="145" y="34"/>
                  <a:pt x="145" y="37"/>
                  <a:pt x="145" y="37"/>
                </a:cubicBezTo>
                <a:cubicBezTo>
                  <a:pt x="145" y="37"/>
                  <a:pt x="145" y="37"/>
                  <a:pt x="145" y="37"/>
                </a:cubicBezTo>
                <a:cubicBezTo>
                  <a:pt x="143" y="37"/>
                  <a:pt x="143" y="37"/>
                  <a:pt x="143" y="37"/>
                </a:cubicBezTo>
                <a:cubicBezTo>
                  <a:pt x="143" y="37"/>
                  <a:pt x="143" y="37"/>
                  <a:pt x="143" y="37"/>
                </a:cubicBezTo>
                <a:cubicBezTo>
                  <a:pt x="141" y="37"/>
                  <a:pt x="141" y="39"/>
                  <a:pt x="141" y="39"/>
                </a:cubicBezTo>
                <a:cubicBezTo>
                  <a:pt x="141" y="39"/>
                  <a:pt x="141" y="39"/>
                  <a:pt x="141" y="39"/>
                </a:cubicBezTo>
                <a:cubicBezTo>
                  <a:pt x="139" y="39"/>
                  <a:pt x="139" y="39"/>
                  <a:pt x="139" y="39"/>
                </a:cubicBezTo>
                <a:cubicBezTo>
                  <a:pt x="137" y="39"/>
                  <a:pt x="137" y="39"/>
                  <a:pt x="137" y="39"/>
                </a:cubicBezTo>
                <a:cubicBezTo>
                  <a:pt x="137" y="39"/>
                  <a:pt x="137" y="39"/>
                  <a:pt x="137" y="39"/>
                </a:cubicBezTo>
                <a:cubicBezTo>
                  <a:pt x="134" y="41"/>
                  <a:pt x="134" y="41"/>
                  <a:pt x="134" y="41"/>
                </a:cubicBezTo>
                <a:cubicBezTo>
                  <a:pt x="134" y="41"/>
                  <a:pt x="134" y="41"/>
                  <a:pt x="134" y="41"/>
                </a:cubicBezTo>
                <a:cubicBezTo>
                  <a:pt x="134" y="37"/>
                  <a:pt x="134" y="37"/>
                  <a:pt x="134" y="37"/>
                </a:cubicBezTo>
                <a:cubicBezTo>
                  <a:pt x="132" y="37"/>
                  <a:pt x="132" y="37"/>
                  <a:pt x="132" y="37"/>
                </a:cubicBezTo>
                <a:cubicBezTo>
                  <a:pt x="132" y="37"/>
                  <a:pt x="132" y="37"/>
                  <a:pt x="132" y="37"/>
                </a:cubicBezTo>
                <a:cubicBezTo>
                  <a:pt x="132" y="37"/>
                  <a:pt x="132" y="37"/>
                  <a:pt x="132" y="37"/>
                </a:cubicBezTo>
                <a:cubicBezTo>
                  <a:pt x="132" y="32"/>
                  <a:pt x="130" y="30"/>
                  <a:pt x="126" y="28"/>
                </a:cubicBezTo>
                <a:cubicBezTo>
                  <a:pt x="126" y="28"/>
                  <a:pt x="126" y="28"/>
                  <a:pt x="126" y="28"/>
                </a:cubicBezTo>
                <a:cubicBezTo>
                  <a:pt x="126" y="26"/>
                  <a:pt x="126" y="26"/>
                  <a:pt x="126" y="26"/>
                </a:cubicBezTo>
                <a:cubicBezTo>
                  <a:pt x="115" y="20"/>
                  <a:pt x="98" y="15"/>
                  <a:pt x="73" y="13"/>
                </a:cubicBezTo>
                <a:cubicBezTo>
                  <a:pt x="70" y="13"/>
                  <a:pt x="68" y="13"/>
                  <a:pt x="66" y="13"/>
                </a:cubicBezTo>
                <a:cubicBezTo>
                  <a:pt x="64" y="13"/>
                  <a:pt x="62" y="13"/>
                  <a:pt x="60" y="13"/>
                </a:cubicBezTo>
                <a:cubicBezTo>
                  <a:pt x="53" y="13"/>
                  <a:pt x="47" y="15"/>
                  <a:pt x="41" y="15"/>
                </a:cubicBezTo>
                <a:cubicBezTo>
                  <a:pt x="51" y="9"/>
                  <a:pt x="70" y="5"/>
                  <a:pt x="94" y="5"/>
                </a:cubicBezTo>
                <a:close/>
                <a:moveTo>
                  <a:pt x="36" y="22"/>
                </a:moveTo>
                <a:cubicBezTo>
                  <a:pt x="38" y="22"/>
                  <a:pt x="38" y="22"/>
                  <a:pt x="38" y="22"/>
                </a:cubicBezTo>
                <a:cubicBezTo>
                  <a:pt x="41" y="22"/>
                  <a:pt x="41" y="22"/>
                  <a:pt x="41" y="22"/>
                </a:cubicBezTo>
                <a:cubicBezTo>
                  <a:pt x="41" y="22"/>
                  <a:pt x="43" y="22"/>
                  <a:pt x="43" y="20"/>
                </a:cubicBezTo>
                <a:cubicBezTo>
                  <a:pt x="45" y="20"/>
                  <a:pt x="45" y="20"/>
                  <a:pt x="47" y="20"/>
                </a:cubicBezTo>
                <a:cubicBezTo>
                  <a:pt x="47" y="20"/>
                  <a:pt x="47" y="20"/>
                  <a:pt x="49" y="20"/>
                </a:cubicBezTo>
                <a:cubicBezTo>
                  <a:pt x="49" y="20"/>
                  <a:pt x="51" y="20"/>
                  <a:pt x="53" y="20"/>
                </a:cubicBezTo>
                <a:cubicBezTo>
                  <a:pt x="55" y="20"/>
                  <a:pt x="55" y="20"/>
                  <a:pt x="55" y="20"/>
                </a:cubicBezTo>
                <a:cubicBezTo>
                  <a:pt x="55" y="20"/>
                  <a:pt x="58" y="20"/>
                  <a:pt x="60" y="20"/>
                </a:cubicBezTo>
                <a:cubicBezTo>
                  <a:pt x="60" y="20"/>
                  <a:pt x="60" y="20"/>
                  <a:pt x="62" y="20"/>
                </a:cubicBezTo>
                <a:cubicBezTo>
                  <a:pt x="62" y="20"/>
                  <a:pt x="64" y="20"/>
                  <a:pt x="66" y="20"/>
                </a:cubicBezTo>
                <a:cubicBezTo>
                  <a:pt x="68" y="20"/>
                  <a:pt x="70" y="20"/>
                  <a:pt x="73" y="20"/>
                </a:cubicBezTo>
                <a:cubicBezTo>
                  <a:pt x="75" y="20"/>
                  <a:pt x="75" y="20"/>
                  <a:pt x="77" y="20"/>
                </a:cubicBezTo>
                <a:cubicBezTo>
                  <a:pt x="79" y="20"/>
                  <a:pt x="79" y="20"/>
                  <a:pt x="79" y="20"/>
                </a:cubicBezTo>
                <a:cubicBezTo>
                  <a:pt x="81" y="20"/>
                  <a:pt x="83" y="20"/>
                  <a:pt x="83" y="20"/>
                </a:cubicBezTo>
                <a:cubicBezTo>
                  <a:pt x="85" y="20"/>
                  <a:pt x="85" y="20"/>
                  <a:pt x="85" y="20"/>
                </a:cubicBezTo>
                <a:cubicBezTo>
                  <a:pt x="87" y="20"/>
                  <a:pt x="90" y="20"/>
                  <a:pt x="90" y="20"/>
                </a:cubicBezTo>
                <a:cubicBezTo>
                  <a:pt x="90" y="20"/>
                  <a:pt x="90" y="20"/>
                  <a:pt x="92" y="20"/>
                </a:cubicBezTo>
                <a:cubicBezTo>
                  <a:pt x="100" y="22"/>
                  <a:pt x="107" y="24"/>
                  <a:pt x="113" y="26"/>
                </a:cubicBezTo>
                <a:cubicBezTo>
                  <a:pt x="113" y="26"/>
                  <a:pt x="113" y="26"/>
                  <a:pt x="113" y="26"/>
                </a:cubicBezTo>
                <a:cubicBezTo>
                  <a:pt x="115" y="26"/>
                  <a:pt x="115" y="28"/>
                  <a:pt x="117" y="28"/>
                </a:cubicBezTo>
                <a:cubicBezTo>
                  <a:pt x="117" y="28"/>
                  <a:pt x="117" y="28"/>
                  <a:pt x="117" y="28"/>
                </a:cubicBezTo>
                <a:cubicBezTo>
                  <a:pt x="117" y="28"/>
                  <a:pt x="119" y="28"/>
                  <a:pt x="119" y="30"/>
                </a:cubicBezTo>
                <a:cubicBezTo>
                  <a:pt x="119" y="30"/>
                  <a:pt x="119" y="30"/>
                  <a:pt x="119" y="30"/>
                </a:cubicBezTo>
                <a:cubicBezTo>
                  <a:pt x="122" y="30"/>
                  <a:pt x="122" y="30"/>
                  <a:pt x="122" y="30"/>
                </a:cubicBezTo>
                <a:cubicBezTo>
                  <a:pt x="122" y="30"/>
                  <a:pt x="122" y="30"/>
                  <a:pt x="124" y="32"/>
                </a:cubicBezTo>
                <a:cubicBezTo>
                  <a:pt x="124" y="32"/>
                  <a:pt x="124" y="32"/>
                  <a:pt x="124" y="32"/>
                </a:cubicBezTo>
                <a:cubicBezTo>
                  <a:pt x="124" y="32"/>
                  <a:pt x="124" y="32"/>
                  <a:pt x="126" y="32"/>
                </a:cubicBezTo>
                <a:cubicBezTo>
                  <a:pt x="126" y="34"/>
                  <a:pt x="126" y="34"/>
                  <a:pt x="126" y="34"/>
                </a:cubicBezTo>
                <a:cubicBezTo>
                  <a:pt x="126" y="34"/>
                  <a:pt x="126" y="34"/>
                  <a:pt x="126" y="34"/>
                </a:cubicBezTo>
                <a:cubicBezTo>
                  <a:pt x="126" y="34"/>
                  <a:pt x="126" y="34"/>
                  <a:pt x="128" y="37"/>
                </a:cubicBezTo>
                <a:cubicBezTo>
                  <a:pt x="128" y="37"/>
                  <a:pt x="128" y="37"/>
                  <a:pt x="128" y="37"/>
                </a:cubicBezTo>
                <a:cubicBezTo>
                  <a:pt x="128" y="37"/>
                  <a:pt x="128" y="37"/>
                  <a:pt x="128" y="37"/>
                </a:cubicBezTo>
                <a:cubicBezTo>
                  <a:pt x="128" y="39"/>
                  <a:pt x="128" y="39"/>
                  <a:pt x="128" y="39"/>
                </a:cubicBezTo>
                <a:cubicBezTo>
                  <a:pt x="128" y="49"/>
                  <a:pt x="102" y="58"/>
                  <a:pt x="66" y="58"/>
                </a:cubicBezTo>
                <a:cubicBezTo>
                  <a:pt x="30" y="58"/>
                  <a:pt x="6" y="49"/>
                  <a:pt x="6" y="39"/>
                </a:cubicBezTo>
                <a:cubicBezTo>
                  <a:pt x="6" y="32"/>
                  <a:pt x="17" y="26"/>
                  <a:pt x="36" y="22"/>
                </a:cubicBezTo>
                <a:close/>
                <a:moveTo>
                  <a:pt x="66" y="153"/>
                </a:moveTo>
                <a:cubicBezTo>
                  <a:pt x="32" y="153"/>
                  <a:pt x="6" y="145"/>
                  <a:pt x="6" y="134"/>
                </a:cubicBezTo>
                <a:cubicBezTo>
                  <a:pt x="6" y="134"/>
                  <a:pt x="6" y="134"/>
                  <a:pt x="6" y="134"/>
                </a:cubicBezTo>
                <a:cubicBezTo>
                  <a:pt x="6" y="113"/>
                  <a:pt x="6" y="113"/>
                  <a:pt x="6" y="113"/>
                </a:cubicBezTo>
                <a:cubicBezTo>
                  <a:pt x="6" y="113"/>
                  <a:pt x="6" y="113"/>
                  <a:pt x="6" y="113"/>
                </a:cubicBezTo>
                <a:cubicBezTo>
                  <a:pt x="6" y="113"/>
                  <a:pt x="6" y="113"/>
                  <a:pt x="9" y="115"/>
                </a:cubicBezTo>
                <a:cubicBezTo>
                  <a:pt x="17" y="121"/>
                  <a:pt x="38" y="128"/>
                  <a:pt x="66" y="128"/>
                </a:cubicBezTo>
                <a:cubicBezTo>
                  <a:pt x="96" y="128"/>
                  <a:pt x="115" y="121"/>
                  <a:pt x="126" y="115"/>
                </a:cubicBezTo>
                <a:cubicBezTo>
                  <a:pt x="126" y="113"/>
                  <a:pt x="128" y="113"/>
                  <a:pt x="128" y="113"/>
                </a:cubicBezTo>
                <a:cubicBezTo>
                  <a:pt x="128" y="134"/>
                  <a:pt x="128" y="134"/>
                  <a:pt x="128" y="134"/>
                </a:cubicBezTo>
                <a:cubicBezTo>
                  <a:pt x="128" y="134"/>
                  <a:pt x="128" y="134"/>
                  <a:pt x="128" y="134"/>
                </a:cubicBezTo>
                <a:cubicBezTo>
                  <a:pt x="128" y="136"/>
                  <a:pt x="128" y="136"/>
                  <a:pt x="128" y="136"/>
                </a:cubicBezTo>
                <a:cubicBezTo>
                  <a:pt x="128" y="136"/>
                  <a:pt x="128" y="136"/>
                  <a:pt x="128" y="138"/>
                </a:cubicBezTo>
                <a:cubicBezTo>
                  <a:pt x="122" y="147"/>
                  <a:pt x="98" y="153"/>
                  <a:pt x="66" y="153"/>
                </a:cubicBezTo>
                <a:close/>
                <a:moveTo>
                  <a:pt x="154" y="121"/>
                </a:moveTo>
                <a:cubicBezTo>
                  <a:pt x="154" y="128"/>
                  <a:pt x="145" y="132"/>
                  <a:pt x="132" y="136"/>
                </a:cubicBezTo>
                <a:cubicBezTo>
                  <a:pt x="134" y="136"/>
                  <a:pt x="134" y="136"/>
                  <a:pt x="134" y="136"/>
                </a:cubicBezTo>
                <a:cubicBezTo>
                  <a:pt x="134" y="109"/>
                  <a:pt x="134" y="109"/>
                  <a:pt x="134" y="109"/>
                </a:cubicBezTo>
                <a:cubicBezTo>
                  <a:pt x="134" y="109"/>
                  <a:pt x="134" y="109"/>
                  <a:pt x="134" y="109"/>
                </a:cubicBezTo>
                <a:cubicBezTo>
                  <a:pt x="137" y="109"/>
                  <a:pt x="137" y="109"/>
                  <a:pt x="137" y="109"/>
                </a:cubicBezTo>
                <a:cubicBezTo>
                  <a:pt x="137" y="109"/>
                  <a:pt x="137" y="109"/>
                  <a:pt x="137" y="109"/>
                </a:cubicBezTo>
                <a:cubicBezTo>
                  <a:pt x="145" y="107"/>
                  <a:pt x="151" y="102"/>
                  <a:pt x="154" y="100"/>
                </a:cubicBezTo>
                <a:cubicBezTo>
                  <a:pt x="154" y="121"/>
                  <a:pt x="154" y="121"/>
                  <a:pt x="154" y="121"/>
                </a:cubicBezTo>
                <a:cubicBezTo>
                  <a:pt x="154" y="121"/>
                  <a:pt x="154" y="121"/>
                  <a:pt x="154" y="121"/>
                </a:cubicBezTo>
                <a:close/>
                <a:moveTo>
                  <a:pt x="154" y="121"/>
                </a:moveTo>
                <a:cubicBezTo>
                  <a:pt x="154" y="121"/>
                  <a:pt x="154" y="121"/>
                  <a:pt x="154" y="121"/>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2" name="Freeform 114">
            <a:extLst>
              <a:ext uri="{FF2B5EF4-FFF2-40B4-BE49-F238E27FC236}">
                <a16:creationId xmlns:a16="http://schemas.microsoft.com/office/drawing/2014/main" id="{D29F4AFB-8EBD-58B6-F6F6-CE0A7AA7B630}"/>
              </a:ext>
            </a:extLst>
          </p:cNvPr>
          <p:cNvSpPr>
            <a:spLocks noEditPoints="1"/>
          </p:cNvSpPr>
          <p:nvPr/>
        </p:nvSpPr>
        <p:spPr bwMode="auto">
          <a:xfrm>
            <a:off x="7419298" y="1204168"/>
            <a:ext cx="204788" cy="254000"/>
          </a:xfrm>
          <a:custGeom>
            <a:avLst/>
            <a:gdLst>
              <a:gd name="T0" fmla="*/ 35 w 129"/>
              <a:gd name="T1" fmla="*/ 35 h 160"/>
              <a:gd name="T2" fmla="*/ 47 w 129"/>
              <a:gd name="T3" fmla="*/ 122 h 160"/>
              <a:gd name="T4" fmla="*/ 67 w 129"/>
              <a:gd name="T5" fmla="*/ 160 h 160"/>
              <a:gd name="T6" fmla="*/ 94 w 129"/>
              <a:gd name="T7" fmla="*/ 99 h 160"/>
              <a:gd name="T8" fmla="*/ 67 w 129"/>
              <a:gd name="T9" fmla="*/ 154 h 160"/>
              <a:gd name="T10" fmla="*/ 75 w 129"/>
              <a:gd name="T11" fmla="*/ 148 h 160"/>
              <a:gd name="T12" fmla="*/ 54 w 129"/>
              <a:gd name="T13" fmla="*/ 141 h 160"/>
              <a:gd name="T14" fmla="*/ 77 w 129"/>
              <a:gd name="T15" fmla="*/ 141 h 160"/>
              <a:gd name="T16" fmla="*/ 54 w 129"/>
              <a:gd name="T17" fmla="*/ 126 h 160"/>
              <a:gd name="T18" fmla="*/ 69 w 129"/>
              <a:gd name="T19" fmla="*/ 109 h 160"/>
              <a:gd name="T20" fmla="*/ 62 w 129"/>
              <a:gd name="T21" fmla="*/ 109 h 160"/>
              <a:gd name="T22" fmla="*/ 64 w 129"/>
              <a:gd name="T23" fmla="*/ 88 h 160"/>
              <a:gd name="T24" fmla="*/ 62 w 129"/>
              <a:gd name="T25" fmla="*/ 84 h 160"/>
              <a:gd name="T26" fmla="*/ 90 w 129"/>
              <a:gd name="T27" fmla="*/ 94 h 160"/>
              <a:gd name="T28" fmla="*/ 75 w 129"/>
              <a:gd name="T29" fmla="*/ 109 h 160"/>
              <a:gd name="T30" fmla="*/ 75 w 129"/>
              <a:gd name="T31" fmla="*/ 84 h 160"/>
              <a:gd name="T32" fmla="*/ 58 w 129"/>
              <a:gd name="T33" fmla="*/ 67 h 160"/>
              <a:gd name="T34" fmla="*/ 62 w 129"/>
              <a:gd name="T35" fmla="*/ 73 h 160"/>
              <a:gd name="T36" fmla="*/ 54 w 129"/>
              <a:gd name="T37" fmla="*/ 86 h 160"/>
              <a:gd name="T38" fmla="*/ 64 w 129"/>
              <a:gd name="T39" fmla="*/ 101 h 160"/>
              <a:gd name="T40" fmla="*/ 54 w 129"/>
              <a:gd name="T41" fmla="*/ 120 h 160"/>
              <a:gd name="T42" fmla="*/ 39 w 129"/>
              <a:gd name="T43" fmla="*/ 39 h 160"/>
              <a:gd name="T44" fmla="*/ 90 w 129"/>
              <a:gd name="T45" fmla="*/ 94 h 160"/>
              <a:gd name="T46" fmla="*/ 64 w 129"/>
              <a:gd name="T47" fmla="*/ 44 h 160"/>
              <a:gd name="T48" fmla="*/ 79 w 129"/>
              <a:gd name="T49" fmla="*/ 39 h 160"/>
              <a:gd name="T50" fmla="*/ 88 w 129"/>
              <a:gd name="T51" fmla="*/ 65 h 160"/>
              <a:gd name="T52" fmla="*/ 79 w 129"/>
              <a:gd name="T53" fmla="*/ 39 h 160"/>
              <a:gd name="T54" fmla="*/ 69 w 129"/>
              <a:gd name="T55" fmla="*/ 2 h 160"/>
              <a:gd name="T56" fmla="*/ 62 w 129"/>
              <a:gd name="T57" fmla="*/ 11 h 160"/>
              <a:gd name="T58" fmla="*/ 118 w 129"/>
              <a:gd name="T59" fmla="*/ 62 h 160"/>
              <a:gd name="T60" fmla="*/ 127 w 129"/>
              <a:gd name="T61" fmla="*/ 69 h 160"/>
              <a:gd name="T62" fmla="*/ 11 w 129"/>
              <a:gd name="T63" fmla="*/ 62 h 160"/>
              <a:gd name="T64" fmla="*/ 2 w 129"/>
              <a:gd name="T65" fmla="*/ 69 h 160"/>
              <a:gd name="T66" fmla="*/ 11 w 129"/>
              <a:gd name="T67" fmla="*/ 62 h 160"/>
              <a:gd name="T68" fmla="*/ 107 w 129"/>
              <a:gd name="T69" fmla="*/ 111 h 160"/>
              <a:gd name="T70" fmla="*/ 111 w 129"/>
              <a:gd name="T71" fmla="*/ 107 h 160"/>
              <a:gd name="T72" fmla="*/ 24 w 129"/>
              <a:gd name="T73" fmla="*/ 31 h 160"/>
              <a:gd name="T74" fmla="*/ 30 w 129"/>
              <a:gd name="T75" fmla="*/ 27 h 160"/>
              <a:gd name="T76" fmla="*/ 20 w 129"/>
              <a:gd name="T77" fmla="*/ 25 h 160"/>
              <a:gd name="T78" fmla="*/ 101 w 129"/>
              <a:gd name="T79" fmla="*/ 27 h 160"/>
              <a:gd name="T80" fmla="*/ 105 w 129"/>
              <a:gd name="T81" fmla="*/ 31 h 160"/>
              <a:gd name="T82" fmla="*/ 107 w 129"/>
              <a:gd name="T83" fmla="*/ 20 h 160"/>
              <a:gd name="T84" fmla="*/ 20 w 129"/>
              <a:gd name="T85" fmla="*/ 111 h 160"/>
              <a:gd name="T86" fmla="*/ 30 w 129"/>
              <a:gd name="T87" fmla="*/ 105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9" h="160">
                <a:moveTo>
                  <a:pt x="96" y="35"/>
                </a:moveTo>
                <a:cubicBezTo>
                  <a:pt x="88" y="26"/>
                  <a:pt x="77" y="22"/>
                  <a:pt x="64" y="22"/>
                </a:cubicBezTo>
                <a:cubicBezTo>
                  <a:pt x="54" y="20"/>
                  <a:pt x="43" y="26"/>
                  <a:pt x="35" y="35"/>
                </a:cubicBezTo>
                <a:cubicBezTo>
                  <a:pt x="26" y="41"/>
                  <a:pt x="20" y="54"/>
                  <a:pt x="20" y="65"/>
                </a:cubicBezTo>
                <a:cubicBezTo>
                  <a:pt x="20" y="77"/>
                  <a:pt x="26" y="90"/>
                  <a:pt x="35" y="99"/>
                </a:cubicBezTo>
                <a:cubicBezTo>
                  <a:pt x="43" y="105"/>
                  <a:pt x="47" y="114"/>
                  <a:pt x="47" y="122"/>
                </a:cubicBezTo>
                <a:cubicBezTo>
                  <a:pt x="47" y="145"/>
                  <a:pt x="47" y="145"/>
                  <a:pt x="47" y="145"/>
                </a:cubicBezTo>
                <a:cubicBezTo>
                  <a:pt x="47" y="154"/>
                  <a:pt x="54" y="160"/>
                  <a:pt x="62" y="160"/>
                </a:cubicBezTo>
                <a:cubicBezTo>
                  <a:pt x="67" y="160"/>
                  <a:pt x="67" y="160"/>
                  <a:pt x="67" y="160"/>
                </a:cubicBezTo>
                <a:cubicBezTo>
                  <a:pt x="75" y="160"/>
                  <a:pt x="84" y="154"/>
                  <a:pt x="84" y="145"/>
                </a:cubicBezTo>
                <a:cubicBezTo>
                  <a:pt x="84" y="122"/>
                  <a:pt x="84" y="122"/>
                  <a:pt x="84" y="122"/>
                </a:cubicBezTo>
                <a:cubicBezTo>
                  <a:pt x="84" y="114"/>
                  <a:pt x="86" y="105"/>
                  <a:pt x="94" y="99"/>
                </a:cubicBezTo>
                <a:cubicBezTo>
                  <a:pt x="103" y="90"/>
                  <a:pt x="109" y="77"/>
                  <a:pt x="109" y="65"/>
                </a:cubicBezTo>
                <a:cubicBezTo>
                  <a:pt x="109" y="54"/>
                  <a:pt x="105" y="43"/>
                  <a:pt x="96" y="35"/>
                </a:cubicBezTo>
                <a:close/>
                <a:moveTo>
                  <a:pt x="67" y="154"/>
                </a:moveTo>
                <a:cubicBezTo>
                  <a:pt x="62" y="154"/>
                  <a:pt x="62" y="154"/>
                  <a:pt x="62" y="154"/>
                </a:cubicBezTo>
                <a:cubicBezTo>
                  <a:pt x="58" y="154"/>
                  <a:pt x="54" y="152"/>
                  <a:pt x="54" y="148"/>
                </a:cubicBezTo>
                <a:cubicBezTo>
                  <a:pt x="75" y="148"/>
                  <a:pt x="75" y="148"/>
                  <a:pt x="75" y="148"/>
                </a:cubicBezTo>
                <a:cubicBezTo>
                  <a:pt x="75" y="152"/>
                  <a:pt x="71" y="154"/>
                  <a:pt x="67" y="154"/>
                </a:cubicBezTo>
                <a:close/>
                <a:moveTo>
                  <a:pt x="77" y="141"/>
                </a:moveTo>
                <a:cubicBezTo>
                  <a:pt x="54" y="141"/>
                  <a:pt x="54" y="141"/>
                  <a:pt x="54" y="141"/>
                </a:cubicBezTo>
                <a:cubicBezTo>
                  <a:pt x="54" y="137"/>
                  <a:pt x="54" y="137"/>
                  <a:pt x="54" y="137"/>
                </a:cubicBezTo>
                <a:cubicBezTo>
                  <a:pt x="77" y="137"/>
                  <a:pt x="77" y="137"/>
                  <a:pt x="77" y="137"/>
                </a:cubicBezTo>
                <a:cubicBezTo>
                  <a:pt x="77" y="141"/>
                  <a:pt x="77" y="141"/>
                  <a:pt x="77" y="141"/>
                </a:cubicBezTo>
                <a:close/>
                <a:moveTo>
                  <a:pt x="77" y="131"/>
                </a:moveTo>
                <a:cubicBezTo>
                  <a:pt x="54" y="131"/>
                  <a:pt x="54" y="131"/>
                  <a:pt x="54" y="131"/>
                </a:cubicBezTo>
                <a:cubicBezTo>
                  <a:pt x="54" y="126"/>
                  <a:pt x="54" y="126"/>
                  <a:pt x="54" y="126"/>
                </a:cubicBezTo>
                <a:cubicBezTo>
                  <a:pt x="77" y="126"/>
                  <a:pt x="77" y="126"/>
                  <a:pt x="77" y="126"/>
                </a:cubicBezTo>
                <a:cubicBezTo>
                  <a:pt x="77" y="131"/>
                  <a:pt x="77" y="131"/>
                  <a:pt x="77" y="131"/>
                </a:cubicBezTo>
                <a:close/>
                <a:moveTo>
                  <a:pt x="69" y="109"/>
                </a:moveTo>
                <a:cubicBezTo>
                  <a:pt x="69" y="120"/>
                  <a:pt x="69" y="120"/>
                  <a:pt x="69" y="120"/>
                </a:cubicBezTo>
                <a:cubicBezTo>
                  <a:pt x="62" y="120"/>
                  <a:pt x="62" y="120"/>
                  <a:pt x="62" y="120"/>
                </a:cubicBezTo>
                <a:cubicBezTo>
                  <a:pt x="62" y="109"/>
                  <a:pt x="62" y="109"/>
                  <a:pt x="62" y="109"/>
                </a:cubicBezTo>
                <a:cubicBezTo>
                  <a:pt x="62" y="107"/>
                  <a:pt x="62" y="107"/>
                  <a:pt x="64" y="107"/>
                </a:cubicBezTo>
                <a:cubicBezTo>
                  <a:pt x="67" y="107"/>
                  <a:pt x="69" y="107"/>
                  <a:pt x="69" y="109"/>
                </a:cubicBezTo>
                <a:close/>
                <a:moveTo>
                  <a:pt x="64" y="88"/>
                </a:moveTo>
                <a:cubicBezTo>
                  <a:pt x="62" y="88"/>
                  <a:pt x="62" y="88"/>
                  <a:pt x="62" y="88"/>
                </a:cubicBezTo>
                <a:cubicBezTo>
                  <a:pt x="60" y="86"/>
                  <a:pt x="60" y="86"/>
                  <a:pt x="60" y="86"/>
                </a:cubicBezTo>
                <a:cubicBezTo>
                  <a:pt x="60" y="84"/>
                  <a:pt x="62" y="84"/>
                  <a:pt x="62" y="84"/>
                </a:cubicBezTo>
                <a:cubicBezTo>
                  <a:pt x="64" y="84"/>
                  <a:pt x="64" y="84"/>
                  <a:pt x="64" y="86"/>
                </a:cubicBezTo>
                <a:lnTo>
                  <a:pt x="64" y="88"/>
                </a:lnTo>
                <a:close/>
                <a:moveTo>
                  <a:pt x="90" y="94"/>
                </a:moveTo>
                <a:cubicBezTo>
                  <a:pt x="81" y="101"/>
                  <a:pt x="77" y="109"/>
                  <a:pt x="77" y="120"/>
                </a:cubicBezTo>
                <a:cubicBezTo>
                  <a:pt x="75" y="120"/>
                  <a:pt x="75" y="120"/>
                  <a:pt x="75" y="120"/>
                </a:cubicBezTo>
                <a:cubicBezTo>
                  <a:pt x="75" y="109"/>
                  <a:pt x="75" y="109"/>
                  <a:pt x="75" y="109"/>
                </a:cubicBezTo>
                <a:cubicBezTo>
                  <a:pt x="75" y="107"/>
                  <a:pt x="73" y="105"/>
                  <a:pt x="71" y="103"/>
                </a:cubicBezTo>
                <a:cubicBezTo>
                  <a:pt x="71" y="92"/>
                  <a:pt x="71" y="92"/>
                  <a:pt x="71" y="92"/>
                </a:cubicBezTo>
                <a:cubicBezTo>
                  <a:pt x="73" y="90"/>
                  <a:pt x="75" y="88"/>
                  <a:pt x="75" y="84"/>
                </a:cubicBezTo>
                <a:cubicBezTo>
                  <a:pt x="75" y="80"/>
                  <a:pt x="75" y="80"/>
                  <a:pt x="75" y="80"/>
                </a:cubicBezTo>
                <a:cubicBezTo>
                  <a:pt x="75" y="73"/>
                  <a:pt x="69" y="67"/>
                  <a:pt x="62" y="67"/>
                </a:cubicBezTo>
                <a:cubicBezTo>
                  <a:pt x="58" y="67"/>
                  <a:pt x="58" y="67"/>
                  <a:pt x="58" y="67"/>
                </a:cubicBezTo>
                <a:cubicBezTo>
                  <a:pt x="56" y="67"/>
                  <a:pt x="54" y="69"/>
                  <a:pt x="54" y="71"/>
                </a:cubicBezTo>
                <a:cubicBezTo>
                  <a:pt x="54" y="71"/>
                  <a:pt x="56" y="73"/>
                  <a:pt x="58" y="73"/>
                </a:cubicBezTo>
                <a:cubicBezTo>
                  <a:pt x="62" y="73"/>
                  <a:pt x="62" y="73"/>
                  <a:pt x="62" y="73"/>
                </a:cubicBezTo>
                <a:cubicBezTo>
                  <a:pt x="67" y="73"/>
                  <a:pt x="69" y="75"/>
                  <a:pt x="69" y="80"/>
                </a:cubicBezTo>
                <a:cubicBezTo>
                  <a:pt x="67" y="80"/>
                  <a:pt x="64" y="77"/>
                  <a:pt x="62" y="77"/>
                </a:cubicBezTo>
                <a:cubicBezTo>
                  <a:pt x="58" y="77"/>
                  <a:pt x="54" y="82"/>
                  <a:pt x="54" y="86"/>
                </a:cubicBezTo>
                <a:cubicBezTo>
                  <a:pt x="54" y="90"/>
                  <a:pt x="58" y="94"/>
                  <a:pt x="62" y="94"/>
                </a:cubicBezTo>
                <a:cubicBezTo>
                  <a:pt x="64" y="94"/>
                  <a:pt x="64" y="94"/>
                  <a:pt x="64" y="94"/>
                </a:cubicBezTo>
                <a:cubicBezTo>
                  <a:pt x="64" y="101"/>
                  <a:pt x="64" y="101"/>
                  <a:pt x="64" y="101"/>
                </a:cubicBezTo>
                <a:cubicBezTo>
                  <a:pt x="60" y="101"/>
                  <a:pt x="56" y="105"/>
                  <a:pt x="56" y="109"/>
                </a:cubicBezTo>
                <a:cubicBezTo>
                  <a:pt x="56" y="120"/>
                  <a:pt x="56" y="120"/>
                  <a:pt x="56" y="120"/>
                </a:cubicBezTo>
                <a:cubicBezTo>
                  <a:pt x="54" y="120"/>
                  <a:pt x="54" y="120"/>
                  <a:pt x="54" y="120"/>
                </a:cubicBezTo>
                <a:cubicBezTo>
                  <a:pt x="52" y="109"/>
                  <a:pt x="47" y="101"/>
                  <a:pt x="39" y="94"/>
                </a:cubicBezTo>
                <a:cubicBezTo>
                  <a:pt x="30" y="86"/>
                  <a:pt x="26" y="75"/>
                  <a:pt x="26" y="65"/>
                </a:cubicBezTo>
                <a:cubicBezTo>
                  <a:pt x="26" y="56"/>
                  <a:pt x="30" y="46"/>
                  <a:pt x="39" y="39"/>
                </a:cubicBezTo>
                <a:cubicBezTo>
                  <a:pt x="45" y="31"/>
                  <a:pt x="56" y="26"/>
                  <a:pt x="64" y="29"/>
                </a:cubicBezTo>
                <a:cubicBezTo>
                  <a:pt x="86" y="29"/>
                  <a:pt x="103" y="46"/>
                  <a:pt x="103" y="65"/>
                </a:cubicBezTo>
                <a:cubicBezTo>
                  <a:pt x="103" y="77"/>
                  <a:pt x="99" y="86"/>
                  <a:pt x="90" y="94"/>
                </a:cubicBezTo>
                <a:close/>
                <a:moveTo>
                  <a:pt x="64" y="36"/>
                </a:moveTo>
                <a:cubicBezTo>
                  <a:pt x="64" y="36"/>
                  <a:pt x="62" y="36"/>
                  <a:pt x="62" y="39"/>
                </a:cubicBezTo>
                <a:cubicBezTo>
                  <a:pt x="62" y="41"/>
                  <a:pt x="64" y="44"/>
                  <a:pt x="64" y="44"/>
                </a:cubicBezTo>
                <a:cubicBezTo>
                  <a:pt x="66" y="44"/>
                  <a:pt x="69" y="41"/>
                  <a:pt x="69" y="39"/>
                </a:cubicBezTo>
                <a:cubicBezTo>
                  <a:pt x="69" y="36"/>
                  <a:pt x="66" y="36"/>
                  <a:pt x="64" y="36"/>
                </a:cubicBezTo>
                <a:close/>
                <a:moveTo>
                  <a:pt x="79" y="39"/>
                </a:moveTo>
                <a:cubicBezTo>
                  <a:pt x="77" y="39"/>
                  <a:pt x="74" y="39"/>
                  <a:pt x="74" y="41"/>
                </a:cubicBezTo>
                <a:cubicBezTo>
                  <a:pt x="72" y="43"/>
                  <a:pt x="74" y="45"/>
                  <a:pt x="74" y="45"/>
                </a:cubicBezTo>
                <a:cubicBezTo>
                  <a:pt x="83" y="50"/>
                  <a:pt x="88" y="56"/>
                  <a:pt x="88" y="65"/>
                </a:cubicBezTo>
                <a:cubicBezTo>
                  <a:pt x="88" y="67"/>
                  <a:pt x="90" y="69"/>
                  <a:pt x="90" y="69"/>
                </a:cubicBezTo>
                <a:cubicBezTo>
                  <a:pt x="92" y="69"/>
                  <a:pt x="94" y="67"/>
                  <a:pt x="94" y="65"/>
                </a:cubicBezTo>
                <a:cubicBezTo>
                  <a:pt x="94" y="54"/>
                  <a:pt x="88" y="45"/>
                  <a:pt x="79" y="39"/>
                </a:cubicBezTo>
                <a:close/>
                <a:moveTo>
                  <a:pt x="64" y="15"/>
                </a:moveTo>
                <a:cubicBezTo>
                  <a:pt x="66" y="15"/>
                  <a:pt x="69" y="13"/>
                  <a:pt x="69" y="11"/>
                </a:cubicBezTo>
                <a:cubicBezTo>
                  <a:pt x="69" y="2"/>
                  <a:pt x="69" y="2"/>
                  <a:pt x="69" y="2"/>
                </a:cubicBezTo>
                <a:cubicBezTo>
                  <a:pt x="69" y="2"/>
                  <a:pt x="66" y="0"/>
                  <a:pt x="64" y="0"/>
                </a:cubicBezTo>
                <a:cubicBezTo>
                  <a:pt x="62" y="0"/>
                  <a:pt x="62" y="2"/>
                  <a:pt x="62" y="2"/>
                </a:cubicBezTo>
                <a:cubicBezTo>
                  <a:pt x="62" y="11"/>
                  <a:pt x="62" y="11"/>
                  <a:pt x="62" y="11"/>
                </a:cubicBezTo>
                <a:cubicBezTo>
                  <a:pt x="62" y="13"/>
                  <a:pt x="62" y="15"/>
                  <a:pt x="64" y="15"/>
                </a:cubicBezTo>
                <a:close/>
                <a:moveTo>
                  <a:pt x="127" y="62"/>
                </a:moveTo>
                <a:cubicBezTo>
                  <a:pt x="118" y="62"/>
                  <a:pt x="118" y="62"/>
                  <a:pt x="118" y="62"/>
                </a:cubicBezTo>
                <a:cubicBezTo>
                  <a:pt x="116" y="62"/>
                  <a:pt x="116" y="64"/>
                  <a:pt x="116" y="64"/>
                </a:cubicBezTo>
                <a:cubicBezTo>
                  <a:pt x="116" y="67"/>
                  <a:pt x="116" y="69"/>
                  <a:pt x="118" y="69"/>
                </a:cubicBezTo>
                <a:cubicBezTo>
                  <a:pt x="127" y="69"/>
                  <a:pt x="127" y="69"/>
                  <a:pt x="127" y="69"/>
                </a:cubicBezTo>
                <a:cubicBezTo>
                  <a:pt x="129" y="69"/>
                  <a:pt x="129" y="67"/>
                  <a:pt x="129" y="64"/>
                </a:cubicBezTo>
                <a:cubicBezTo>
                  <a:pt x="129" y="64"/>
                  <a:pt x="129" y="62"/>
                  <a:pt x="127" y="62"/>
                </a:cubicBezTo>
                <a:close/>
                <a:moveTo>
                  <a:pt x="11" y="62"/>
                </a:moveTo>
                <a:cubicBezTo>
                  <a:pt x="2" y="62"/>
                  <a:pt x="2" y="62"/>
                  <a:pt x="2" y="62"/>
                </a:cubicBezTo>
                <a:cubicBezTo>
                  <a:pt x="0" y="62"/>
                  <a:pt x="0" y="64"/>
                  <a:pt x="0" y="64"/>
                </a:cubicBezTo>
                <a:cubicBezTo>
                  <a:pt x="0" y="67"/>
                  <a:pt x="0" y="69"/>
                  <a:pt x="2" y="69"/>
                </a:cubicBezTo>
                <a:cubicBezTo>
                  <a:pt x="11" y="69"/>
                  <a:pt x="11" y="69"/>
                  <a:pt x="11" y="69"/>
                </a:cubicBezTo>
                <a:cubicBezTo>
                  <a:pt x="13" y="69"/>
                  <a:pt x="15" y="67"/>
                  <a:pt x="15" y="64"/>
                </a:cubicBezTo>
                <a:cubicBezTo>
                  <a:pt x="15" y="64"/>
                  <a:pt x="13" y="62"/>
                  <a:pt x="11" y="62"/>
                </a:cubicBezTo>
                <a:close/>
                <a:moveTo>
                  <a:pt x="101" y="100"/>
                </a:moveTo>
                <a:cubicBezTo>
                  <a:pt x="98" y="102"/>
                  <a:pt x="98" y="102"/>
                  <a:pt x="101" y="105"/>
                </a:cubicBezTo>
                <a:cubicBezTo>
                  <a:pt x="107" y="111"/>
                  <a:pt x="107" y="111"/>
                  <a:pt x="107" y="111"/>
                </a:cubicBezTo>
                <a:cubicBezTo>
                  <a:pt x="107" y="111"/>
                  <a:pt x="107" y="111"/>
                  <a:pt x="109" y="111"/>
                </a:cubicBezTo>
                <a:cubicBezTo>
                  <a:pt x="109" y="111"/>
                  <a:pt x="109" y="111"/>
                  <a:pt x="111" y="111"/>
                </a:cubicBezTo>
                <a:cubicBezTo>
                  <a:pt x="111" y="109"/>
                  <a:pt x="111" y="107"/>
                  <a:pt x="111" y="107"/>
                </a:cubicBezTo>
                <a:cubicBezTo>
                  <a:pt x="105" y="100"/>
                  <a:pt x="105" y="100"/>
                  <a:pt x="105" y="100"/>
                </a:cubicBezTo>
                <a:cubicBezTo>
                  <a:pt x="103" y="98"/>
                  <a:pt x="101" y="98"/>
                  <a:pt x="101" y="100"/>
                </a:cubicBezTo>
                <a:close/>
                <a:moveTo>
                  <a:pt x="24" y="31"/>
                </a:moveTo>
                <a:cubicBezTo>
                  <a:pt x="26" y="31"/>
                  <a:pt x="26" y="31"/>
                  <a:pt x="28" y="31"/>
                </a:cubicBezTo>
                <a:cubicBezTo>
                  <a:pt x="28" y="31"/>
                  <a:pt x="28" y="31"/>
                  <a:pt x="30" y="31"/>
                </a:cubicBezTo>
                <a:cubicBezTo>
                  <a:pt x="30" y="29"/>
                  <a:pt x="30" y="27"/>
                  <a:pt x="30" y="27"/>
                </a:cubicBezTo>
                <a:cubicBezTo>
                  <a:pt x="24" y="20"/>
                  <a:pt x="24" y="20"/>
                  <a:pt x="24" y="20"/>
                </a:cubicBezTo>
                <a:cubicBezTo>
                  <a:pt x="22" y="18"/>
                  <a:pt x="20" y="18"/>
                  <a:pt x="20" y="20"/>
                </a:cubicBezTo>
                <a:cubicBezTo>
                  <a:pt x="18" y="20"/>
                  <a:pt x="18" y="23"/>
                  <a:pt x="20" y="25"/>
                </a:cubicBezTo>
                <a:lnTo>
                  <a:pt x="24" y="31"/>
                </a:lnTo>
                <a:close/>
                <a:moveTo>
                  <a:pt x="107" y="20"/>
                </a:moveTo>
                <a:cubicBezTo>
                  <a:pt x="101" y="27"/>
                  <a:pt x="101" y="27"/>
                  <a:pt x="101" y="27"/>
                </a:cubicBezTo>
                <a:cubicBezTo>
                  <a:pt x="98" y="27"/>
                  <a:pt x="98" y="29"/>
                  <a:pt x="101" y="31"/>
                </a:cubicBezTo>
                <a:cubicBezTo>
                  <a:pt x="101" y="31"/>
                  <a:pt x="101" y="31"/>
                  <a:pt x="103" y="31"/>
                </a:cubicBezTo>
                <a:cubicBezTo>
                  <a:pt x="103" y="31"/>
                  <a:pt x="103" y="31"/>
                  <a:pt x="105" y="31"/>
                </a:cubicBezTo>
                <a:cubicBezTo>
                  <a:pt x="111" y="25"/>
                  <a:pt x="111" y="25"/>
                  <a:pt x="111" y="25"/>
                </a:cubicBezTo>
                <a:cubicBezTo>
                  <a:pt x="111" y="23"/>
                  <a:pt x="111" y="20"/>
                  <a:pt x="111" y="20"/>
                </a:cubicBezTo>
                <a:cubicBezTo>
                  <a:pt x="109" y="18"/>
                  <a:pt x="107" y="18"/>
                  <a:pt x="107" y="20"/>
                </a:cubicBezTo>
                <a:close/>
                <a:moveTo>
                  <a:pt x="24" y="100"/>
                </a:moveTo>
                <a:cubicBezTo>
                  <a:pt x="20" y="107"/>
                  <a:pt x="20" y="107"/>
                  <a:pt x="20" y="107"/>
                </a:cubicBezTo>
                <a:cubicBezTo>
                  <a:pt x="18" y="107"/>
                  <a:pt x="18" y="109"/>
                  <a:pt x="20" y="111"/>
                </a:cubicBezTo>
                <a:cubicBezTo>
                  <a:pt x="20" y="111"/>
                  <a:pt x="20" y="111"/>
                  <a:pt x="22" y="111"/>
                </a:cubicBezTo>
                <a:cubicBezTo>
                  <a:pt x="22" y="111"/>
                  <a:pt x="22" y="111"/>
                  <a:pt x="24" y="111"/>
                </a:cubicBezTo>
                <a:cubicBezTo>
                  <a:pt x="30" y="105"/>
                  <a:pt x="30" y="105"/>
                  <a:pt x="30" y="105"/>
                </a:cubicBezTo>
                <a:cubicBezTo>
                  <a:pt x="30" y="102"/>
                  <a:pt x="30" y="102"/>
                  <a:pt x="30" y="100"/>
                </a:cubicBezTo>
                <a:cubicBezTo>
                  <a:pt x="28" y="98"/>
                  <a:pt x="26" y="98"/>
                  <a:pt x="24" y="10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3" name="Picture Placeholder 12">
            <a:extLst>
              <a:ext uri="{FF2B5EF4-FFF2-40B4-BE49-F238E27FC236}">
                <a16:creationId xmlns:a16="http://schemas.microsoft.com/office/drawing/2014/main" id="{3FEF86E9-61F4-E596-9793-934029103E3D}"/>
              </a:ext>
            </a:extLst>
          </p:cNvPr>
          <p:cNvSpPr>
            <a:spLocks noGrp="1"/>
          </p:cNvSpPr>
          <p:nvPr>
            <p:ph type="pic" sz="quarter" idx="10"/>
          </p:nvPr>
        </p:nvSpPr>
        <p:spPr/>
      </p:sp>
    </p:spTree>
    <p:extLst>
      <p:ext uri="{BB962C8B-B14F-4D97-AF65-F5344CB8AC3E}">
        <p14:creationId xmlns:p14="http://schemas.microsoft.com/office/powerpoint/2010/main" val="2957805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BCD39B-8B4C-838A-64A6-AD312D323C11}"/>
              </a:ext>
            </a:extLst>
          </p:cNvPr>
          <p:cNvSpPr/>
          <p:nvPr/>
        </p:nvSpPr>
        <p:spPr>
          <a:xfrm>
            <a:off x="7747000" y="0"/>
            <a:ext cx="4445000" cy="6858000"/>
          </a:xfrm>
          <a:prstGeom prst="rect">
            <a:avLst/>
          </a:prstGeom>
          <a:solidFill>
            <a:schemeClr val="accent4">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6EC9D06-895A-DECF-2476-3CDDF3745F9E}"/>
              </a:ext>
            </a:extLst>
          </p:cNvPr>
          <p:cNvSpPr/>
          <p:nvPr/>
        </p:nvSpPr>
        <p:spPr>
          <a:xfrm>
            <a:off x="2365493" y="1263590"/>
            <a:ext cx="4136907" cy="845552"/>
          </a:xfrm>
          <a:prstGeom prst="rect">
            <a:avLst/>
          </a:prstGeom>
        </p:spPr>
        <p:txBody>
          <a:bodyPr wrap="square">
            <a:spAutoFit/>
          </a:bodyPr>
          <a:lstStyle/>
          <a:p>
            <a:pPr>
              <a:lnSpc>
                <a:spcPts val="1500"/>
              </a:lnSpc>
            </a:pPr>
            <a:r>
              <a:rPr lang="en-US" sz="1000" b="0" i="0" dirty="0">
                <a:solidFill>
                  <a:srgbClr val="000000"/>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like readable English. Many desktop publishing packages and web page editors now use Lorem Ipsum as their default.</a:t>
            </a:r>
            <a:endPar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p:txBody>
      </p:sp>
      <p:sp>
        <p:nvSpPr>
          <p:cNvPr id="4" name="Rectangle 3">
            <a:extLst>
              <a:ext uri="{FF2B5EF4-FFF2-40B4-BE49-F238E27FC236}">
                <a16:creationId xmlns:a16="http://schemas.microsoft.com/office/drawing/2014/main" id="{E4C90D9F-216D-8C21-6B23-E22CD6CF0902}"/>
              </a:ext>
            </a:extLst>
          </p:cNvPr>
          <p:cNvSpPr/>
          <p:nvPr/>
        </p:nvSpPr>
        <p:spPr>
          <a:xfrm>
            <a:off x="2365492" y="846431"/>
            <a:ext cx="2612908"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FOCUS ON QUALITY </a:t>
            </a:r>
          </a:p>
        </p:txBody>
      </p:sp>
      <p:sp>
        <p:nvSpPr>
          <p:cNvPr id="8" name="Rectangle 7">
            <a:extLst>
              <a:ext uri="{FF2B5EF4-FFF2-40B4-BE49-F238E27FC236}">
                <a16:creationId xmlns:a16="http://schemas.microsoft.com/office/drawing/2014/main" id="{04C05761-F8FF-5E9A-B15D-620165CCEB4C}"/>
              </a:ext>
            </a:extLst>
          </p:cNvPr>
          <p:cNvSpPr/>
          <p:nvPr/>
        </p:nvSpPr>
        <p:spPr>
          <a:xfrm>
            <a:off x="2365493" y="3238931"/>
            <a:ext cx="4136907" cy="845552"/>
          </a:xfrm>
          <a:prstGeom prst="rect">
            <a:avLst/>
          </a:prstGeom>
        </p:spPr>
        <p:txBody>
          <a:bodyPr wrap="square">
            <a:spAutoFit/>
          </a:bodyPr>
          <a:lstStyle/>
          <a:p>
            <a:pPr>
              <a:lnSpc>
                <a:spcPts val="1500"/>
              </a:lnSpc>
            </a:pPr>
            <a:r>
              <a:rPr lang="en-US" sz="1000" b="0" i="0" dirty="0">
                <a:solidFill>
                  <a:srgbClr val="000000"/>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like readable English. Many desktop publishing packages and web page editors now use Lorem Ipsum as their default.</a:t>
            </a:r>
            <a:endPar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p:txBody>
      </p:sp>
      <p:sp>
        <p:nvSpPr>
          <p:cNvPr id="9" name="Rectangle 8">
            <a:extLst>
              <a:ext uri="{FF2B5EF4-FFF2-40B4-BE49-F238E27FC236}">
                <a16:creationId xmlns:a16="http://schemas.microsoft.com/office/drawing/2014/main" id="{8CC14D2D-2307-BBD1-10DB-F02E60CFACA7}"/>
              </a:ext>
            </a:extLst>
          </p:cNvPr>
          <p:cNvSpPr/>
          <p:nvPr/>
        </p:nvSpPr>
        <p:spPr>
          <a:xfrm>
            <a:off x="2365492" y="2821772"/>
            <a:ext cx="2866908"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GREAT COMPANY VALUE</a:t>
            </a:r>
          </a:p>
        </p:txBody>
      </p:sp>
      <p:sp>
        <p:nvSpPr>
          <p:cNvPr id="12" name="Rectangle 11">
            <a:extLst>
              <a:ext uri="{FF2B5EF4-FFF2-40B4-BE49-F238E27FC236}">
                <a16:creationId xmlns:a16="http://schemas.microsoft.com/office/drawing/2014/main" id="{968D0214-7D85-E0BB-7EF1-338F9C7CFDF4}"/>
              </a:ext>
            </a:extLst>
          </p:cNvPr>
          <p:cNvSpPr/>
          <p:nvPr/>
        </p:nvSpPr>
        <p:spPr>
          <a:xfrm>
            <a:off x="2365493" y="5214273"/>
            <a:ext cx="4136907" cy="845552"/>
          </a:xfrm>
          <a:prstGeom prst="rect">
            <a:avLst/>
          </a:prstGeom>
        </p:spPr>
        <p:txBody>
          <a:bodyPr wrap="square">
            <a:spAutoFit/>
          </a:bodyPr>
          <a:lstStyle/>
          <a:p>
            <a:pPr>
              <a:lnSpc>
                <a:spcPts val="1500"/>
              </a:lnSpc>
            </a:pPr>
            <a:r>
              <a:rPr lang="en-US" sz="1000" b="0" i="0" dirty="0">
                <a:solidFill>
                  <a:srgbClr val="000000"/>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like readable English. Many desktop publishing packages and web page editors now use Lorem Ipsum as their default.</a:t>
            </a:r>
            <a:endPar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p:txBody>
      </p:sp>
      <p:sp>
        <p:nvSpPr>
          <p:cNvPr id="13" name="Rectangle 12">
            <a:extLst>
              <a:ext uri="{FF2B5EF4-FFF2-40B4-BE49-F238E27FC236}">
                <a16:creationId xmlns:a16="http://schemas.microsoft.com/office/drawing/2014/main" id="{B53396AA-23FE-8DBD-E729-403BCFAA9C77}"/>
              </a:ext>
            </a:extLst>
          </p:cNvPr>
          <p:cNvSpPr/>
          <p:nvPr/>
        </p:nvSpPr>
        <p:spPr>
          <a:xfrm>
            <a:off x="2365492" y="4797114"/>
            <a:ext cx="2612908"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HIGH QUALITY SERVICE</a:t>
            </a:r>
          </a:p>
        </p:txBody>
      </p:sp>
      <p:sp>
        <p:nvSpPr>
          <p:cNvPr id="22" name="Rectangle 21">
            <a:extLst>
              <a:ext uri="{FF2B5EF4-FFF2-40B4-BE49-F238E27FC236}">
                <a16:creationId xmlns:a16="http://schemas.microsoft.com/office/drawing/2014/main" id="{85E74975-4E25-4503-06B7-850D29621603}"/>
              </a:ext>
            </a:extLst>
          </p:cNvPr>
          <p:cNvSpPr/>
          <p:nvPr/>
        </p:nvSpPr>
        <p:spPr>
          <a:xfrm>
            <a:off x="8318500" y="2866842"/>
            <a:ext cx="3187700" cy="1794722"/>
          </a:xfrm>
          <a:prstGeom prst="rect">
            <a:avLst/>
          </a:prstGeom>
        </p:spPr>
        <p:txBody>
          <a:bodyPr wrap="square">
            <a:spAutoFit/>
          </a:bodyPr>
          <a:lstStyle/>
          <a:p>
            <a:pPr algn="r">
              <a:lnSpc>
                <a:spcPts val="4500"/>
              </a:lnSpc>
            </a:pPr>
            <a:r>
              <a:rPr lang="en-US" sz="3000" dirty="0">
                <a:solidFill>
                  <a:schemeClr val="bg1">
                    <a:lumMod val="95000"/>
                  </a:schemeClr>
                </a:solidFill>
                <a:latin typeface="Jost SemiBold" pitchFamily="2" charset="0"/>
                <a:ea typeface="Jost SemiBold" pitchFamily="2" charset="0"/>
                <a:cs typeface="Inter Semi Bold" panose="02000703000000020004" pitchFamily="50" charset="0"/>
              </a:rPr>
              <a:t>INNOVATIONS</a:t>
            </a: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 </a:t>
            </a:r>
            <a:r>
              <a:rPr lang="en-US" sz="3000" dirty="0">
                <a:solidFill>
                  <a:schemeClr val="accent3"/>
                </a:solidFill>
                <a:latin typeface="Jost SemiBold" pitchFamily="2" charset="0"/>
                <a:ea typeface="Jost SemiBold" pitchFamily="2" charset="0"/>
                <a:cs typeface="Inter Semi Bold" panose="02000703000000020004" pitchFamily="50" charset="0"/>
              </a:rPr>
              <a:t>FOR AN BETTER</a:t>
            </a: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 </a:t>
            </a:r>
            <a:r>
              <a:rPr lang="en-US" sz="3000" dirty="0">
                <a:solidFill>
                  <a:schemeClr val="bg1">
                    <a:lumMod val="95000"/>
                  </a:schemeClr>
                </a:solidFill>
                <a:latin typeface="Jost SemiBold" pitchFamily="2" charset="0"/>
                <a:ea typeface="Jost SemiBold" pitchFamily="2" charset="0"/>
                <a:cs typeface="Inter Semi Bold" panose="02000703000000020004" pitchFamily="50" charset="0"/>
              </a:rPr>
              <a:t>SOLUTIONS</a:t>
            </a:r>
          </a:p>
        </p:txBody>
      </p:sp>
      <p:sp>
        <p:nvSpPr>
          <p:cNvPr id="23" name="Rectangle 22">
            <a:extLst>
              <a:ext uri="{FF2B5EF4-FFF2-40B4-BE49-F238E27FC236}">
                <a16:creationId xmlns:a16="http://schemas.microsoft.com/office/drawing/2014/main" id="{35B9C3BF-C1C4-8CC7-99AE-337A76B3E54F}"/>
              </a:ext>
            </a:extLst>
          </p:cNvPr>
          <p:cNvSpPr/>
          <p:nvPr/>
        </p:nvSpPr>
        <p:spPr>
          <a:xfrm>
            <a:off x="10163293" y="2437927"/>
            <a:ext cx="1342907" cy="346249"/>
          </a:xfrm>
          <a:prstGeom prst="rect">
            <a:avLst/>
          </a:prstGeom>
        </p:spPr>
        <p:txBody>
          <a:bodyPr wrap="square">
            <a:spAutoFit/>
          </a:bodyPr>
          <a:lstStyle/>
          <a:p>
            <a:pPr algn="r">
              <a:lnSpc>
                <a:spcPts val="2000"/>
              </a:lnSpc>
            </a:pPr>
            <a:r>
              <a:rPr lang="en-US" sz="1600" dirty="0">
                <a:solidFill>
                  <a:schemeClr val="bg1">
                    <a:lumMod val="95000"/>
                  </a:schemeClr>
                </a:solidFill>
                <a:latin typeface="Jost" pitchFamily="2" charset="0"/>
                <a:ea typeface="Jost" pitchFamily="2" charset="0"/>
                <a:cs typeface="Inter Semi Bold" panose="02000703000000020004" pitchFamily="50" charset="0"/>
              </a:rPr>
              <a:t>ABOUT US</a:t>
            </a:r>
          </a:p>
        </p:txBody>
      </p:sp>
      <p:sp>
        <p:nvSpPr>
          <p:cNvPr id="6" name="Picture Placeholder 5">
            <a:extLst>
              <a:ext uri="{FF2B5EF4-FFF2-40B4-BE49-F238E27FC236}">
                <a16:creationId xmlns:a16="http://schemas.microsoft.com/office/drawing/2014/main" id="{FEBC8F5A-327A-8712-B72D-2F49922B2523}"/>
              </a:ext>
            </a:extLst>
          </p:cNvPr>
          <p:cNvSpPr>
            <a:spLocks noGrp="1"/>
          </p:cNvSpPr>
          <p:nvPr>
            <p:ph type="pic" sz="quarter" idx="11"/>
          </p:nvPr>
        </p:nvSpPr>
        <p:spPr/>
      </p:sp>
      <p:sp>
        <p:nvSpPr>
          <p:cNvPr id="10" name="Picture Placeholder 9">
            <a:extLst>
              <a:ext uri="{FF2B5EF4-FFF2-40B4-BE49-F238E27FC236}">
                <a16:creationId xmlns:a16="http://schemas.microsoft.com/office/drawing/2014/main" id="{77842A76-C962-90FF-0DCD-FC30B2C1A996}"/>
              </a:ext>
            </a:extLst>
          </p:cNvPr>
          <p:cNvSpPr>
            <a:spLocks noGrp="1"/>
          </p:cNvSpPr>
          <p:nvPr>
            <p:ph type="pic" sz="quarter" idx="12"/>
          </p:nvPr>
        </p:nvSpPr>
        <p:spPr/>
      </p:sp>
      <p:sp>
        <p:nvSpPr>
          <p:cNvPr id="14" name="Picture Placeholder 13">
            <a:extLst>
              <a:ext uri="{FF2B5EF4-FFF2-40B4-BE49-F238E27FC236}">
                <a16:creationId xmlns:a16="http://schemas.microsoft.com/office/drawing/2014/main" id="{0B69D6F2-A6A6-3179-7C88-898DED0E4428}"/>
              </a:ext>
            </a:extLst>
          </p:cNvPr>
          <p:cNvSpPr>
            <a:spLocks noGrp="1"/>
          </p:cNvSpPr>
          <p:nvPr>
            <p:ph type="pic" sz="quarter" idx="13"/>
          </p:nvPr>
        </p:nvSpPr>
        <p:spPr/>
      </p:sp>
      <p:sp>
        <p:nvSpPr>
          <p:cNvPr id="16" name="Picture Placeholder 15">
            <a:extLst>
              <a:ext uri="{FF2B5EF4-FFF2-40B4-BE49-F238E27FC236}">
                <a16:creationId xmlns:a16="http://schemas.microsoft.com/office/drawing/2014/main" id="{0193895D-BB3B-667A-D722-4664952B5070}"/>
              </a:ext>
            </a:extLst>
          </p:cNvPr>
          <p:cNvSpPr>
            <a:spLocks noGrp="1"/>
          </p:cNvSpPr>
          <p:nvPr>
            <p:ph type="pic" sz="quarter" idx="10"/>
          </p:nvPr>
        </p:nvSpPr>
        <p:spPr/>
      </p:sp>
    </p:spTree>
    <p:extLst>
      <p:ext uri="{BB962C8B-B14F-4D97-AF65-F5344CB8AC3E}">
        <p14:creationId xmlns:p14="http://schemas.microsoft.com/office/powerpoint/2010/main" val="2086736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Manual Input 1">
            <a:extLst>
              <a:ext uri="{FF2B5EF4-FFF2-40B4-BE49-F238E27FC236}">
                <a16:creationId xmlns:a16="http://schemas.microsoft.com/office/drawing/2014/main" id="{85F7CFA6-7270-E416-61A4-5083E0B8B768}"/>
              </a:ext>
            </a:extLst>
          </p:cNvPr>
          <p:cNvSpPr/>
          <p:nvPr/>
        </p:nvSpPr>
        <p:spPr>
          <a:xfrm rot="5400000">
            <a:off x="850900" y="-38100"/>
            <a:ext cx="6045200" cy="7747000"/>
          </a:xfrm>
          <a:prstGeom prst="flowChartManualInpu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1FB7185-EDFB-A998-3EE9-CA1A2C9722EB}"/>
              </a:ext>
            </a:extLst>
          </p:cNvPr>
          <p:cNvSpPr/>
          <p:nvPr/>
        </p:nvSpPr>
        <p:spPr>
          <a:xfrm>
            <a:off x="638293" y="1646140"/>
            <a:ext cx="4429007" cy="1794722"/>
          </a:xfrm>
          <a:prstGeom prst="rect">
            <a:avLst/>
          </a:prstGeom>
        </p:spPr>
        <p:txBody>
          <a:bodyPr wrap="square">
            <a:spAutoFit/>
          </a:bodyPr>
          <a:lstStyle/>
          <a:p>
            <a:pPr>
              <a:lnSpc>
                <a:spcPts val="4500"/>
              </a:lnSpc>
            </a:pPr>
            <a:r>
              <a:rPr lang="en-US" sz="3000" dirty="0">
                <a:solidFill>
                  <a:schemeClr val="accent3"/>
                </a:solidFill>
                <a:latin typeface="Jost SemiBold" pitchFamily="2" charset="0"/>
                <a:ea typeface="Jost SemiBold" pitchFamily="2" charset="0"/>
                <a:cs typeface="Inter Semi Bold" panose="02000703000000020004" pitchFamily="50" charset="0"/>
              </a:rPr>
              <a:t>CREATIVE WORK COME </a:t>
            </a:r>
            <a:r>
              <a:rPr lang="en-US" sz="3000" dirty="0">
                <a:solidFill>
                  <a:schemeClr val="bg1"/>
                </a:solidFill>
                <a:latin typeface="Jost SemiBold" pitchFamily="2" charset="0"/>
                <a:ea typeface="Jost SemiBold" pitchFamily="2" charset="0"/>
                <a:cs typeface="Inter Semi Bold" panose="02000703000000020004" pitchFamily="50" charset="0"/>
              </a:rPr>
              <a:t>FROM PASSION &amp; HARD </a:t>
            </a:r>
            <a:r>
              <a:rPr lang="en-US" sz="3000" dirty="0">
                <a:solidFill>
                  <a:schemeClr val="accent3"/>
                </a:solidFill>
                <a:latin typeface="Jost SemiBold" pitchFamily="2" charset="0"/>
                <a:ea typeface="Jost SemiBold" pitchFamily="2" charset="0"/>
                <a:cs typeface="Inter Semi Bold" panose="02000703000000020004" pitchFamily="50" charset="0"/>
              </a:rPr>
              <a:t>WORK</a:t>
            </a:r>
          </a:p>
        </p:txBody>
      </p:sp>
      <p:sp>
        <p:nvSpPr>
          <p:cNvPr id="4" name="Rectangle 3">
            <a:extLst>
              <a:ext uri="{FF2B5EF4-FFF2-40B4-BE49-F238E27FC236}">
                <a16:creationId xmlns:a16="http://schemas.microsoft.com/office/drawing/2014/main" id="{A48EA3E7-8444-30BE-6D8C-2C8C6C088BFD}"/>
              </a:ext>
            </a:extLst>
          </p:cNvPr>
          <p:cNvSpPr/>
          <p:nvPr/>
        </p:nvSpPr>
        <p:spPr>
          <a:xfrm>
            <a:off x="638293" y="1217225"/>
            <a:ext cx="1342907" cy="346249"/>
          </a:xfrm>
          <a:prstGeom prst="rect">
            <a:avLst/>
          </a:prstGeom>
        </p:spPr>
        <p:txBody>
          <a:bodyPr wrap="square">
            <a:spAutoFit/>
          </a:bodyPr>
          <a:lstStyle/>
          <a:p>
            <a:pPr>
              <a:lnSpc>
                <a:spcPts val="2000"/>
              </a:lnSpc>
            </a:pPr>
            <a:r>
              <a:rPr lang="en-US" sz="1600" dirty="0">
                <a:solidFill>
                  <a:schemeClr val="bg1"/>
                </a:solidFill>
                <a:latin typeface="Jost" pitchFamily="2" charset="0"/>
                <a:ea typeface="Jost" pitchFamily="2" charset="0"/>
                <a:cs typeface="Inter Semi Bold" panose="02000703000000020004" pitchFamily="50" charset="0"/>
              </a:rPr>
              <a:t>ABOUT US</a:t>
            </a:r>
          </a:p>
        </p:txBody>
      </p:sp>
      <p:sp>
        <p:nvSpPr>
          <p:cNvPr id="5" name="Rectangle 4">
            <a:extLst>
              <a:ext uri="{FF2B5EF4-FFF2-40B4-BE49-F238E27FC236}">
                <a16:creationId xmlns:a16="http://schemas.microsoft.com/office/drawing/2014/main" id="{85DFF4A0-9A92-4639-85EB-20DD4F8EF2A6}"/>
              </a:ext>
            </a:extLst>
          </p:cNvPr>
          <p:cNvSpPr/>
          <p:nvPr/>
        </p:nvSpPr>
        <p:spPr>
          <a:xfrm>
            <a:off x="638293" y="3808626"/>
            <a:ext cx="5559307" cy="648639"/>
          </a:xfrm>
          <a:prstGeom prst="rect">
            <a:avLst/>
          </a:prstGeom>
        </p:spPr>
        <p:txBody>
          <a:bodyPr wrap="square">
            <a:spAutoFit/>
          </a:bodyPr>
          <a:lstStyle/>
          <a:p>
            <a:pPr>
              <a:lnSpc>
                <a:spcPts val="1500"/>
              </a:lnSpc>
            </a:pPr>
            <a:r>
              <a:rPr lang="en-US" sz="1000" b="0" i="0" dirty="0">
                <a:solidFill>
                  <a:schemeClr val="bg1"/>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using Lorem Ipsum is that it has a more-or-less normal Ipsum as their default model text, and a search for 'lorem ipsum' will their infancy. </a:t>
            </a:r>
            <a:endParaRPr lang="en-US" sz="100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6" name="Rectangle 5">
            <a:extLst>
              <a:ext uri="{FF2B5EF4-FFF2-40B4-BE49-F238E27FC236}">
                <a16:creationId xmlns:a16="http://schemas.microsoft.com/office/drawing/2014/main" id="{23DE35F2-4886-127A-62C5-0F2E73DF6356}"/>
              </a:ext>
            </a:extLst>
          </p:cNvPr>
          <p:cNvSpPr/>
          <p:nvPr/>
        </p:nvSpPr>
        <p:spPr>
          <a:xfrm>
            <a:off x="638293" y="5773048"/>
            <a:ext cx="1787408" cy="602729"/>
          </a:xfrm>
          <a:prstGeom prst="rect">
            <a:avLst/>
          </a:prstGeom>
        </p:spPr>
        <p:txBody>
          <a:bodyPr wrap="square">
            <a:spAutoFit/>
          </a:bodyPr>
          <a:lstStyle/>
          <a:p>
            <a:pPr algn="ctr">
              <a:lnSpc>
                <a:spcPts val="2000"/>
              </a:lnSpc>
            </a:pPr>
            <a:r>
              <a:rPr lang="en-US" sz="1600" dirty="0">
                <a:solidFill>
                  <a:schemeClr val="bg1"/>
                </a:solidFill>
                <a:latin typeface="Jost SemiBold" pitchFamily="2" charset="0"/>
                <a:ea typeface="Jost SemiBold" pitchFamily="2" charset="0"/>
                <a:cs typeface="Inter Semi Bold" panose="02000703000000020004" pitchFamily="50" charset="0"/>
              </a:rPr>
              <a:t>TARGET COMPLETED</a:t>
            </a:r>
          </a:p>
        </p:txBody>
      </p:sp>
      <p:sp>
        <p:nvSpPr>
          <p:cNvPr id="7" name="Rectangle 6">
            <a:extLst>
              <a:ext uri="{FF2B5EF4-FFF2-40B4-BE49-F238E27FC236}">
                <a16:creationId xmlns:a16="http://schemas.microsoft.com/office/drawing/2014/main" id="{9FAB3521-91D7-017C-6693-5D4E4376B865}"/>
              </a:ext>
            </a:extLst>
          </p:cNvPr>
          <p:cNvSpPr/>
          <p:nvPr/>
        </p:nvSpPr>
        <p:spPr>
          <a:xfrm>
            <a:off x="2979796" y="5773048"/>
            <a:ext cx="1787408" cy="602729"/>
          </a:xfrm>
          <a:prstGeom prst="rect">
            <a:avLst/>
          </a:prstGeom>
        </p:spPr>
        <p:txBody>
          <a:bodyPr wrap="square">
            <a:spAutoFit/>
          </a:bodyPr>
          <a:lstStyle/>
          <a:p>
            <a:pPr algn="ctr">
              <a:lnSpc>
                <a:spcPts val="2000"/>
              </a:lnSpc>
            </a:pPr>
            <a:r>
              <a:rPr lang="en-US" sz="1600" dirty="0">
                <a:solidFill>
                  <a:schemeClr val="bg1"/>
                </a:solidFill>
                <a:latin typeface="Jost SemiBold" pitchFamily="2" charset="0"/>
                <a:ea typeface="Jost SemiBold" pitchFamily="2" charset="0"/>
                <a:cs typeface="Inter Semi Bold" panose="02000703000000020004" pitchFamily="50" charset="0"/>
              </a:rPr>
              <a:t>MISSION COMPLETED</a:t>
            </a:r>
          </a:p>
        </p:txBody>
      </p:sp>
      <p:sp>
        <p:nvSpPr>
          <p:cNvPr id="8" name="Rectangle 7">
            <a:extLst>
              <a:ext uri="{FF2B5EF4-FFF2-40B4-BE49-F238E27FC236}">
                <a16:creationId xmlns:a16="http://schemas.microsoft.com/office/drawing/2014/main" id="{698FD6B4-B573-49F8-3FCD-620539DDC270}"/>
              </a:ext>
            </a:extLst>
          </p:cNvPr>
          <p:cNvSpPr/>
          <p:nvPr/>
        </p:nvSpPr>
        <p:spPr>
          <a:xfrm>
            <a:off x="5202296" y="5773048"/>
            <a:ext cx="1787408" cy="602729"/>
          </a:xfrm>
          <a:prstGeom prst="rect">
            <a:avLst/>
          </a:prstGeom>
        </p:spPr>
        <p:txBody>
          <a:bodyPr wrap="square">
            <a:spAutoFit/>
          </a:bodyPr>
          <a:lstStyle/>
          <a:p>
            <a:pPr algn="ctr">
              <a:lnSpc>
                <a:spcPts val="2000"/>
              </a:lnSpc>
            </a:pPr>
            <a:r>
              <a:rPr lang="en-US" sz="1600" dirty="0">
                <a:solidFill>
                  <a:schemeClr val="bg1"/>
                </a:solidFill>
                <a:latin typeface="Jost SemiBold" pitchFamily="2" charset="0"/>
                <a:ea typeface="Jost SemiBold" pitchFamily="2" charset="0"/>
                <a:cs typeface="Inter Semi Bold" panose="02000703000000020004" pitchFamily="50" charset="0"/>
              </a:rPr>
              <a:t>HAPPY CUSTOMERS</a:t>
            </a:r>
          </a:p>
        </p:txBody>
      </p:sp>
      <p:sp>
        <p:nvSpPr>
          <p:cNvPr id="11" name="Rectangle 10">
            <a:extLst>
              <a:ext uri="{FF2B5EF4-FFF2-40B4-BE49-F238E27FC236}">
                <a16:creationId xmlns:a16="http://schemas.microsoft.com/office/drawing/2014/main" id="{74A9AB36-2C5C-3366-E8FE-01E7EB64BECA}"/>
              </a:ext>
            </a:extLst>
          </p:cNvPr>
          <p:cNvSpPr/>
          <p:nvPr/>
        </p:nvSpPr>
        <p:spPr>
          <a:xfrm>
            <a:off x="877947" y="5074854"/>
            <a:ext cx="1308100" cy="640560"/>
          </a:xfrm>
          <a:prstGeom prst="rect">
            <a:avLst/>
          </a:prstGeom>
        </p:spPr>
        <p:txBody>
          <a:bodyPr wrap="square">
            <a:spAutoFit/>
          </a:bodyPr>
          <a:lstStyle/>
          <a:p>
            <a:pPr algn="ctr">
              <a:lnSpc>
                <a:spcPts val="4500"/>
              </a:lnSpc>
            </a:pPr>
            <a:r>
              <a:rPr lang="en-US" sz="3000" dirty="0">
                <a:solidFill>
                  <a:schemeClr val="accent3"/>
                </a:solidFill>
                <a:latin typeface="Jost SemiBold" pitchFamily="2" charset="0"/>
                <a:ea typeface="Jost SemiBold" pitchFamily="2" charset="0"/>
                <a:cs typeface="Inter Semi Bold" panose="02000703000000020004" pitchFamily="50" charset="0"/>
              </a:rPr>
              <a:t>420K</a:t>
            </a:r>
          </a:p>
        </p:txBody>
      </p:sp>
      <p:sp>
        <p:nvSpPr>
          <p:cNvPr id="12" name="Rectangle 11">
            <a:extLst>
              <a:ext uri="{FF2B5EF4-FFF2-40B4-BE49-F238E27FC236}">
                <a16:creationId xmlns:a16="http://schemas.microsoft.com/office/drawing/2014/main" id="{49D1AC0C-38FE-3C75-83FF-5671EC3C9B54}"/>
              </a:ext>
            </a:extLst>
          </p:cNvPr>
          <p:cNvSpPr/>
          <p:nvPr/>
        </p:nvSpPr>
        <p:spPr>
          <a:xfrm>
            <a:off x="3219450" y="5074854"/>
            <a:ext cx="1308100" cy="640560"/>
          </a:xfrm>
          <a:prstGeom prst="rect">
            <a:avLst/>
          </a:prstGeom>
        </p:spPr>
        <p:txBody>
          <a:bodyPr wrap="square">
            <a:spAutoFit/>
          </a:bodyPr>
          <a:lstStyle/>
          <a:p>
            <a:pPr algn="ctr">
              <a:lnSpc>
                <a:spcPts val="4500"/>
              </a:lnSpc>
            </a:pPr>
            <a:r>
              <a:rPr lang="en-US" sz="3000" dirty="0">
                <a:solidFill>
                  <a:schemeClr val="accent3"/>
                </a:solidFill>
                <a:latin typeface="Jost SemiBold" pitchFamily="2" charset="0"/>
                <a:ea typeface="Jost SemiBold" pitchFamily="2" charset="0"/>
                <a:cs typeface="Inter Semi Bold" panose="02000703000000020004" pitchFamily="50" charset="0"/>
              </a:rPr>
              <a:t>85%</a:t>
            </a:r>
          </a:p>
        </p:txBody>
      </p:sp>
      <p:sp>
        <p:nvSpPr>
          <p:cNvPr id="13" name="Rectangle 12">
            <a:extLst>
              <a:ext uri="{FF2B5EF4-FFF2-40B4-BE49-F238E27FC236}">
                <a16:creationId xmlns:a16="http://schemas.microsoft.com/office/drawing/2014/main" id="{83398FD3-A470-AAC6-0BC4-779E16733ED1}"/>
              </a:ext>
            </a:extLst>
          </p:cNvPr>
          <p:cNvSpPr/>
          <p:nvPr/>
        </p:nvSpPr>
        <p:spPr>
          <a:xfrm>
            <a:off x="5441950" y="5074854"/>
            <a:ext cx="1308100" cy="640560"/>
          </a:xfrm>
          <a:prstGeom prst="rect">
            <a:avLst/>
          </a:prstGeom>
        </p:spPr>
        <p:txBody>
          <a:bodyPr wrap="square">
            <a:spAutoFit/>
          </a:bodyPr>
          <a:lstStyle/>
          <a:p>
            <a:pPr algn="ctr">
              <a:lnSpc>
                <a:spcPts val="4500"/>
              </a:lnSpc>
            </a:pPr>
            <a:r>
              <a:rPr lang="en-US" sz="3000" dirty="0">
                <a:solidFill>
                  <a:schemeClr val="accent3"/>
                </a:solidFill>
                <a:latin typeface="Jost SemiBold" pitchFamily="2" charset="0"/>
                <a:ea typeface="Jost SemiBold" pitchFamily="2" charset="0"/>
                <a:cs typeface="Inter Semi Bold" panose="02000703000000020004" pitchFamily="50" charset="0"/>
              </a:rPr>
              <a:t>498+</a:t>
            </a:r>
          </a:p>
        </p:txBody>
      </p:sp>
      <p:sp>
        <p:nvSpPr>
          <p:cNvPr id="15" name="Rectangle 14">
            <a:extLst>
              <a:ext uri="{FF2B5EF4-FFF2-40B4-BE49-F238E27FC236}">
                <a16:creationId xmlns:a16="http://schemas.microsoft.com/office/drawing/2014/main" id="{FA6887CB-8163-1D20-2D7C-AE630D3E375F}"/>
              </a:ext>
            </a:extLst>
          </p:cNvPr>
          <p:cNvSpPr/>
          <p:nvPr/>
        </p:nvSpPr>
        <p:spPr>
          <a:xfrm>
            <a:off x="9867900" y="1413774"/>
            <a:ext cx="1685807" cy="346249"/>
          </a:xfrm>
          <a:prstGeom prst="rect">
            <a:avLst/>
          </a:prstGeom>
        </p:spPr>
        <p:txBody>
          <a:bodyPr wrap="square">
            <a:spAutoFit/>
          </a:bodyPr>
          <a:lstStyle/>
          <a:p>
            <a:pPr algn="r">
              <a:lnSpc>
                <a:spcPts val="2000"/>
              </a:lnSpc>
            </a:pPr>
            <a:r>
              <a:rPr lang="en-US" sz="1600" dirty="0">
                <a:solidFill>
                  <a:schemeClr val="tx1">
                    <a:lumMod val="85000"/>
                    <a:lumOff val="15000"/>
                  </a:schemeClr>
                </a:solidFill>
                <a:latin typeface="Jost" pitchFamily="2" charset="0"/>
                <a:ea typeface="Jost" pitchFamily="2" charset="0"/>
                <a:cs typeface="Inter Semi Bold" panose="02000703000000020004" pitchFamily="50" charset="0"/>
              </a:rPr>
              <a:t>THE QUOTES</a:t>
            </a:r>
          </a:p>
        </p:txBody>
      </p:sp>
      <p:sp>
        <p:nvSpPr>
          <p:cNvPr id="16" name="Rectangle 15">
            <a:extLst>
              <a:ext uri="{FF2B5EF4-FFF2-40B4-BE49-F238E27FC236}">
                <a16:creationId xmlns:a16="http://schemas.microsoft.com/office/drawing/2014/main" id="{A07C2784-010E-C40C-B510-3B4186689030}"/>
              </a:ext>
            </a:extLst>
          </p:cNvPr>
          <p:cNvSpPr/>
          <p:nvPr/>
        </p:nvSpPr>
        <p:spPr>
          <a:xfrm>
            <a:off x="7623294" y="1967900"/>
            <a:ext cx="3930414" cy="3170099"/>
          </a:xfrm>
          <a:prstGeom prst="rect">
            <a:avLst/>
          </a:prstGeom>
        </p:spPr>
        <p:txBody>
          <a:bodyPr wrap="square">
            <a:spAutoFit/>
          </a:bodyPr>
          <a:lstStyle/>
          <a:p>
            <a:pPr algn="r">
              <a:lnSpc>
                <a:spcPts val="3000"/>
              </a:lnSpc>
            </a:pPr>
            <a:r>
              <a:rPr lang="en-US" sz="2800" b="0" i="0" dirty="0">
                <a:solidFill>
                  <a:schemeClr val="tx1">
                    <a:lumMod val="85000"/>
                    <a:lumOff val="15000"/>
                  </a:schemeClr>
                </a:solidFill>
                <a:effectLst/>
                <a:latin typeface="Lato Italic" panose="020F0502020204030203" pitchFamily="34" charset="0"/>
                <a:ea typeface="Lato Italic" panose="020F0502020204030203" pitchFamily="34" charset="0"/>
                <a:cs typeface="Lato Italic" panose="020F0502020204030203" pitchFamily="34" charset="0"/>
              </a:rPr>
              <a:t>It is a long established fact that a reader will be readable content of a page when looking at its layout. The point of using default model text, and a search for 'lorem ipsum' will their infancy. </a:t>
            </a:r>
            <a:endParaRPr lang="en-US" sz="2800" dirty="0">
              <a:solidFill>
                <a:schemeClr val="tx1">
                  <a:lumMod val="85000"/>
                  <a:lumOff val="15000"/>
                </a:schemeClr>
              </a:solidFill>
              <a:latin typeface="Lato Italic" panose="020F0502020204030203" pitchFamily="34" charset="0"/>
              <a:ea typeface="Lato Italic" panose="020F0502020204030203" pitchFamily="34" charset="0"/>
              <a:cs typeface="Lato Italic" panose="020F0502020204030203" pitchFamily="34" charset="0"/>
            </a:endParaRPr>
          </a:p>
        </p:txBody>
      </p:sp>
      <p:cxnSp>
        <p:nvCxnSpPr>
          <p:cNvPr id="18" name="Straight Connector 17">
            <a:extLst>
              <a:ext uri="{FF2B5EF4-FFF2-40B4-BE49-F238E27FC236}">
                <a16:creationId xmlns:a16="http://schemas.microsoft.com/office/drawing/2014/main" id="{5CA061B1-41EE-9442-8D90-962DA5927FC3}"/>
              </a:ext>
            </a:extLst>
          </p:cNvPr>
          <p:cNvCxnSpPr/>
          <p:nvPr/>
        </p:nvCxnSpPr>
        <p:spPr>
          <a:xfrm flipH="1">
            <a:off x="10807700" y="5499100"/>
            <a:ext cx="54610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6416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6CAE70-ECF4-8443-3853-11F3AF7000D7}"/>
              </a:ext>
            </a:extLst>
          </p:cNvPr>
          <p:cNvSpPr/>
          <p:nvPr/>
        </p:nvSpPr>
        <p:spPr>
          <a:xfrm>
            <a:off x="2946408" y="665552"/>
            <a:ext cx="6299192" cy="698268"/>
          </a:xfrm>
          <a:prstGeom prst="rect">
            <a:avLst/>
          </a:prstGeom>
        </p:spPr>
        <p:txBody>
          <a:bodyPr wrap="square">
            <a:spAutoFit/>
          </a:bodyPr>
          <a:lstStyle/>
          <a:p>
            <a:pPr algn="ctr">
              <a:lnSpc>
                <a:spcPts val="4500"/>
              </a:lnSpc>
            </a:pPr>
            <a:r>
              <a:rPr lang="en-US" sz="4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COMPANY TIMELINE</a:t>
            </a:r>
          </a:p>
        </p:txBody>
      </p:sp>
      <p:cxnSp>
        <p:nvCxnSpPr>
          <p:cNvPr id="3" name="Straight Connector 2">
            <a:extLst>
              <a:ext uri="{FF2B5EF4-FFF2-40B4-BE49-F238E27FC236}">
                <a16:creationId xmlns:a16="http://schemas.microsoft.com/office/drawing/2014/main" id="{43228DE9-CA75-590F-F8EA-B7B7C3B8BBB4}"/>
              </a:ext>
            </a:extLst>
          </p:cNvPr>
          <p:cNvCxnSpPr>
            <a:cxnSpLocks/>
          </p:cNvCxnSpPr>
          <p:nvPr/>
        </p:nvCxnSpPr>
        <p:spPr>
          <a:xfrm>
            <a:off x="5806252" y="1447800"/>
            <a:ext cx="57949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057E10F-69EA-EDDC-0654-53837A28F227}"/>
              </a:ext>
            </a:extLst>
          </p:cNvPr>
          <p:cNvCxnSpPr>
            <a:cxnSpLocks/>
          </p:cNvCxnSpPr>
          <p:nvPr/>
        </p:nvCxnSpPr>
        <p:spPr>
          <a:xfrm>
            <a:off x="3416300" y="4036024"/>
            <a:ext cx="8775700" cy="2576"/>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6334C0F1-3462-E007-55C0-9684ABBF9E39}"/>
              </a:ext>
            </a:extLst>
          </p:cNvPr>
          <p:cNvSpPr/>
          <p:nvPr/>
        </p:nvSpPr>
        <p:spPr>
          <a:xfrm>
            <a:off x="5873590" y="3894082"/>
            <a:ext cx="283885" cy="283885"/>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23897FB-C0B3-00B7-3901-74D7CBABD46A}"/>
              </a:ext>
            </a:extLst>
          </p:cNvPr>
          <p:cNvSpPr/>
          <p:nvPr/>
        </p:nvSpPr>
        <p:spPr>
          <a:xfrm>
            <a:off x="4859832" y="5042326"/>
            <a:ext cx="2311400" cy="840999"/>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slightly believable. If you are going to use a passage.</a:t>
            </a:r>
          </a:p>
        </p:txBody>
      </p:sp>
      <p:sp>
        <p:nvSpPr>
          <p:cNvPr id="10" name="Rectangle 9">
            <a:extLst>
              <a:ext uri="{FF2B5EF4-FFF2-40B4-BE49-F238E27FC236}">
                <a16:creationId xmlns:a16="http://schemas.microsoft.com/office/drawing/2014/main" id="{33DEBD34-5BBC-8B0D-D74D-0C8205D4D417}"/>
              </a:ext>
            </a:extLst>
          </p:cNvPr>
          <p:cNvSpPr/>
          <p:nvPr/>
        </p:nvSpPr>
        <p:spPr>
          <a:xfrm>
            <a:off x="5121828" y="4626456"/>
            <a:ext cx="1787408" cy="361637"/>
          </a:xfrm>
          <a:prstGeom prst="rect">
            <a:avLst/>
          </a:prstGeom>
        </p:spPr>
        <p:txBody>
          <a:bodyPr wrap="square">
            <a:spAutoFit/>
          </a:bodyPr>
          <a:lstStyle/>
          <a:p>
            <a:pPr algn="ctr">
              <a:lnSpc>
                <a:spcPts val="2000"/>
              </a:lnSpc>
            </a:pPr>
            <a:r>
              <a:rPr lang="en-US" sz="2000" dirty="0">
                <a:solidFill>
                  <a:schemeClr val="accent3"/>
                </a:solidFill>
                <a:latin typeface="Jost SemiBold" pitchFamily="2" charset="0"/>
                <a:ea typeface="Jost SemiBold" pitchFamily="2" charset="0"/>
                <a:cs typeface="Inter Semi Bold" panose="02000703000000020004" pitchFamily="50" charset="0"/>
              </a:rPr>
              <a:t>2021</a:t>
            </a:r>
          </a:p>
        </p:txBody>
      </p:sp>
      <p:sp>
        <p:nvSpPr>
          <p:cNvPr id="8" name="Oval 7">
            <a:extLst>
              <a:ext uri="{FF2B5EF4-FFF2-40B4-BE49-F238E27FC236}">
                <a16:creationId xmlns:a16="http://schemas.microsoft.com/office/drawing/2014/main" id="{7077E0AD-DE35-E98D-9CF3-F46EC03B45FC}"/>
              </a:ext>
            </a:extLst>
          </p:cNvPr>
          <p:cNvSpPr/>
          <p:nvPr/>
        </p:nvSpPr>
        <p:spPr>
          <a:xfrm>
            <a:off x="9586258" y="3894082"/>
            <a:ext cx="283885" cy="283885"/>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4E089C1-0675-E474-D43E-058AEEBAD6CA}"/>
              </a:ext>
            </a:extLst>
          </p:cNvPr>
          <p:cNvSpPr/>
          <p:nvPr/>
        </p:nvSpPr>
        <p:spPr>
          <a:xfrm>
            <a:off x="8572500" y="2641145"/>
            <a:ext cx="2311400" cy="840999"/>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slightly believable. If you are going to use a passage.</a:t>
            </a:r>
          </a:p>
        </p:txBody>
      </p:sp>
      <p:sp>
        <p:nvSpPr>
          <p:cNvPr id="14" name="Rectangle 13">
            <a:extLst>
              <a:ext uri="{FF2B5EF4-FFF2-40B4-BE49-F238E27FC236}">
                <a16:creationId xmlns:a16="http://schemas.microsoft.com/office/drawing/2014/main" id="{B9204B53-106C-F8B7-8C53-B46F43F49AFC}"/>
              </a:ext>
            </a:extLst>
          </p:cNvPr>
          <p:cNvSpPr/>
          <p:nvPr/>
        </p:nvSpPr>
        <p:spPr>
          <a:xfrm>
            <a:off x="8834496" y="2225275"/>
            <a:ext cx="1787408" cy="361637"/>
          </a:xfrm>
          <a:prstGeom prst="rect">
            <a:avLst/>
          </a:prstGeom>
        </p:spPr>
        <p:txBody>
          <a:bodyPr wrap="square">
            <a:spAutoFit/>
          </a:bodyPr>
          <a:lstStyle/>
          <a:p>
            <a:pPr algn="ctr">
              <a:lnSpc>
                <a:spcPts val="2000"/>
              </a:lnSpc>
            </a:pPr>
            <a:r>
              <a:rPr lang="en-US" sz="2000" dirty="0">
                <a:solidFill>
                  <a:schemeClr val="accent3"/>
                </a:solidFill>
                <a:latin typeface="Jost SemiBold" pitchFamily="2" charset="0"/>
                <a:ea typeface="Jost SemiBold" pitchFamily="2" charset="0"/>
                <a:cs typeface="Inter Semi Bold" panose="02000703000000020004" pitchFamily="50" charset="0"/>
              </a:rPr>
              <a:t>2022</a:t>
            </a:r>
          </a:p>
        </p:txBody>
      </p:sp>
      <p:sp>
        <p:nvSpPr>
          <p:cNvPr id="5" name="Picture Placeholder 4">
            <a:extLst>
              <a:ext uri="{FF2B5EF4-FFF2-40B4-BE49-F238E27FC236}">
                <a16:creationId xmlns:a16="http://schemas.microsoft.com/office/drawing/2014/main" id="{FD6B8C51-8797-3525-4349-516D3A6430E7}"/>
              </a:ext>
            </a:extLst>
          </p:cNvPr>
          <p:cNvSpPr>
            <a:spLocks noGrp="1"/>
          </p:cNvSpPr>
          <p:nvPr>
            <p:ph type="pic" sz="quarter" idx="10"/>
          </p:nvPr>
        </p:nvSpPr>
        <p:spPr/>
      </p:sp>
      <p:sp>
        <p:nvSpPr>
          <p:cNvPr id="12" name="Picture Placeholder 11">
            <a:extLst>
              <a:ext uri="{FF2B5EF4-FFF2-40B4-BE49-F238E27FC236}">
                <a16:creationId xmlns:a16="http://schemas.microsoft.com/office/drawing/2014/main" id="{144C11FD-AE08-6A5B-8C05-78B942B2AAF0}"/>
              </a:ext>
            </a:extLst>
          </p:cNvPr>
          <p:cNvSpPr>
            <a:spLocks noGrp="1"/>
          </p:cNvSpPr>
          <p:nvPr>
            <p:ph type="pic" sz="quarter" idx="11"/>
          </p:nvPr>
        </p:nvSpPr>
        <p:spPr/>
      </p:sp>
      <p:sp>
        <p:nvSpPr>
          <p:cNvPr id="16" name="Picture Placeholder 15">
            <a:extLst>
              <a:ext uri="{FF2B5EF4-FFF2-40B4-BE49-F238E27FC236}">
                <a16:creationId xmlns:a16="http://schemas.microsoft.com/office/drawing/2014/main" id="{5C4015D2-9035-9EF5-24C5-B026E2F11EE9}"/>
              </a:ext>
            </a:extLst>
          </p:cNvPr>
          <p:cNvSpPr>
            <a:spLocks noGrp="1"/>
          </p:cNvSpPr>
          <p:nvPr>
            <p:ph type="pic" sz="quarter" idx="12"/>
          </p:nvPr>
        </p:nvSpPr>
        <p:spPr/>
      </p:sp>
    </p:spTree>
    <p:extLst>
      <p:ext uri="{BB962C8B-B14F-4D97-AF65-F5344CB8AC3E}">
        <p14:creationId xmlns:p14="http://schemas.microsoft.com/office/powerpoint/2010/main" val="4084635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3E753B-7249-EF66-81C0-BEEDBB8321F9}"/>
              </a:ext>
            </a:extLst>
          </p:cNvPr>
          <p:cNvSpPr/>
          <p:nvPr/>
        </p:nvSpPr>
        <p:spPr>
          <a:xfrm>
            <a:off x="8724901" y="1879600"/>
            <a:ext cx="2768600" cy="4312848"/>
          </a:xfrm>
          <a:prstGeom prst="rect">
            <a:avLst/>
          </a:prstGeom>
          <a:solidFill>
            <a:schemeClr val="accent4">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A057E10F-69EA-EDDC-0654-53837A28F227}"/>
              </a:ext>
            </a:extLst>
          </p:cNvPr>
          <p:cNvCxnSpPr>
            <a:cxnSpLocks/>
          </p:cNvCxnSpPr>
          <p:nvPr/>
        </p:nvCxnSpPr>
        <p:spPr>
          <a:xfrm>
            <a:off x="0" y="4036024"/>
            <a:ext cx="8775700" cy="2576"/>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1B6CAE70-ECF4-8443-3853-11F3AF7000D7}"/>
              </a:ext>
            </a:extLst>
          </p:cNvPr>
          <p:cNvSpPr/>
          <p:nvPr/>
        </p:nvSpPr>
        <p:spPr>
          <a:xfrm>
            <a:off x="2946408" y="665552"/>
            <a:ext cx="6299192" cy="698268"/>
          </a:xfrm>
          <a:prstGeom prst="rect">
            <a:avLst/>
          </a:prstGeom>
        </p:spPr>
        <p:txBody>
          <a:bodyPr wrap="square">
            <a:spAutoFit/>
          </a:bodyPr>
          <a:lstStyle/>
          <a:p>
            <a:pPr algn="ctr">
              <a:lnSpc>
                <a:spcPts val="4500"/>
              </a:lnSpc>
            </a:pPr>
            <a:r>
              <a:rPr lang="en-US" sz="4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COMPANY TIMELINE</a:t>
            </a:r>
          </a:p>
        </p:txBody>
      </p:sp>
      <p:cxnSp>
        <p:nvCxnSpPr>
          <p:cNvPr id="3" name="Straight Connector 2">
            <a:extLst>
              <a:ext uri="{FF2B5EF4-FFF2-40B4-BE49-F238E27FC236}">
                <a16:creationId xmlns:a16="http://schemas.microsoft.com/office/drawing/2014/main" id="{43228DE9-CA75-590F-F8EA-B7B7C3B8BBB4}"/>
              </a:ext>
            </a:extLst>
          </p:cNvPr>
          <p:cNvCxnSpPr>
            <a:cxnSpLocks/>
          </p:cNvCxnSpPr>
          <p:nvPr/>
        </p:nvCxnSpPr>
        <p:spPr>
          <a:xfrm>
            <a:off x="5806252" y="1447800"/>
            <a:ext cx="57949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6334C0F1-3462-E007-55C0-9684ABBF9E39}"/>
              </a:ext>
            </a:extLst>
          </p:cNvPr>
          <p:cNvSpPr/>
          <p:nvPr/>
        </p:nvSpPr>
        <p:spPr>
          <a:xfrm>
            <a:off x="5873590" y="3894082"/>
            <a:ext cx="283885" cy="283885"/>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23897FB-C0B3-00B7-3901-74D7CBABD46A}"/>
              </a:ext>
            </a:extLst>
          </p:cNvPr>
          <p:cNvSpPr/>
          <p:nvPr/>
        </p:nvSpPr>
        <p:spPr>
          <a:xfrm>
            <a:off x="4859832" y="5042326"/>
            <a:ext cx="2311400" cy="840999"/>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slightly believable. If you are going to use a passage.</a:t>
            </a:r>
          </a:p>
        </p:txBody>
      </p:sp>
      <p:sp>
        <p:nvSpPr>
          <p:cNvPr id="10" name="Rectangle 9">
            <a:extLst>
              <a:ext uri="{FF2B5EF4-FFF2-40B4-BE49-F238E27FC236}">
                <a16:creationId xmlns:a16="http://schemas.microsoft.com/office/drawing/2014/main" id="{33DEBD34-5BBC-8B0D-D74D-0C8205D4D417}"/>
              </a:ext>
            </a:extLst>
          </p:cNvPr>
          <p:cNvSpPr/>
          <p:nvPr/>
        </p:nvSpPr>
        <p:spPr>
          <a:xfrm>
            <a:off x="5121828" y="4626456"/>
            <a:ext cx="1787408" cy="361637"/>
          </a:xfrm>
          <a:prstGeom prst="rect">
            <a:avLst/>
          </a:prstGeom>
        </p:spPr>
        <p:txBody>
          <a:bodyPr wrap="square">
            <a:spAutoFit/>
          </a:bodyPr>
          <a:lstStyle/>
          <a:p>
            <a:pPr algn="ctr">
              <a:lnSpc>
                <a:spcPts val="2000"/>
              </a:lnSpc>
            </a:pPr>
            <a:r>
              <a:rPr lang="en-US" sz="2000" dirty="0">
                <a:solidFill>
                  <a:schemeClr val="accent3"/>
                </a:solidFill>
                <a:latin typeface="Jost SemiBold" pitchFamily="2" charset="0"/>
                <a:ea typeface="Jost SemiBold" pitchFamily="2" charset="0"/>
                <a:cs typeface="Inter Semi Bold" panose="02000703000000020004" pitchFamily="50" charset="0"/>
              </a:rPr>
              <a:t>2024</a:t>
            </a:r>
          </a:p>
        </p:txBody>
      </p:sp>
      <p:sp>
        <p:nvSpPr>
          <p:cNvPr id="19" name="Oval 18">
            <a:extLst>
              <a:ext uri="{FF2B5EF4-FFF2-40B4-BE49-F238E27FC236}">
                <a16:creationId xmlns:a16="http://schemas.microsoft.com/office/drawing/2014/main" id="{D4A08B72-5C08-BBCF-F138-1CA00E6354E7}"/>
              </a:ext>
            </a:extLst>
          </p:cNvPr>
          <p:cNvSpPr/>
          <p:nvPr/>
        </p:nvSpPr>
        <p:spPr>
          <a:xfrm>
            <a:off x="2160922" y="3894082"/>
            <a:ext cx="283885" cy="283885"/>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7379B54-6C97-7686-547B-EF244590CA09}"/>
              </a:ext>
            </a:extLst>
          </p:cNvPr>
          <p:cNvSpPr/>
          <p:nvPr/>
        </p:nvSpPr>
        <p:spPr>
          <a:xfrm>
            <a:off x="1147164" y="2641145"/>
            <a:ext cx="2311400" cy="840999"/>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slightly believable. If you are going to use a passage.</a:t>
            </a:r>
          </a:p>
        </p:txBody>
      </p:sp>
      <p:sp>
        <p:nvSpPr>
          <p:cNvPr id="21" name="Rectangle 20">
            <a:extLst>
              <a:ext uri="{FF2B5EF4-FFF2-40B4-BE49-F238E27FC236}">
                <a16:creationId xmlns:a16="http://schemas.microsoft.com/office/drawing/2014/main" id="{1848D57C-87A4-8754-DEA2-B7EE18567FEF}"/>
              </a:ext>
            </a:extLst>
          </p:cNvPr>
          <p:cNvSpPr/>
          <p:nvPr/>
        </p:nvSpPr>
        <p:spPr>
          <a:xfrm>
            <a:off x="1409160" y="2225275"/>
            <a:ext cx="1787408" cy="361637"/>
          </a:xfrm>
          <a:prstGeom prst="rect">
            <a:avLst/>
          </a:prstGeom>
        </p:spPr>
        <p:txBody>
          <a:bodyPr wrap="square">
            <a:spAutoFit/>
          </a:bodyPr>
          <a:lstStyle/>
          <a:p>
            <a:pPr algn="ctr">
              <a:lnSpc>
                <a:spcPts val="2000"/>
              </a:lnSpc>
            </a:pPr>
            <a:r>
              <a:rPr lang="en-US" sz="2000" dirty="0">
                <a:solidFill>
                  <a:schemeClr val="accent3"/>
                </a:solidFill>
                <a:latin typeface="Jost SemiBold" pitchFamily="2" charset="0"/>
                <a:ea typeface="Jost SemiBold" pitchFamily="2" charset="0"/>
                <a:cs typeface="Inter Semi Bold" panose="02000703000000020004" pitchFamily="50" charset="0"/>
              </a:rPr>
              <a:t>2023</a:t>
            </a:r>
          </a:p>
        </p:txBody>
      </p:sp>
      <p:sp>
        <p:nvSpPr>
          <p:cNvPr id="26" name="Rectangle 25">
            <a:extLst>
              <a:ext uri="{FF2B5EF4-FFF2-40B4-BE49-F238E27FC236}">
                <a16:creationId xmlns:a16="http://schemas.microsoft.com/office/drawing/2014/main" id="{F90E1934-21F8-3E11-7864-D15EEA3C4440}"/>
              </a:ext>
            </a:extLst>
          </p:cNvPr>
          <p:cNvSpPr/>
          <p:nvPr/>
        </p:nvSpPr>
        <p:spPr>
          <a:xfrm>
            <a:off x="9039994" y="3427204"/>
            <a:ext cx="2189212" cy="1217641"/>
          </a:xfrm>
          <a:prstGeom prst="rect">
            <a:avLst/>
          </a:prstGeom>
        </p:spPr>
        <p:txBody>
          <a:bodyPr wrap="square">
            <a:spAutoFit/>
          </a:bodyPr>
          <a:lstStyle/>
          <a:p>
            <a:pPr algn="ctr">
              <a:lnSpc>
                <a:spcPts val="4500"/>
              </a:lnSpc>
            </a:pPr>
            <a:r>
              <a:rPr lang="en-US" sz="3000" dirty="0">
                <a:solidFill>
                  <a:schemeClr val="bg1"/>
                </a:solidFill>
                <a:latin typeface="Jost SemiBold" pitchFamily="2" charset="0"/>
                <a:ea typeface="Jost SemiBold" pitchFamily="2" charset="0"/>
                <a:cs typeface="Inter Semi Bold" panose="02000703000000020004" pitchFamily="50" charset="0"/>
              </a:rPr>
              <a:t>END </a:t>
            </a:r>
            <a:r>
              <a:rPr lang="en-US" sz="3000" dirty="0">
                <a:solidFill>
                  <a:schemeClr val="accent3"/>
                </a:solidFill>
                <a:latin typeface="Jost SemiBold" pitchFamily="2" charset="0"/>
                <a:ea typeface="Jost SemiBold" pitchFamily="2" charset="0"/>
                <a:cs typeface="Inter Semi Bold" panose="02000703000000020004" pitchFamily="50" charset="0"/>
              </a:rPr>
              <a:t>OF</a:t>
            </a:r>
            <a:r>
              <a:rPr lang="en-US" sz="3000" dirty="0">
                <a:solidFill>
                  <a:schemeClr val="bg1"/>
                </a:solidFill>
                <a:latin typeface="Jost SemiBold" pitchFamily="2" charset="0"/>
                <a:ea typeface="Jost SemiBold" pitchFamily="2" charset="0"/>
                <a:cs typeface="Inter Semi Bold" panose="02000703000000020004" pitchFamily="50" charset="0"/>
              </a:rPr>
              <a:t> TIMELINE</a:t>
            </a:r>
          </a:p>
        </p:txBody>
      </p:sp>
      <p:sp>
        <p:nvSpPr>
          <p:cNvPr id="8" name="Picture Placeholder 7">
            <a:extLst>
              <a:ext uri="{FF2B5EF4-FFF2-40B4-BE49-F238E27FC236}">
                <a16:creationId xmlns:a16="http://schemas.microsoft.com/office/drawing/2014/main" id="{93AFF089-1ABC-B888-9C26-57D2B7C15D6E}"/>
              </a:ext>
            </a:extLst>
          </p:cNvPr>
          <p:cNvSpPr>
            <a:spLocks noGrp="1"/>
          </p:cNvSpPr>
          <p:nvPr>
            <p:ph type="pic" sz="quarter" idx="11"/>
          </p:nvPr>
        </p:nvSpPr>
        <p:spPr/>
      </p:sp>
      <p:sp>
        <p:nvSpPr>
          <p:cNvPr id="12" name="Picture Placeholder 11">
            <a:extLst>
              <a:ext uri="{FF2B5EF4-FFF2-40B4-BE49-F238E27FC236}">
                <a16:creationId xmlns:a16="http://schemas.microsoft.com/office/drawing/2014/main" id="{EDFB94F9-8B29-2D6C-62BC-08D96BDBE9CE}"/>
              </a:ext>
            </a:extLst>
          </p:cNvPr>
          <p:cNvSpPr>
            <a:spLocks noGrp="1"/>
          </p:cNvSpPr>
          <p:nvPr>
            <p:ph type="pic" sz="quarter" idx="12"/>
          </p:nvPr>
        </p:nvSpPr>
        <p:spPr/>
      </p:sp>
      <p:sp>
        <p:nvSpPr>
          <p:cNvPr id="14" name="Picture Placeholder 13">
            <a:extLst>
              <a:ext uri="{FF2B5EF4-FFF2-40B4-BE49-F238E27FC236}">
                <a16:creationId xmlns:a16="http://schemas.microsoft.com/office/drawing/2014/main" id="{C5BC8426-DB0B-3C30-3F44-0109D5819DB4}"/>
              </a:ext>
            </a:extLst>
          </p:cNvPr>
          <p:cNvSpPr>
            <a:spLocks noGrp="1"/>
          </p:cNvSpPr>
          <p:nvPr>
            <p:ph type="pic" sz="quarter" idx="10"/>
          </p:nvPr>
        </p:nvSpPr>
        <p:spPr/>
      </p:sp>
    </p:spTree>
    <p:extLst>
      <p:ext uri="{BB962C8B-B14F-4D97-AF65-F5344CB8AC3E}">
        <p14:creationId xmlns:p14="http://schemas.microsoft.com/office/powerpoint/2010/main" val="1099657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EB08B97-312D-FDD1-7012-6E564A1FCC35}"/>
              </a:ext>
            </a:extLst>
          </p:cNvPr>
          <p:cNvSpPr/>
          <p:nvPr/>
        </p:nvSpPr>
        <p:spPr>
          <a:xfrm>
            <a:off x="0" y="0"/>
            <a:ext cx="6731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EF8FEC86-6FC6-9EAF-4BD6-B61AB900DF0B}"/>
              </a:ext>
            </a:extLst>
          </p:cNvPr>
          <p:cNvSpPr/>
          <p:nvPr/>
        </p:nvSpPr>
        <p:spPr>
          <a:xfrm>
            <a:off x="638293" y="1535446"/>
            <a:ext cx="4848107" cy="640560"/>
          </a:xfrm>
          <a:prstGeom prst="rect">
            <a:avLst/>
          </a:prstGeom>
        </p:spPr>
        <p:txBody>
          <a:bodyPr wrap="square">
            <a:spAutoFit/>
          </a:bodyPr>
          <a:lstStyle/>
          <a:p>
            <a:pPr>
              <a:lnSpc>
                <a:spcPts val="4500"/>
              </a:lnSpc>
            </a:pPr>
            <a:r>
              <a:rPr lang="en-US" sz="3000" dirty="0">
                <a:solidFill>
                  <a:schemeClr val="accent3"/>
                </a:solidFill>
                <a:latin typeface="Jost SemiBold" pitchFamily="2" charset="0"/>
                <a:ea typeface="Jost SemiBold" pitchFamily="2" charset="0"/>
                <a:cs typeface="Inter Semi Bold" panose="02000703000000020004" pitchFamily="50" charset="0"/>
              </a:rPr>
              <a:t>CATHERINE </a:t>
            </a:r>
            <a:r>
              <a:rPr lang="en-US" sz="3000" dirty="0">
                <a:solidFill>
                  <a:schemeClr val="bg1"/>
                </a:solidFill>
                <a:latin typeface="Jost SemiBold" pitchFamily="2" charset="0"/>
                <a:ea typeface="Jost SemiBold" pitchFamily="2" charset="0"/>
                <a:cs typeface="Inter Semi Bold" panose="02000703000000020004" pitchFamily="50" charset="0"/>
              </a:rPr>
              <a:t>EARNSHAW</a:t>
            </a:r>
          </a:p>
        </p:txBody>
      </p:sp>
      <p:sp>
        <p:nvSpPr>
          <p:cNvPr id="3" name="Rectangle 2">
            <a:extLst>
              <a:ext uri="{FF2B5EF4-FFF2-40B4-BE49-F238E27FC236}">
                <a16:creationId xmlns:a16="http://schemas.microsoft.com/office/drawing/2014/main" id="{ECB5CF8E-AD42-7273-3AC1-3DC662A84737}"/>
              </a:ext>
            </a:extLst>
          </p:cNvPr>
          <p:cNvSpPr/>
          <p:nvPr/>
        </p:nvSpPr>
        <p:spPr>
          <a:xfrm>
            <a:off x="638293" y="1217225"/>
            <a:ext cx="2028707" cy="346249"/>
          </a:xfrm>
          <a:prstGeom prst="rect">
            <a:avLst/>
          </a:prstGeom>
        </p:spPr>
        <p:txBody>
          <a:bodyPr wrap="square">
            <a:spAutoFit/>
          </a:bodyPr>
          <a:lstStyle/>
          <a:p>
            <a:pPr>
              <a:lnSpc>
                <a:spcPts val="2000"/>
              </a:lnSpc>
            </a:pPr>
            <a:r>
              <a:rPr lang="en-US" sz="1600" dirty="0">
                <a:solidFill>
                  <a:schemeClr val="bg1"/>
                </a:solidFill>
                <a:latin typeface="Jost" pitchFamily="2" charset="0"/>
                <a:ea typeface="Jost" pitchFamily="2" charset="0"/>
                <a:cs typeface="Inter Semi Bold" panose="02000703000000020004" pitchFamily="50" charset="0"/>
              </a:rPr>
              <a:t>CEO &amp; OWNER</a:t>
            </a:r>
          </a:p>
        </p:txBody>
      </p:sp>
      <p:sp>
        <p:nvSpPr>
          <p:cNvPr id="4" name="Rectangle 3">
            <a:extLst>
              <a:ext uri="{FF2B5EF4-FFF2-40B4-BE49-F238E27FC236}">
                <a16:creationId xmlns:a16="http://schemas.microsoft.com/office/drawing/2014/main" id="{A82C537D-50AF-38A7-A43E-E2A52384F425}"/>
              </a:ext>
            </a:extLst>
          </p:cNvPr>
          <p:cNvSpPr/>
          <p:nvPr/>
        </p:nvSpPr>
        <p:spPr>
          <a:xfrm>
            <a:off x="638293" y="2542280"/>
            <a:ext cx="5559307" cy="648639"/>
          </a:xfrm>
          <a:prstGeom prst="rect">
            <a:avLst/>
          </a:prstGeom>
        </p:spPr>
        <p:txBody>
          <a:bodyPr wrap="square">
            <a:spAutoFit/>
          </a:bodyPr>
          <a:lstStyle/>
          <a:p>
            <a:pPr>
              <a:lnSpc>
                <a:spcPts val="1500"/>
              </a:lnSpc>
            </a:pPr>
            <a:r>
              <a:rPr lang="en-US" sz="1000" b="0" i="0" dirty="0">
                <a:solidFill>
                  <a:schemeClr val="bg1"/>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using Lorem Ipsum is that it has a more-or-less normal Ipsum as their default model text, and a search for 'lorem ipsum' will their infancy. </a:t>
            </a:r>
            <a:endParaRPr lang="en-US" sz="100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7" name="Rectangle: Rounded Corners 6">
            <a:extLst>
              <a:ext uri="{FF2B5EF4-FFF2-40B4-BE49-F238E27FC236}">
                <a16:creationId xmlns:a16="http://schemas.microsoft.com/office/drawing/2014/main" id="{B3DBA250-970E-9619-3870-E2D7B39002BF}"/>
              </a:ext>
            </a:extLst>
          </p:cNvPr>
          <p:cNvSpPr/>
          <p:nvPr/>
        </p:nvSpPr>
        <p:spPr>
          <a:xfrm>
            <a:off x="733425" y="4597636"/>
            <a:ext cx="4400550" cy="2413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90B986ED-B7C6-D422-4F0D-59AA16794240}"/>
              </a:ext>
            </a:extLst>
          </p:cNvPr>
          <p:cNvSpPr/>
          <p:nvPr/>
        </p:nvSpPr>
        <p:spPr>
          <a:xfrm>
            <a:off x="733425" y="4597636"/>
            <a:ext cx="1933575" cy="241300"/>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6ECAC2B2-315B-FD1E-7796-9EEAFD196D0C}"/>
              </a:ext>
            </a:extLst>
          </p:cNvPr>
          <p:cNvSpPr/>
          <p:nvPr/>
        </p:nvSpPr>
        <p:spPr>
          <a:xfrm>
            <a:off x="733425" y="5545040"/>
            <a:ext cx="4400550" cy="2413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833BCBE6-D5FF-3510-3F7F-52931D292CBC}"/>
              </a:ext>
            </a:extLst>
          </p:cNvPr>
          <p:cNvSpPr/>
          <p:nvPr/>
        </p:nvSpPr>
        <p:spPr>
          <a:xfrm>
            <a:off x="733425" y="5545040"/>
            <a:ext cx="3314700" cy="241300"/>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8E2124C-F9B4-C730-B54E-C43C0F898B0C}"/>
              </a:ext>
            </a:extLst>
          </p:cNvPr>
          <p:cNvSpPr/>
          <p:nvPr/>
        </p:nvSpPr>
        <p:spPr>
          <a:xfrm>
            <a:off x="638293" y="4176235"/>
            <a:ext cx="1838207" cy="346249"/>
          </a:xfrm>
          <a:prstGeom prst="rect">
            <a:avLst/>
          </a:prstGeom>
        </p:spPr>
        <p:txBody>
          <a:bodyPr wrap="square">
            <a:spAutoFit/>
          </a:bodyPr>
          <a:lstStyle/>
          <a:p>
            <a:pPr>
              <a:lnSpc>
                <a:spcPts val="2000"/>
              </a:lnSpc>
            </a:pPr>
            <a:r>
              <a:rPr lang="en-US" sz="1600" dirty="0">
                <a:solidFill>
                  <a:schemeClr val="bg1"/>
                </a:solidFill>
                <a:latin typeface="Jost" pitchFamily="2" charset="0"/>
                <a:ea typeface="Jost" pitchFamily="2" charset="0"/>
                <a:cs typeface="Inter Semi Bold" panose="02000703000000020004" pitchFamily="50" charset="0"/>
              </a:rPr>
              <a:t>Personal Integrity</a:t>
            </a:r>
          </a:p>
        </p:txBody>
      </p:sp>
      <p:sp>
        <p:nvSpPr>
          <p:cNvPr id="13" name="Rectangle 12">
            <a:extLst>
              <a:ext uri="{FF2B5EF4-FFF2-40B4-BE49-F238E27FC236}">
                <a16:creationId xmlns:a16="http://schemas.microsoft.com/office/drawing/2014/main" id="{D797B3A0-0F64-8AFF-F3C0-85350477AB27}"/>
              </a:ext>
            </a:extLst>
          </p:cNvPr>
          <p:cNvSpPr/>
          <p:nvPr/>
        </p:nvSpPr>
        <p:spPr>
          <a:xfrm>
            <a:off x="638293" y="5123766"/>
            <a:ext cx="1838207" cy="346249"/>
          </a:xfrm>
          <a:prstGeom prst="rect">
            <a:avLst/>
          </a:prstGeom>
        </p:spPr>
        <p:txBody>
          <a:bodyPr wrap="square">
            <a:spAutoFit/>
          </a:bodyPr>
          <a:lstStyle/>
          <a:p>
            <a:pPr>
              <a:lnSpc>
                <a:spcPts val="2000"/>
              </a:lnSpc>
            </a:pPr>
            <a:r>
              <a:rPr lang="en-US" sz="1600" dirty="0">
                <a:solidFill>
                  <a:schemeClr val="bg1"/>
                </a:solidFill>
                <a:latin typeface="Jost" pitchFamily="2" charset="0"/>
                <a:ea typeface="Jost" pitchFamily="2" charset="0"/>
                <a:cs typeface="Inter Semi Bold" panose="02000703000000020004" pitchFamily="50" charset="0"/>
              </a:rPr>
              <a:t>Communication</a:t>
            </a:r>
          </a:p>
        </p:txBody>
      </p:sp>
      <p:sp>
        <p:nvSpPr>
          <p:cNvPr id="14" name="Rectangle 13">
            <a:extLst>
              <a:ext uri="{FF2B5EF4-FFF2-40B4-BE49-F238E27FC236}">
                <a16:creationId xmlns:a16="http://schemas.microsoft.com/office/drawing/2014/main" id="{A0EFAB46-F19E-BF87-3565-7F91CF64F0E7}"/>
              </a:ext>
            </a:extLst>
          </p:cNvPr>
          <p:cNvSpPr/>
          <p:nvPr/>
        </p:nvSpPr>
        <p:spPr>
          <a:xfrm>
            <a:off x="5157787" y="4538185"/>
            <a:ext cx="576263" cy="346249"/>
          </a:xfrm>
          <a:prstGeom prst="rect">
            <a:avLst/>
          </a:prstGeom>
        </p:spPr>
        <p:txBody>
          <a:bodyPr wrap="square">
            <a:spAutoFit/>
          </a:bodyPr>
          <a:lstStyle/>
          <a:p>
            <a:pPr algn="r">
              <a:lnSpc>
                <a:spcPts val="2000"/>
              </a:lnSpc>
            </a:pPr>
            <a:r>
              <a:rPr lang="en-US" sz="1600" dirty="0">
                <a:solidFill>
                  <a:schemeClr val="bg1"/>
                </a:solidFill>
                <a:latin typeface="Jost" pitchFamily="2" charset="0"/>
                <a:ea typeface="Jost" pitchFamily="2" charset="0"/>
                <a:cs typeface="Inter Semi Bold" panose="02000703000000020004" pitchFamily="50" charset="0"/>
              </a:rPr>
              <a:t>45%</a:t>
            </a:r>
          </a:p>
        </p:txBody>
      </p:sp>
      <p:sp>
        <p:nvSpPr>
          <p:cNvPr id="15" name="Rectangle 14">
            <a:extLst>
              <a:ext uri="{FF2B5EF4-FFF2-40B4-BE49-F238E27FC236}">
                <a16:creationId xmlns:a16="http://schemas.microsoft.com/office/drawing/2014/main" id="{62F86948-2962-289B-A820-0BCA3A2324FD}"/>
              </a:ext>
            </a:extLst>
          </p:cNvPr>
          <p:cNvSpPr/>
          <p:nvPr/>
        </p:nvSpPr>
        <p:spPr>
          <a:xfrm>
            <a:off x="5157787" y="5485716"/>
            <a:ext cx="576263" cy="346249"/>
          </a:xfrm>
          <a:prstGeom prst="rect">
            <a:avLst/>
          </a:prstGeom>
        </p:spPr>
        <p:txBody>
          <a:bodyPr wrap="square">
            <a:spAutoFit/>
          </a:bodyPr>
          <a:lstStyle/>
          <a:p>
            <a:pPr algn="r">
              <a:lnSpc>
                <a:spcPts val="2000"/>
              </a:lnSpc>
            </a:pPr>
            <a:r>
              <a:rPr lang="en-US" sz="1600" dirty="0">
                <a:solidFill>
                  <a:schemeClr val="bg1"/>
                </a:solidFill>
                <a:latin typeface="Jost" pitchFamily="2" charset="0"/>
                <a:ea typeface="Jost" pitchFamily="2" charset="0"/>
                <a:cs typeface="Inter Semi Bold" panose="02000703000000020004" pitchFamily="50" charset="0"/>
              </a:rPr>
              <a:t>75%</a:t>
            </a:r>
          </a:p>
        </p:txBody>
      </p:sp>
      <p:sp>
        <p:nvSpPr>
          <p:cNvPr id="17" name="Rectangle 16">
            <a:extLst>
              <a:ext uri="{FF2B5EF4-FFF2-40B4-BE49-F238E27FC236}">
                <a16:creationId xmlns:a16="http://schemas.microsoft.com/office/drawing/2014/main" id="{1EBAC816-989D-4D54-5F4E-138144880DAA}"/>
              </a:ext>
            </a:extLst>
          </p:cNvPr>
          <p:cNvSpPr/>
          <p:nvPr/>
        </p:nvSpPr>
        <p:spPr>
          <a:xfrm>
            <a:off x="8263055" y="1682601"/>
            <a:ext cx="2028707" cy="346249"/>
          </a:xfrm>
          <a:prstGeom prst="rect">
            <a:avLst/>
          </a:prstGeom>
        </p:spPr>
        <p:txBody>
          <a:bodyPr wrap="square">
            <a:spAutoFit/>
          </a:bodyPr>
          <a:lstStyle/>
          <a:p>
            <a:pPr algn="r">
              <a:lnSpc>
                <a:spcPts val="2000"/>
              </a:lnSpc>
            </a:pPr>
            <a:r>
              <a:rPr lang="en-US" sz="1600" dirty="0">
                <a:solidFill>
                  <a:schemeClr val="tx1">
                    <a:lumMod val="85000"/>
                    <a:lumOff val="15000"/>
                  </a:schemeClr>
                </a:solidFill>
                <a:latin typeface="Jost" pitchFamily="2" charset="0"/>
                <a:ea typeface="Jost" pitchFamily="2" charset="0"/>
                <a:cs typeface="Inter Semi Bold" panose="02000703000000020004" pitchFamily="50" charset="0"/>
              </a:rPr>
              <a:t>CEO &amp; OWNER</a:t>
            </a:r>
          </a:p>
        </p:txBody>
      </p:sp>
      <p:sp>
        <p:nvSpPr>
          <p:cNvPr id="18" name="Rectangle 17">
            <a:extLst>
              <a:ext uri="{FF2B5EF4-FFF2-40B4-BE49-F238E27FC236}">
                <a16:creationId xmlns:a16="http://schemas.microsoft.com/office/drawing/2014/main" id="{59027B17-9569-177B-D367-DADCB6EA927A}"/>
              </a:ext>
            </a:extLst>
          </p:cNvPr>
          <p:cNvSpPr/>
          <p:nvPr/>
        </p:nvSpPr>
        <p:spPr>
          <a:xfrm>
            <a:off x="7369293" y="1299797"/>
            <a:ext cx="2922469" cy="346249"/>
          </a:xfrm>
          <a:prstGeom prst="rect">
            <a:avLst/>
          </a:prstGeom>
        </p:spPr>
        <p:txBody>
          <a:bodyPr wrap="square">
            <a:spAutoFit/>
          </a:bodyPr>
          <a:lstStyle/>
          <a:p>
            <a:pPr algn="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CATHERINE EARNSHAW</a:t>
            </a:r>
          </a:p>
        </p:txBody>
      </p:sp>
      <p:sp>
        <p:nvSpPr>
          <p:cNvPr id="9" name="Picture Placeholder 8">
            <a:extLst>
              <a:ext uri="{FF2B5EF4-FFF2-40B4-BE49-F238E27FC236}">
                <a16:creationId xmlns:a16="http://schemas.microsoft.com/office/drawing/2014/main" id="{63EAB324-3C58-29B3-943A-9569DD6D1E5D}"/>
              </a:ext>
            </a:extLst>
          </p:cNvPr>
          <p:cNvSpPr>
            <a:spLocks noGrp="1"/>
          </p:cNvSpPr>
          <p:nvPr>
            <p:ph type="pic" sz="quarter" idx="10"/>
          </p:nvPr>
        </p:nvSpPr>
        <p:spPr/>
      </p:sp>
    </p:spTree>
    <p:extLst>
      <p:ext uri="{BB962C8B-B14F-4D97-AF65-F5344CB8AC3E}">
        <p14:creationId xmlns:p14="http://schemas.microsoft.com/office/powerpoint/2010/main" val="4131870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A9DA31-C1BE-F8A5-34BC-846C31771DE0}"/>
              </a:ext>
            </a:extLst>
          </p:cNvPr>
          <p:cNvSpPr/>
          <p:nvPr/>
        </p:nvSpPr>
        <p:spPr>
          <a:xfrm>
            <a:off x="638293" y="1052846"/>
            <a:ext cx="4035307" cy="640560"/>
          </a:xfrm>
          <a:prstGeom prst="rect">
            <a:avLst/>
          </a:prstGeom>
        </p:spPr>
        <p:txBody>
          <a:bodyPr wrap="square">
            <a:spAutoFit/>
          </a:bodyPr>
          <a:lstStyle/>
          <a:p>
            <a:pPr>
              <a:lnSpc>
                <a:spcPts val="4500"/>
              </a:lnSpc>
            </a:pP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OUR GREAT </a:t>
            </a:r>
            <a:r>
              <a:rPr lang="en-US" sz="3000" dirty="0">
                <a:solidFill>
                  <a:schemeClr val="accent3"/>
                </a:solidFill>
                <a:latin typeface="Jost SemiBold" pitchFamily="2" charset="0"/>
                <a:ea typeface="Jost SemiBold" pitchFamily="2" charset="0"/>
                <a:cs typeface="Inter Semi Bold" panose="02000703000000020004" pitchFamily="50" charset="0"/>
              </a:rPr>
              <a:t>TEAM</a:t>
            </a:r>
          </a:p>
        </p:txBody>
      </p:sp>
      <p:sp>
        <p:nvSpPr>
          <p:cNvPr id="3" name="Rectangle 2">
            <a:extLst>
              <a:ext uri="{FF2B5EF4-FFF2-40B4-BE49-F238E27FC236}">
                <a16:creationId xmlns:a16="http://schemas.microsoft.com/office/drawing/2014/main" id="{02085BD6-E138-D7AB-F1BF-E5D7DD63CE59}"/>
              </a:ext>
            </a:extLst>
          </p:cNvPr>
          <p:cNvSpPr/>
          <p:nvPr/>
        </p:nvSpPr>
        <p:spPr>
          <a:xfrm>
            <a:off x="638293" y="734625"/>
            <a:ext cx="1787407"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pitchFamily="2" charset="0"/>
                <a:ea typeface="Jost" pitchFamily="2" charset="0"/>
                <a:cs typeface="Inter Semi Bold" panose="02000703000000020004" pitchFamily="50" charset="0"/>
              </a:rPr>
              <a:t>EXPART TEAM</a:t>
            </a:r>
          </a:p>
        </p:txBody>
      </p:sp>
      <p:sp>
        <p:nvSpPr>
          <p:cNvPr id="5" name="Rectangle 4">
            <a:extLst>
              <a:ext uri="{FF2B5EF4-FFF2-40B4-BE49-F238E27FC236}">
                <a16:creationId xmlns:a16="http://schemas.microsoft.com/office/drawing/2014/main" id="{5FE8ED32-F600-0BEC-FBE6-C085A5263A81}"/>
              </a:ext>
            </a:extLst>
          </p:cNvPr>
          <p:cNvSpPr/>
          <p:nvPr/>
        </p:nvSpPr>
        <p:spPr>
          <a:xfrm>
            <a:off x="2584450" y="5601126"/>
            <a:ext cx="2311400" cy="648639"/>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going to use a passage.</a:t>
            </a:r>
          </a:p>
        </p:txBody>
      </p:sp>
      <p:sp>
        <p:nvSpPr>
          <p:cNvPr id="7" name="Rectangle 6">
            <a:extLst>
              <a:ext uri="{FF2B5EF4-FFF2-40B4-BE49-F238E27FC236}">
                <a16:creationId xmlns:a16="http://schemas.microsoft.com/office/drawing/2014/main" id="{0111354A-9FE7-DB66-D590-E2CB927B83E5}"/>
              </a:ext>
            </a:extLst>
          </p:cNvPr>
          <p:cNvSpPr/>
          <p:nvPr/>
        </p:nvSpPr>
        <p:spPr>
          <a:xfrm>
            <a:off x="2823427" y="5174463"/>
            <a:ext cx="1833446" cy="34624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YOUR NAME</a:t>
            </a:r>
          </a:p>
        </p:txBody>
      </p:sp>
      <p:sp>
        <p:nvSpPr>
          <p:cNvPr id="12" name="Rectangle 11">
            <a:extLst>
              <a:ext uri="{FF2B5EF4-FFF2-40B4-BE49-F238E27FC236}">
                <a16:creationId xmlns:a16="http://schemas.microsoft.com/office/drawing/2014/main" id="{1D7AAD2C-0804-DCDB-8F67-4129A0E35DB1}"/>
              </a:ext>
            </a:extLst>
          </p:cNvPr>
          <p:cNvSpPr/>
          <p:nvPr/>
        </p:nvSpPr>
        <p:spPr>
          <a:xfrm>
            <a:off x="5746750" y="5601126"/>
            <a:ext cx="2311400" cy="648639"/>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going to use a passage.</a:t>
            </a:r>
          </a:p>
        </p:txBody>
      </p:sp>
      <p:sp>
        <p:nvSpPr>
          <p:cNvPr id="13" name="Rectangle 12">
            <a:extLst>
              <a:ext uri="{FF2B5EF4-FFF2-40B4-BE49-F238E27FC236}">
                <a16:creationId xmlns:a16="http://schemas.microsoft.com/office/drawing/2014/main" id="{6EC53253-CEBA-7B63-7CA9-1777D9D67F5F}"/>
              </a:ext>
            </a:extLst>
          </p:cNvPr>
          <p:cNvSpPr/>
          <p:nvPr/>
        </p:nvSpPr>
        <p:spPr>
          <a:xfrm>
            <a:off x="5985727" y="5174463"/>
            <a:ext cx="1833446" cy="34624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YOUR NAME</a:t>
            </a:r>
          </a:p>
        </p:txBody>
      </p:sp>
      <p:sp>
        <p:nvSpPr>
          <p:cNvPr id="16" name="Rectangle 15">
            <a:extLst>
              <a:ext uri="{FF2B5EF4-FFF2-40B4-BE49-F238E27FC236}">
                <a16:creationId xmlns:a16="http://schemas.microsoft.com/office/drawing/2014/main" id="{E4AD5815-D16F-804D-1D04-5BB0A6874708}"/>
              </a:ext>
            </a:extLst>
          </p:cNvPr>
          <p:cNvSpPr/>
          <p:nvPr/>
        </p:nvSpPr>
        <p:spPr>
          <a:xfrm>
            <a:off x="8909050" y="5601126"/>
            <a:ext cx="2311400" cy="648639"/>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going to use a passage.</a:t>
            </a:r>
          </a:p>
        </p:txBody>
      </p:sp>
      <p:sp>
        <p:nvSpPr>
          <p:cNvPr id="17" name="Rectangle 16">
            <a:extLst>
              <a:ext uri="{FF2B5EF4-FFF2-40B4-BE49-F238E27FC236}">
                <a16:creationId xmlns:a16="http://schemas.microsoft.com/office/drawing/2014/main" id="{CD17B672-9547-E14A-19FF-20298B74648D}"/>
              </a:ext>
            </a:extLst>
          </p:cNvPr>
          <p:cNvSpPr/>
          <p:nvPr/>
        </p:nvSpPr>
        <p:spPr>
          <a:xfrm>
            <a:off x="9148027" y="5174463"/>
            <a:ext cx="1833446" cy="34624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YOUR NAME</a:t>
            </a:r>
          </a:p>
        </p:txBody>
      </p:sp>
      <p:sp>
        <p:nvSpPr>
          <p:cNvPr id="6" name="Picture Placeholder 5">
            <a:extLst>
              <a:ext uri="{FF2B5EF4-FFF2-40B4-BE49-F238E27FC236}">
                <a16:creationId xmlns:a16="http://schemas.microsoft.com/office/drawing/2014/main" id="{E2A3DF74-B156-E02C-0483-5E094499D875}"/>
              </a:ext>
            </a:extLst>
          </p:cNvPr>
          <p:cNvSpPr>
            <a:spLocks noGrp="1"/>
          </p:cNvSpPr>
          <p:nvPr>
            <p:ph type="pic" sz="quarter" idx="10"/>
          </p:nvPr>
        </p:nvSpPr>
        <p:spPr/>
      </p:sp>
      <p:sp>
        <p:nvSpPr>
          <p:cNvPr id="9" name="Picture Placeholder 8">
            <a:extLst>
              <a:ext uri="{FF2B5EF4-FFF2-40B4-BE49-F238E27FC236}">
                <a16:creationId xmlns:a16="http://schemas.microsoft.com/office/drawing/2014/main" id="{A2E61810-42A6-FA07-686E-6DCE4A1E6FED}"/>
              </a:ext>
            </a:extLst>
          </p:cNvPr>
          <p:cNvSpPr>
            <a:spLocks noGrp="1"/>
          </p:cNvSpPr>
          <p:nvPr>
            <p:ph type="pic" sz="quarter" idx="11"/>
          </p:nvPr>
        </p:nvSpPr>
        <p:spPr/>
      </p:sp>
      <p:sp>
        <p:nvSpPr>
          <p:cNvPr id="11" name="Picture Placeholder 10">
            <a:extLst>
              <a:ext uri="{FF2B5EF4-FFF2-40B4-BE49-F238E27FC236}">
                <a16:creationId xmlns:a16="http://schemas.microsoft.com/office/drawing/2014/main" id="{06E3C5ED-287A-DB4D-6343-5FE403277D58}"/>
              </a:ext>
            </a:extLst>
          </p:cNvPr>
          <p:cNvSpPr>
            <a:spLocks noGrp="1"/>
          </p:cNvSpPr>
          <p:nvPr>
            <p:ph type="pic" sz="quarter" idx="12"/>
          </p:nvPr>
        </p:nvSpPr>
        <p:spPr/>
      </p:sp>
    </p:spTree>
    <p:extLst>
      <p:ext uri="{BB962C8B-B14F-4D97-AF65-F5344CB8AC3E}">
        <p14:creationId xmlns:p14="http://schemas.microsoft.com/office/powerpoint/2010/main" val="1832220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EBE1B0A-879C-123A-03CD-96D73BC3AF39}"/>
              </a:ext>
            </a:extLst>
          </p:cNvPr>
          <p:cNvSpPr/>
          <p:nvPr/>
        </p:nvSpPr>
        <p:spPr>
          <a:xfrm>
            <a:off x="0" y="0"/>
            <a:ext cx="12192000" cy="239583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2442E5E-659C-41C2-9C1E-C36ECC33BFD4}"/>
              </a:ext>
            </a:extLst>
          </p:cNvPr>
          <p:cNvSpPr/>
          <p:nvPr/>
        </p:nvSpPr>
        <p:spPr>
          <a:xfrm>
            <a:off x="638293" y="1192546"/>
            <a:ext cx="4035307" cy="640560"/>
          </a:xfrm>
          <a:prstGeom prst="rect">
            <a:avLst/>
          </a:prstGeom>
        </p:spPr>
        <p:txBody>
          <a:bodyPr wrap="square">
            <a:spAutoFit/>
          </a:bodyPr>
          <a:lstStyle/>
          <a:p>
            <a:pPr>
              <a:lnSpc>
                <a:spcPts val="4500"/>
              </a:lnSpc>
            </a:pPr>
            <a:r>
              <a:rPr lang="en-US" sz="3000" dirty="0">
                <a:solidFill>
                  <a:schemeClr val="bg1"/>
                </a:solidFill>
                <a:latin typeface="Jost SemiBold" pitchFamily="2" charset="0"/>
                <a:ea typeface="Jost SemiBold" pitchFamily="2" charset="0"/>
                <a:cs typeface="Inter Semi Bold" panose="02000703000000020004" pitchFamily="50" charset="0"/>
              </a:rPr>
              <a:t>OUR GREAT </a:t>
            </a:r>
            <a:r>
              <a:rPr lang="en-US" sz="3000" dirty="0">
                <a:solidFill>
                  <a:schemeClr val="accent3"/>
                </a:solidFill>
                <a:latin typeface="Jost SemiBold" pitchFamily="2" charset="0"/>
                <a:ea typeface="Jost SemiBold" pitchFamily="2" charset="0"/>
                <a:cs typeface="Inter Semi Bold" panose="02000703000000020004" pitchFamily="50" charset="0"/>
              </a:rPr>
              <a:t>TEAM</a:t>
            </a:r>
          </a:p>
        </p:txBody>
      </p:sp>
      <p:sp>
        <p:nvSpPr>
          <p:cNvPr id="3" name="Rectangle 2">
            <a:extLst>
              <a:ext uri="{FF2B5EF4-FFF2-40B4-BE49-F238E27FC236}">
                <a16:creationId xmlns:a16="http://schemas.microsoft.com/office/drawing/2014/main" id="{9E4062DA-ABEA-49B0-864C-FC53CD84CABB}"/>
              </a:ext>
            </a:extLst>
          </p:cNvPr>
          <p:cNvSpPr/>
          <p:nvPr/>
        </p:nvSpPr>
        <p:spPr>
          <a:xfrm>
            <a:off x="638293" y="874325"/>
            <a:ext cx="1787407" cy="346249"/>
          </a:xfrm>
          <a:prstGeom prst="rect">
            <a:avLst/>
          </a:prstGeom>
        </p:spPr>
        <p:txBody>
          <a:bodyPr wrap="square">
            <a:spAutoFit/>
          </a:bodyPr>
          <a:lstStyle/>
          <a:p>
            <a:pPr>
              <a:lnSpc>
                <a:spcPts val="2000"/>
              </a:lnSpc>
            </a:pPr>
            <a:r>
              <a:rPr lang="en-US" sz="1600" dirty="0">
                <a:solidFill>
                  <a:schemeClr val="bg1"/>
                </a:solidFill>
                <a:latin typeface="Jost" pitchFamily="2" charset="0"/>
                <a:ea typeface="Jost" pitchFamily="2" charset="0"/>
                <a:cs typeface="Inter Semi Bold" panose="02000703000000020004" pitchFamily="50" charset="0"/>
              </a:rPr>
              <a:t>EXPART TEAM</a:t>
            </a:r>
          </a:p>
        </p:txBody>
      </p:sp>
      <p:sp>
        <p:nvSpPr>
          <p:cNvPr id="4" name="Rectangle 3">
            <a:extLst>
              <a:ext uri="{FF2B5EF4-FFF2-40B4-BE49-F238E27FC236}">
                <a16:creationId xmlns:a16="http://schemas.microsoft.com/office/drawing/2014/main" id="{01598BF7-7B6D-BBE2-0575-7CBBA240DBB1}"/>
              </a:ext>
            </a:extLst>
          </p:cNvPr>
          <p:cNvSpPr/>
          <p:nvPr/>
        </p:nvSpPr>
        <p:spPr>
          <a:xfrm>
            <a:off x="5892800" y="1184467"/>
            <a:ext cx="5549900" cy="648639"/>
          </a:xfrm>
          <a:prstGeom prst="rect">
            <a:avLst/>
          </a:prstGeom>
        </p:spPr>
        <p:txBody>
          <a:bodyPr wrap="square">
            <a:spAutoFit/>
          </a:bodyPr>
          <a:lstStyle/>
          <a:p>
            <a:pPr>
              <a:lnSpc>
                <a:spcPts val="1500"/>
              </a:lnSpc>
            </a:pPr>
            <a:r>
              <a:rPr lang="en-US" sz="1000" b="0" i="0" dirty="0">
                <a:solidFill>
                  <a:schemeClr val="bg1"/>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using Lorem Ipsum is that it has a more-or-less normal Ipsum as their default model text, and a search for 'lorem ipsum' will their infancy. </a:t>
            </a:r>
            <a:endParaRPr lang="en-US" sz="100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5" name="Rectangle 4">
            <a:extLst>
              <a:ext uri="{FF2B5EF4-FFF2-40B4-BE49-F238E27FC236}">
                <a16:creationId xmlns:a16="http://schemas.microsoft.com/office/drawing/2014/main" id="{C7D7BB59-5F75-288F-1608-E20AA16EC172}"/>
              </a:ext>
            </a:extLst>
          </p:cNvPr>
          <p:cNvSpPr/>
          <p:nvPr/>
        </p:nvSpPr>
        <p:spPr>
          <a:xfrm>
            <a:off x="638293" y="5524926"/>
            <a:ext cx="2311400" cy="648639"/>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going to use a passage.</a:t>
            </a:r>
          </a:p>
        </p:txBody>
      </p:sp>
      <p:sp>
        <p:nvSpPr>
          <p:cNvPr id="7" name="Oval 6">
            <a:extLst>
              <a:ext uri="{FF2B5EF4-FFF2-40B4-BE49-F238E27FC236}">
                <a16:creationId xmlns:a16="http://schemas.microsoft.com/office/drawing/2014/main" id="{85A2C50C-2F63-D858-7A36-3A43FEE1ED38}"/>
              </a:ext>
            </a:extLst>
          </p:cNvPr>
          <p:cNvSpPr/>
          <p:nvPr/>
        </p:nvSpPr>
        <p:spPr>
          <a:xfrm>
            <a:off x="1070093" y="2871953"/>
            <a:ext cx="1447800" cy="1447800"/>
          </a:xfrm>
          <a:prstGeom prst="ellipse">
            <a:avLst/>
          </a:prstGeom>
          <a:noFill/>
          <a:ln w="381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2D8EE6-0549-06AC-1A1F-DD81463B1295}"/>
              </a:ext>
            </a:extLst>
          </p:cNvPr>
          <p:cNvSpPr/>
          <p:nvPr/>
        </p:nvSpPr>
        <p:spPr>
          <a:xfrm>
            <a:off x="1005239" y="5178677"/>
            <a:ext cx="1610962" cy="346249"/>
          </a:xfrm>
          <a:prstGeom prst="rect">
            <a:avLst/>
          </a:prstGeom>
        </p:spPr>
        <p:txBody>
          <a:bodyPr wrap="square">
            <a:spAutoFit/>
          </a:bodyPr>
          <a:lstStyle/>
          <a:p>
            <a:pPr algn="ctr">
              <a:lnSpc>
                <a:spcPts val="2000"/>
              </a:lnSpc>
            </a:pPr>
            <a:r>
              <a:rPr lang="en-US" sz="1400" dirty="0">
                <a:solidFill>
                  <a:schemeClr val="tx1">
                    <a:lumMod val="85000"/>
                    <a:lumOff val="15000"/>
                  </a:schemeClr>
                </a:solidFill>
                <a:latin typeface="Jost" pitchFamily="2" charset="0"/>
                <a:ea typeface="Jost" pitchFamily="2" charset="0"/>
                <a:cs typeface="Inter Semi Bold" panose="02000703000000020004" pitchFamily="50" charset="0"/>
              </a:rPr>
              <a:t>CEO &amp; OWNER</a:t>
            </a:r>
          </a:p>
        </p:txBody>
      </p:sp>
      <p:sp>
        <p:nvSpPr>
          <p:cNvPr id="9" name="Rectangle 8">
            <a:extLst>
              <a:ext uri="{FF2B5EF4-FFF2-40B4-BE49-F238E27FC236}">
                <a16:creationId xmlns:a16="http://schemas.microsoft.com/office/drawing/2014/main" id="{F9C5BADE-145C-BAC6-B0DE-8EA626B3849D}"/>
              </a:ext>
            </a:extLst>
          </p:cNvPr>
          <p:cNvSpPr/>
          <p:nvPr/>
        </p:nvSpPr>
        <p:spPr>
          <a:xfrm>
            <a:off x="671747" y="4795873"/>
            <a:ext cx="2277946" cy="34624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YOUR NAME HERE</a:t>
            </a:r>
          </a:p>
        </p:txBody>
      </p:sp>
      <p:sp>
        <p:nvSpPr>
          <p:cNvPr id="12" name="Rectangle 11">
            <a:extLst>
              <a:ext uri="{FF2B5EF4-FFF2-40B4-BE49-F238E27FC236}">
                <a16:creationId xmlns:a16="http://schemas.microsoft.com/office/drawing/2014/main" id="{A6FD75EF-EC08-31CB-4EF1-809818C2FA7A}"/>
              </a:ext>
            </a:extLst>
          </p:cNvPr>
          <p:cNvSpPr/>
          <p:nvPr/>
        </p:nvSpPr>
        <p:spPr>
          <a:xfrm>
            <a:off x="3506298" y="5524926"/>
            <a:ext cx="2311400" cy="648639"/>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going to use a passage.</a:t>
            </a:r>
          </a:p>
        </p:txBody>
      </p:sp>
      <p:sp>
        <p:nvSpPr>
          <p:cNvPr id="13" name="Oval 12">
            <a:extLst>
              <a:ext uri="{FF2B5EF4-FFF2-40B4-BE49-F238E27FC236}">
                <a16:creationId xmlns:a16="http://schemas.microsoft.com/office/drawing/2014/main" id="{217CA521-A1C3-1BED-F87D-4D8FB8887DF6}"/>
              </a:ext>
            </a:extLst>
          </p:cNvPr>
          <p:cNvSpPr/>
          <p:nvPr/>
        </p:nvSpPr>
        <p:spPr>
          <a:xfrm>
            <a:off x="3938098" y="2871953"/>
            <a:ext cx="1447800" cy="1447800"/>
          </a:xfrm>
          <a:prstGeom prst="ellipse">
            <a:avLst/>
          </a:prstGeom>
          <a:noFill/>
          <a:ln w="381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84607BC-9733-32BD-3DEA-C50EBF999379}"/>
              </a:ext>
            </a:extLst>
          </p:cNvPr>
          <p:cNvSpPr/>
          <p:nvPr/>
        </p:nvSpPr>
        <p:spPr>
          <a:xfrm>
            <a:off x="3873244" y="5178677"/>
            <a:ext cx="1610962" cy="346249"/>
          </a:xfrm>
          <a:prstGeom prst="rect">
            <a:avLst/>
          </a:prstGeom>
        </p:spPr>
        <p:txBody>
          <a:bodyPr wrap="square">
            <a:spAutoFit/>
          </a:bodyPr>
          <a:lstStyle/>
          <a:p>
            <a:pPr algn="ctr">
              <a:lnSpc>
                <a:spcPts val="2000"/>
              </a:lnSpc>
            </a:pPr>
            <a:r>
              <a:rPr lang="en-US" sz="1400" dirty="0">
                <a:solidFill>
                  <a:schemeClr val="tx1">
                    <a:lumMod val="85000"/>
                    <a:lumOff val="15000"/>
                  </a:schemeClr>
                </a:solidFill>
                <a:latin typeface="Jost" pitchFamily="2" charset="0"/>
                <a:ea typeface="Jost" pitchFamily="2" charset="0"/>
                <a:cs typeface="Inter Semi Bold" panose="02000703000000020004" pitchFamily="50" charset="0"/>
              </a:rPr>
              <a:t>YOUR TITLE HERE</a:t>
            </a:r>
          </a:p>
        </p:txBody>
      </p:sp>
      <p:sp>
        <p:nvSpPr>
          <p:cNvPr id="15" name="Rectangle 14">
            <a:extLst>
              <a:ext uri="{FF2B5EF4-FFF2-40B4-BE49-F238E27FC236}">
                <a16:creationId xmlns:a16="http://schemas.microsoft.com/office/drawing/2014/main" id="{ED5A5863-5E56-439B-C880-0234F6B964A7}"/>
              </a:ext>
            </a:extLst>
          </p:cNvPr>
          <p:cNvSpPr/>
          <p:nvPr/>
        </p:nvSpPr>
        <p:spPr>
          <a:xfrm>
            <a:off x="3539752" y="4795873"/>
            <a:ext cx="2277946" cy="34624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YOUR NAME HERE</a:t>
            </a:r>
          </a:p>
        </p:txBody>
      </p:sp>
      <p:sp>
        <p:nvSpPr>
          <p:cNvPr id="17" name="Rectangle 16">
            <a:extLst>
              <a:ext uri="{FF2B5EF4-FFF2-40B4-BE49-F238E27FC236}">
                <a16:creationId xmlns:a16="http://schemas.microsoft.com/office/drawing/2014/main" id="{FCE3710F-B7C7-2D30-4A97-0E3DAC73A4BC}"/>
              </a:ext>
            </a:extLst>
          </p:cNvPr>
          <p:cNvSpPr/>
          <p:nvPr/>
        </p:nvSpPr>
        <p:spPr>
          <a:xfrm>
            <a:off x="6374303" y="5524926"/>
            <a:ext cx="2311400" cy="648639"/>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going to use a passage.</a:t>
            </a:r>
          </a:p>
        </p:txBody>
      </p:sp>
      <p:sp>
        <p:nvSpPr>
          <p:cNvPr id="18" name="Oval 17">
            <a:extLst>
              <a:ext uri="{FF2B5EF4-FFF2-40B4-BE49-F238E27FC236}">
                <a16:creationId xmlns:a16="http://schemas.microsoft.com/office/drawing/2014/main" id="{F1618189-C653-A7D3-880B-AA5E8C49BD4F}"/>
              </a:ext>
            </a:extLst>
          </p:cNvPr>
          <p:cNvSpPr/>
          <p:nvPr/>
        </p:nvSpPr>
        <p:spPr>
          <a:xfrm>
            <a:off x="6806103" y="2871953"/>
            <a:ext cx="1447800" cy="1447800"/>
          </a:xfrm>
          <a:prstGeom prst="ellipse">
            <a:avLst/>
          </a:prstGeom>
          <a:noFill/>
          <a:ln w="381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F1CA4E3-2A77-6D4F-E2BE-E2F18EACF3E5}"/>
              </a:ext>
            </a:extLst>
          </p:cNvPr>
          <p:cNvSpPr/>
          <p:nvPr/>
        </p:nvSpPr>
        <p:spPr>
          <a:xfrm>
            <a:off x="6741249" y="5178677"/>
            <a:ext cx="1610962" cy="346249"/>
          </a:xfrm>
          <a:prstGeom prst="rect">
            <a:avLst/>
          </a:prstGeom>
        </p:spPr>
        <p:txBody>
          <a:bodyPr wrap="square">
            <a:spAutoFit/>
          </a:bodyPr>
          <a:lstStyle/>
          <a:p>
            <a:pPr algn="ctr">
              <a:lnSpc>
                <a:spcPts val="2000"/>
              </a:lnSpc>
            </a:pPr>
            <a:r>
              <a:rPr lang="en-US" sz="1400" dirty="0">
                <a:solidFill>
                  <a:schemeClr val="tx1">
                    <a:lumMod val="85000"/>
                    <a:lumOff val="15000"/>
                  </a:schemeClr>
                </a:solidFill>
                <a:latin typeface="Jost" pitchFamily="2" charset="0"/>
                <a:ea typeface="Jost" pitchFamily="2" charset="0"/>
                <a:cs typeface="Inter Semi Bold" panose="02000703000000020004" pitchFamily="50" charset="0"/>
              </a:rPr>
              <a:t>YOUR TITLE HERE</a:t>
            </a:r>
          </a:p>
        </p:txBody>
      </p:sp>
      <p:sp>
        <p:nvSpPr>
          <p:cNvPr id="20" name="Rectangle 19">
            <a:extLst>
              <a:ext uri="{FF2B5EF4-FFF2-40B4-BE49-F238E27FC236}">
                <a16:creationId xmlns:a16="http://schemas.microsoft.com/office/drawing/2014/main" id="{34E7D0E5-33D7-ECD7-E05F-317C79EC2288}"/>
              </a:ext>
            </a:extLst>
          </p:cNvPr>
          <p:cNvSpPr/>
          <p:nvPr/>
        </p:nvSpPr>
        <p:spPr>
          <a:xfrm>
            <a:off x="6407757" y="4795873"/>
            <a:ext cx="2277946" cy="34624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YOUR NAME HERE</a:t>
            </a:r>
          </a:p>
        </p:txBody>
      </p:sp>
      <p:sp>
        <p:nvSpPr>
          <p:cNvPr id="22" name="Rectangle 21">
            <a:extLst>
              <a:ext uri="{FF2B5EF4-FFF2-40B4-BE49-F238E27FC236}">
                <a16:creationId xmlns:a16="http://schemas.microsoft.com/office/drawing/2014/main" id="{6A1B7D39-36FC-1B01-970B-B776F2C5BDBA}"/>
              </a:ext>
            </a:extLst>
          </p:cNvPr>
          <p:cNvSpPr/>
          <p:nvPr/>
        </p:nvSpPr>
        <p:spPr>
          <a:xfrm>
            <a:off x="9242307" y="5524926"/>
            <a:ext cx="2311400" cy="648639"/>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going to use a passage.</a:t>
            </a:r>
          </a:p>
        </p:txBody>
      </p:sp>
      <p:sp>
        <p:nvSpPr>
          <p:cNvPr id="23" name="Oval 22">
            <a:extLst>
              <a:ext uri="{FF2B5EF4-FFF2-40B4-BE49-F238E27FC236}">
                <a16:creationId xmlns:a16="http://schemas.microsoft.com/office/drawing/2014/main" id="{8B3F75BF-A353-D961-FDAA-772642DF16D3}"/>
              </a:ext>
            </a:extLst>
          </p:cNvPr>
          <p:cNvSpPr/>
          <p:nvPr/>
        </p:nvSpPr>
        <p:spPr>
          <a:xfrm>
            <a:off x="9674107" y="2871953"/>
            <a:ext cx="1447800" cy="1447800"/>
          </a:xfrm>
          <a:prstGeom prst="ellipse">
            <a:avLst/>
          </a:prstGeom>
          <a:noFill/>
          <a:ln w="381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45825F0-E305-2884-2161-0CF1720C8B99}"/>
              </a:ext>
            </a:extLst>
          </p:cNvPr>
          <p:cNvSpPr/>
          <p:nvPr/>
        </p:nvSpPr>
        <p:spPr>
          <a:xfrm>
            <a:off x="9609253" y="5178677"/>
            <a:ext cx="1610962" cy="346249"/>
          </a:xfrm>
          <a:prstGeom prst="rect">
            <a:avLst/>
          </a:prstGeom>
        </p:spPr>
        <p:txBody>
          <a:bodyPr wrap="square">
            <a:spAutoFit/>
          </a:bodyPr>
          <a:lstStyle/>
          <a:p>
            <a:pPr algn="ctr">
              <a:lnSpc>
                <a:spcPts val="2000"/>
              </a:lnSpc>
            </a:pPr>
            <a:r>
              <a:rPr lang="en-US" sz="1400" dirty="0">
                <a:solidFill>
                  <a:schemeClr val="tx1">
                    <a:lumMod val="85000"/>
                    <a:lumOff val="15000"/>
                  </a:schemeClr>
                </a:solidFill>
                <a:latin typeface="Jost" pitchFamily="2" charset="0"/>
                <a:ea typeface="Jost" pitchFamily="2" charset="0"/>
                <a:cs typeface="Inter Semi Bold" panose="02000703000000020004" pitchFamily="50" charset="0"/>
              </a:rPr>
              <a:t>YOUR TITLE HERE</a:t>
            </a:r>
          </a:p>
        </p:txBody>
      </p:sp>
      <p:sp>
        <p:nvSpPr>
          <p:cNvPr id="25" name="Rectangle 24">
            <a:extLst>
              <a:ext uri="{FF2B5EF4-FFF2-40B4-BE49-F238E27FC236}">
                <a16:creationId xmlns:a16="http://schemas.microsoft.com/office/drawing/2014/main" id="{896A882B-C3D7-482F-461B-96DEF9CAC6FE}"/>
              </a:ext>
            </a:extLst>
          </p:cNvPr>
          <p:cNvSpPr/>
          <p:nvPr/>
        </p:nvSpPr>
        <p:spPr>
          <a:xfrm>
            <a:off x="9275761" y="4795873"/>
            <a:ext cx="2277946" cy="34624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YOUR NAME HERE</a:t>
            </a:r>
          </a:p>
        </p:txBody>
      </p:sp>
      <p:sp>
        <p:nvSpPr>
          <p:cNvPr id="10" name="Picture Placeholder 9">
            <a:extLst>
              <a:ext uri="{FF2B5EF4-FFF2-40B4-BE49-F238E27FC236}">
                <a16:creationId xmlns:a16="http://schemas.microsoft.com/office/drawing/2014/main" id="{F80EB4B0-9A26-EF3D-B4B7-FC418E1D232D}"/>
              </a:ext>
            </a:extLst>
          </p:cNvPr>
          <p:cNvSpPr>
            <a:spLocks noGrp="1"/>
          </p:cNvSpPr>
          <p:nvPr>
            <p:ph type="pic" sz="quarter" idx="10"/>
          </p:nvPr>
        </p:nvSpPr>
        <p:spPr/>
      </p:sp>
      <p:sp>
        <p:nvSpPr>
          <p:cNvPr id="16" name="Picture Placeholder 15">
            <a:extLst>
              <a:ext uri="{FF2B5EF4-FFF2-40B4-BE49-F238E27FC236}">
                <a16:creationId xmlns:a16="http://schemas.microsoft.com/office/drawing/2014/main" id="{452A383B-95E2-0D6F-B1F8-F250599D1B43}"/>
              </a:ext>
            </a:extLst>
          </p:cNvPr>
          <p:cNvSpPr>
            <a:spLocks noGrp="1"/>
          </p:cNvSpPr>
          <p:nvPr>
            <p:ph type="pic" sz="quarter" idx="11"/>
          </p:nvPr>
        </p:nvSpPr>
        <p:spPr/>
      </p:sp>
      <p:sp>
        <p:nvSpPr>
          <p:cNvPr id="27" name="Picture Placeholder 26">
            <a:extLst>
              <a:ext uri="{FF2B5EF4-FFF2-40B4-BE49-F238E27FC236}">
                <a16:creationId xmlns:a16="http://schemas.microsoft.com/office/drawing/2014/main" id="{71FA724B-5FCA-0781-9218-8FE6757DB581}"/>
              </a:ext>
            </a:extLst>
          </p:cNvPr>
          <p:cNvSpPr>
            <a:spLocks noGrp="1"/>
          </p:cNvSpPr>
          <p:nvPr>
            <p:ph type="pic" sz="quarter" idx="12"/>
          </p:nvPr>
        </p:nvSpPr>
        <p:spPr/>
      </p:sp>
      <p:sp>
        <p:nvSpPr>
          <p:cNvPr id="29" name="Picture Placeholder 28">
            <a:extLst>
              <a:ext uri="{FF2B5EF4-FFF2-40B4-BE49-F238E27FC236}">
                <a16:creationId xmlns:a16="http://schemas.microsoft.com/office/drawing/2014/main" id="{251A0AFE-EFD4-D351-C24B-B77FACFE20F8}"/>
              </a:ext>
            </a:extLst>
          </p:cNvPr>
          <p:cNvSpPr>
            <a:spLocks noGrp="1"/>
          </p:cNvSpPr>
          <p:nvPr>
            <p:ph type="pic" sz="quarter" idx="13"/>
          </p:nvPr>
        </p:nvSpPr>
        <p:spPr/>
      </p:sp>
    </p:spTree>
    <p:extLst>
      <p:ext uri="{BB962C8B-B14F-4D97-AF65-F5344CB8AC3E}">
        <p14:creationId xmlns:p14="http://schemas.microsoft.com/office/powerpoint/2010/main" val="3413123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1654C9-8D43-A584-5BC5-FC8754ED69B1}"/>
              </a:ext>
            </a:extLst>
          </p:cNvPr>
          <p:cNvSpPr/>
          <p:nvPr/>
        </p:nvSpPr>
        <p:spPr>
          <a:xfrm>
            <a:off x="0" y="0"/>
            <a:ext cx="4584700" cy="6858000"/>
          </a:xfrm>
          <a:prstGeom prst="rect">
            <a:avLst/>
          </a:prstGeom>
          <a:solidFill>
            <a:schemeClr val="accent4">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ED5AA0FA-DB6E-A505-6058-03B8477DF72F}"/>
              </a:ext>
            </a:extLst>
          </p:cNvPr>
          <p:cNvSpPr/>
          <p:nvPr/>
        </p:nvSpPr>
        <p:spPr>
          <a:xfrm>
            <a:off x="638293" y="2208546"/>
            <a:ext cx="3616207" cy="640560"/>
          </a:xfrm>
          <a:prstGeom prst="rect">
            <a:avLst/>
          </a:prstGeom>
        </p:spPr>
        <p:txBody>
          <a:bodyPr wrap="square">
            <a:spAutoFit/>
          </a:bodyPr>
          <a:lstStyle/>
          <a:p>
            <a:pPr>
              <a:lnSpc>
                <a:spcPts val="4500"/>
              </a:lnSpc>
            </a:pPr>
            <a:r>
              <a:rPr lang="en-US" sz="3000" dirty="0">
                <a:solidFill>
                  <a:schemeClr val="accent3"/>
                </a:solidFill>
                <a:latin typeface="Jost SemiBold" pitchFamily="2" charset="0"/>
                <a:ea typeface="Jost SemiBold" pitchFamily="2" charset="0"/>
                <a:cs typeface="Inter Semi Bold" panose="02000703000000020004" pitchFamily="50" charset="0"/>
              </a:rPr>
              <a:t>GREAT</a:t>
            </a:r>
            <a:r>
              <a:rPr lang="en-US" sz="3000" dirty="0">
                <a:solidFill>
                  <a:schemeClr val="bg1"/>
                </a:solidFill>
                <a:latin typeface="Jost SemiBold" pitchFamily="2" charset="0"/>
                <a:ea typeface="Jost SemiBold" pitchFamily="2" charset="0"/>
                <a:cs typeface="Inter Semi Bold" panose="02000703000000020004" pitchFamily="50" charset="0"/>
              </a:rPr>
              <a:t> SERVICE</a:t>
            </a:r>
          </a:p>
        </p:txBody>
      </p:sp>
      <p:sp>
        <p:nvSpPr>
          <p:cNvPr id="3" name="Rectangle 2">
            <a:extLst>
              <a:ext uri="{FF2B5EF4-FFF2-40B4-BE49-F238E27FC236}">
                <a16:creationId xmlns:a16="http://schemas.microsoft.com/office/drawing/2014/main" id="{C1F5F64F-D9F7-3F74-B411-97F4E597E5CE}"/>
              </a:ext>
            </a:extLst>
          </p:cNvPr>
          <p:cNvSpPr/>
          <p:nvPr/>
        </p:nvSpPr>
        <p:spPr>
          <a:xfrm>
            <a:off x="638293" y="1890325"/>
            <a:ext cx="1927107" cy="346249"/>
          </a:xfrm>
          <a:prstGeom prst="rect">
            <a:avLst/>
          </a:prstGeom>
        </p:spPr>
        <p:txBody>
          <a:bodyPr wrap="square">
            <a:spAutoFit/>
          </a:bodyPr>
          <a:lstStyle/>
          <a:p>
            <a:pPr>
              <a:lnSpc>
                <a:spcPts val="2000"/>
              </a:lnSpc>
            </a:pPr>
            <a:r>
              <a:rPr lang="en-US" sz="1600" dirty="0">
                <a:solidFill>
                  <a:schemeClr val="bg1"/>
                </a:solidFill>
                <a:latin typeface="Jost" pitchFamily="2" charset="0"/>
                <a:ea typeface="Jost" pitchFamily="2" charset="0"/>
                <a:cs typeface="Inter Semi Bold" panose="02000703000000020004" pitchFamily="50" charset="0"/>
              </a:rPr>
              <a:t>CORPORATE INC</a:t>
            </a:r>
          </a:p>
        </p:txBody>
      </p:sp>
      <p:sp>
        <p:nvSpPr>
          <p:cNvPr id="5" name="Rectangle 4">
            <a:extLst>
              <a:ext uri="{FF2B5EF4-FFF2-40B4-BE49-F238E27FC236}">
                <a16:creationId xmlns:a16="http://schemas.microsoft.com/office/drawing/2014/main" id="{AD4B2D7C-D848-57F3-9454-ADF0267C23A7}"/>
              </a:ext>
            </a:extLst>
          </p:cNvPr>
          <p:cNvSpPr/>
          <p:nvPr/>
        </p:nvSpPr>
        <p:spPr>
          <a:xfrm>
            <a:off x="638293" y="3592381"/>
            <a:ext cx="2943107" cy="1225720"/>
          </a:xfrm>
          <a:prstGeom prst="rect">
            <a:avLst/>
          </a:prstGeom>
        </p:spPr>
        <p:txBody>
          <a:bodyPr wrap="square">
            <a:spAutoFit/>
          </a:bodyPr>
          <a:lstStyle/>
          <a:p>
            <a:pPr>
              <a:lnSpc>
                <a:spcPts val="1500"/>
              </a:lnSpc>
            </a:pPr>
            <a:r>
              <a:rPr lang="en-US" sz="1000" b="0" i="0" dirty="0">
                <a:solidFill>
                  <a:schemeClr val="bg1"/>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using Lorem Ipsum is that it has a more-or-less normal Ipsum as their default model text, and a search for 'lorem ipsum' will their infancy. </a:t>
            </a:r>
            <a:endParaRPr lang="en-US" sz="100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cxnSp>
        <p:nvCxnSpPr>
          <p:cNvPr id="7" name="Straight Connector 6">
            <a:extLst>
              <a:ext uri="{FF2B5EF4-FFF2-40B4-BE49-F238E27FC236}">
                <a16:creationId xmlns:a16="http://schemas.microsoft.com/office/drawing/2014/main" id="{3D01A61D-1512-8C81-EDA7-1510F22CB4B5}"/>
              </a:ext>
            </a:extLst>
          </p:cNvPr>
          <p:cNvCxnSpPr/>
          <p:nvPr/>
        </p:nvCxnSpPr>
        <p:spPr>
          <a:xfrm>
            <a:off x="774700" y="3073400"/>
            <a:ext cx="4064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29C5A7B2-FFA5-0A5C-6AEB-118E7BADC0B0}"/>
              </a:ext>
            </a:extLst>
          </p:cNvPr>
          <p:cNvSpPr/>
          <p:nvPr/>
        </p:nvSpPr>
        <p:spPr>
          <a:xfrm>
            <a:off x="5210293" y="761999"/>
            <a:ext cx="2933700" cy="2503619"/>
          </a:xfrm>
          <a:prstGeom prst="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C4E2355-3201-E174-89D0-F7816CFC30EA}"/>
              </a:ext>
            </a:extLst>
          </p:cNvPr>
          <p:cNvSpPr/>
          <p:nvPr/>
        </p:nvSpPr>
        <p:spPr>
          <a:xfrm>
            <a:off x="8483600" y="761999"/>
            <a:ext cx="2933700" cy="2503619"/>
          </a:xfrm>
          <a:prstGeom prst="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06D1910-1B11-D368-42A4-02FCB9C5A2E6}"/>
              </a:ext>
            </a:extLst>
          </p:cNvPr>
          <p:cNvSpPr/>
          <p:nvPr/>
        </p:nvSpPr>
        <p:spPr>
          <a:xfrm>
            <a:off x="5210293" y="3592381"/>
            <a:ext cx="2933700" cy="2503620"/>
          </a:xfrm>
          <a:prstGeom prst="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7691C96-92D1-EF85-F9D1-A5247573916B}"/>
              </a:ext>
            </a:extLst>
          </p:cNvPr>
          <p:cNvSpPr/>
          <p:nvPr/>
        </p:nvSpPr>
        <p:spPr>
          <a:xfrm>
            <a:off x="8483600" y="3592381"/>
            <a:ext cx="2933700" cy="2503620"/>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435C75-54D6-D3E4-47B2-50B9FEA0A635}"/>
              </a:ext>
            </a:extLst>
          </p:cNvPr>
          <p:cNvSpPr/>
          <p:nvPr/>
        </p:nvSpPr>
        <p:spPr>
          <a:xfrm>
            <a:off x="5523403" y="2311229"/>
            <a:ext cx="2311400" cy="648639"/>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going to use a passage.</a:t>
            </a:r>
          </a:p>
        </p:txBody>
      </p:sp>
      <p:sp>
        <p:nvSpPr>
          <p:cNvPr id="13" name="Rectangle 12">
            <a:extLst>
              <a:ext uri="{FF2B5EF4-FFF2-40B4-BE49-F238E27FC236}">
                <a16:creationId xmlns:a16="http://schemas.microsoft.com/office/drawing/2014/main" id="{50A0482C-3683-BBB2-27C6-C6B791F55955}"/>
              </a:ext>
            </a:extLst>
          </p:cNvPr>
          <p:cNvSpPr/>
          <p:nvPr/>
        </p:nvSpPr>
        <p:spPr>
          <a:xfrm>
            <a:off x="5860560" y="1900397"/>
            <a:ext cx="1670540" cy="34624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SERVICE ONE</a:t>
            </a:r>
          </a:p>
        </p:txBody>
      </p:sp>
      <p:sp>
        <p:nvSpPr>
          <p:cNvPr id="14" name="Oval 13">
            <a:extLst>
              <a:ext uri="{FF2B5EF4-FFF2-40B4-BE49-F238E27FC236}">
                <a16:creationId xmlns:a16="http://schemas.microsoft.com/office/drawing/2014/main" id="{92475844-1AF2-7C92-F35A-1B0AF7BAA285}"/>
              </a:ext>
            </a:extLst>
          </p:cNvPr>
          <p:cNvSpPr/>
          <p:nvPr/>
        </p:nvSpPr>
        <p:spPr>
          <a:xfrm>
            <a:off x="6321543" y="1030248"/>
            <a:ext cx="711200" cy="711200"/>
          </a:xfrm>
          <a:prstGeom prst="ellipse">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EBFBD25-726D-5F52-2503-76DA72412616}"/>
              </a:ext>
            </a:extLst>
          </p:cNvPr>
          <p:cNvSpPr/>
          <p:nvPr/>
        </p:nvSpPr>
        <p:spPr>
          <a:xfrm>
            <a:off x="8794260" y="2311229"/>
            <a:ext cx="2311400" cy="648639"/>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going to use a passage.</a:t>
            </a:r>
          </a:p>
        </p:txBody>
      </p:sp>
      <p:sp>
        <p:nvSpPr>
          <p:cNvPr id="16" name="Rectangle 15">
            <a:extLst>
              <a:ext uri="{FF2B5EF4-FFF2-40B4-BE49-F238E27FC236}">
                <a16:creationId xmlns:a16="http://schemas.microsoft.com/office/drawing/2014/main" id="{56AB02D5-D3EE-9845-3C98-3B7FE54240B8}"/>
              </a:ext>
            </a:extLst>
          </p:cNvPr>
          <p:cNvSpPr/>
          <p:nvPr/>
        </p:nvSpPr>
        <p:spPr>
          <a:xfrm>
            <a:off x="9131417" y="1900397"/>
            <a:ext cx="1670540" cy="34624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SERVICE TOW</a:t>
            </a:r>
          </a:p>
        </p:txBody>
      </p:sp>
      <p:sp>
        <p:nvSpPr>
          <p:cNvPr id="17" name="Oval 16">
            <a:extLst>
              <a:ext uri="{FF2B5EF4-FFF2-40B4-BE49-F238E27FC236}">
                <a16:creationId xmlns:a16="http://schemas.microsoft.com/office/drawing/2014/main" id="{BFEF1046-DAAD-F9AA-AF54-4DC7E919AACB}"/>
              </a:ext>
            </a:extLst>
          </p:cNvPr>
          <p:cNvSpPr/>
          <p:nvPr/>
        </p:nvSpPr>
        <p:spPr>
          <a:xfrm>
            <a:off x="9592400" y="1030248"/>
            <a:ext cx="711200" cy="711200"/>
          </a:xfrm>
          <a:prstGeom prst="ellipse">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53EB1BD-BC0F-E11A-ADFE-38410BF7109C}"/>
              </a:ext>
            </a:extLst>
          </p:cNvPr>
          <p:cNvSpPr/>
          <p:nvPr/>
        </p:nvSpPr>
        <p:spPr>
          <a:xfrm>
            <a:off x="5523403" y="5117161"/>
            <a:ext cx="2311400" cy="648639"/>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going to use a passage.</a:t>
            </a:r>
          </a:p>
        </p:txBody>
      </p:sp>
      <p:sp>
        <p:nvSpPr>
          <p:cNvPr id="19" name="Rectangle 18">
            <a:extLst>
              <a:ext uri="{FF2B5EF4-FFF2-40B4-BE49-F238E27FC236}">
                <a16:creationId xmlns:a16="http://schemas.microsoft.com/office/drawing/2014/main" id="{EF9E03F8-6988-6DA2-9663-C9D812290F47}"/>
              </a:ext>
            </a:extLst>
          </p:cNvPr>
          <p:cNvSpPr/>
          <p:nvPr/>
        </p:nvSpPr>
        <p:spPr>
          <a:xfrm>
            <a:off x="5771660" y="4706329"/>
            <a:ext cx="1848340" cy="34624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SERVICE THREE</a:t>
            </a:r>
          </a:p>
        </p:txBody>
      </p:sp>
      <p:sp>
        <p:nvSpPr>
          <p:cNvPr id="20" name="Oval 19">
            <a:extLst>
              <a:ext uri="{FF2B5EF4-FFF2-40B4-BE49-F238E27FC236}">
                <a16:creationId xmlns:a16="http://schemas.microsoft.com/office/drawing/2014/main" id="{A2F212C0-1F01-AE38-0A3F-51C7C798EA19}"/>
              </a:ext>
            </a:extLst>
          </p:cNvPr>
          <p:cNvSpPr/>
          <p:nvPr/>
        </p:nvSpPr>
        <p:spPr>
          <a:xfrm>
            <a:off x="6321543" y="3836180"/>
            <a:ext cx="711200" cy="711200"/>
          </a:xfrm>
          <a:prstGeom prst="ellipse">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E419D44-770E-90FE-B115-76035AF6D187}"/>
              </a:ext>
            </a:extLst>
          </p:cNvPr>
          <p:cNvSpPr/>
          <p:nvPr/>
        </p:nvSpPr>
        <p:spPr>
          <a:xfrm>
            <a:off x="8794260" y="5117161"/>
            <a:ext cx="2311400" cy="648639"/>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There are many variations, but </a:t>
            </a:r>
          </a:p>
          <a:p>
            <a:pPr algn="ctr">
              <a:lnSpc>
                <a:spcPts val="1500"/>
              </a:lnSpc>
            </a:pPr>
            <a:r>
              <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rPr>
              <a:t>the majority have suffered alteration even going to use a passage.</a:t>
            </a:r>
          </a:p>
        </p:txBody>
      </p:sp>
      <p:sp>
        <p:nvSpPr>
          <p:cNvPr id="22" name="Rectangle 21">
            <a:extLst>
              <a:ext uri="{FF2B5EF4-FFF2-40B4-BE49-F238E27FC236}">
                <a16:creationId xmlns:a16="http://schemas.microsoft.com/office/drawing/2014/main" id="{3CAA9A52-5CC2-8BA0-4A77-0D5FF44ADE48}"/>
              </a:ext>
            </a:extLst>
          </p:cNvPr>
          <p:cNvSpPr/>
          <p:nvPr/>
        </p:nvSpPr>
        <p:spPr>
          <a:xfrm>
            <a:off x="9131417" y="4706329"/>
            <a:ext cx="1670540" cy="34624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Jost SemiBold" pitchFamily="2" charset="0"/>
                <a:ea typeface="Jost SemiBold" pitchFamily="2" charset="0"/>
                <a:cs typeface="Inter Semi Bold" panose="02000703000000020004" pitchFamily="50" charset="0"/>
              </a:rPr>
              <a:t>SERVICE FOUR</a:t>
            </a:r>
          </a:p>
        </p:txBody>
      </p:sp>
      <p:sp>
        <p:nvSpPr>
          <p:cNvPr id="23" name="Oval 22">
            <a:extLst>
              <a:ext uri="{FF2B5EF4-FFF2-40B4-BE49-F238E27FC236}">
                <a16:creationId xmlns:a16="http://schemas.microsoft.com/office/drawing/2014/main" id="{942D938B-728B-48DE-F355-F9E9C749828B}"/>
              </a:ext>
            </a:extLst>
          </p:cNvPr>
          <p:cNvSpPr/>
          <p:nvPr/>
        </p:nvSpPr>
        <p:spPr>
          <a:xfrm>
            <a:off x="9592400" y="3836180"/>
            <a:ext cx="711200" cy="7112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145">
            <a:extLst>
              <a:ext uri="{FF2B5EF4-FFF2-40B4-BE49-F238E27FC236}">
                <a16:creationId xmlns:a16="http://schemas.microsoft.com/office/drawing/2014/main" id="{BB2FE4E0-ECCB-BD3C-EE80-8606C608C46A}"/>
              </a:ext>
            </a:extLst>
          </p:cNvPr>
          <p:cNvSpPr>
            <a:spLocks noEditPoints="1"/>
          </p:cNvSpPr>
          <p:nvPr/>
        </p:nvSpPr>
        <p:spPr bwMode="auto">
          <a:xfrm>
            <a:off x="9780653" y="1199908"/>
            <a:ext cx="334694" cy="371881"/>
          </a:xfrm>
          <a:custGeom>
            <a:avLst/>
            <a:gdLst>
              <a:gd name="T0" fmla="*/ 66 w 144"/>
              <a:gd name="T1" fmla="*/ 82 h 160"/>
              <a:gd name="T2" fmla="*/ 62 w 144"/>
              <a:gd name="T3" fmla="*/ 82 h 160"/>
              <a:gd name="T4" fmla="*/ 71 w 144"/>
              <a:gd name="T5" fmla="*/ 95 h 160"/>
              <a:gd name="T6" fmla="*/ 75 w 144"/>
              <a:gd name="T7" fmla="*/ 95 h 160"/>
              <a:gd name="T8" fmla="*/ 83 w 144"/>
              <a:gd name="T9" fmla="*/ 80 h 160"/>
              <a:gd name="T10" fmla="*/ 66 w 144"/>
              <a:gd name="T11" fmla="*/ 64 h 160"/>
              <a:gd name="T12" fmla="*/ 79 w 144"/>
              <a:gd name="T13" fmla="*/ 64 h 160"/>
              <a:gd name="T14" fmla="*/ 83 w 144"/>
              <a:gd name="T15" fmla="*/ 64 h 160"/>
              <a:gd name="T16" fmla="*/ 75 w 144"/>
              <a:gd name="T17" fmla="*/ 49 h 160"/>
              <a:gd name="T18" fmla="*/ 71 w 144"/>
              <a:gd name="T19" fmla="*/ 49 h 160"/>
              <a:gd name="T20" fmla="*/ 62 w 144"/>
              <a:gd name="T21" fmla="*/ 64 h 160"/>
              <a:gd name="T22" fmla="*/ 79 w 144"/>
              <a:gd name="T23" fmla="*/ 82 h 160"/>
              <a:gd name="T24" fmla="*/ 72 w 144"/>
              <a:gd name="T25" fmla="*/ 112 h 160"/>
              <a:gd name="T26" fmla="*/ 72 w 144"/>
              <a:gd name="T27" fmla="*/ 33 h 160"/>
              <a:gd name="T28" fmla="*/ 72 w 144"/>
              <a:gd name="T29" fmla="*/ 112 h 160"/>
              <a:gd name="T30" fmla="*/ 104 w 144"/>
              <a:gd name="T31" fmla="*/ 72 h 160"/>
              <a:gd name="T32" fmla="*/ 41 w 144"/>
              <a:gd name="T33" fmla="*/ 72 h 160"/>
              <a:gd name="T34" fmla="*/ 142 w 144"/>
              <a:gd name="T35" fmla="*/ 122 h 160"/>
              <a:gd name="T36" fmla="*/ 103 w 144"/>
              <a:gd name="T37" fmla="*/ 126 h 160"/>
              <a:gd name="T38" fmla="*/ 71 w 144"/>
              <a:gd name="T39" fmla="*/ 117 h 160"/>
              <a:gd name="T40" fmla="*/ 60 w 144"/>
              <a:gd name="T41" fmla="*/ 113 h 160"/>
              <a:gd name="T42" fmla="*/ 28 w 144"/>
              <a:gd name="T43" fmla="*/ 109 h 160"/>
              <a:gd name="T44" fmla="*/ 4 w 144"/>
              <a:gd name="T45" fmla="*/ 107 h 160"/>
              <a:gd name="T46" fmla="*/ 0 w 144"/>
              <a:gd name="T47" fmla="*/ 154 h 160"/>
              <a:gd name="T48" fmla="*/ 23 w 144"/>
              <a:gd name="T49" fmla="*/ 158 h 160"/>
              <a:gd name="T50" fmla="*/ 28 w 144"/>
              <a:gd name="T51" fmla="*/ 154 h 160"/>
              <a:gd name="T52" fmla="*/ 38 w 144"/>
              <a:gd name="T53" fmla="*/ 150 h 160"/>
              <a:gd name="T54" fmla="*/ 73 w 144"/>
              <a:gd name="T55" fmla="*/ 158 h 160"/>
              <a:gd name="T56" fmla="*/ 94 w 144"/>
              <a:gd name="T57" fmla="*/ 156 h 160"/>
              <a:gd name="T58" fmla="*/ 142 w 144"/>
              <a:gd name="T59" fmla="*/ 122 h 160"/>
              <a:gd name="T60" fmla="*/ 6 w 144"/>
              <a:gd name="T61" fmla="*/ 152 h 160"/>
              <a:gd name="T62" fmla="*/ 23 w 144"/>
              <a:gd name="T63" fmla="*/ 113 h 160"/>
              <a:gd name="T64" fmla="*/ 92 w 144"/>
              <a:gd name="T65" fmla="*/ 152 h 160"/>
              <a:gd name="T66" fmla="*/ 40 w 144"/>
              <a:gd name="T67" fmla="*/ 145 h 160"/>
              <a:gd name="T68" fmla="*/ 28 w 144"/>
              <a:gd name="T69" fmla="*/ 147 h 160"/>
              <a:gd name="T70" fmla="*/ 58 w 144"/>
              <a:gd name="T71" fmla="*/ 119 h 160"/>
              <a:gd name="T72" fmla="*/ 71 w 144"/>
              <a:gd name="T73" fmla="*/ 122 h 160"/>
              <a:gd name="T74" fmla="*/ 101 w 144"/>
              <a:gd name="T75" fmla="*/ 132 h 160"/>
              <a:gd name="T76" fmla="*/ 68 w 144"/>
              <a:gd name="T77" fmla="*/ 135 h 160"/>
              <a:gd name="T78" fmla="*/ 103 w 144"/>
              <a:gd name="T79" fmla="*/ 137 h 160"/>
              <a:gd name="T80" fmla="*/ 105 w 144"/>
              <a:gd name="T81" fmla="*/ 132 h 160"/>
              <a:gd name="T82" fmla="*/ 135 w 144"/>
              <a:gd name="T83" fmla="*/ 124 h 160"/>
              <a:gd name="T84" fmla="*/ 72 w 144"/>
              <a:gd name="T85" fmla="*/ 30 h 160"/>
              <a:gd name="T86" fmla="*/ 75 w 144"/>
              <a:gd name="T87" fmla="*/ 2 h 160"/>
              <a:gd name="T88" fmla="*/ 70 w 144"/>
              <a:gd name="T89" fmla="*/ 2 h 160"/>
              <a:gd name="T90" fmla="*/ 72 w 144"/>
              <a:gd name="T91" fmla="*/ 30 h 160"/>
              <a:gd name="T92" fmla="*/ 96 w 144"/>
              <a:gd name="T93" fmla="*/ 15 h 160"/>
              <a:gd name="T94" fmla="*/ 90 w 144"/>
              <a:gd name="T95" fmla="*/ 15 h 160"/>
              <a:gd name="T96" fmla="*/ 92 w 144"/>
              <a:gd name="T97" fmla="*/ 30 h 160"/>
              <a:gd name="T98" fmla="*/ 53 w 144"/>
              <a:gd name="T99" fmla="*/ 30 h 160"/>
              <a:gd name="T100" fmla="*/ 56 w 144"/>
              <a:gd name="T101" fmla="*/ 15 h 160"/>
              <a:gd name="T102" fmla="*/ 51 w 144"/>
              <a:gd name="T103" fmla="*/ 15 h 160"/>
              <a:gd name="T104" fmla="*/ 53 w 144"/>
              <a:gd name="T105" fmla="*/ 3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 h="160">
                <a:moveTo>
                  <a:pt x="73" y="88"/>
                </a:moveTo>
                <a:cubicBezTo>
                  <a:pt x="68" y="86"/>
                  <a:pt x="66" y="84"/>
                  <a:pt x="66" y="82"/>
                </a:cubicBezTo>
                <a:cubicBezTo>
                  <a:pt x="66" y="80"/>
                  <a:pt x="66" y="80"/>
                  <a:pt x="64" y="80"/>
                </a:cubicBezTo>
                <a:cubicBezTo>
                  <a:pt x="62" y="80"/>
                  <a:pt x="62" y="80"/>
                  <a:pt x="62" y="82"/>
                </a:cubicBezTo>
                <a:cubicBezTo>
                  <a:pt x="62" y="86"/>
                  <a:pt x="64" y="90"/>
                  <a:pt x="71" y="92"/>
                </a:cubicBezTo>
                <a:cubicBezTo>
                  <a:pt x="71" y="95"/>
                  <a:pt x="71" y="95"/>
                  <a:pt x="71" y="95"/>
                </a:cubicBezTo>
                <a:cubicBezTo>
                  <a:pt x="71" y="97"/>
                  <a:pt x="71" y="97"/>
                  <a:pt x="73" y="97"/>
                </a:cubicBezTo>
                <a:cubicBezTo>
                  <a:pt x="75" y="97"/>
                  <a:pt x="75" y="97"/>
                  <a:pt x="75" y="95"/>
                </a:cubicBezTo>
                <a:cubicBezTo>
                  <a:pt x="75" y="92"/>
                  <a:pt x="75" y="92"/>
                  <a:pt x="75" y="92"/>
                </a:cubicBezTo>
                <a:cubicBezTo>
                  <a:pt x="81" y="90"/>
                  <a:pt x="85" y="86"/>
                  <a:pt x="83" y="80"/>
                </a:cubicBezTo>
                <a:cubicBezTo>
                  <a:pt x="83" y="75"/>
                  <a:pt x="79" y="71"/>
                  <a:pt x="73" y="71"/>
                </a:cubicBezTo>
                <a:cubicBezTo>
                  <a:pt x="71" y="71"/>
                  <a:pt x="66" y="67"/>
                  <a:pt x="66" y="64"/>
                </a:cubicBezTo>
                <a:cubicBezTo>
                  <a:pt x="66" y="60"/>
                  <a:pt x="71" y="58"/>
                  <a:pt x="73" y="58"/>
                </a:cubicBezTo>
                <a:cubicBezTo>
                  <a:pt x="77" y="58"/>
                  <a:pt x="79" y="60"/>
                  <a:pt x="79" y="64"/>
                </a:cubicBezTo>
                <a:cubicBezTo>
                  <a:pt x="79" y="64"/>
                  <a:pt x="79" y="67"/>
                  <a:pt x="81" y="67"/>
                </a:cubicBezTo>
                <a:cubicBezTo>
                  <a:pt x="83" y="67"/>
                  <a:pt x="83" y="64"/>
                  <a:pt x="83" y="64"/>
                </a:cubicBezTo>
                <a:cubicBezTo>
                  <a:pt x="83" y="58"/>
                  <a:pt x="81" y="54"/>
                  <a:pt x="75" y="54"/>
                </a:cubicBezTo>
                <a:cubicBezTo>
                  <a:pt x="75" y="49"/>
                  <a:pt x="75" y="49"/>
                  <a:pt x="75" y="49"/>
                </a:cubicBezTo>
                <a:cubicBezTo>
                  <a:pt x="75" y="49"/>
                  <a:pt x="75" y="47"/>
                  <a:pt x="73" y="47"/>
                </a:cubicBezTo>
                <a:cubicBezTo>
                  <a:pt x="71" y="47"/>
                  <a:pt x="71" y="49"/>
                  <a:pt x="71" y="49"/>
                </a:cubicBezTo>
                <a:cubicBezTo>
                  <a:pt x="71" y="54"/>
                  <a:pt x="71" y="54"/>
                  <a:pt x="71" y="54"/>
                </a:cubicBezTo>
                <a:cubicBezTo>
                  <a:pt x="64" y="54"/>
                  <a:pt x="62" y="60"/>
                  <a:pt x="62" y="64"/>
                </a:cubicBezTo>
                <a:cubicBezTo>
                  <a:pt x="62" y="71"/>
                  <a:pt x="66" y="75"/>
                  <a:pt x="73" y="75"/>
                </a:cubicBezTo>
                <a:cubicBezTo>
                  <a:pt x="77" y="75"/>
                  <a:pt x="79" y="77"/>
                  <a:pt x="79" y="82"/>
                </a:cubicBezTo>
                <a:cubicBezTo>
                  <a:pt x="79" y="84"/>
                  <a:pt x="77" y="88"/>
                  <a:pt x="73" y="88"/>
                </a:cubicBezTo>
                <a:close/>
                <a:moveTo>
                  <a:pt x="72" y="112"/>
                </a:moveTo>
                <a:cubicBezTo>
                  <a:pt x="94" y="112"/>
                  <a:pt x="111" y="94"/>
                  <a:pt x="111" y="72"/>
                </a:cubicBezTo>
                <a:cubicBezTo>
                  <a:pt x="111" y="51"/>
                  <a:pt x="94" y="33"/>
                  <a:pt x="72" y="33"/>
                </a:cubicBezTo>
                <a:cubicBezTo>
                  <a:pt x="51" y="33"/>
                  <a:pt x="34" y="51"/>
                  <a:pt x="34" y="72"/>
                </a:cubicBezTo>
                <a:cubicBezTo>
                  <a:pt x="34" y="94"/>
                  <a:pt x="51" y="112"/>
                  <a:pt x="72" y="112"/>
                </a:cubicBezTo>
                <a:close/>
                <a:moveTo>
                  <a:pt x="72" y="38"/>
                </a:moveTo>
                <a:cubicBezTo>
                  <a:pt x="92" y="38"/>
                  <a:pt x="104" y="53"/>
                  <a:pt x="104" y="72"/>
                </a:cubicBezTo>
                <a:cubicBezTo>
                  <a:pt x="104" y="90"/>
                  <a:pt x="92" y="105"/>
                  <a:pt x="72" y="105"/>
                </a:cubicBezTo>
                <a:cubicBezTo>
                  <a:pt x="55" y="105"/>
                  <a:pt x="41" y="90"/>
                  <a:pt x="41" y="72"/>
                </a:cubicBezTo>
                <a:cubicBezTo>
                  <a:pt x="41" y="53"/>
                  <a:pt x="55" y="38"/>
                  <a:pt x="72" y="38"/>
                </a:cubicBezTo>
                <a:close/>
                <a:moveTo>
                  <a:pt x="142" y="122"/>
                </a:moveTo>
                <a:cubicBezTo>
                  <a:pt x="140" y="115"/>
                  <a:pt x="131" y="113"/>
                  <a:pt x="124" y="117"/>
                </a:cubicBezTo>
                <a:cubicBezTo>
                  <a:pt x="103" y="126"/>
                  <a:pt x="103" y="126"/>
                  <a:pt x="103" y="126"/>
                </a:cubicBezTo>
                <a:cubicBezTo>
                  <a:pt x="101" y="122"/>
                  <a:pt x="94" y="117"/>
                  <a:pt x="90" y="117"/>
                </a:cubicBezTo>
                <a:cubicBezTo>
                  <a:pt x="71" y="117"/>
                  <a:pt x="71" y="117"/>
                  <a:pt x="71" y="117"/>
                </a:cubicBezTo>
                <a:cubicBezTo>
                  <a:pt x="66" y="117"/>
                  <a:pt x="64" y="115"/>
                  <a:pt x="62" y="115"/>
                </a:cubicBezTo>
                <a:cubicBezTo>
                  <a:pt x="60" y="113"/>
                  <a:pt x="60" y="113"/>
                  <a:pt x="60" y="113"/>
                </a:cubicBezTo>
                <a:cubicBezTo>
                  <a:pt x="49" y="109"/>
                  <a:pt x="38" y="109"/>
                  <a:pt x="28" y="113"/>
                </a:cubicBezTo>
                <a:cubicBezTo>
                  <a:pt x="28" y="109"/>
                  <a:pt x="28" y="109"/>
                  <a:pt x="28" y="109"/>
                </a:cubicBezTo>
                <a:cubicBezTo>
                  <a:pt x="28" y="109"/>
                  <a:pt x="28" y="107"/>
                  <a:pt x="25" y="107"/>
                </a:cubicBezTo>
                <a:cubicBezTo>
                  <a:pt x="4" y="107"/>
                  <a:pt x="4" y="107"/>
                  <a:pt x="4" y="107"/>
                </a:cubicBezTo>
                <a:cubicBezTo>
                  <a:pt x="2" y="107"/>
                  <a:pt x="2" y="107"/>
                  <a:pt x="2" y="109"/>
                </a:cubicBezTo>
                <a:cubicBezTo>
                  <a:pt x="0" y="154"/>
                  <a:pt x="0" y="154"/>
                  <a:pt x="0" y="154"/>
                </a:cubicBezTo>
                <a:cubicBezTo>
                  <a:pt x="0" y="156"/>
                  <a:pt x="2" y="158"/>
                  <a:pt x="4" y="158"/>
                </a:cubicBezTo>
                <a:cubicBezTo>
                  <a:pt x="23" y="158"/>
                  <a:pt x="23" y="158"/>
                  <a:pt x="23" y="158"/>
                </a:cubicBezTo>
                <a:cubicBezTo>
                  <a:pt x="25" y="158"/>
                  <a:pt x="25" y="156"/>
                  <a:pt x="28" y="156"/>
                </a:cubicBezTo>
                <a:cubicBezTo>
                  <a:pt x="28" y="154"/>
                  <a:pt x="28" y="154"/>
                  <a:pt x="28" y="154"/>
                </a:cubicBezTo>
                <a:cubicBezTo>
                  <a:pt x="32" y="150"/>
                  <a:pt x="32" y="150"/>
                  <a:pt x="32" y="150"/>
                </a:cubicBezTo>
                <a:cubicBezTo>
                  <a:pt x="34" y="150"/>
                  <a:pt x="36" y="150"/>
                  <a:pt x="38" y="150"/>
                </a:cubicBezTo>
                <a:cubicBezTo>
                  <a:pt x="71" y="158"/>
                  <a:pt x="71" y="158"/>
                  <a:pt x="71" y="158"/>
                </a:cubicBezTo>
                <a:cubicBezTo>
                  <a:pt x="71" y="158"/>
                  <a:pt x="71" y="158"/>
                  <a:pt x="73" y="158"/>
                </a:cubicBezTo>
                <a:cubicBezTo>
                  <a:pt x="75" y="160"/>
                  <a:pt x="77" y="160"/>
                  <a:pt x="79" y="160"/>
                </a:cubicBezTo>
                <a:cubicBezTo>
                  <a:pt x="84" y="160"/>
                  <a:pt x="90" y="158"/>
                  <a:pt x="94" y="156"/>
                </a:cubicBezTo>
                <a:cubicBezTo>
                  <a:pt x="142" y="126"/>
                  <a:pt x="142" y="126"/>
                  <a:pt x="142" y="126"/>
                </a:cubicBezTo>
                <a:cubicBezTo>
                  <a:pt x="142" y="126"/>
                  <a:pt x="144" y="124"/>
                  <a:pt x="142" y="122"/>
                </a:cubicBezTo>
                <a:close/>
                <a:moveTo>
                  <a:pt x="21" y="152"/>
                </a:moveTo>
                <a:cubicBezTo>
                  <a:pt x="6" y="152"/>
                  <a:pt x="6" y="152"/>
                  <a:pt x="6" y="152"/>
                </a:cubicBezTo>
                <a:cubicBezTo>
                  <a:pt x="6" y="111"/>
                  <a:pt x="6" y="111"/>
                  <a:pt x="6" y="111"/>
                </a:cubicBezTo>
                <a:cubicBezTo>
                  <a:pt x="23" y="113"/>
                  <a:pt x="23" y="113"/>
                  <a:pt x="23" y="113"/>
                </a:cubicBezTo>
                <a:cubicBezTo>
                  <a:pt x="21" y="152"/>
                  <a:pt x="21" y="152"/>
                  <a:pt x="21" y="152"/>
                </a:cubicBezTo>
                <a:close/>
                <a:moveTo>
                  <a:pt x="92" y="152"/>
                </a:moveTo>
                <a:cubicBezTo>
                  <a:pt x="86" y="154"/>
                  <a:pt x="79" y="154"/>
                  <a:pt x="73" y="154"/>
                </a:cubicBezTo>
                <a:cubicBezTo>
                  <a:pt x="40" y="145"/>
                  <a:pt x="40" y="145"/>
                  <a:pt x="40" y="145"/>
                </a:cubicBezTo>
                <a:cubicBezTo>
                  <a:pt x="36" y="143"/>
                  <a:pt x="32" y="143"/>
                  <a:pt x="30" y="145"/>
                </a:cubicBezTo>
                <a:cubicBezTo>
                  <a:pt x="28" y="147"/>
                  <a:pt x="28" y="147"/>
                  <a:pt x="28" y="147"/>
                </a:cubicBezTo>
                <a:cubicBezTo>
                  <a:pt x="28" y="119"/>
                  <a:pt x="28" y="119"/>
                  <a:pt x="28" y="119"/>
                </a:cubicBezTo>
                <a:cubicBezTo>
                  <a:pt x="36" y="115"/>
                  <a:pt x="47" y="113"/>
                  <a:pt x="58" y="119"/>
                </a:cubicBezTo>
                <a:cubicBezTo>
                  <a:pt x="60" y="119"/>
                  <a:pt x="60" y="119"/>
                  <a:pt x="60" y="119"/>
                </a:cubicBezTo>
                <a:cubicBezTo>
                  <a:pt x="62" y="122"/>
                  <a:pt x="66" y="122"/>
                  <a:pt x="71" y="122"/>
                </a:cubicBezTo>
                <a:cubicBezTo>
                  <a:pt x="90" y="124"/>
                  <a:pt x="90" y="124"/>
                  <a:pt x="90" y="124"/>
                </a:cubicBezTo>
                <a:cubicBezTo>
                  <a:pt x="94" y="124"/>
                  <a:pt x="99" y="126"/>
                  <a:pt x="101" y="132"/>
                </a:cubicBezTo>
                <a:cubicBezTo>
                  <a:pt x="71" y="132"/>
                  <a:pt x="71" y="132"/>
                  <a:pt x="71" y="132"/>
                </a:cubicBezTo>
                <a:cubicBezTo>
                  <a:pt x="71" y="132"/>
                  <a:pt x="68" y="132"/>
                  <a:pt x="68" y="135"/>
                </a:cubicBezTo>
                <a:cubicBezTo>
                  <a:pt x="71" y="137"/>
                  <a:pt x="71" y="137"/>
                  <a:pt x="71" y="137"/>
                </a:cubicBezTo>
                <a:cubicBezTo>
                  <a:pt x="103" y="137"/>
                  <a:pt x="103" y="137"/>
                  <a:pt x="103" y="137"/>
                </a:cubicBezTo>
                <a:cubicBezTo>
                  <a:pt x="105" y="137"/>
                  <a:pt x="105" y="137"/>
                  <a:pt x="105" y="135"/>
                </a:cubicBezTo>
                <a:cubicBezTo>
                  <a:pt x="105" y="132"/>
                  <a:pt x="105" y="132"/>
                  <a:pt x="105" y="132"/>
                </a:cubicBezTo>
                <a:cubicBezTo>
                  <a:pt x="127" y="122"/>
                  <a:pt x="127" y="122"/>
                  <a:pt x="127" y="122"/>
                </a:cubicBezTo>
                <a:cubicBezTo>
                  <a:pt x="129" y="119"/>
                  <a:pt x="133" y="119"/>
                  <a:pt x="135" y="124"/>
                </a:cubicBezTo>
                <a:lnTo>
                  <a:pt x="92" y="152"/>
                </a:lnTo>
                <a:close/>
                <a:moveTo>
                  <a:pt x="72" y="30"/>
                </a:moveTo>
                <a:cubicBezTo>
                  <a:pt x="75" y="30"/>
                  <a:pt x="75" y="28"/>
                  <a:pt x="75" y="28"/>
                </a:cubicBezTo>
                <a:cubicBezTo>
                  <a:pt x="75" y="2"/>
                  <a:pt x="75" y="2"/>
                  <a:pt x="75" y="2"/>
                </a:cubicBezTo>
                <a:cubicBezTo>
                  <a:pt x="75" y="0"/>
                  <a:pt x="75" y="0"/>
                  <a:pt x="72" y="0"/>
                </a:cubicBezTo>
                <a:cubicBezTo>
                  <a:pt x="70" y="0"/>
                  <a:pt x="70" y="0"/>
                  <a:pt x="70" y="2"/>
                </a:cubicBezTo>
                <a:cubicBezTo>
                  <a:pt x="70" y="28"/>
                  <a:pt x="70" y="28"/>
                  <a:pt x="70" y="28"/>
                </a:cubicBezTo>
                <a:cubicBezTo>
                  <a:pt x="70" y="28"/>
                  <a:pt x="70" y="30"/>
                  <a:pt x="72" y="30"/>
                </a:cubicBezTo>
                <a:close/>
                <a:moveTo>
                  <a:pt x="96" y="28"/>
                </a:moveTo>
                <a:cubicBezTo>
                  <a:pt x="96" y="15"/>
                  <a:pt x="96" y="15"/>
                  <a:pt x="96" y="15"/>
                </a:cubicBezTo>
                <a:cubicBezTo>
                  <a:pt x="96" y="13"/>
                  <a:pt x="94" y="13"/>
                  <a:pt x="92" y="13"/>
                </a:cubicBezTo>
                <a:cubicBezTo>
                  <a:pt x="92" y="13"/>
                  <a:pt x="90" y="13"/>
                  <a:pt x="90" y="15"/>
                </a:cubicBezTo>
                <a:cubicBezTo>
                  <a:pt x="90" y="28"/>
                  <a:pt x="90" y="28"/>
                  <a:pt x="90" y="28"/>
                </a:cubicBezTo>
                <a:cubicBezTo>
                  <a:pt x="92" y="30"/>
                  <a:pt x="92" y="30"/>
                  <a:pt x="92" y="30"/>
                </a:cubicBezTo>
                <a:cubicBezTo>
                  <a:pt x="94" y="30"/>
                  <a:pt x="96" y="28"/>
                  <a:pt x="96" y="28"/>
                </a:cubicBezTo>
                <a:close/>
                <a:moveTo>
                  <a:pt x="53" y="30"/>
                </a:moveTo>
                <a:cubicBezTo>
                  <a:pt x="56" y="30"/>
                  <a:pt x="56" y="28"/>
                  <a:pt x="56" y="28"/>
                </a:cubicBezTo>
                <a:cubicBezTo>
                  <a:pt x="56" y="15"/>
                  <a:pt x="56" y="15"/>
                  <a:pt x="56" y="15"/>
                </a:cubicBezTo>
                <a:cubicBezTo>
                  <a:pt x="56" y="13"/>
                  <a:pt x="56" y="13"/>
                  <a:pt x="53" y="13"/>
                </a:cubicBezTo>
                <a:cubicBezTo>
                  <a:pt x="51" y="13"/>
                  <a:pt x="51" y="13"/>
                  <a:pt x="51" y="15"/>
                </a:cubicBezTo>
                <a:cubicBezTo>
                  <a:pt x="51" y="28"/>
                  <a:pt x="51" y="28"/>
                  <a:pt x="51" y="28"/>
                </a:cubicBezTo>
                <a:cubicBezTo>
                  <a:pt x="51" y="28"/>
                  <a:pt x="51" y="30"/>
                  <a:pt x="53" y="30"/>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Freeform 186">
            <a:extLst>
              <a:ext uri="{FF2B5EF4-FFF2-40B4-BE49-F238E27FC236}">
                <a16:creationId xmlns:a16="http://schemas.microsoft.com/office/drawing/2014/main" id="{41B5A699-0CC2-57FB-D9E5-1F3608C6D776}"/>
              </a:ext>
            </a:extLst>
          </p:cNvPr>
          <p:cNvSpPr>
            <a:spLocks noEditPoints="1"/>
          </p:cNvSpPr>
          <p:nvPr/>
        </p:nvSpPr>
        <p:spPr bwMode="auto">
          <a:xfrm>
            <a:off x="6490040" y="4004677"/>
            <a:ext cx="374207" cy="374207"/>
          </a:xfrm>
          <a:custGeom>
            <a:avLst/>
            <a:gdLst>
              <a:gd name="T0" fmla="*/ 20 w 161"/>
              <a:gd name="T1" fmla="*/ 124 h 161"/>
              <a:gd name="T2" fmla="*/ 19 w 161"/>
              <a:gd name="T3" fmla="*/ 35 h 161"/>
              <a:gd name="T4" fmla="*/ 0 w 161"/>
              <a:gd name="T5" fmla="*/ 83 h 161"/>
              <a:gd name="T6" fmla="*/ 17 w 161"/>
              <a:gd name="T7" fmla="*/ 145 h 161"/>
              <a:gd name="T8" fmla="*/ 35 w 161"/>
              <a:gd name="T9" fmla="*/ 145 h 161"/>
              <a:gd name="T10" fmla="*/ 26 w 161"/>
              <a:gd name="T11" fmla="*/ 123 h 161"/>
              <a:gd name="T12" fmla="*/ 21 w 161"/>
              <a:gd name="T13" fmla="*/ 141 h 161"/>
              <a:gd name="T14" fmla="*/ 26 w 161"/>
              <a:gd name="T15" fmla="*/ 129 h 161"/>
              <a:gd name="T16" fmla="*/ 31 w 161"/>
              <a:gd name="T17" fmla="*/ 141 h 161"/>
              <a:gd name="T18" fmla="*/ 94 w 161"/>
              <a:gd name="T19" fmla="*/ 155 h 161"/>
              <a:gd name="T20" fmla="*/ 83 w 161"/>
              <a:gd name="T21" fmla="*/ 146 h 161"/>
              <a:gd name="T22" fmla="*/ 90 w 161"/>
              <a:gd name="T23" fmla="*/ 116 h 161"/>
              <a:gd name="T24" fmla="*/ 109 w 161"/>
              <a:gd name="T25" fmla="*/ 84 h 161"/>
              <a:gd name="T26" fmla="*/ 117 w 161"/>
              <a:gd name="T27" fmla="*/ 58 h 161"/>
              <a:gd name="T28" fmla="*/ 107 w 161"/>
              <a:gd name="T29" fmla="*/ 28 h 161"/>
              <a:gd name="T30" fmla="*/ 88 w 161"/>
              <a:gd name="T31" fmla="*/ 28 h 161"/>
              <a:gd name="T32" fmla="*/ 72 w 161"/>
              <a:gd name="T33" fmla="*/ 47 h 161"/>
              <a:gd name="T34" fmla="*/ 62 w 161"/>
              <a:gd name="T35" fmla="*/ 18 h 161"/>
              <a:gd name="T36" fmla="*/ 54 w 161"/>
              <a:gd name="T37" fmla="*/ 47 h 161"/>
              <a:gd name="T38" fmla="*/ 51 w 161"/>
              <a:gd name="T39" fmla="*/ 70 h 161"/>
              <a:gd name="T40" fmla="*/ 70 w 161"/>
              <a:gd name="T41" fmla="*/ 111 h 161"/>
              <a:gd name="T42" fmla="*/ 77 w 161"/>
              <a:gd name="T43" fmla="*/ 123 h 161"/>
              <a:gd name="T44" fmla="*/ 82 w 161"/>
              <a:gd name="T45" fmla="*/ 157 h 161"/>
              <a:gd name="T46" fmla="*/ 95 w 161"/>
              <a:gd name="T47" fmla="*/ 161 h 161"/>
              <a:gd name="T48" fmla="*/ 128 w 161"/>
              <a:gd name="T49" fmla="*/ 143 h 161"/>
              <a:gd name="T50" fmla="*/ 94 w 161"/>
              <a:gd name="T51" fmla="*/ 28 h 161"/>
              <a:gd name="T52" fmla="*/ 100 w 161"/>
              <a:gd name="T53" fmla="*/ 28 h 161"/>
              <a:gd name="T54" fmla="*/ 94 w 161"/>
              <a:gd name="T55" fmla="*/ 47 h 161"/>
              <a:gd name="T56" fmla="*/ 60 w 161"/>
              <a:gd name="T57" fmla="*/ 28 h 161"/>
              <a:gd name="T58" fmla="*/ 66 w 161"/>
              <a:gd name="T59" fmla="*/ 28 h 161"/>
              <a:gd name="T60" fmla="*/ 60 w 161"/>
              <a:gd name="T61" fmla="*/ 47 h 161"/>
              <a:gd name="T62" fmla="*/ 49 w 161"/>
              <a:gd name="T63" fmla="*/ 58 h 161"/>
              <a:gd name="T64" fmla="*/ 105 w 161"/>
              <a:gd name="T65" fmla="*/ 53 h 161"/>
              <a:gd name="T66" fmla="*/ 105 w 161"/>
              <a:gd name="T67" fmla="*/ 64 h 161"/>
              <a:gd name="T68" fmla="*/ 49 w 161"/>
              <a:gd name="T69" fmla="*/ 58 h 161"/>
              <a:gd name="T70" fmla="*/ 59 w 161"/>
              <a:gd name="T71" fmla="*/ 70 h 161"/>
              <a:gd name="T72" fmla="*/ 103 w 161"/>
              <a:gd name="T73" fmla="*/ 84 h 161"/>
              <a:gd name="T74" fmla="*/ 59 w 161"/>
              <a:gd name="T75" fmla="*/ 84 h 161"/>
              <a:gd name="T76" fmla="*/ 77 w 161"/>
              <a:gd name="T77" fmla="*/ 117 h 161"/>
              <a:gd name="T78" fmla="*/ 77 w 161"/>
              <a:gd name="T79" fmla="*/ 112 h 161"/>
              <a:gd name="T80" fmla="*/ 84 w 161"/>
              <a:gd name="T81" fmla="*/ 116 h 161"/>
              <a:gd name="T82" fmla="*/ 81 w 161"/>
              <a:gd name="T83" fmla="*/ 117 h 161"/>
              <a:gd name="T84" fmla="*/ 132 w 161"/>
              <a:gd name="T85" fmla="*/ 135 h 161"/>
              <a:gd name="T86" fmla="*/ 135 w 161"/>
              <a:gd name="T87" fmla="*/ 139 h 161"/>
              <a:gd name="T88" fmla="*/ 138 w 161"/>
              <a:gd name="T89" fmla="*/ 138 h 161"/>
              <a:gd name="T90" fmla="*/ 160 w 161"/>
              <a:gd name="T91" fmla="*/ 76 h 161"/>
              <a:gd name="T92" fmla="*/ 87 w 161"/>
              <a:gd name="T93" fmla="*/ 2 h 161"/>
              <a:gd name="T94" fmla="*/ 34 w 161"/>
              <a:gd name="T95" fmla="*/ 20 h 161"/>
              <a:gd name="T96" fmla="*/ 132 w 161"/>
              <a:gd name="T97" fmla="*/ 29 h 161"/>
              <a:gd name="T98" fmla="*/ 141 w 161"/>
              <a:gd name="T99" fmla="*/ 129 h 161"/>
              <a:gd name="T100" fmla="*/ 144 w 161"/>
              <a:gd name="T101" fmla="*/ 129 h 161"/>
              <a:gd name="T102" fmla="*/ 25 w 161"/>
              <a:gd name="T103" fmla="*/ 31 h 161"/>
              <a:gd name="T104" fmla="*/ 27 w 161"/>
              <a:gd name="T105" fmla="*/ 25 h 161"/>
              <a:gd name="T106" fmla="*/ 22 w 161"/>
              <a:gd name="T107" fmla="*/ 30 h 161"/>
              <a:gd name="T108" fmla="*/ 87 w 161"/>
              <a:gd name="T109" fmla="*/ 87 h 161"/>
              <a:gd name="T110" fmla="*/ 84 w 161"/>
              <a:gd name="T111" fmla="*/ 82 h 161"/>
              <a:gd name="T112" fmla="*/ 87 w 161"/>
              <a:gd name="T113" fmla="*/ 77 h 161"/>
              <a:gd name="T114" fmla="*/ 82 w 161"/>
              <a:gd name="T115" fmla="*/ 72 h 161"/>
              <a:gd name="T116" fmla="*/ 73 w 161"/>
              <a:gd name="T117" fmla="*/ 87 h 161"/>
              <a:gd name="T118" fmla="*/ 80 w 161"/>
              <a:gd name="T119" fmla="*/ 88 h 161"/>
              <a:gd name="T120" fmla="*/ 77 w 161"/>
              <a:gd name="T121" fmla="*/ 99 h 161"/>
              <a:gd name="T122" fmla="*/ 81 w 161"/>
              <a:gd name="T123" fmla="*/ 98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61" h="161">
                <a:moveTo>
                  <a:pt x="26" y="123"/>
                </a:moveTo>
                <a:cubicBezTo>
                  <a:pt x="24" y="123"/>
                  <a:pt x="21" y="123"/>
                  <a:pt x="20" y="124"/>
                </a:cubicBezTo>
                <a:cubicBezTo>
                  <a:pt x="2" y="99"/>
                  <a:pt x="2" y="64"/>
                  <a:pt x="20" y="39"/>
                </a:cubicBezTo>
                <a:cubicBezTo>
                  <a:pt x="21" y="37"/>
                  <a:pt x="20" y="35"/>
                  <a:pt x="19" y="35"/>
                </a:cubicBezTo>
                <a:cubicBezTo>
                  <a:pt x="18" y="34"/>
                  <a:pt x="16" y="34"/>
                  <a:pt x="16" y="35"/>
                </a:cubicBezTo>
                <a:cubicBezTo>
                  <a:pt x="5" y="49"/>
                  <a:pt x="0" y="65"/>
                  <a:pt x="0" y="83"/>
                </a:cubicBezTo>
                <a:cubicBezTo>
                  <a:pt x="1" y="99"/>
                  <a:pt x="6" y="115"/>
                  <a:pt x="16" y="128"/>
                </a:cubicBezTo>
                <a:cubicBezTo>
                  <a:pt x="12" y="133"/>
                  <a:pt x="12" y="141"/>
                  <a:pt x="17" y="145"/>
                </a:cubicBezTo>
                <a:cubicBezTo>
                  <a:pt x="19" y="148"/>
                  <a:pt x="23" y="150"/>
                  <a:pt x="26" y="150"/>
                </a:cubicBezTo>
                <a:cubicBezTo>
                  <a:pt x="29" y="150"/>
                  <a:pt x="32" y="148"/>
                  <a:pt x="35" y="145"/>
                </a:cubicBezTo>
                <a:cubicBezTo>
                  <a:pt x="41" y="140"/>
                  <a:pt x="41" y="131"/>
                  <a:pt x="35" y="127"/>
                </a:cubicBezTo>
                <a:cubicBezTo>
                  <a:pt x="32" y="124"/>
                  <a:pt x="30" y="123"/>
                  <a:pt x="26" y="123"/>
                </a:cubicBezTo>
                <a:close/>
                <a:moveTo>
                  <a:pt x="31" y="141"/>
                </a:moveTo>
                <a:cubicBezTo>
                  <a:pt x="27" y="144"/>
                  <a:pt x="24" y="144"/>
                  <a:pt x="21" y="141"/>
                </a:cubicBezTo>
                <a:cubicBezTo>
                  <a:pt x="18" y="138"/>
                  <a:pt x="18" y="134"/>
                  <a:pt x="21" y="131"/>
                </a:cubicBezTo>
                <a:cubicBezTo>
                  <a:pt x="23" y="129"/>
                  <a:pt x="24" y="129"/>
                  <a:pt x="26" y="129"/>
                </a:cubicBezTo>
                <a:cubicBezTo>
                  <a:pt x="27" y="129"/>
                  <a:pt x="30" y="129"/>
                  <a:pt x="31" y="131"/>
                </a:cubicBezTo>
                <a:cubicBezTo>
                  <a:pt x="33" y="134"/>
                  <a:pt x="33" y="138"/>
                  <a:pt x="31" y="141"/>
                </a:cubicBezTo>
                <a:close/>
                <a:moveTo>
                  <a:pt x="123" y="141"/>
                </a:moveTo>
                <a:cubicBezTo>
                  <a:pt x="115" y="149"/>
                  <a:pt x="105" y="152"/>
                  <a:pt x="94" y="155"/>
                </a:cubicBezTo>
                <a:cubicBezTo>
                  <a:pt x="92" y="155"/>
                  <a:pt x="88" y="155"/>
                  <a:pt x="87" y="152"/>
                </a:cubicBezTo>
                <a:cubicBezTo>
                  <a:pt x="84" y="151"/>
                  <a:pt x="83" y="149"/>
                  <a:pt x="83" y="146"/>
                </a:cubicBezTo>
                <a:cubicBezTo>
                  <a:pt x="83" y="123"/>
                  <a:pt x="83" y="123"/>
                  <a:pt x="83" y="123"/>
                </a:cubicBezTo>
                <a:cubicBezTo>
                  <a:pt x="87" y="123"/>
                  <a:pt x="90" y="120"/>
                  <a:pt x="90" y="116"/>
                </a:cubicBezTo>
                <a:cubicBezTo>
                  <a:pt x="90" y="111"/>
                  <a:pt x="90" y="111"/>
                  <a:pt x="90" y="111"/>
                </a:cubicBezTo>
                <a:cubicBezTo>
                  <a:pt x="101" y="107"/>
                  <a:pt x="109" y="97"/>
                  <a:pt x="109" y="84"/>
                </a:cubicBezTo>
                <a:cubicBezTo>
                  <a:pt x="109" y="70"/>
                  <a:pt x="109" y="70"/>
                  <a:pt x="109" y="70"/>
                </a:cubicBezTo>
                <a:cubicBezTo>
                  <a:pt x="114" y="69"/>
                  <a:pt x="117" y="64"/>
                  <a:pt x="117" y="58"/>
                </a:cubicBezTo>
                <a:cubicBezTo>
                  <a:pt x="117" y="52"/>
                  <a:pt x="112" y="47"/>
                  <a:pt x="107" y="47"/>
                </a:cubicBezTo>
                <a:cubicBezTo>
                  <a:pt x="107" y="28"/>
                  <a:pt x="107" y="28"/>
                  <a:pt x="107" y="28"/>
                </a:cubicBezTo>
                <a:cubicBezTo>
                  <a:pt x="107" y="22"/>
                  <a:pt x="103" y="18"/>
                  <a:pt x="98" y="18"/>
                </a:cubicBezTo>
                <a:cubicBezTo>
                  <a:pt x="93" y="18"/>
                  <a:pt x="88" y="22"/>
                  <a:pt x="88" y="28"/>
                </a:cubicBezTo>
                <a:cubicBezTo>
                  <a:pt x="88" y="47"/>
                  <a:pt x="88" y="47"/>
                  <a:pt x="88" y="47"/>
                </a:cubicBezTo>
                <a:cubicBezTo>
                  <a:pt x="72" y="47"/>
                  <a:pt x="72" y="47"/>
                  <a:pt x="72" y="47"/>
                </a:cubicBezTo>
                <a:cubicBezTo>
                  <a:pt x="72" y="28"/>
                  <a:pt x="72" y="28"/>
                  <a:pt x="72" y="28"/>
                </a:cubicBezTo>
                <a:cubicBezTo>
                  <a:pt x="72" y="22"/>
                  <a:pt x="68" y="18"/>
                  <a:pt x="62" y="18"/>
                </a:cubicBezTo>
                <a:cubicBezTo>
                  <a:pt x="58" y="18"/>
                  <a:pt x="54" y="22"/>
                  <a:pt x="54" y="28"/>
                </a:cubicBezTo>
                <a:cubicBezTo>
                  <a:pt x="54" y="47"/>
                  <a:pt x="54" y="47"/>
                  <a:pt x="54" y="47"/>
                </a:cubicBezTo>
                <a:cubicBezTo>
                  <a:pt x="48" y="47"/>
                  <a:pt x="43" y="52"/>
                  <a:pt x="43" y="58"/>
                </a:cubicBezTo>
                <a:cubicBezTo>
                  <a:pt x="43" y="64"/>
                  <a:pt x="47" y="69"/>
                  <a:pt x="51" y="70"/>
                </a:cubicBezTo>
                <a:cubicBezTo>
                  <a:pt x="51" y="84"/>
                  <a:pt x="51" y="84"/>
                  <a:pt x="51" y="84"/>
                </a:cubicBezTo>
                <a:cubicBezTo>
                  <a:pt x="51" y="97"/>
                  <a:pt x="60" y="107"/>
                  <a:pt x="70" y="111"/>
                </a:cubicBezTo>
                <a:cubicBezTo>
                  <a:pt x="70" y="116"/>
                  <a:pt x="70" y="116"/>
                  <a:pt x="70" y="116"/>
                </a:cubicBezTo>
                <a:cubicBezTo>
                  <a:pt x="70" y="120"/>
                  <a:pt x="73" y="123"/>
                  <a:pt x="77" y="123"/>
                </a:cubicBezTo>
                <a:cubicBezTo>
                  <a:pt x="77" y="146"/>
                  <a:pt x="77" y="146"/>
                  <a:pt x="77" y="146"/>
                </a:cubicBezTo>
                <a:cubicBezTo>
                  <a:pt x="77" y="150"/>
                  <a:pt x="79" y="155"/>
                  <a:pt x="82" y="157"/>
                </a:cubicBezTo>
                <a:cubicBezTo>
                  <a:pt x="86" y="159"/>
                  <a:pt x="88" y="161"/>
                  <a:pt x="92" y="161"/>
                </a:cubicBezTo>
                <a:cubicBezTo>
                  <a:pt x="95" y="161"/>
                  <a:pt x="95" y="161"/>
                  <a:pt x="95" y="161"/>
                </a:cubicBezTo>
                <a:cubicBezTo>
                  <a:pt x="106" y="158"/>
                  <a:pt x="117" y="153"/>
                  <a:pt x="127" y="146"/>
                </a:cubicBezTo>
                <a:cubicBezTo>
                  <a:pt x="129" y="146"/>
                  <a:pt x="129" y="144"/>
                  <a:pt x="128" y="143"/>
                </a:cubicBezTo>
                <a:cubicBezTo>
                  <a:pt x="127" y="141"/>
                  <a:pt x="126" y="140"/>
                  <a:pt x="123" y="141"/>
                </a:cubicBezTo>
                <a:close/>
                <a:moveTo>
                  <a:pt x="94" y="28"/>
                </a:moveTo>
                <a:cubicBezTo>
                  <a:pt x="94" y="25"/>
                  <a:pt x="95" y="24"/>
                  <a:pt x="98" y="24"/>
                </a:cubicBezTo>
                <a:cubicBezTo>
                  <a:pt x="99" y="24"/>
                  <a:pt x="100" y="25"/>
                  <a:pt x="100" y="28"/>
                </a:cubicBezTo>
                <a:cubicBezTo>
                  <a:pt x="100" y="47"/>
                  <a:pt x="100" y="47"/>
                  <a:pt x="100" y="47"/>
                </a:cubicBezTo>
                <a:cubicBezTo>
                  <a:pt x="94" y="47"/>
                  <a:pt x="94" y="47"/>
                  <a:pt x="94" y="47"/>
                </a:cubicBezTo>
                <a:lnTo>
                  <a:pt x="94" y="28"/>
                </a:lnTo>
                <a:close/>
                <a:moveTo>
                  <a:pt x="60" y="28"/>
                </a:moveTo>
                <a:cubicBezTo>
                  <a:pt x="60" y="25"/>
                  <a:pt x="61" y="24"/>
                  <a:pt x="62" y="24"/>
                </a:cubicBezTo>
                <a:cubicBezTo>
                  <a:pt x="65" y="24"/>
                  <a:pt x="66" y="25"/>
                  <a:pt x="66" y="28"/>
                </a:cubicBezTo>
                <a:cubicBezTo>
                  <a:pt x="66" y="47"/>
                  <a:pt x="66" y="47"/>
                  <a:pt x="66" y="47"/>
                </a:cubicBezTo>
                <a:cubicBezTo>
                  <a:pt x="60" y="47"/>
                  <a:pt x="60" y="47"/>
                  <a:pt x="60" y="47"/>
                </a:cubicBezTo>
                <a:lnTo>
                  <a:pt x="60" y="28"/>
                </a:lnTo>
                <a:close/>
                <a:moveTo>
                  <a:pt x="49" y="58"/>
                </a:moveTo>
                <a:cubicBezTo>
                  <a:pt x="49" y="55"/>
                  <a:pt x="51" y="53"/>
                  <a:pt x="55" y="53"/>
                </a:cubicBezTo>
                <a:cubicBezTo>
                  <a:pt x="105" y="53"/>
                  <a:pt x="105" y="53"/>
                  <a:pt x="105" y="53"/>
                </a:cubicBezTo>
                <a:cubicBezTo>
                  <a:pt x="109" y="53"/>
                  <a:pt x="111" y="55"/>
                  <a:pt x="111" y="58"/>
                </a:cubicBezTo>
                <a:cubicBezTo>
                  <a:pt x="111" y="61"/>
                  <a:pt x="109" y="64"/>
                  <a:pt x="105" y="64"/>
                </a:cubicBezTo>
                <a:cubicBezTo>
                  <a:pt x="55" y="64"/>
                  <a:pt x="55" y="64"/>
                  <a:pt x="55" y="64"/>
                </a:cubicBezTo>
                <a:cubicBezTo>
                  <a:pt x="51" y="64"/>
                  <a:pt x="49" y="61"/>
                  <a:pt x="49" y="58"/>
                </a:cubicBezTo>
                <a:close/>
                <a:moveTo>
                  <a:pt x="59" y="84"/>
                </a:moveTo>
                <a:cubicBezTo>
                  <a:pt x="59" y="70"/>
                  <a:pt x="59" y="70"/>
                  <a:pt x="59" y="70"/>
                </a:cubicBezTo>
                <a:cubicBezTo>
                  <a:pt x="103" y="70"/>
                  <a:pt x="103" y="70"/>
                  <a:pt x="103" y="70"/>
                </a:cubicBezTo>
                <a:cubicBezTo>
                  <a:pt x="103" y="84"/>
                  <a:pt x="103" y="84"/>
                  <a:pt x="103" y="84"/>
                </a:cubicBezTo>
                <a:cubicBezTo>
                  <a:pt x="103" y="97"/>
                  <a:pt x="93" y="106"/>
                  <a:pt x="81" y="106"/>
                </a:cubicBezTo>
                <a:cubicBezTo>
                  <a:pt x="68" y="106"/>
                  <a:pt x="59" y="97"/>
                  <a:pt x="59" y="84"/>
                </a:cubicBezTo>
                <a:close/>
                <a:moveTo>
                  <a:pt x="81" y="117"/>
                </a:moveTo>
                <a:cubicBezTo>
                  <a:pt x="77" y="117"/>
                  <a:pt x="77" y="117"/>
                  <a:pt x="77" y="117"/>
                </a:cubicBezTo>
                <a:cubicBezTo>
                  <a:pt x="77" y="116"/>
                  <a:pt x="77" y="116"/>
                  <a:pt x="77" y="116"/>
                </a:cubicBezTo>
                <a:cubicBezTo>
                  <a:pt x="77" y="112"/>
                  <a:pt x="77" y="112"/>
                  <a:pt x="77" y="112"/>
                </a:cubicBezTo>
                <a:cubicBezTo>
                  <a:pt x="84" y="112"/>
                  <a:pt x="84" y="112"/>
                  <a:pt x="84" y="112"/>
                </a:cubicBezTo>
                <a:cubicBezTo>
                  <a:pt x="84" y="116"/>
                  <a:pt x="84" y="116"/>
                  <a:pt x="84" y="116"/>
                </a:cubicBezTo>
                <a:cubicBezTo>
                  <a:pt x="84" y="116"/>
                  <a:pt x="84" y="117"/>
                  <a:pt x="83" y="117"/>
                </a:cubicBezTo>
                <a:lnTo>
                  <a:pt x="81" y="117"/>
                </a:lnTo>
                <a:close/>
                <a:moveTo>
                  <a:pt x="136" y="135"/>
                </a:moveTo>
                <a:cubicBezTo>
                  <a:pt x="135" y="134"/>
                  <a:pt x="134" y="134"/>
                  <a:pt x="132" y="135"/>
                </a:cubicBezTo>
                <a:cubicBezTo>
                  <a:pt x="131" y="136"/>
                  <a:pt x="131" y="138"/>
                  <a:pt x="132" y="139"/>
                </a:cubicBezTo>
                <a:cubicBezTo>
                  <a:pt x="132" y="139"/>
                  <a:pt x="134" y="139"/>
                  <a:pt x="135" y="139"/>
                </a:cubicBezTo>
                <a:cubicBezTo>
                  <a:pt x="135" y="139"/>
                  <a:pt x="136" y="139"/>
                  <a:pt x="136" y="138"/>
                </a:cubicBezTo>
                <a:cubicBezTo>
                  <a:pt x="138" y="138"/>
                  <a:pt x="138" y="138"/>
                  <a:pt x="138" y="138"/>
                </a:cubicBezTo>
                <a:cubicBezTo>
                  <a:pt x="139" y="137"/>
                  <a:pt x="138" y="136"/>
                  <a:pt x="136" y="135"/>
                </a:cubicBezTo>
                <a:close/>
                <a:moveTo>
                  <a:pt x="160" y="76"/>
                </a:moveTo>
                <a:cubicBezTo>
                  <a:pt x="159" y="57"/>
                  <a:pt x="150" y="38"/>
                  <a:pt x="136" y="25"/>
                </a:cubicBezTo>
                <a:cubicBezTo>
                  <a:pt x="123" y="12"/>
                  <a:pt x="106" y="3"/>
                  <a:pt x="87" y="2"/>
                </a:cubicBezTo>
                <a:cubicBezTo>
                  <a:pt x="67" y="0"/>
                  <a:pt x="49" y="6"/>
                  <a:pt x="34" y="17"/>
                </a:cubicBezTo>
                <a:cubicBezTo>
                  <a:pt x="33" y="17"/>
                  <a:pt x="33" y="19"/>
                  <a:pt x="34" y="20"/>
                </a:cubicBezTo>
                <a:cubicBezTo>
                  <a:pt x="34" y="21"/>
                  <a:pt x="36" y="23"/>
                  <a:pt x="37" y="21"/>
                </a:cubicBezTo>
                <a:cubicBezTo>
                  <a:pt x="66" y="1"/>
                  <a:pt x="107" y="4"/>
                  <a:pt x="132" y="29"/>
                </a:cubicBezTo>
                <a:cubicBezTo>
                  <a:pt x="158" y="55"/>
                  <a:pt x="161" y="95"/>
                  <a:pt x="140" y="126"/>
                </a:cubicBezTo>
                <a:cubicBezTo>
                  <a:pt x="138" y="127"/>
                  <a:pt x="138" y="128"/>
                  <a:pt x="141" y="129"/>
                </a:cubicBezTo>
                <a:cubicBezTo>
                  <a:pt x="141" y="131"/>
                  <a:pt x="142" y="131"/>
                  <a:pt x="142" y="131"/>
                </a:cubicBezTo>
                <a:cubicBezTo>
                  <a:pt x="143" y="131"/>
                  <a:pt x="144" y="129"/>
                  <a:pt x="144" y="129"/>
                </a:cubicBezTo>
                <a:cubicBezTo>
                  <a:pt x="155" y="114"/>
                  <a:pt x="161" y="94"/>
                  <a:pt x="160" y="76"/>
                </a:cubicBezTo>
                <a:close/>
                <a:moveTo>
                  <a:pt x="25" y="31"/>
                </a:moveTo>
                <a:cubicBezTo>
                  <a:pt x="26" y="31"/>
                  <a:pt x="27" y="30"/>
                  <a:pt x="27" y="30"/>
                </a:cubicBezTo>
                <a:cubicBezTo>
                  <a:pt x="29" y="29"/>
                  <a:pt x="29" y="27"/>
                  <a:pt x="27" y="25"/>
                </a:cubicBezTo>
                <a:cubicBezTo>
                  <a:pt x="26" y="24"/>
                  <a:pt x="23" y="24"/>
                  <a:pt x="22" y="25"/>
                </a:cubicBezTo>
                <a:cubicBezTo>
                  <a:pt x="21" y="27"/>
                  <a:pt x="21" y="29"/>
                  <a:pt x="22" y="30"/>
                </a:cubicBezTo>
                <a:cubicBezTo>
                  <a:pt x="23" y="30"/>
                  <a:pt x="25" y="31"/>
                  <a:pt x="25" y="31"/>
                </a:cubicBezTo>
                <a:close/>
                <a:moveTo>
                  <a:pt x="87" y="87"/>
                </a:moveTo>
                <a:cubicBezTo>
                  <a:pt x="88" y="86"/>
                  <a:pt x="88" y="84"/>
                  <a:pt x="87" y="83"/>
                </a:cubicBezTo>
                <a:cubicBezTo>
                  <a:pt x="87" y="82"/>
                  <a:pt x="86" y="82"/>
                  <a:pt x="84" y="82"/>
                </a:cubicBezTo>
                <a:cubicBezTo>
                  <a:pt x="82" y="82"/>
                  <a:pt x="82" y="82"/>
                  <a:pt x="82" y="82"/>
                </a:cubicBezTo>
                <a:cubicBezTo>
                  <a:pt x="87" y="77"/>
                  <a:pt x="87" y="77"/>
                  <a:pt x="87" y="77"/>
                </a:cubicBezTo>
                <a:cubicBezTo>
                  <a:pt x="88" y="76"/>
                  <a:pt x="87" y="73"/>
                  <a:pt x="86" y="72"/>
                </a:cubicBezTo>
                <a:cubicBezTo>
                  <a:pt x="84" y="71"/>
                  <a:pt x="83" y="71"/>
                  <a:pt x="82" y="72"/>
                </a:cubicBezTo>
                <a:cubicBezTo>
                  <a:pt x="73" y="83"/>
                  <a:pt x="73" y="83"/>
                  <a:pt x="73" y="83"/>
                </a:cubicBezTo>
                <a:cubicBezTo>
                  <a:pt x="72" y="84"/>
                  <a:pt x="72" y="86"/>
                  <a:pt x="73" y="87"/>
                </a:cubicBezTo>
                <a:cubicBezTo>
                  <a:pt x="73" y="88"/>
                  <a:pt x="75" y="88"/>
                  <a:pt x="76" y="88"/>
                </a:cubicBezTo>
                <a:cubicBezTo>
                  <a:pt x="80" y="88"/>
                  <a:pt x="80" y="88"/>
                  <a:pt x="80" y="88"/>
                </a:cubicBezTo>
                <a:cubicBezTo>
                  <a:pt x="76" y="95"/>
                  <a:pt x="76" y="95"/>
                  <a:pt x="76" y="95"/>
                </a:cubicBezTo>
                <a:cubicBezTo>
                  <a:pt x="75" y="97"/>
                  <a:pt x="75" y="99"/>
                  <a:pt x="77" y="99"/>
                </a:cubicBezTo>
                <a:cubicBezTo>
                  <a:pt x="77" y="99"/>
                  <a:pt x="77" y="100"/>
                  <a:pt x="78" y="100"/>
                </a:cubicBezTo>
                <a:cubicBezTo>
                  <a:pt x="80" y="100"/>
                  <a:pt x="81" y="99"/>
                  <a:pt x="81" y="98"/>
                </a:cubicBezTo>
                <a:cubicBezTo>
                  <a:pt x="87" y="87"/>
                  <a:pt x="87" y="87"/>
                  <a:pt x="87" y="87"/>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2">
            <a:extLst>
              <a:ext uri="{FF2B5EF4-FFF2-40B4-BE49-F238E27FC236}">
                <a16:creationId xmlns:a16="http://schemas.microsoft.com/office/drawing/2014/main" id="{EAAA1505-059C-809A-1579-5A18568F1051}"/>
              </a:ext>
            </a:extLst>
          </p:cNvPr>
          <p:cNvSpPr>
            <a:spLocks noEditPoints="1"/>
          </p:cNvSpPr>
          <p:nvPr/>
        </p:nvSpPr>
        <p:spPr bwMode="auto">
          <a:xfrm>
            <a:off x="6491203" y="1199908"/>
            <a:ext cx="371881" cy="371881"/>
          </a:xfrm>
          <a:custGeom>
            <a:avLst/>
            <a:gdLst>
              <a:gd name="T0" fmla="*/ 73 w 160"/>
              <a:gd name="T1" fmla="*/ 160 h 160"/>
              <a:gd name="T2" fmla="*/ 64 w 160"/>
              <a:gd name="T3" fmla="*/ 144 h 160"/>
              <a:gd name="T4" fmla="*/ 46 w 160"/>
              <a:gd name="T5" fmla="*/ 136 h 160"/>
              <a:gd name="T6" fmla="*/ 27 w 160"/>
              <a:gd name="T7" fmla="*/ 141 h 160"/>
              <a:gd name="T8" fmla="*/ 17 w 160"/>
              <a:gd name="T9" fmla="*/ 121 h 160"/>
              <a:gd name="T10" fmla="*/ 25 w 160"/>
              <a:gd name="T11" fmla="*/ 102 h 160"/>
              <a:gd name="T12" fmla="*/ 6 w 160"/>
              <a:gd name="T13" fmla="*/ 94 h 160"/>
              <a:gd name="T14" fmla="*/ 0 w 160"/>
              <a:gd name="T15" fmla="*/ 73 h 160"/>
              <a:gd name="T16" fmla="*/ 16 w 160"/>
              <a:gd name="T17" fmla="*/ 64 h 160"/>
              <a:gd name="T18" fmla="*/ 24 w 160"/>
              <a:gd name="T19" fmla="*/ 46 h 160"/>
              <a:gd name="T20" fmla="*/ 19 w 160"/>
              <a:gd name="T21" fmla="*/ 27 h 160"/>
              <a:gd name="T22" fmla="*/ 38 w 160"/>
              <a:gd name="T23" fmla="*/ 17 h 160"/>
              <a:gd name="T24" fmla="*/ 57 w 160"/>
              <a:gd name="T25" fmla="*/ 25 h 160"/>
              <a:gd name="T26" fmla="*/ 65 w 160"/>
              <a:gd name="T27" fmla="*/ 6 h 160"/>
              <a:gd name="T28" fmla="*/ 86 w 160"/>
              <a:gd name="T29" fmla="*/ 0 h 160"/>
              <a:gd name="T30" fmla="*/ 96 w 160"/>
              <a:gd name="T31" fmla="*/ 16 h 160"/>
              <a:gd name="T32" fmla="*/ 113 w 160"/>
              <a:gd name="T33" fmla="*/ 24 h 160"/>
              <a:gd name="T34" fmla="*/ 132 w 160"/>
              <a:gd name="T35" fmla="*/ 19 h 160"/>
              <a:gd name="T36" fmla="*/ 142 w 160"/>
              <a:gd name="T37" fmla="*/ 38 h 160"/>
              <a:gd name="T38" fmla="*/ 134 w 160"/>
              <a:gd name="T39" fmla="*/ 57 h 160"/>
              <a:gd name="T40" fmla="*/ 153 w 160"/>
              <a:gd name="T41" fmla="*/ 65 h 160"/>
              <a:gd name="T42" fmla="*/ 160 w 160"/>
              <a:gd name="T43" fmla="*/ 86 h 160"/>
              <a:gd name="T44" fmla="*/ 144 w 160"/>
              <a:gd name="T45" fmla="*/ 96 h 160"/>
              <a:gd name="T46" fmla="*/ 136 w 160"/>
              <a:gd name="T47" fmla="*/ 113 h 160"/>
              <a:gd name="T48" fmla="*/ 140 w 160"/>
              <a:gd name="T49" fmla="*/ 133 h 160"/>
              <a:gd name="T50" fmla="*/ 121 w 160"/>
              <a:gd name="T51" fmla="*/ 142 h 160"/>
              <a:gd name="T52" fmla="*/ 102 w 160"/>
              <a:gd name="T53" fmla="*/ 134 h 160"/>
              <a:gd name="T54" fmla="*/ 94 w 160"/>
              <a:gd name="T55" fmla="*/ 153 h 160"/>
              <a:gd name="T56" fmla="*/ 52 w 160"/>
              <a:gd name="T57" fmla="*/ 128 h 160"/>
              <a:gd name="T58" fmla="*/ 70 w 160"/>
              <a:gd name="T59" fmla="*/ 142 h 160"/>
              <a:gd name="T60" fmla="*/ 73 w 160"/>
              <a:gd name="T61" fmla="*/ 153 h 160"/>
              <a:gd name="T62" fmla="*/ 88 w 160"/>
              <a:gd name="T63" fmla="*/ 152 h 160"/>
              <a:gd name="T64" fmla="*/ 100 w 160"/>
              <a:gd name="T65" fmla="*/ 129 h 160"/>
              <a:gd name="T66" fmla="*/ 126 w 160"/>
              <a:gd name="T67" fmla="*/ 136 h 160"/>
              <a:gd name="T68" fmla="*/ 136 w 160"/>
              <a:gd name="T69" fmla="*/ 128 h 160"/>
              <a:gd name="T70" fmla="*/ 131 w 160"/>
              <a:gd name="T71" fmla="*/ 117 h 160"/>
              <a:gd name="T72" fmla="*/ 142 w 160"/>
              <a:gd name="T73" fmla="*/ 89 h 160"/>
              <a:gd name="T74" fmla="*/ 153 w 160"/>
              <a:gd name="T75" fmla="*/ 86 h 160"/>
              <a:gd name="T76" fmla="*/ 152 w 160"/>
              <a:gd name="T77" fmla="*/ 72 h 160"/>
              <a:gd name="T78" fmla="*/ 129 w 160"/>
              <a:gd name="T79" fmla="*/ 59 h 160"/>
              <a:gd name="T80" fmla="*/ 136 w 160"/>
              <a:gd name="T81" fmla="*/ 33 h 160"/>
              <a:gd name="T82" fmla="*/ 128 w 160"/>
              <a:gd name="T83" fmla="*/ 24 h 160"/>
              <a:gd name="T84" fmla="*/ 116 w 160"/>
              <a:gd name="T85" fmla="*/ 29 h 160"/>
              <a:gd name="T86" fmla="*/ 89 w 160"/>
              <a:gd name="T87" fmla="*/ 17 h 160"/>
              <a:gd name="T88" fmla="*/ 86 w 160"/>
              <a:gd name="T89" fmla="*/ 6 h 160"/>
              <a:gd name="T90" fmla="*/ 72 w 160"/>
              <a:gd name="T91" fmla="*/ 8 h 160"/>
              <a:gd name="T92" fmla="*/ 59 w 160"/>
              <a:gd name="T93" fmla="*/ 30 h 160"/>
              <a:gd name="T94" fmla="*/ 35 w 160"/>
              <a:gd name="T95" fmla="*/ 24 h 160"/>
              <a:gd name="T96" fmla="*/ 24 w 160"/>
              <a:gd name="T97" fmla="*/ 32 h 160"/>
              <a:gd name="T98" fmla="*/ 28 w 160"/>
              <a:gd name="T99" fmla="*/ 43 h 160"/>
              <a:gd name="T100" fmla="*/ 17 w 160"/>
              <a:gd name="T101" fmla="*/ 70 h 160"/>
              <a:gd name="T102" fmla="*/ 6 w 160"/>
              <a:gd name="T103" fmla="*/ 73 h 160"/>
              <a:gd name="T104" fmla="*/ 8 w 160"/>
              <a:gd name="T105" fmla="*/ 88 h 160"/>
              <a:gd name="T106" fmla="*/ 30 w 160"/>
              <a:gd name="T107" fmla="*/ 101 h 160"/>
              <a:gd name="T108" fmla="*/ 24 w 160"/>
              <a:gd name="T109" fmla="*/ 126 h 160"/>
              <a:gd name="T110" fmla="*/ 32 w 160"/>
              <a:gd name="T111" fmla="*/ 136 h 160"/>
              <a:gd name="T112" fmla="*/ 43 w 160"/>
              <a:gd name="T113" fmla="*/ 131 h 160"/>
              <a:gd name="T114" fmla="*/ 80 w 160"/>
              <a:gd name="T115" fmla="*/ 115 h 160"/>
              <a:gd name="T116" fmla="*/ 80 w 160"/>
              <a:gd name="T117" fmla="*/ 45 h 160"/>
              <a:gd name="T118" fmla="*/ 80 w 160"/>
              <a:gd name="T119" fmla="*/ 115 h 160"/>
              <a:gd name="T120" fmla="*/ 51 w 160"/>
              <a:gd name="T121" fmla="*/ 80 h 160"/>
              <a:gd name="T122" fmla="*/ 108 w 160"/>
              <a:gd name="T12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60" h="160">
                <a:moveTo>
                  <a:pt x="86" y="160"/>
                </a:moveTo>
                <a:cubicBezTo>
                  <a:pt x="73" y="160"/>
                  <a:pt x="73" y="160"/>
                  <a:pt x="73" y="160"/>
                </a:cubicBezTo>
                <a:cubicBezTo>
                  <a:pt x="70" y="160"/>
                  <a:pt x="67" y="157"/>
                  <a:pt x="65" y="153"/>
                </a:cubicBezTo>
                <a:cubicBezTo>
                  <a:pt x="64" y="144"/>
                  <a:pt x="64" y="144"/>
                  <a:pt x="64" y="144"/>
                </a:cubicBezTo>
                <a:cubicBezTo>
                  <a:pt x="64" y="141"/>
                  <a:pt x="60" y="136"/>
                  <a:pt x="57" y="134"/>
                </a:cubicBezTo>
                <a:cubicBezTo>
                  <a:pt x="54" y="133"/>
                  <a:pt x="49" y="134"/>
                  <a:pt x="46" y="136"/>
                </a:cubicBezTo>
                <a:cubicBezTo>
                  <a:pt x="38" y="142"/>
                  <a:pt x="38" y="142"/>
                  <a:pt x="38" y="142"/>
                </a:cubicBezTo>
                <a:cubicBezTo>
                  <a:pt x="35" y="144"/>
                  <a:pt x="30" y="144"/>
                  <a:pt x="27" y="141"/>
                </a:cubicBezTo>
                <a:cubicBezTo>
                  <a:pt x="19" y="133"/>
                  <a:pt x="19" y="133"/>
                  <a:pt x="19" y="133"/>
                </a:cubicBezTo>
                <a:cubicBezTo>
                  <a:pt x="16" y="129"/>
                  <a:pt x="16" y="125"/>
                  <a:pt x="17" y="121"/>
                </a:cubicBezTo>
                <a:cubicBezTo>
                  <a:pt x="24" y="113"/>
                  <a:pt x="24" y="113"/>
                  <a:pt x="24" y="113"/>
                </a:cubicBezTo>
                <a:cubicBezTo>
                  <a:pt x="25" y="110"/>
                  <a:pt x="27" y="105"/>
                  <a:pt x="25" y="102"/>
                </a:cubicBezTo>
                <a:cubicBezTo>
                  <a:pt x="24" y="99"/>
                  <a:pt x="19" y="96"/>
                  <a:pt x="16" y="96"/>
                </a:cubicBezTo>
                <a:cubicBezTo>
                  <a:pt x="6" y="94"/>
                  <a:pt x="6" y="94"/>
                  <a:pt x="6" y="94"/>
                </a:cubicBezTo>
                <a:cubicBezTo>
                  <a:pt x="3" y="93"/>
                  <a:pt x="0" y="89"/>
                  <a:pt x="0" y="86"/>
                </a:cubicBezTo>
                <a:cubicBezTo>
                  <a:pt x="0" y="73"/>
                  <a:pt x="0" y="73"/>
                  <a:pt x="0" y="73"/>
                </a:cubicBezTo>
                <a:cubicBezTo>
                  <a:pt x="0" y="70"/>
                  <a:pt x="3" y="67"/>
                  <a:pt x="6" y="65"/>
                </a:cubicBezTo>
                <a:cubicBezTo>
                  <a:pt x="16" y="64"/>
                  <a:pt x="16" y="64"/>
                  <a:pt x="16" y="64"/>
                </a:cubicBezTo>
                <a:cubicBezTo>
                  <a:pt x="19" y="64"/>
                  <a:pt x="24" y="61"/>
                  <a:pt x="25" y="57"/>
                </a:cubicBezTo>
                <a:cubicBezTo>
                  <a:pt x="27" y="54"/>
                  <a:pt x="25" y="49"/>
                  <a:pt x="24" y="46"/>
                </a:cubicBezTo>
                <a:cubicBezTo>
                  <a:pt x="17" y="38"/>
                  <a:pt x="17" y="38"/>
                  <a:pt x="17" y="38"/>
                </a:cubicBezTo>
                <a:cubicBezTo>
                  <a:pt x="16" y="35"/>
                  <a:pt x="16" y="30"/>
                  <a:pt x="19" y="27"/>
                </a:cubicBezTo>
                <a:cubicBezTo>
                  <a:pt x="27" y="19"/>
                  <a:pt x="27" y="19"/>
                  <a:pt x="27" y="19"/>
                </a:cubicBezTo>
                <a:cubicBezTo>
                  <a:pt x="30" y="16"/>
                  <a:pt x="35" y="16"/>
                  <a:pt x="38" y="17"/>
                </a:cubicBezTo>
                <a:cubicBezTo>
                  <a:pt x="46" y="24"/>
                  <a:pt x="46" y="24"/>
                  <a:pt x="46" y="24"/>
                </a:cubicBezTo>
                <a:cubicBezTo>
                  <a:pt x="49" y="25"/>
                  <a:pt x="54" y="25"/>
                  <a:pt x="57" y="25"/>
                </a:cubicBezTo>
                <a:cubicBezTo>
                  <a:pt x="60" y="24"/>
                  <a:pt x="64" y="19"/>
                  <a:pt x="64" y="16"/>
                </a:cubicBezTo>
                <a:cubicBezTo>
                  <a:pt x="65" y="6"/>
                  <a:pt x="65" y="6"/>
                  <a:pt x="65" y="6"/>
                </a:cubicBezTo>
                <a:cubicBezTo>
                  <a:pt x="67" y="3"/>
                  <a:pt x="70" y="0"/>
                  <a:pt x="73" y="0"/>
                </a:cubicBezTo>
                <a:cubicBezTo>
                  <a:pt x="86" y="0"/>
                  <a:pt x="86" y="0"/>
                  <a:pt x="86" y="0"/>
                </a:cubicBezTo>
                <a:cubicBezTo>
                  <a:pt x="89" y="0"/>
                  <a:pt x="92" y="3"/>
                  <a:pt x="94" y="6"/>
                </a:cubicBezTo>
                <a:cubicBezTo>
                  <a:pt x="96" y="16"/>
                  <a:pt x="96" y="16"/>
                  <a:pt x="96" y="16"/>
                </a:cubicBezTo>
                <a:cubicBezTo>
                  <a:pt x="96" y="19"/>
                  <a:pt x="99" y="24"/>
                  <a:pt x="102" y="25"/>
                </a:cubicBezTo>
                <a:cubicBezTo>
                  <a:pt x="105" y="25"/>
                  <a:pt x="110" y="25"/>
                  <a:pt x="113" y="24"/>
                </a:cubicBezTo>
                <a:cubicBezTo>
                  <a:pt x="121" y="17"/>
                  <a:pt x="121" y="17"/>
                  <a:pt x="121" y="17"/>
                </a:cubicBezTo>
                <a:cubicBezTo>
                  <a:pt x="124" y="16"/>
                  <a:pt x="129" y="16"/>
                  <a:pt x="132" y="19"/>
                </a:cubicBezTo>
                <a:cubicBezTo>
                  <a:pt x="140" y="27"/>
                  <a:pt x="140" y="27"/>
                  <a:pt x="140" y="27"/>
                </a:cubicBezTo>
                <a:cubicBezTo>
                  <a:pt x="144" y="30"/>
                  <a:pt x="144" y="35"/>
                  <a:pt x="142" y="38"/>
                </a:cubicBezTo>
                <a:cubicBezTo>
                  <a:pt x="136" y="46"/>
                  <a:pt x="136" y="46"/>
                  <a:pt x="136" y="46"/>
                </a:cubicBezTo>
                <a:cubicBezTo>
                  <a:pt x="134" y="49"/>
                  <a:pt x="134" y="54"/>
                  <a:pt x="134" y="57"/>
                </a:cubicBezTo>
                <a:cubicBezTo>
                  <a:pt x="136" y="61"/>
                  <a:pt x="140" y="64"/>
                  <a:pt x="144" y="64"/>
                </a:cubicBezTo>
                <a:cubicBezTo>
                  <a:pt x="153" y="65"/>
                  <a:pt x="153" y="65"/>
                  <a:pt x="153" y="65"/>
                </a:cubicBezTo>
                <a:cubicBezTo>
                  <a:pt x="156" y="67"/>
                  <a:pt x="160" y="70"/>
                  <a:pt x="160" y="73"/>
                </a:cubicBezTo>
                <a:cubicBezTo>
                  <a:pt x="160" y="86"/>
                  <a:pt x="160" y="86"/>
                  <a:pt x="160" y="86"/>
                </a:cubicBezTo>
                <a:cubicBezTo>
                  <a:pt x="160" y="89"/>
                  <a:pt x="156" y="93"/>
                  <a:pt x="153" y="94"/>
                </a:cubicBezTo>
                <a:cubicBezTo>
                  <a:pt x="144" y="96"/>
                  <a:pt x="144" y="96"/>
                  <a:pt x="144" y="96"/>
                </a:cubicBezTo>
                <a:cubicBezTo>
                  <a:pt x="140" y="96"/>
                  <a:pt x="136" y="99"/>
                  <a:pt x="134" y="102"/>
                </a:cubicBezTo>
                <a:cubicBezTo>
                  <a:pt x="134" y="105"/>
                  <a:pt x="134" y="110"/>
                  <a:pt x="136" y="113"/>
                </a:cubicBezTo>
                <a:cubicBezTo>
                  <a:pt x="142" y="121"/>
                  <a:pt x="142" y="121"/>
                  <a:pt x="142" y="121"/>
                </a:cubicBezTo>
                <a:cubicBezTo>
                  <a:pt x="144" y="125"/>
                  <a:pt x="144" y="129"/>
                  <a:pt x="140" y="133"/>
                </a:cubicBezTo>
                <a:cubicBezTo>
                  <a:pt x="132" y="141"/>
                  <a:pt x="132" y="141"/>
                  <a:pt x="132" y="141"/>
                </a:cubicBezTo>
                <a:cubicBezTo>
                  <a:pt x="129" y="144"/>
                  <a:pt x="124" y="144"/>
                  <a:pt x="121" y="142"/>
                </a:cubicBezTo>
                <a:cubicBezTo>
                  <a:pt x="113" y="136"/>
                  <a:pt x="113" y="136"/>
                  <a:pt x="113" y="136"/>
                </a:cubicBezTo>
                <a:cubicBezTo>
                  <a:pt x="110" y="134"/>
                  <a:pt x="105" y="133"/>
                  <a:pt x="102" y="134"/>
                </a:cubicBezTo>
                <a:cubicBezTo>
                  <a:pt x="99" y="136"/>
                  <a:pt x="96" y="141"/>
                  <a:pt x="96" y="144"/>
                </a:cubicBezTo>
                <a:cubicBezTo>
                  <a:pt x="94" y="153"/>
                  <a:pt x="94" y="153"/>
                  <a:pt x="94" y="153"/>
                </a:cubicBezTo>
                <a:cubicBezTo>
                  <a:pt x="92" y="157"/>
                  <a:pt x="89" y="160"/>
                  <a:pt x="86" y="160"/>
                </a:cubicBezTo>
                <a:moveTo>
                  <a:pt x="52" y="128"/>
                </a:moveTo>
                <a:cubicBezTo>
                  <a:pt x="54" y="128"/>
                  <a:pt x="57" y="128"/>
                  <a:pt x="59" y="129"/>
                </a:cubicBezTo>
                <a:cubicBezTo>
                  <a:pt x="64" y="131"/>
                  <a:pt x="68" y="136"/>
                  <a:pt x="70" y="142"/>
                </a:cubicBezTo>
                <a:cubicBezTo>
                  <a:pt x="72" y="152"/>
                  <a:pt x="72" y="152"/>
                  <a:pt x="72" y="152"/>
                </a:cubicBezTo>
                <a:cubicBezTo>
                  <a:pt x="72" y="153"/>
                  <a:pt x="73" y="153"/>
                  <a:pt x="73" y="153"/>
                </a:cubicBezTo>
                <a:cubicBezTo>
                  <a:pt x="86" y="153"/>
                  <a:pt x="86" y="153"/>
                  <a:pt x="86" y="153"/>
                </a:cubicBezTo>
                <a:cubicBezTo>
                  <a:pt x="86" y="153"/>
                  <a:pt x="88" y="153"/>
                  <a:pt x="88" y="152"/>
                </a:cubicBezTo>
                <a:cubicBezTo>
                  <a:pt x="89" y="142"/>
                  <a:pt x="89" y="142"/>
                  <a:pt x="89" y="142"/>
                </a:cubicBezTo>
                <a:cubicBezTo>
                  <a:pt x="91" y="136"/>
                  <a:pt x="96" y="131"/>
                  <a:pt x="100" y="129"/>
                </a:cubicBezTo>
                <a:cubicBezTo>
                  <a:pt x="105" y="126"/>
                  <a:pt x="112" y="126"/>
                  <a:pt x="116" y="131"/>
                </a:cubicBezTo>
                <a:cubicBezTo>
                  <a:pt x="126" y="136"/>
                  <a:pt x="126" y="136"/>
                  <a:pt x="126" y="136"/>
                </a:cubicBezTo>
                <a:cubicBezTo>
                  <a:pt x="126" y="137"/>
                  <a:pt x="126" y="137"/>
                  <a:pt x="128" y="136"/>
                </a:cubicBezTo>
                <a:cubicBezTo>
                  <a:pt x="136" y="128"/>
                  <a:pt x="136" y="128"/>
                  <a:pt x="136" y="128"/>
                </a:cubicBezTo>
                <a:cubicBezTo>
                  <a:pt x="137" y="126"/>
                  <a:pt x="137" y="126"/>
                  <a:pt x="136" y="126"/>
                </a:cubicBezTo>
                <a:cubicBezTo>
                  <a:pt x="131" y="117"/>
                  <a:pt x="131" y="117"/>
                  <a:pt x="131" y="117"/>
                </a:cubicBezTo>
                <a:cubicBezTo>
                  <a:pt x="126" y="112"/>
                  <a:pt x="126" y="105"/>
                  <a:pt x="129" y="101"/>
                </a:cubicBezTo>
                <a:cubicBezTo>
                  <a:pt x="131" y="96"/>
                  <a:pt x="136" y="91"/>
                  <a:pt x="142" y="89"/>
                </a:cubicBezTo>
                <a:cubicBezTo>
                  <a:pt x="152" y="88"/>
                  <a:pt x="152" y="88"/>
                  <a:pt x="152" y="88"/>
                </a:cubicBezTo>
                <a:cubicBezTo>
                  <a:pt x="153" y="88"/>
                  <a:pt x="153" y="86"/>
                  <a:pt x="153" y="86"/>
                </a:cubicBezTo>
                <a:cubicBezTo>
                  <a:pt x="153" y="73"/>
                  <a:pt x="153" y="73"/>
                  <a:pt x="153" y="73"/>
                </a:cubicBezTo>
                <a:cubicBezTo>
                  <a:pt x="153" y="73"/>
                  <a:pt x="153" y="72"/>
                  <a:pt x="152" y="72"/>
                </a:cubicBezTo>
                <a:cubicBezTo>
                  <a:pt x="142" y="70"/>
                  <a:pt x="142" y="70"/>
                  <a:pt x="142" y="70"/>
                </a:cubicBezTo>
                <a:cubicBezTo>
                  <a:pt x="136" y="69"/>
                  <a:pt x="131" y="64"/>
                  <a:pt x="129" y="59"/>
                </a:cubicBezTo>
                <a:cubicBezTo>
                  <a:pt x="126" y="54"/>
                  <a:pt x="126" y="48"/>
                  <a:pt x="131" y="43"/>
                </a:cubicBezTo>
                <a:cubicBezTo>
                  <a:pt x="136" y="33"/>
                  <a:pt x="136" y="33"/>
                  <a:pt x="136" y="33"/>
                </a:cubicBezTo>
                <a:cubicBezTo>
                  <a:pt x="137" y="33"/>
                  <a:pt x="137" y="32"/>
                  <a:pt x="136" y="32"/>
                </a:cubicBezTo>
                <a:cubicBezTo>
                  <a:pt x="128" y="24"/>
                  <a:pt x="128" y="24"/>
                  <a:pt x="128" y="24"/>
                </a:cubicBezTo>
                <a:cubicBezTo>
                  <a:pt x="126" y="22"/>
                  <a:pt x="126" y="22"/>
                  <a:pt x="126" y="24"/>
                </a:cubicBezTo>
                <a:cubicBezTo>
                  <a:pt x="116" y="29"/>
                  <a:pt x="116" y="29"/>
                  <a:pt x="116" y="29"/>
                </a:cubicBezTo>
                <a:cubicBezTo>
                  <a:pt x="112" y="33"/>
                  <a:pt x="105" y="33"/>
                  <a:pt x="100" y="30"/>
                </a:cubicBezTo>
                <a:cubicBezTo>
                  <a:pt x="96" y="29"/>
                  <a:pt x="91" y="24"/>
                  <a:pt x="89" y="17"/>
                </a:cubicBezTo>
                <a:cubicBezTo>
                  <a:pt x="88" y="8"/>
                  <a:pt x="88" y="8"/>
                  <a:pt x="88" y="8"/>
                </a:cubicBezTo>
                <a:cubicBezTo>
                  <a:pt x="88" y="6"/>
                  <a:pt x="86" y="6"/>
                  <a:pt x="86" y="6"/>
                </a:cubicBezTo>
                <a:cubicBezTo>
                  <a:pt x="73" y="6"/>
                  <a:pt x="73" y="6"/>
                  <a:pt x="73" y="6"/>
                </a:cubicBezTo>
                <a:cubicBezTo>
                  <a:pt x="73" y="6"/>
                  <a:pt x="72" y="6"/>
                  <a:pt x="72" y="8"/>
                </a:cubicBezTo>
                <a:cubicBezTo>
                  <a:pt x="70" y="17"/>
                  <a:pt x="70" y="17"/>
                  <a:pt x="70" y="17"/>
                </a:cubicBezTo>
                <a:cubicBezTo>
                  <a:pt x="68" y="24"/>
                  <a:pt x="64" y="29"/>
                  <a:pt x="59" y="30"/>
                </a:cubicBezTo>
                <a:cubicBezTo>
                  <a:pt x="54" y="33"/>
                  <a:pt x="48" y="33"/>
                  <a:pt x="43" y="29"/>
                </a:cubicBezTo>
                <a:cubicBezTo>
                  <a:pt x="35" y="24"/>
                  <a:pt x="35" y="24"/>
                  <a:pt x="35" y="24"/>
                </a:cubicBezTo>
                <a:cubicBezTo>
                  <a:pt x="33" y="22"/>
                  <a:pt x="33" y="22"/>
                  <a:pt x="32" y="24"/>
                </a:cubicBezTo>
                <a:cubicBezTo>
                  <a:pt x="24" y="32"/>
                  <a:pt x="24" y="32"/>
                  <a:pt x="24" y="32"/>
                </a:cubicBezTo>
                <a:cubicBezTo>
                  <a:pt x="22" y="32"/>
                  <a:pt x="22" y="33"/>
                  <a:pt x="24" y="33"/>
                </a:cubicBezTo>
                <a:cubicBezTo>
                  <a:pt x="28" y="43"/>
                  <a:pt x="28" y="43"/>
                  <a:pt x="28" y="43"/>
                </a:cubicBezTo>
                <a:cubicBezTo>
                  <a:pt x="33" y="48"/>
                  <a:pt x="33" y="54"/>
                  <a:pt x="30" y="59"/>
                </a:cubicBezTo>
                <a:cubicBezTo>
                  <a:pt x="28" y="64"/>
                  <a:pt x="24" y="69"/>
                  <a:pt x="17" y="70"/>
                </a:cubicBezTo>
                <a:cubicBezTo>
                  <a:pt x="8" y="72"/>
                  <a:pt x="8" y="72"/>
                  <a:pt x="8" y="72"/>
                </a:cubicBezTo>
                <a:cubicBezTo>
                  <a:pt x="6" y="72"/>
                  <a:pt x="6" y="73"/>
                  <a:pt x="6" y="73"/>
                </a:cubicBezTo>
                <a:cubicBezTo>
                  <a:pt x="6" y="86"/>
                  <a:pt x="6" y="86"/>
                  <a:pt x="6" y="86"/>
                </a:cubicBezTo>
                <a:cubicBezTo>
                  <a:pt x="6" y="86"/>
                  <a:pt x="6" y="88"/>
                  <a:pt x="8" y="88"/>
                </a:cubicBezTo>
                <a:cubicBezTo>
                  <a:pt x="17" y="89"/>
                  <a:pt x="17" y="89"/>
                  <a:pt x="17" y="89"/>
                </a:cubicBezTo>
                <a:cubicBezTo>
                  <a:pt x="24" y="91"/>
                  <a:pt x="28" y="96"/>
                  <a:pt x="30" y="101"/>
                </a:cubicBezTo>
                <a:cubicBezTo>
                  <a:pt x="33" y="105"/>
                  <a:pt x="33" y="112"/>
                  <a:pt x="28" y="117"/>
                </a:cubicBezTo>
                <a:cubicBezTo>
                  <a:pt x="24" y="126"/>
                  <a:pt x="24" y="126"/>
                  <a:pt x="24" y="126"/>
                </a:cubicBezTo>
                <a:cubicBezTo>
                  <a:pt x="22" y="126"/>
                  <a:pt x="22" y="126"/>
                  <a:pt x="24" y="128"/>
                </a:cubicBezTo>
                <a:cubicBezTo>
                  <a:pt x="32" y="136"/>
                  <a:pt x="32" y="136"/>
                  <a:pt x="32" y="136"/>
                </a:cubicBezTo>
                <a:cubicBezTo>
                  <a:pt x="33" y="137"/>
                  <a:pt x="33" y="137"/>
                  <a:pt x="35" y="136"/>
                </a:cubicBezTo>
                <a:cubicBezTo>
                  <a:pt x="43" y="131"/>
                  <a:pt x="43" y="131"/>
                  <a:pt x="43" y="131"/>
                </a:cubicBezTo>
                <a:cubicBezTo>
                  <a:pt x="44" y="128"/>
                  <a:pt x="49" y="128"/>
                  <a:pt x="52" y="128"/>
                </a:cubicBezTo>
                <a:moveTo>
                  <a:pt x="80" y="115"/>
                </a:moveTo>
                <a:cubicBezTo>
                  <a:pt x="60" y="115"/>
                  <a:pt x="44" y="99"/>
                  <a:pt x="44" y="80"/>
                </a:cubicBezTo>
                <a:cubicBezTo>
                  <a:pt x="44" y="61"/>
                  <a:pt x="60" y="45"/>
                  <a:pt x="80" y="45"/>
                </a:cubicBezTo>
                <a:cubicBezTo>
                  <a:pt x="99" y="45"/>
                  <a:pt x="115" y="61"/>
                  <a:pt x="115" y="80"/>
                </a:cubicBezTo>
                <a:cubicBezTo>
                  <a:pt x="115" y="99"/>
                  <a:pt x="99" y="115"/>
                  <a:pt x="80" y="115"/>
                </a:cubicBezTo>
                <a:moveTo>
                  <a:pt x="80" y="51"/>
                </a:moveTo>
                <a:cubicBezTo>
                  <a:pt x="64" y="51"/>
                  <a:pt x="51" y="64"/>
                  <a:pt x="51" y="80"/>
                </a:cubicBezTo>
                <a:cubicBezTo>
                  <a:pt x="51" y="96"/>
                  <a:pt x="64" y="109"/>
                  <a:pt x="80" y="109"/>
                </a:cubicBezTo>
                <a:cubicBezTo>
                  <a:pt x="96" y="109"/>
                  <a:pt x="108" y="96"/>
                  <a:pt x="108" y="80"/>
                </a:cubicBezTo>
                <a:cubicBezTo>
                  <a:pt x="108" y="64"/>
                  <a:pt x="96" y="51"/>
                  <a:pt x="80" y="51"/>
                </a:cubicBezTo>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114">
            <a:extLst>
              <a:ext uri="{FF2B5EF4-FFF2-40B4-BE49-F238E27FC236}">
                <a16:creationId xmlns:a16="http://schemas.microsoft.com/office/drawing/2014/main" id="{044B3E17-461B-A528-1E00-683F914855BF}"/>
              </a:ext>
            </a:extLst>
          </p:cNvPr>
          <p:cNvSpPr>
            <a:spLocks noEditPoints="1"/>
          </p:cNvSpPr>
          <p:nvPr/>
        </p:nvSpPr>
        <p:spPr bwMode="auto">
          <a:xfrm>
            <a:off x="9798085" y="4005840"/>
            <a:ext cx="299830" cy="371881"/>
          </a:xfrm>
          <a:custGeom>
            <a:avLst/>
            <a:gdLst>
              <a:gd name="T0" fmla="*/ 35 w 129"/>
              <a:gd name="T1" fmla="*/ 35 h 160"/>
              <a:gd name="T2" fmla="*/ 47 w 129"/>
              <a:gd name="T3" fmla="*/ 122 h 160"/>
              <a:gd name="T4" fmla="*/ 67 w 129"/>
              <a:gd name="T5" fmla="*/ 160 h 160"/>
              <a:gd name="T6" fmla="*/ 94 w 129"/>
              <a:gd name="T7" fmla="*/ 99 h 160"/>
              <a:gd name="T8" fmla="*/ 67 w 129"/>
              <a:gd name="T9" fmla="*/ 154 h 160"/>
              <a:gd name="T10" fmla="*/ 75 w 129"/>
              <a:gd name="T11" fmla="*/ 148 h 160"/>
              <a:gd name="T12" fmla="*/ 54 w 129"/>
              <a:gd name="T13" fmla="*/ 141 h 160"/>
              <a:gd name="T14" fmla="*/ 77 w 129"/>
              <a:gd name="T15" fmla="*/ 141 h 160"/>
              <a:gd name="T16" fmla="*/ 54 w 129"/>
              <a:gd name="T17" fmla="*/ 126 h 160"/>
              <a:gd name="T18" fmla="*/ 69 w 129"/>
              <a:gd name="T19" fmla="*/ 109 h 160"/>
              <a:gd name="T20" fmla="*/ 62 w 129"/>
              <a:gd name="T21" fmla="*/ 109 h 160"/>
              <a:gd name="T22" fmla="*/ 64 w 129"/>
              <a:gd name="T23" fmla="*/ 88 h 160"/>
              <a:gd name="T24" fmla="*/ 62 w 129"/>
              <a:gd name="T25" fmla="*/ 84 h 160"/>
              <a:gd name="T26" fmla="*/ 90 w 129"/>
              <a:gd name="T27" fmla="*/ 94 h 160"/>
              <a:gd name="T28" fmla="*/ 75 w 129"/>
              <a:gd name="T29" fmla="*/ 109 h 160"/>
              <a:gd name="T30" fmla="*/ 75 w 129"/>
              <a:gd name="T31" fmla="*/ 84 h 160"/>
              <a:gd name="T32" fmla="*/ 58 w 129"/>
              <a:gd name="T33" fmla="*/ 67 h 160"/>
              <a:gd name="T34" fmla="*/ 62 w 129"/>
              <a:gd name="T35" fmla="*/ 73 h 160"/>
              <a:gd name="T36" fmla="*/ 54 w 129"/>
              <a:gd name="T37" fmla="*/ 86 h 160"/>
              <a:gd name="T38" fmla="*/ 64 w 129"/>
              <a:gd name="T39" fmla="*/ 101 h 160"/>
              <a:gd name="T40" fmla="*/ 54 w 129"/>
              <a:gd name="T41" fmla="*/ 120 h 160"/>
              <a:gd name="T42" fmla="*/ 39 w 129"/>
              <a:gd name="T43" fmla="*/ 39 h 160"/>
              <a:gd name="T44" fmla="*/ 90 w 129"/>
              <a:gd name="T45" fmla="*/ 94 h 160"/>
              <a:gd name="T46" fmla="*/ 64 w 129"/>
              <a:gd name="T47" fmla="*/ 44 h 160"/>
              <a:gd name="T48" fmla="*/ 79 w 129"/>
              <a:gd name="T49" fmla="*/ 39 h 160"/>
              <a:gd name="T50" fmla="*/ 88 w 129"/>
              <a:gd name="T51" fmla="*/ 65 h 160"/>
              <a:gd name="T52" fmla="*/ 79 w 129"/>
              <a:gd name="T53" fmla="*/ 39 h 160"/>
              <a:gd name="T54" fmla="*/ 69 w 129"/>
              <a:gd name="T55" fmla="*/ 2 h 160"/>
              <a:gd name="T56" fmla="*/ 62 w 129"/>
              <a:gd name="T57" fmla="*/ 11 h 160"/>
              <a:gd name="T58" fmla="*/ 118 w 129"/>
              <a:gd name="T59" fmla="*/ 62 h 160"/>
              <a:gd name="T60" fmla="*/ 127 w 129"/>
              <a:gd name="T61" fmla="*/ 69 h 160"/>
              <a:gd name="T62" fmla="*/ 11 w 129"/>
              <a:gd name="T63" fmla="*/ 62 h 160"/>
              <a:gd name="T64" fmla="*/ 2 w 129"/>
              <a:gd name="T65" fmla="*/ 69 h 160"/>
              <a:gd name="T66" fmla="*/ 11 w 129"/>
              <a:gd name="T67" fmla="*/ 62 h 160"/>
              <a:gd name="T68" fmla="*/ 107 w 129"/>
              <a:gd name="T69" fmla="*/ 111 h 160"/>
              <a:gd name="T70" fmla="*/ 111 w 129"/>
              <a:gd name="T71" fmla="*/ 107 h 160"/>
              <a:gd name="T72" fmla="*/ 24 w 129"/>
              <a:gd name="T73" fmla="*/ 31 h 160"/>
              <a:gd name="T74" fmla="*/ 30 w 129"/>
              <a:gd name="T75" fmla="*/ 27 h 160"/>
              <a:gd name="T76" fmla="*/ 20 w 129"/>
              <a:gd name="T77" fmla="*/ 25 h 160"/>
              <a:gd name="T78" fmla="*/ 101 w 129"/>
              <a:gd name="T79" fmla="*/ 27 h 160"/>
              <a:gd name="T80" fmla="*/ 105 w 129"/>
              <a:gd name="T81" fmla="*/ 31 h 160"/>
              <a:gd name="T82" fmla="*/ 107 w 129"/>
              <a:gd name="T83" fmla="*/ 20 h 160"/>
              <a:gd name="T84" fmla="*/ 20 w 129"/>
              <a:gd name="T85" fmla="*/ 111 h 160"/>
              <a:gd name="T86" fmla="*/ 30 w 129"/>
              <a:gd name="T87" fmla="*/ 105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9" h="160">
                <a:moveTo>
                  <a:pt x="96" y="35"/>
                </a:moveTo>
                <a:cubicBezTo>
                  <a:pt x="88" y="26"/>
                  <a:pt x="77" y="22"/>
                  <a:pt x="64" y="22"/>
                </a:cubicBezTo>
                <a:cubicBezTo>
                  <a:pt x="54" y="20"/>
                  <a:pt x="43" y="26"/>
                  <a:pt x="35" y="35"/>
                </a:cubicBezTo>
                <a:cubicBezTo>
                  <a:pt x="26" y="41"/>
                  <a:pt x="20" y="54"/>
                  <a:pt x="20" y="65"/>
                </a:cubicBezTo>
                <a:cubicBezTo>
                  <a:pt x="20" y="77"/>
                  <a:pt x="26" y="90"/>
                  <a:pt x="35" y="99"/>
                </a:cubicBezTo>
                <a:cubicBezTo>
                  <a:pt x="43" y="105"/>
                  <a:pt x="47" y="114"/>
                  <a:pt x="47" y="122"/>
                </a:cubicBezTo>
                <a:cubicBezTo>
                  <a:pt x="47" y="145"/>
                  <a:pt x="47" y="145"/>
                  <a:pt x="47" y="145"/>
                </a:cubicBezTo>
                <a:cubicBezTo>
                  <a:pt x="47" y="154"/>
                  <a:pt x="54" y="160"/>
                  <a:pt x="62" y="160"/>
                </a:cubicBezTo>
                <a:cubicBezTo>
                  <a:pt x="67" y="160"/>
                  <a:pt x="67" y="160"/>
                  <a:pt x="67" y="160"/>
                </a:cubicBezTo>
                <a:cubicBezTo>
                  <a:pt x="75" y="160"/>
                  <a:pt x="84" y="154"/>
                  <a:pt x="84" y="145"/>
                </a:cubicBezTo>
                <a:cubicBezTo>
                  <a:pt x="84" y="122"/>
                  <a:pt x="84" y="122"/>
                  <a:pt x="84" y="122"/>
                </a:cubicBezTo>
                <a:cubicBezTo>
                  <a:pt x="84" y="114"/>
                  <a:pt x="86" y="105"/>
                  <a:pt x="94" y="99"/>
                </a:cubicBezTo>
                <a:cubicBezTo>
                  <a:pt x="103" y="90"/>
                  <a:pt x="109" y="77"/>
                  <a:pt x="109" y="65"/>
                </a:cubicBezTo>
                <a:cubicBezTo>
                  <a:pt x="109" y="54"/>
                  <a:pt x="105" y="43"/>
                  <a:pt x="96" y="35"/>
                </a:cubicBezTo>
                <a:close/>
                <a:moveTo>
                  <a:pt x="67" y="154"/>
                </a:moveTo>
                <a:cubicBezTo>
                  <a:pt x="62" y="154"/>
                  <a:pt x="62" y="154"/>
                  <a:pt x="62" y="154"/>
                </a:cubicBezTo>
                <a:cubicBezTo>
                  <a:pt x="58" y="154"/>
                  <a:pt x="54" y="152"/>
                  <a:pt x="54" y="148"/>
                </a:cubicBezTo>
                <a:cubicBezTo>
                  <a:pt x="75" y="148"/>
                  <a:pt x="75" y="148"/>
                  <a:pt x="75" y="148"/>
                </a:cubicBezTo>
                <a:cubicBezTo>
                  <a:pt x="75" y="152"/>
                  <a:pt x="71" y="154"/>
                  <a:pt x="67" y="154"/>
                </a:cubicBezTo>
                <a:close/>
                <a:moveTo>
                  <a:pt x="77" y="141"/>
                </a:moveTo>
                <a:cubicBezTo>
                  <a:pt x="54" y="141"/>
                  <a:pt x="54" y="141"/>
                  <a:pt x="54" y="141"/>
                </a:cubicBezTo>
                <a:cubicBezTo>
                  <a:pt x="54" y="137"/>
                  <a:pt x="54" y="137"/>
                  <a:pt x="54" y="137"/>
                </a:cubicBezTo>
                <a:cubicBezTo>
                  <a:pt x="77" y="137"/>
                  <a:pt x="77" y="137"/>
                  <a:pt x="77" y="137"/>
                </a:cubicBezTo>
                <a:cubicBezTo>
                  <a:pt x="77" y="141"/>
                  <a:pt x="77" y="141"/>
                  <a:pt x="77" y="141"/>
                </a:cubicBezTo>
                <a:close/>
                <a:moveTo>
                  <a:pt x="77" y="131"/>
                </a:moveTo>
                <a:cubicBezTo>
                  <a:pt x="54" y="131"/>
                  <a:pt x="54" y="131"/>
                  <a:pt x="54" y="131"/>
                </a:cubicBezTo>
                <a:cubicBezTo>
                  <a:pt x="54" y="126"/>
                  <a:pt x="54" y="126"/>
                  <a:pt x="54" y="126"/>
                </a:cubicBezTo>
                <a:cubicBezTo>
                  <a:pt x="77" y="126"/>
                  <a:pt x="77" y="126"/>
                  <a:pt x="77" y="126"/>
                </a:cubicBezTo>
                <a:cubicBezTo>
                  <a:pt x="77" y="131"/>
                  <a:pt x="77" y="131"/>
                  <a:pt x="77" y="131"/>
                </a:cubicBezTo>
                <a:close/>
                <a:moveTo>
                  <a:pt x="69" y="109"/>
                </a:moveTo>
                <a:cubicBezTo>
                  <a:pt x="69" y="120"/>
                  <a:pt x="69" y="120"/>
                  <a:pt x="69" y="120"/>
                </a:cubicBezTo>
                <a:cubicBezTo>
                  <a:pt x="62" y="120"/>
                  <a:pt x="62" y="120"/>
                  <a:pt x="62" y="120"/>
                </a:cubicBezTo>
                <a:cubicBezTo>
                  <a:pt x="62" y="109"/>
                  <a:pt x="62" y="109"/>
                  <a:pt x="62" y="109"/>
                </a:cubicBezTo>
                <a:cubicBezTo>
                  <a:pt x="62" y="107"/>
                  <a:pt x="62" y="107"/>
                  <a:pt x="64" y="107"/>
                </a:cubicBezTo>
                <a:cubicBezTo>
                  <a:pt x="67" y="107"/>
                  <a:pt x="69" y="107"/>
                  <a:pt x="69" y="109"/>
                </a:cubicBezTo>
                <a:close/>
                <a:moveTo>
                  <a:pt x="64" y="88"/>
                </a:moveTo>
                <a:cubicBezTo>
                  <a:pt x="62" y="88"/>
                  <a:pt x="62" y="88"/>
                  <a:pt x="62" y="88"/>
                </a:cubicBezTo>
                <a:cubicBezTo>
                  <a:pt x="60" y="86"/>
                  <a:pt x="60" y="86"/>
                  <a:pt x="60" y="86"/>
                </a:cubicBezTo>
                <a:cubicBezTo>
                  <a:pt x="60" y="84"/>
                  <a:pt x="62" y="84"/>
                  <a:pt x="62" y="84"/>
                </a:cubicBezTo>
                <a:cubicBezTo>
                  <a:pt x="64" y="84"/>
                  <a:pt x="64" y="84"/>
                  <a:pt x="64" y="86"/>
                </a:cubicBezTo>
                <a:lnTo>
                  <a:pt x="64" y="88"/>
                </a:lnTo>
                <a:close/>
                <a:moveTo>
                  <a:pt x="90" y="94"/>
                </a:moveTo>
                <a:cubicBezTo>
                  <a:pt x="81" y="101"/>
                  <a:pt x="77" y="109"/>
                  <a:pt x="77" y="120"/>
                </a:cubicBezTo>
                <a:cubicBezTo>
                  <a:pt x="75" y="120"/>
                  <a:pt x="75" y="120"/>
                  <a:pt x="75" y="120"/>
                </a:cubicBezTo>
                <a:cubicBezTo>
                  <a:pt x="75" y="109"/>
                  <a:pt x="75" y="109"/>
                  <a:pt x="75" y="109"/>
                </a:cubicBezTo>
                <a:cubicBezTo>
                  <a:pt x="75" y="107"/>
                  <a:pt x="73" y="105"/>
                  <a:pt x="71" y="103"/>
                </a:cubicBezTo>
                <a:cubicBezTo>
                  <a:pt x="71" y="92"/>
                  <a:pt x="71" y="92"/>
                  <a:pt x="71" y="92"/>
                </a:cubicBezTo>
                <a:cubicBezTo>
                  <a:pt x="73" y="90"/>
                  <a:pt x="75" y="88"/>
                  <a:pt x="75" y="84"/>
                </a:cubicBezTo>
                <a:cubicBezTo>
                  <a:pt x="75" y="80"/>
                  <a:pt x="75" y="80"/>
                  <a:pt x="75" y="80"/>
                </a:cubicBezTo>
                <a:cubicBezTo>
                  <a:pt x="75" y="73"/>
                  <a:pt x="69" y="67"/>
                  <a:pt x="62" y="67"/>
                </a:cubicBezTo>
                <a:cubicBezTo>
                  <a:pt x="58" y="67"/>
                  <a:pt x="58" y="67"/>
                  <a:pt x="58" y="67"/>
                </a:cubicBezTo>
                <a:cubicBezTo>
                  <a:pt x="56" y="67"/>
                  <a:pt x="54" y="69"/>
                  <a:pt x="54" y="71"/>
                </a:cubicBezTo>
                <a:cubicBezTo>
                  <a:pt x="54" y="71"/>
                  <a:pt x="56" y="73"/>
                  <a:pt x="58" y="73"/>
                </a:cubicBezTo>
                <a:cubicBezTo>
                  <a:pt x="62" y="73"/>
                  <a:pt x="62" y="73"/>
                  <a:pt x="62" y="73"/>
                </a:cubicBezTo>
                <a:cubicBezTo>
                  <a:pt x="67" y="73"/>
                  <a:pt x="69" y="75"/>
                  <a:pt x="69" y="80"/>
                </a:cubicBezTo>
                <a:cubicBezTo>
                  <a:pt x="67" y="80"/>
                  <a:pt x="64" y="77"/>
                  <a:pt x="62" y="77"/>
                </a:cubicBezTo>
                <a:cubicBezTo>
                  <a:pt x="58" y="77"/>
                  <a:pt x="54" y="82"/>
                  <a:pt x="54" y="86"/>
                </a:cubicBezTo>
                <a:cubicBezTo>
                  <a:pt x="54" y="90"/>
                  <a:pt x="58" y="94"/>
                  <a:pt x="62" y="94"/>
                </a:cubicBezTo>
                <a:cubicBezTo>
                  <a:pt x="64" y="94"/>
                  <a:pt x="64" y="94"/>
                  <a:pt x="64" y="94"/>
                </a:cubicBezTo>
                <a:cubicBezTo>
                  <a:pt x="64" y="101"/>
                  <a:pt x="64" y="101"/>
                  <a:pt x="64" y="101"/>
                </a:cubicBezTo>
                <a:cubicBezTo>
                  <a:pt x="60" y="101"/>
                  <a:pt x="56" y="105"/>
                  <a:pt x="56" y="109"/>
                </a:cubicBezTo>
                <a:cubicBezTo>
                  <a:pt x="56" y="120"/>
                  <a:pt x="56" y="120"/>
                  <a:pt x="56" y="120"/>
                </a:cubicBezTo>
                <a:cubicBezTo>
                  <a:pt x="54" y="120"/>
                  <a:pt x="54" y="120"/>
                  <a:pt x="54" y="120"/>
                </a:cubicBezTo>
                <a:cubicBezTo>
                  <a:pt x="52" y="109"/>
                  <a:pt x="47" y="101"/>
                  <a:pt x="39" y="94"/>
                </a:cubicBezTo>
                <a:cubicBezTo>
                  <a:pt x="30" y="86"/>
                  <a:pt x="26" y="75"/>
                  <a:pt x="26" y="65"/>
                </a:cubicBezTo>
                <a:cubicBezTo>
                  <a:pt x="26" y="56"/>
                  <a:pt x="30" y="46"/>
                  <a:pt x="39" y="39"/>
                </a:cubicBezTo>
                <a:cubicBezTo>
                  <a:pt x="45" y="31"/>
                  <a:pt x="56" y="26"/>
                  <a:pt x="64" y="29"/>
                </a:cubicBezTo>
                <a:cubicBezTo>
                  <a:pt x="86" y="29"/>
                  <a:pt x="103" y="46"/>
                  <a:pt x="103" y="65"/>
                </a:cubicBezTo>
                <a:cubicBezTo>
                  <a:pt x="103" y="77"/>
                  <a:pt x="99" y="86"/>
                  <a:pt x="90" y="94"/>
                </a:cubicBezTo>
                <a:close/>
                <a:moveTo>
                  <a:pt x="64" y="36"/>
                </a:moveTo>
                <a:cubicBezTo>
                  <a:pt x="64" y="36"/>
                  <a:pt x="62" y="36"/>
                  <a:pt x="62" y="39"/>
                </a:cubicBezTo>
                <a:cubicBezTo>
                  <a:pt x="62" y="41"/>
                  <a:pt x="64" y="44"/>
                  <a:pt x="64" y="44"/>
                </a:cubicBezTo>
                <a:cubicBezTo>
                  <a:pt x="66" y="44"/>
                  <a:pt x="69" y="41"/>
                  <a:pt x="69" y="39"/>
                </a:cubicBezTo>
                <a:cubicBezTo>
                  <a:pt x="69" y="36"/>
                  <a:pt x="66" y="36"/>
                  <a:pt x="64" y="36"/>
                </a:cubicBezTo>
                <a:close/>
                <a:moveTo>
                  <a:pt x="79" y="39"/>
                </a:moveTo>
                <a:cubicBezTo>
                  <a:pt x="77" y="39"/>
                  <a:pt x="74" y="39"/>
                  <a:pt x="74" y="41"/>
                </a:cubicBezTo>
                <a:cubicBezTo>
                  <a:pt x="72" y="43"/>
                  <a:pt x="74" y="45"/>
                  <a:pt x="74" y="45"/>
                </a:cubicBezTo>
                <a:cubicBezTo>
                  <a:pt x="83" y="50"/>
                  <a:pt x="88" y="56"/>
                  <a:pt x="88" y="65"/>
                </a:cubicBezTo>
                <a:cubicBezTo>
                  <a:pt x="88" y="67"/>
                  <a:pt x="90" y="69"/>
                  <a:pt x="90" y="69"/>
                </a:cubicBezTo>
                <a:cubicBezTo>
                  <a:pt x="92" y="69"/>
                  <a:pt x="94" y="67"/>
                  <a:pt x="94" y="65"/>
                </a:cubicBezTo>
                <a:cubicBezTo>
                  <a:pt x="94" y="54"/>
                  <a:pt x="88" y="45"/>
                  <a:pt x="79" y="39"/>
                </a:cubicBezTo>
                <a:close/>
                <a:moveTo>
                  <a:pt x="64" y="15"/>
                </a:moveTo>
                <a:cubicBezTo>
                  <a:pt x="66" y="15"/>
                  <a:pt x="69" y="13"/>
                  <a:pt x="69" y="11"/>
                </a:cubicBezTo>
                <a:cubicBezTo>
                  <a:pt x="69" y="2"/>
                  <a:pt x="69" y="2"/>
                  <a:pt x="69" y="2"/>
                </a:cubicBezTo>
                <a:cubicBezTo>
                  <a:pt x="69" y="2"/>
                  <a:pt x="66" y="0"/>
                  <a:pt x="64" y="0"/>
                </a:cubicBezTo>
                <a:cubicBezTo>
                  <a:pt x="62" y="0"/>
                  <a:pt x="62" y="2"/>
                  <a:pt x="62" y="2"/>
                </a:cubicBezTo>
                <a:cubicBezTo>
                  <a:pt x="62" y="11"/>
                  <a:pt x="62" y="11"/>
                  <a:pt x="62" y="11"/>
                </a:cubicBezTo>
                <a:cubicBezTo>
                  <a:pt x="62" y="13"/>
                  <a:pt x="62" y="15"/>
                  <a:pt x="64" y="15"/>
                </a:cubicBezTo>
                <a:close/>
                <a:moveTo>
                  <a:pt x="127" y="62"/>
                </a:moveTo>
                <a:cubicBezTo>
                  <a:pt x="118" y="62"/>
                  <a:pt x="118" y="62"/>
                  <a:pt x="118" y="62"/>
                </a:cubicBezTo>
                <a:cubicBezTo>
                  <a:pt x="116" y="62"/>
                  <a:pt x="116" y="64"/>
                  <a:pt x="116" y="64"/>
                </a:cubicBezTo>
                <a:cubicBezTo>
                  <a:pt x="116" y="67"/>
                  <a:pt x="116" y="69"/>
                  <a:pt x="118" y="69"/>
                </a:cubicBezTo>
                <a:cubicBezTo>
                  <a:pt x="127" y="69"/>
                  <a:pt x="127" y="69"/>
                  <a:pt x="127" y="69"/>
                </a:cubicBezTo>
                <a:cubicBezTo>
                  <a:pt x="129" y="69"/>
                  <a:pt x="129" y="67"/>
                  <a:pt x="129" y="64"/>
                </a:cubicBezTo>
                <a:cubicBezTo>
                  <a:pt x="129" y="64"/>
                  <a:pt x="129" y="62"/>
                  <a:pt x="127" y="62"/>
                </a:cubicBezTo>
                <a:close/>
                <a:moveTo>
                  <a:pt x="11" y="62"/>
                </a:moveTo>
                <a:cubicBezTo>
                  <a:pt x="2" y="62"/>
                  <a:pt x="2" y="62"/>
                  <a:pt x="2" y="62"/>
                </a:cubicBezTo>
                <a:cubicBezTo>
                  <a:pt x="0" y="62"/>
                  <a:pt x="0" y="64"/>
                  <a:pt x="0" y="64"/>
                </a:cubicBezTo>
                <a:cubicBezTo>
                  <a:pt x="0" y="67"/>
                  <a:pt x="0" y="69"/>
                  <a:pt x="2" y="69"/>
                </a:cubicBezTo>
                <a:cubicBezTo>
                  <a:pt x="11" y="69"/>
                  <a:pt x="11" y="69"/>
                  <a:pt x="11" y="69"/>
                </a:cubicBezTo>
                <a:cubicBezTo>
                  <a:pt x="13" y="69"/>
                  <a:pt x="15" y="67"/>
                  <a:pt x="15" y="64"/>
                </a:cubicBezTo>
                <a:cubicBezTo>
                  <a:pt x="15" y="64"/>
                  <a:pt x="13" y="62"/>
                  <a:pt x="11" y="62"/>
                </a:cubicBezTo>
                <a:close/>
                <a:moveTo>
                  <a:pt x="101" y="100"/>
                </a:moveTo>
                <a:cubicBezTo>
                  <a:pt x="98" y="102"/>
                  <a:pt x="98" y="102"/>
                  <a:pt x="101" y="105"/>
                </a:cubicBezTo>
                <a:cubicBezTo>
                  <a:pt x="107" y="111"/>
                  <a:pt x="107" y="111"/>
                  <a:pt x="107" y="111"/>
                </a:cubicBezTo>
                <a:cubicBezTo>
                  <a:pt x="107" y="111"/>
                  <a:pt x="107" y="111"/>
                  <a:pt x="109" y="111"/>
                </a:cubicBezTo>
                <a:cubicBezTo>
                  <a:pt x="109" y="111"/>
                  <a:pt x="109" y="111"/>
                  <a:pt x="111" y="111"/>
                </a:cubicBezTo>
                <a:cubicBezTo>
                  <a:pt x="111" y="109"/>
                  <a:pt x="111" y="107"/>
                  <a:pt x="111" y="107"/>
                </a:cubicBezTo>
                <a:cubicBezTo>
                  <a:pt x="105" y="100"/>
                  <a:pt x="105" y="100"/>
                  <a:pt x="105" y="100"/>
                </a:cubicBezTo>
                <a:cubicBezTo>
                  <a:pt x="103" y="98"/>
                  <a:pt x="101" y="98"/>
                  <a:pt x="101" y="100"/>
                </a:cubicBezTo>
                <a:close/>
                <a:moveTo>
                  <a:pt x="24" y="31"/>
                </a:moveTo>
                <a:cubicBezTo>
                  <a:pt x="26" y="31"/>
                  <a:pt x="26" y="31"/>
                  <a:pt x="28" y="31"/>
                </a:cubicBezTo>
                <a:cubicBezTo>
                  <a:pt x="28" y="31"/>
                  <a:pt x="28" y="31"/>
                  <a:pt x="30" y="31"/>
                </a:cubicBezTo>
                <a:cubicBezTo>
                  <a:pt x="30" y="29"/>
                  <a:pt x="30" y="27"/>
                  <a:pt x="30" y="27"/>
                </a:cubicBezTo>
                <a:cubicBezTo>
                  <a:pt x="24" y="20"/>
                  <a:pt x="24" y="20"/>
                  <a:pt x="24" y="20"/>
                </a:cubicBezTo>
                <a:cubicBezTo>
                  <a:pt x="22" y="18"/>
                  <a:pt x="20" y="18"/>
                  <a:pt x="20" y="20"/>
                </a:cubicBezTo>
                <a:cubicBezTo>
                  <a:pt x="18" y="20"/>
                  <a:pt x="18" y="23"/>
                  <a:pt x="20" y="25"/>
                </a:cubicBezTo>
                <a:lnTo>
                  <a:pt x="24" y="31"/>
                </a:lnTo>
                <a:close/>
                <a:moveTo>
                  <a:pt x="107" y="20"/>
                </a:moveTo>
                <a:cubicBezTo>
                  <a:pt x="101" y="27"/>
                  <a:pt x="101" y="27"/>
                  <a:pt x="101" y="27"/>
                </a:cubicBezTo>
                <a:cubicBezTo>
                  <a:pt x="98" y="27"/>
                  <a:pt x="98" y="29"/>
                  <a:pt x="101" y="31"/>
                </a:cubicBezTo>
                <a:cubicBezTo>
                  <a:pt x="101" y="31"/>
                  <a:pt x="101" y="31"/>
                  <a:pt x="103" y="31"/>
                </a:cubicBezTo>
                <a:cubicBezTo>
                  <a:pt x="103" y="31"/>
                  <a:pt x="103" y="31"/>
                  <a:pt x="105" y="31"/>
                </a:cubicBezTo>
                <a:cubicBezTo>
                  <a:pt x="111" y="25"/>
                  <a:pt x="111" y="25"/>
                  <a:pt x="111" y="25"/>
                </a:cubicBezTo>
                <a:cubicBezTo>
                  <a:pt x="111" y="23"/>
                  <a:pt x="111" y="20"/>
                  <a:pt x="111" y="20"/>
                </a:cubicBezTo>
                <a:cubicBezTo>
                  <a:pt x="109" y="18"/>
                  <a:pt x="107" y="18"/>
                  <a:pt x="107" y="20"/>
                </a:cubicBezTo>
                <a:close/>
                <a:moveTo>
                  <a:pt x="24" y="100"/>
                </a:moveTo>
                <a:cubicBezTo>
                  <a:pt x="20" y="107"/>
                  <a:pt x="20" y="107"/>
                  <a:pt x="20" y="107"/>
                </a:cubicBezTo>
                <a:cubicBezTo>
                  <a:pt x="18" y="107"/>
                  <a:pt x="18" y="109"/>
                  <a:pt x="20" y="111"/>
                </a:cubicBezTo>
                <a:cubicBezTo>
                  <a:pt x="20" y="111"/>
                  <a:pt x="20" y="111"/>
                  <a:pt x="22" y="111"/>
                </a:cubicBezTo>
                <a:cubicBezTo>
                  <a:pt x="22" y="111"/>
                  <a:pt x="22" y="111"/>
                  <a:pt x="24" y="111"/>
                </a:cubicBezTo>
                <a:cubicBezTo>
                  <a:pt x="30" y="105"/>
                  <a:pt x="30" y="105"/>
                  <a:pt x="30" y="105"/>
                </a:cubicBezTo>
                <a:cubicBezTo>
                  <a:pt x="30" y="102"/>
                  <a:pt x="30" y="102"/>
                  <a:pt x="30" y="100"/>
                </a:cubicBezTo>
                <a:cubicBezTo>
                  <a:pt x="28" y="98"/>
                  <a:pt x="26" y="98"/>
                  <a:pt x="24" y="10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4" name="Picture Placeholder 23">
            <a:extLst>
              <a:ext uri="{FF2B5EF4-FFF2-40B4-BE49-F238E27FC236}">
                <a16:creationId xmlns:a16="http://schemas.microsoft.com/office/drawing/2014/main" id="{9A5B1300-4237-F1CD-4F48-51F8D1A89FC3}"/>
              </a:ext>
            </a:extLst>
          </p:cNvPr>
          <p:cNvSpPr>
            <a:spLocks noGrp="1"/>
          </p:cNvSpPr>
          <p:nvPr>
            <p:ph type="pic" sz="quarter" idx="10"/>
          </p:nvPr>
        </p:nvSpPr>
        <p:spPr/>
      </p:sp>
    </p:spTree>
    <p:extLst>
      <p:ext uri="{BB962C8B-B14F-4D97-AF65-F5344CB8AC3E}">
        <p14:creationId xmlns:p14="http://schemas.microsoft.com/office/powerpoint/2010/main" val="1445384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E63385-D425-C39B-D6F5-F16563781726}"/>
              </a:ext>
            </a:extLst>
          </p:cNvPr>
          <p:cNvSpPr/>
          <p:nvPr/>
        </p:nvSpPr>
        <p:spPr>
          <a:xfrm>
            <a:off x="4078347" y="900446"/>
            <a:ext cx="4035307" cy="640560"/>
          </a:xfrm>
          <a:prstGeom prst="rect">
            <a:avLst/>
          </a:prstGeom>
        </p:spPr>
        <p:txBody>
          <a:bodyPr wrap="square">
            <a:spAutoFit/>
          </a:bodyPr>
          <a:lstStyle/>
          <a:p>
            <a:pPr algn="ctr">
              <a:lnSpc>
                <a:spcPts val="4500"/>
              </a:lnSpc>
            </a:pPr>
            <a:r>
              <a:rPr lang="en-US" sz="3000" dirty="0">
                <a:solidFill>
                  <a:schemeClr val="accent3"/>
                </a:solidFill>
                <a:latin typeface="Jost SemiBold" pitchFamily="2" charset="0"/>
                <a:ea typeface="Jost SemiBold" pitchFamily="2" charset="0"/>
                <a:cs typeface="Inter Semi Bold" panose="02000703000000020004" pitchFamily="50" charset="0"/>
              </a:rPr>
              <a:t>SWOT</a:t>
            </a: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 ANALYSIS</a:t>
            </a:r>
            <a:endParaRPr lang="en-US" sz="3000" dirty="0">
              <a:solidFill>
                <a:schemeClr val="accent3"/>
              </a:solidFill>
              <a:latin typeface="Jost SemiBold" pitchFamily="2" charset="0"/>
              <a:ea typeface="Jost SemiBold" pitchFamily="2" charset="0"/>
              <a:cs typeface="Inter Semi Bold" panose="02000703000000020004" pitchFamily="50" charset="0"/>
            </a:endParaRPr>
          </a:p>
        </p:txBody>
      </p:sp>
      <p:sp>
        <p:nvSpPr>
          <p:cNvPr id="3" name="Rectangle 2">
            <a:extLst>
              <a:ext uri="{FF2B5EF4-FFF2-40B4-BE49-F238E27FC236}">
                <a16:creationId xmlns:a16="http://schemas.microsoft.com/office/drawing/2014/main" id="{39D1F6ED-963E-FAFF-957F-F86F16B06604}"/>
              </a:ext>
            </a:extLst>
          </p:cNvPr>
          <p:cNvSpPr/>
          <p:nvPr/>
        </p:nvSpPr>
        <p:spPr>
          <a:xfrm>
            <a:off x="5202297" y="582225"/>
            <a:ext cx="1787407" cy="34624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Jost" pitchFamily="2" charset="0"/>
                <a:ea typeface="Jost" pitchFamily="2" charset="0"/>
                <a:cs typeface="Inter Semi Bold" panose="02000703000000020004" pitchFamily="50" charset="0"/>
              </a:rPr>
              <a:t>ANALYSIS</a:t>
            </a:r>
          </a:p>
        </p:txBody>
      </p:sp>
      <p:sp>
        <p:nvSpPr>
          <p:cNvPr id="5" name="Rectangle 4">
            <a:extLst>
              <a:ext uri="{FF2B5EF4-FFF2-40B4-BE49-F238E27FC236}">
                <a16:creationId xmlns:a16="http://schemas.microsoft.com/office/drawing/2014/main" id="{B2732F86-9BB3-0A85-618B-83A85356B72D}"/>
              </a:ext>
            </a:extLst>
          </p:cNvPr>
          <p:cNvSpPr/>
          <p:nvPr/>
        </p:nvSpPr>
        <p:spPr>
          <a:xfrm>
            <a:off x="8157029" y="2828496"/>
            <a:ext cx="2241546" cy="652936"/>
          </a:xfrm>
          <a:prstGeom prst="rect">
            <a:avLst/>
          </a:prstGeom>
        </p:spPr>
        <p:txBody>
          <a:bodyPr wrap="square">
            <a:spAutoFit/>
          </a:bodyPr>
          <a:lstStyle/>
          <a:p>
            <a:pPr>
              <a:lnSpc>
                <a:spcPts val="1500"/>
              </a:lnSpc>
            </a:pPr>
            <a:r>
              <a:rPr lang="en-US" sz="1000" dirty="0">
                <a:solidFill>
                  <a:srgbClr val="000000"/>
                </a:solidFill>
                <a:latin typeface="Lato" panose="020F0502020204030203" pitchFamily="34" charset="0"/>
                <a:ea typeface="Lato" panose="020F0502020204030203" pitchFamily="34" charset="0"/>
                <a:cs typeface="Lato" panose="020F0502020204030203" pitchFamily="34" charset="0"/>
              </a:rPr>
              <a:t>If you use this site regularly and would like to help keep the site on the please consider.</a:t>
            </a:r>
            <a:endParaRPr lang="en-US" sz="1000" dirty="0">
              <a:latin typeface="Lato" panose="020F0502020204030203" pitchFamily="34" charset="0"/>
              <a:ea typeface="Lato" panose="020F0502020204030203" pitchFamily="34" charset="0"/>
              <a:cs typeface="Lato" panose="020F0502020204030203" pitchFamily="34" charset="0"/>
            </a:endParaRPr>
          </a:p>
        </p:txBody>
      </p:sp>
      <p:sp>
        <p:nvSpPr>
          <p:cNvPr id="6" name="Rectangle 5">
            <a:extLst>
              <a:ext uri="{FF2B5EF4-FFF2-40B4-BE49-F238E27FC236}">
                <a16:creationId xmlns:a16="http://schemas.microsoft.com/office/drawing/2014/main" id="{BF81CCFA-90E8-23BB-C2C2-A47CF9A6C04F}"/>
              </a:ext>
            </a:extLst>
          </p:cNvPr>
          <p:cNvSpPr/>
          <p:nvPr/>
        </p:nvSpPr>
        <p:spPr>
          <a:xfrm>
            <a:off x="8157029" y="2475876"/>
            <a:ext cx="1771648" cy="327013"/>
          </a:xfrm>
          <a:prstGeom prst="rect">
            <a:avLst/>
          </a:prstGeom>
        </p:spPr>
        <p:txBody>
          <a:bodyPr wrap="square">
            <a:spAutoFit/>
          </a:bodyPr>
          <a:lstStyle/>
          <a:p>
            <a:pPr>
              <a:lnSpc>
                <a:spcPts val="1800"/>
              </a:lnSpc>
            </a:pPr>
            <a:r>
              <a:rPr lang="en-US" sz="1600" dirty="0">
                <a:solidFill>
                  <a:schemeClr val="tx1">
                    <a:lumMod val="85000"/>
                    <a:lumOff val="15000"/>
                  </a:schemeClr>
                </a:solidFill>
                <a:latin typeface="Jost SemiBold" pitchFamily="2" charset="0"/>
                <a:ea typeface="Jost SemiBold" pitchFamily="2" charset="0"/>
                <a:cs typeface="Poppins SemiBold" panose="00000700000000000000" pitchFamily="2" charset="0"/>
              </a:rPr>
              <a:t>Weakness</a:t>
            </a:r>
          </a:p>
        </p:txBody>
      </p:sp>
      <p:sp>
        <p:nvSpPr>
          <p:cNvPr id="7" name="Rectangle 6">
            <a:extLst>
              <a:ext uri="{FF2B5EF4-FFF2-40B4-BE49-F238E27FC236}">
                <a16:creationId xmlns:a16="http://schemas.microsoft.com/office/drawing/2014/main" id="{1967292E-817D-1B34-507A-B5FCF69F0442}"/>
              </a:ext>
            </a:extLst>
          </p:cNvPr>
          <p:cNvSpPr/>
          <p:nvPr/>
        </p:nvSpPr>
        <p:spPr>
          <a:xfrm>
            <a:off x="8157029" y="5250772"/>
            <a:ext cx="2241546" cy="652936"/>
          </a:xfrm>
          <a:prstGeom prst="rect">
            <a:avLst/>
          </a:prstGeom>
        </p:spPr>
        <p:txBody>
          <a:bodyPr wrap="square">
            <a:spAutoFit/>
          </a:bodyPr>
          <a:lstStyle/>
          <a:p>
            <a:pPr>
              <a:lnSpc>
                <a:spcPts val="1500"/>
              </a:lnSpc>
            </a:pPr>
            <a:r>
              <a:rPr lang="en-US" sz="1000" dirty="0">
                <a:solidFill>
                  <a:srgbClr val="000000"/>
                </a:solidFill>
                <a:latin typeface="Lato" panose="020F0502020204030203" pitchFamily="34" charset="0"/>
                <a:ea typeface="Lato" panose="020F0502020204030203" pitchFamily="34" charset="0"/>
                <a:cs typeface="Lato" panose="020F0502020204030203" pitchFamily="34" charset="0"/>
              </a:rPr>
              <a:t>If you use this site regularly and would like to help keep the site on the please consider.</a:t>
            </a:r>
            <a:endParaRPr lang="en-US" sz="1000" dirty="0">
              <a:latin typeface="Lato" panose="020F0502020204030203" pitchFamily="34" charset="0"/>
              <a:ea typeface="Lato" panose="020F0502020204030203" pitchFamily="34" charset="0"/>
              <a:cs typeface="Lato" panose="020F0502020204030203" pitchFamily="34" charset="0"/>
            </a:endParaRPr>
          </a:p>
        </p:txBody>
      </p:sp>
      <p:sp>
        <p:nvSpPr>
          <p:cNvPr id="8" name="Rectangle 7">
            <a:extLst>
              <a:ext uri="{FF2B5EF4-FFF2-40B4-BE49-F238E27FC236}">
                <a16:creationId xmlns:a16="http://schemas.microsoft.com/office/drawing/2014/main" id="{AB2D59E4-1F05-F0D7-908E-EA0A0EE36BF0}"/>
              </a:ext>
            </a:extLst>
          </p:cNvPr>
          <p:cNvSpPr/>
          <p:nvPr/>
        </p:nvSpPr>
        <p:spPr>
          <a:xfrm>
            <a:off x="8157029" y="4898152"/>
            <a:ext cx="1949447" cy="327013"/>
          </a:xfrm>
          <a:prstGeom prst="rect">
            <a:avLst/>
          </a:prstGeom>
        </p:spPr>
        <p:txBody>
          <a:bodyPr wrap="square">
            <a:spAutoFit/>
          </a:bodyPr>
          <a:lstStyle/>
          <a:p>
            <a:pPr>
              <a:lnSpc>
                <a:spcPts val="1800"/>
              </a:lnSpc>
            </a:pPr>
            <a:r>
              <a:rPr lang="en-US" sz="1600" dirty="0">
                <a:solidFill>
                  <a:schemeClr val="tx1">
                    <a:lumMod val="85000"/>
                    <a:lumOff val="15000"/>
                  </a:schemeClr>
                </a:solidFill>
                <a:latin typeface="Jost SemiBold" pitchFamily="2" charset="0"/>
                <a:ea typeface="Jost SemiBold" pitchFamily="2" charset="0"/>
                <a:cs typeface="Poppins SemiBold" panose="00000700000000000000" pitchFamily="2" charset="0"/>
              </a:rPr>
              <a:t>Threats</a:t>
            </a:r>
          </a:p>
        </p:txBody>
      </p:sp>
      <p:sp>
        <p:nvSpPr>
          <p:cNvPr id="9" name="Rectangle 8">
            <a:extLst>
              <a:ext uri="{FF2B5EF4-FFF2-40B4-BE49-F238E27FC236}">
                <a16:creationId xmlns:a16="http://schemas.microsoft.com/office/drawing/2014/main" id="{498F1752-0B0D-1F34-26FD-066E467F4DCB}"/>
              </a:ext>
            </a:extLst>
          </p:cNvPr>
          <p:cNvSpPr/>
          <p:nvPr/>
        </p:nvSpPr>
        <p:spPr>
          <a:xfrm>
            <a:off x="6899105" y="2428440"/>
            <a:ext cx="991848" cy="99184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F5471C1-0681-21F8-2146-AF04ED17B6B7}"/>
              </a:ext>
            </a:extLst>
          </p:cNvPr>
          <p:cNvSpPr/>
          <p:nvPr/>
        </p:nvSpPr>
        <p:spPr>
          <a:xfrm>
            <a:off x="6899105" y="4738512"/>
            <a:ext cx="991848" cy="991848"/>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67776FC-6C60-5A98-6A64-AF70DC48F780}"/>
              </a:ext>
            </a:extLst>
          </p:cNvPr>
          <p:cNvSpPr/>
          <p:nvPr/>
        </p:nvSpPr>
        <p:spPr>
          <a:xfrm rot="16200000">
            <a:off x="4364548" y="2489584"/>
            <a:ext cx="991848" cy="99184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EA1D6C1-F4B4-B856-7E47-DC2FDCCFD330}"/>
              </a:ext>
            </a:extLst>
          </p:cNvPr>
          <p:cNvSpPr/>
          <p:nvPr/>
        </p:nvSpPr>
        <p:spPr>
          <a:xfrm rot="16200000">
            <a:off x="4364548" y="4799656"/>
            <a:ext cx="991848" cy="99184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2F20B6C-8A8B-5651-C98D-FAE4E804C109}"/>
              </a:ext>
            </a:extLst>
          </p:cNvPr>
          <p:cNvSpPr/>
          <p:nvPr/>
        </p:nvSpPr>
        <p:spPr>
          <a:xfrm>
            <a:off x="7020161" y="2537907"/>
            <a:ext cx="749736" cy="74973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D28A81D-1471-2455-8E98-84026D0F19CC}"/>
              </a:ext>
            </a:extLst>
          </p:cNvPr>
          <p:cNvSpPr/>
          <p:nvPr/>
        </p:nvSpPr>
        <p:spPr>
          <a:xfrm>
            <a:off x="7026159" y="2703750"/>
            <a:ext cx="737740" cy="669414"/>
          </a:xfrm>
          <a:prstGeom prst="rect">
            <a:avLst/>
          </a:prstGeom>
        </p:spPr>
        <p:txBody>
          <a:bodyPr wrap="square">
            <a:spAutoFit/>
          </a:bodyPr>
          <a:lstStyle/>
          <a:p>
            <a:pPr algn="ctr">
              <a:lnSpc>
                <a:spcPts val="4200"/>
              </a:lnSpc>
            </a:pPr>
            <a:r>
              <a:rPr lang="en-US" sz="4500" dirty="0">
                <a:solidFill>
                  <a:schemeClr val="accent2"/>
                </a:solidFill>
                <a:latin typeface="Jost SemiBold" pitchFamily="2" charset="0"/>
                <a:ea typeface="Jost SemiBold" pitchFamily="2" charset="0"/>
                <a:cs typeface="Poppins SemiBold" panose="00000700000000000000" pitchFamily="2" charset="0"/>
              </a:rPr>
              <a:t>W</a:t>
            </a:r>
          </a:p>
        </p:txBody>
      </p:sp>
      <p:sp>
        <p:nvSpPr>
          <p:cNvPr id="17" name="Oval 16">
            <a:extLst>
              <a:ext uri="{FF2B5EF4-FFF2-40B4-BE49-F238E27FC236}">
                <a16:creationId xmlns:a16="http://schemas.microsoft.com/office/drawing/2014/main" id="{A7742D17-7E31-5279-9ACD-B5CCC94054C1}"/>
              </a:ext>
            </a:extLst>
          </p:cNvPr>
          <p:cNvSpPr/>
          <p:nvPr/>
        </p:nvSpPr>
        <p:spPr>
          <a:xfrm>
            <a:off x="4485604" y="2599051"/>
            <a:ext cx="749736" cy="74973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383B89E-0F43-AEA1-08CA-312B7C9E2ADF}"/>
              </a:ext>
            </a:extLst>
          </p:cNvPr>
          <p:cNvSpPr/>
          <p:nvPr/>
        </p:nvSpPr>
        <p:spPr>
          <a:xfrm>
            <a:off x="4485604" y="2726794"/>
            <a:ext cx="737740" cy="669414"/>
          </a:xfrm>
          <a:prstGeom prst="rect">
            <a:avLst/>
          </a:prstGeom>
        </p:spPr>
        <p:txBody>
          <a:bodyPr wrap="square">
            <a:spAutoFit/>
          </a:bodyPr>
          <a:lstStyle/>
          <a:p>
            <a:pPr algn="ctr">
              <a:lnSpc>
                <a:spcPts val="4200"/>
              </a:lnSpc>
            </a:pPr>
            <a:r>
              <a:rPr lang="en-US" sz="4500" dirty="0">
                <a:solidFill>
                  <a:schemeClr val="accent4"/>
                </a:solidFill>
                <a:latin typeface="Jost SemiBold" pitchFamily="2" charset="0"/>
                <a:ea typeface="Jost SemiBold" pitchFamily="2" charset="0"/>
                <a:cs typeface="Poppins SemiBold" panose="00000700000000000000" pitchFamily="2" charset="0"/>
              </a:rPr>
              <a:t>S</a:t>
            </a:r>
          </a:p>
        </p:txBody>
      </p:sp>
      <p:sp>
        <p:nvSpPr>
          <p:cNvPr id="15" name="Oval 14">
            <a:extLst>
              <a:ext uri="{FF2B5EF4-FFF2-40B4-BE49-F238E27FC236}">
                <a16:creationId xmlns:a16="http://schemas.microsoft.com/office/drawing/2014/main" id="{C7DE728A-DC79-756B-DA1A-30689B0E628F}"/>
              </a:ext>
            </a:extLst>
          </p:cNvPr>
          <p:cNvSpPr/>
          <p:nvPr/>
        </p:nvSpPr>
        <p:spPr>
          <a:xfrm>
            <a:off x="7020161" y="4841100"/>
            <a:ext cx="749736" cy="749736"/>
          </a:xfrm>
          <a:prstGeom prst="ellipse">
            <a:avLst/>
          </a:prstGeom>
          <a:solidFill>
            <a:schemeClr val="bg1"/>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D3F6C29-29B7-97C1-54A0-36DFC7EC27C4}"/>
              </a:ext>
            </a:extLst>
          </p:cNvPr>
          <p:cNvSpPr/>
          <p:nvPr/>
        </p:nvSpPr>
        <p:spPr>
          <a:xfrm>
            <a:off x="7026159" y="4982601"/>
            <a:ext cx="737740" cy="669414"/>
          </a:xfrm>
          <a:prstGeom prst="rect">
            <a:avLst/>
          </a:prstGeom>
        </p:spPr>
        <p:txBody>
          <a:bodyPr wrap="square">
            <a:spAutoFit/>
          </a:bodyPr>
          <a:lstStyle/>
          <a:p>
            <a:pPr algn="ctr">
              <a:lnSpc>
                <a:spcPts val="4200"/>
              </a:lnSpc>
            </a:pPr>
            <a:r>
              <a:rPr lang="en-US" sz="4500" dirty="0">
                <a:solidFill>
                  <a:schemeClr val="tx1">
                    <a:lumMod val="85000"/>
                    <a:lumOff val="15000"/>
                  </a:schemeClr>
                </a:solidFill>
                <a:latin typeface="Jost SemiBold" pitchFamily="2" charset="0"/>
                <a:ea typeface="Jost SemiBold" pitchFamily="2" charset="0"/>
                <a:cs typeface="Poppins SemiBold" panose="00000700000000000000" pitchFamily="2" charset="0"/>
              </a:rPr>
              <a:t>T</a:t>
            </a:r>
          </a:p>
        </p:txBody>
      </p:sp>
      <p:sp>
        <p:nvSpPr>
          <p:cNvPr id="14" name="Oval 13">
            <a:extLst>
              <a:ext uri="{FF2B5EF4-FFF2-40B4-BE49-F238E27FC236}">
                <a16:creationId xmlns:a16="http://schemas.microsoft.com/office/drawing/2014/main" id="{46389297-F1E0-A26C-C1C9-EE63AA35C374}"/>
              </a:ext>
            </a:extLst>
          </p:cNvPr>
          <p:cNvSpPr/>
          <p:nvPr/>
        </p:nvSpPr>
        <p:spPr>
          <a:xfrm>
            <a:off x="4485604" y="4902243"/>
            <a:ext cx="749736" cy="749736"/>
          </a:xfrm>
          <a:prstGeom prst="ellipse">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F6AE2FA-5BD0-C957-6505-254FC16F5DD3}"/>
              </a:ext>
            </a:extLst>
          </p:cNvPr>
          <p:cNvSpPr/>
          <p:nvPr/>
        </p:nvSpPr>
        <p:spPr>
          <a:xfrm>
            <a:off x="4485604" y="5031044"/>
            <a:ext cx="737740" cy="669414"/>
          </a:xfrm>
          <a:prstGeom prst="rect">
            <a:avLst/>
          </a:prstGeom>
        </p:spPr>
        <p:txBody>
          <a:bodyPr wrap="square">
            <a:spAutoFit/>
          </a:bodyPr>
          <a:lstStyle/>
          <a:p>
            <a:pPr algn="ctr">
              <a:lnSpc>
                <a:spcPts val="4200"/>
              </a:lnSpc>
            </a:pPr>
            <a:r>
              <a:rPr lang="en-US" sz="4500" dirty="0">
                <a:solidFill>
                  <a:schemeClr val="accent3"/>
                </a:solidFill>
                <a:latin typeface="Jost SemiBold" pitchFamily="2" charset="0"/>
                <a:ea typeface="Jost SemiBold" pitchFamily="2" charset="0"/>
                <a:cs typeface="Poppins SemiBold" panose="00000700000000000000" pitchFamily="2" charset="0"/>
              </a:rPr>
              <a:t>O</a:t>
            </a:r>
          </a:p>
        </p:txBody>
      </p:sp>
      <p:sp>
        <p:nvSpPr>
          <p:cNvPr id="21" name="Rectangle 20">
            <a:extLst>
              <a:ext uri="{FF2B5EF4-FFF2-40B4-BE49-F238E27FC236}">
                <a16:creationId xmlns:a16="http://schemas.microsoft.com/office/drawing/2014/main" id="{2164C084-4310-2065-7C19-C489BB8583F9}"/>
              </a:ext>
            </a:extLst>
          </p:cNvPr>
          <p:cNvSpPr/>
          <p:nvPr/>
        </p:nvSpPr>
        <p:spPr>
          <a:xfrm>
            <a:off x="1742624" y="2828496"/>
            <a:ext cx="2241546" cy="652936"/>
          </a:xfrm>
          <a:prstGeom prst="rect">
            <a:avLst/>
          </a:prstGeom>
        </p:spPr>
        <p:txBody>
          <a:bodyPr wrap="square">
            <a:spAutoFit/>
          </a:bodyPr>
          <a:lstStyle/>
          <a:p>
            <a:pPr algn="r">
              <a:lnSpc>
                <a:spcPts val="1500"/>
              </a:lnSpc>
            </a:pPr>
            <a:r>
              <a:rPr lang="en-US" sz="1000" dirty="0">
                <a:solidFill>
                  <a:srgbClr val="000000"/>
                </a:solidFill>
                <a:latin typeface="Lato" panose="020F0502020204030203" pitchFamily="34" charset="0"/>
                <a:ea typeface="Lato" panose="020F0502020204030203" pitchFamily="34" charset="0"/>
                <a:cs typeface="Lato" panose="020F0502020204030203" pitchFamily="34" charset="0"/>
              </a:rPr>
              <a:t>If you use this site regularly and would like to help keep the site on the please consider.</a:t>
            </a:r>
            <a:endParaRPr lang="en-US" sz="1000" dirty="0">
              <a:latin typeface="Lato" panose="020F0502020204030203" pitchFamily="34" charset="0"/>
              <a:ea typeface="Lato" panose="020F0502020204030203" pitchFamily="34" charset="0"/>
              <a:cs typeface="Lato" panose="020F0502020204030203" pitchFamily="34" charset="0"/>
            </a:endParaRPr>
          </a:p>
        </p:txBody>
      </p:sp>
      <p:sp>
        <p:nvSpPr>
          <p:cNvPr id="22" name="Rectangle 21">
            <a:extLst>
              <a:ext uri="{FF2B5EF4-FFF2-40B4-BE49-F238E27FC236}">
                <a16:creationId xmlns:a16="http://schemas.microsoft.com/office/drawing/2014/main" id="{AB0188EF-66D3-6282-1EF6-E7619B510D9F}"/>
              </a:ext>
            </a:extLst>
          </p:cNvPr>
          <p:cNvSpPr/>
          <p:nvPr/>
        </p:nvSpPr>
        <p:spPr>
          <a:xfrm>
            <a:off x="2212522" y="2475876"/>
            <a:ext cx="1771648" cy="327013"/>
          </a:xfrm>
          <a:prstGeom prst="rect">
            <a:avLst/>
          </a:prstGeom>
        </p:spPr>
        <p:txBody>
          <a:bodyPr wrap="square">
            <a:spAutoFit/>
          </a:bodyPr>
          <a:lstStyle/>
          <a:p>
            <a:pPr algn="r">
              <a:lnSpc>
                <a:spcPts val="1800"/>
              </a:lnSpc>
            </a:pPr>
            <a:r>
              <a:rPr lang="en-US" sz="1600" dirty="0">
                <a:solidFill>
                  <a:schemeClr val="tx1">
                    <a:lumMod val="85000"/>
                    <a:lumOff val="15000"/>
                  </a:schemeClr>
                </a:solidFill>
                <a:latin typeface="Jost SemiBold" pitchFamily="2" charset="0"/>
                <a:ea typeface="Jost SemiBold" pitchFamily="2" charset="0"/>
                <a:cs typeface="Poppins SemiBold" panose="00000700000000000000" pitchFamily="2" charset="0"/>
              </a:rPr>
              <a:t>Strengths</a:t>
            </a:r>
          </a:p>
        </p:txBody>
      </p:sp>
      <p:sp>
        <p:nvSpPr>
          <p:cNvPr id="23" name="Rectangle 22">
            <a:extLst>
              <a:ext uri="{FF2B5EF4-FFF2-40B4-BE49-F238E27FC236}">
                <a16:creationId xmlns:a16="http://schemas.microsoft.com/office/drawing/2014/main" id="{F9CF48B5-688A-C416-9A8A-1A55335EB10E}"/>
              </a:ext>
            </a:extLst>
          </p:cNvPr>
          <p:cNvSpPr/>
          <p:nvPr/>
        </p:nvSpPr>
        <p:spPr>
          <a:xfrm>
            <a:off x="1742624" y="5250772"/>
            <a:ext cx="2241546" cy="652936"/>
          </a:xfrm>
          <a:prstGeom prst="rect">
            <a:avLst/>
          </a:prstGeom>
        </p:spPr>
        <p:txBody>
          <a:bodyPr wrap="square">
            <a:spAutoFit/>
          </a:bodyPr>
          <a:lstStyle/>
          <a:p>
            <a:pPr algn="r">
              <a:lnSpc>
                <a:spcPts val="1500"/>
              </a:lnSpc>
            </a:pPr>
            <a:r>
              <a:rPr lang="en-US" sz="1000" dirty="0">
                <a:solidFill>
                  <a:srgbClr val="000000"/>
                </a:solidFill>
                <a:latin typeface="Lato" panose="020F0502020204030203" pitchFamily="34" charset="0"/>
                <a:ea typeface="Lato" panose="020F0502020204030203" pitchFamily="34" charset="0"/>
                <a:cs typeface="Lato" panose="020F0502020204030203" pitchFamily="34" charset="0"/>
              </a:rPr>
              <a:t>If you use this site regularly and would like to help keep the site on the please consider.</a:t>
            </a:r>
            <a:endParaRPr lang="en-US" sz="1000" dirty="0">
              <a:latin typeface="Lato" panose="020F0502020204030203" pitchFamily="34" charset="0"/>
              <a:ea typeface="Lato" panose="020F0502020204030203" pitchFamily="34" charset="0"/>
              <a:cs typeface="Lato" panose="020F0502020204030203" pitchFamily="34" charset="0"/>
            </a:endParaRPr>
          </a:p>
        </p:txBody>
      </p:sp>
      <p:sp>
        <p:nvSpPr>
          <p:cNvPr id="24" name="Rectangle 23">
            <a:extLst>
              <a:ext uri="{FF2B5EF4-FFF2-40B4-BE49-F238E27FC236}">
                <a16:creationId xmlns:a16="http://schemas.microsoft.com/office/drawing/2014/main" id="{499CC94B-772E-5D23-AF3B-FD15FA6CBD0A}"/>
              </a:ext>
            </a:extLst>
          </p:cNvPr>
          <p:cNvSpPr/>
          <p:nvPr/>
        </p:nvSpPr>
        <p:spPr>
          <a:xfrm>
            <a:off x="2034723" y="4898152"/>
            <a:ext cx="1949447" cy="327013"/>
          </a:xfrm>
          <a:prstGeom prst="rect">
            <a:avLst/>
          </a:prstGeom>
        </p:spPr>
        <p:txBody>
          <a:bodyPr wrap="square">
            <a:spAutoFit/>
          </a:bodyPr>
          <a:lstStyle/>
          <a:p>
            <a:pPr algn="r">
              <a:lnSpc>
                <a:spcPts val="1800"/>
              </a:lnSpc>
            </a:pPr>
            <a:r>
              <a:rPr lang="en-US" sz="1600" dirty="0">
                <a:solidFill>
                  <a:schemeClr val="tx1">
                    <a:lumMod val="85000"/>
                    <a:lumOff val="15000"/>
                  </a:schemeClr>
                </a:solidFill>
                <a:latin typeface="Jost SemiBold" pitchFamily="2" charset="0"/>
                <a:ea typeface="Jost SemiBold" pitchFamily="2" charset="0"/>
                <a:cs typeface="Poppins SemiBold" panose="00000700000000000000" pitchFamily="2" charset="0"/>
              </a:rPr>
              <a:t>Opportunity</a:t>
            </a:r>
          </a:p>
        </p:txBody>
      </p:sp>
      <p:cxnSp>
        <p:nvCxnSpPr>
          <p:cNvPr id="25" name="Straight Connector 24">
            <a:extLst>
              <a:ext uri="{FF2B5EF4-FFF2-40B4-BE49-F238E27FC236}">
                <a16:creationId xmlns:a16="http://schemas.microsoft.com/office/drawing/2014/main" id="{06320C7B-ABE7-CE4F-CAAE-94E121340FFF}"/>
              </a:ext>
            </a:extLst>
          </p:cNvPr>
          <p:cNvCxnSpPr>
            <a:cxnSpLocks/>
          </p:cNvCxnSpPr>
          <p:nvPr/>
        </p:nvCxnSpPr>
        <p:spPr>
          <a:xfrm>
            <a:off x="6255657" y="2365827"/>
            <a:ext cx="0" cy="34837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886210F-00A2-E515-A453-7D561A8A33A1}"/>
              </a:ext>
            </a:extLst>
          </p:cNvPr>
          <p:cNvCxnSpPr>
            <a:cxnSpLocks/>
          </p:cNvCxnSpPr>
          <p:nvPr/>
        </p:nvCxnSpPr>
        <p:spPr>
          <a:xfrm>
            <a:off x="1901371" y="4107693"/>
            <a:ext cx="870857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8694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25DBFB3-9513-000B-781A-3884C9DC62B4}"/>
              </a:ext>
            </a:extLst>
          </p:cNvPr>
          <p:cNvSpPr/>
          <p:nvPr/>
        </p:nvSpPr>
        <p:spPr>
          <a:xfrm>
            <a:off x="6858000" y="0"/>
            <a:ext cx="5334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7430906C-7B82-4FE0-A192-5E6176F0E40B}"/>
              </a:ext>
            </a:extLst>
          </p:cNvPr>
          <p:cNvSpPr/>
          <p:nvPr/>
        </p:nvSpPr>
        <p:spPr>
          <a:xfrm>
            <a:off x="7635993" y="2157746"/>
            <a:ext cx="3908307" cy="640560"/>
          </a:xfrm>
          <a:prstGeom prst="rect">
            <a:avLst/>
          </a:prstGeom>
        </p:spPr>
        <p:txBody>
          <a:bodyPr wrap="square">
            <a:spAutoFit/>
          </a:bodyPr>
          <a:lstStyle/>
          <a:p>
            <a:pPr algn="r">
              <a:lnSpc>
                <a:spcPts val="4500"/>
              </a:lnSpc>
            </a:pPr>
            <a:r>
              <a:rPr lang="en-US" sz="3000" dirty="0">
                <a:solidFill>
                  <a:schemeClr val="bg1"/>
                </a:solidFill>
                <a:latin typeface="Jost SemiBold" pitchFamily="2" charset="0"/>
                <a:ea typeface="Jost SemiBold" pitchFamily="2" charset="0"/>
                <a:cs typeface="Inter Semi Bold" panose="02000703000000020004" pitchFamily="50" charset="0"/>
              </a:rPr>
              <a:t>OUR </a:t>
            </a:r>
            <a:r>
              <a:rPr lang="en-US" sz="3000" dirty="0">
                <a:solidFill>
                  <a:schemeClr val="accent3"/>
                </a:solidFill>
                <a:latin typeface="Jost SemiBold" pitchFamily="2" charset="0"/>
                <a:ea typeface="Jost SemiBold" pitchFamily="2" charset="0"/>
                <a:cs typeface="Inter Semi Bold" panose="02000703000000020004" pitchFamily="50" charset="0"/>
              </a:rPr>
              <a:t>PORTFOLIO</a:t>
            </a:r>
          </a:p>
        </p:txBody>
      </p:sp>
      <p:sp>
        <p:nvSpPr>
          <p:cNvPr id="3" name="Rectangle 2">
            <a:extLst>
              <a:ext uri="{FF2B5EF4-FFF2-40B4-BE49-F238E27FC236}">
                <a16:creationId xmlns:a16="http://schemas.microsoft.com/office/drawing/2014/main" id="{857D5B5B-2F9F-8AA0-CFE9-E9F0711527C6}"/>
              </a:ext>
            </a:extLst>
          </p:cNvPr>
          <p:cNvSpPr/>
          <p:nvPr/>
        </p:nvSpPr>
        <p:spPr>
          <a:xfrm>
            <a:off x="9756893" y="1839525"/>
            <a:ext cx="1787407" cy="346249"/>
          </a:xfrm>
          <a:prstGeom prst="rect">
            <a:avLst/>
          </a:prstGeom>
        </p:spPr>
        <p:txBody>
          <a:bodyPr wrap="square">
            <a:spAutoFit/>
          </a:bodyPr>
          <a:lstStyle/>
          <a:p>
            <a:pPr algn="r">
              <a:lnSpc>
                <a:spcPts val="2000"/>
              </a:lnSpc>
            </a:pPr>
            <a:r>
              <a:rPr lang="en-US" sz="1600" dirty="0">
                <a:solidFill>
                  <a:schemeClr val="bg1"/>
                </a:solidFill>
                <a:latin typeface="Jost" pitchFamily="2" charset="0"/>
                <a:ea typeface="Jost" pitchFamily="2" charset="0"/>
                <a:cs typeface="Inter Semi Bold" panose="02000703000000020004" pitchFamily="50" charset="0"/>
              </a:rPr>
              <a:t>PORTFOLIO</a:t>
            </a:r>
          </a:p>
        </p:txBody>
      </p:sp>
      <p:sp>
        <p:nvSpPr>
          <p:cNvPr id="4" name="Rectangle 3">
            <a:extLst>
              <a:ext uri="{FF2B5EF4-FFF2-40B4-BE49-F238E27FC236}">
                <a16:creationId xmlns:a16="http://schemas.microsoft.com/office/drawing/2014/main" id="{6453CD08-F355-5D0D-1825-FDFEDA7D12E8}"/>
              </a:ext>
            </a:extLst>
          </p:cNvPr>
          <p:cNvSpPr/>
          <p:nvPr/>
        </p:nvSpPr>
        <p:spPr>
          <a:xfrm>
            <a:off x="7467600" y="3326026"/>
            <a:ext cx="4076700" cy="1418081"/>
          </a:xfrm>
          <a:prstGeom prst="rect">
            <a:avLst/>
          </a:prstGeom>
        </p:spPr>
        <p:txBody>
          <a:bodyPr wrap="square">
            <a:spAutoFit/>
          </a:bodyPr>
          <a:lstStyle/>
          <a:p>
            <a:pPr algn="r">
              <a:lnSpc>
                <a:spcPts val="1500"/>
              </a:lnSpc>
            </a:pPr>
            <a:r>
              <a:rPr lang="en-US" sz="1000" b="0" i="0" dirty="0">
                <a:solidFill>
                  <a:schemeClr val="bg1"/>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using Lorem Ipsum is that it has a more-or-less normal distribution of letters, as opposed to using 'Content here, content here', making it look like readable English. Many desktop publishing packages and web page editors now use Lorem Ipsum as their default model text, and a search for 'lorem ipsum' will their infancy. </a:t>
            </a:r>
            <a:endParaRPr lang="en-US" sz="100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6" name="Rectangle 5">
            <a:extLst>
              <a:ext uri="{FF2B5EF4-FFF2-40B4-BE49-F238E27FC236}">
                <a16:creationId xmlns:a16="http://schemas.microsoft.com/office/drawing/2014/main" id="{5F742C99-193F-2D98-B82E-FF6B00325B42}"/>
              </a:ext>
            </a:extLst>
          </p:cNvPr>
          <p:cNvSpPr/>
          <p:nvPr/>
        </p:nvSpPr>
        <p:spPr>
          <a:xfrm>
            <a:off x="749300" y="2342980"/>
            <a:ext cx="2959100" cy="3359320"/>
          </a:xfrm>
          <a:prstGeom prst="rect">
            <a:avLst/>
          </a:prstGeom>
          <a:no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7" name="Group 76">
            <a:extLst>
              <a:ext uri="{FF2B5EF4-FFF2-40B4-BE49-F238E27FC236}">
                <a16:creationId xmlns:a16="http://schemas.microsoft.com/office/drawing/2014/main" id="{7F4B3310-DB82-CEB5-8130-0B218E946AFB}"/>
              </a:ext>
            </a:extLst>
          </p:cNvPr>
          <p:cNvGrpSpPr/>
          <p:nvPr/>
        </p:nvGrpSpPr>
        <p:grpSpPr>
          <a:xfrm>
            <a:off x="1411641" y="1618858"/>
            <a:ext cx="2139126" cy="1179448"/>
            <a:chOff x="1411641" y="1618858"/>
            <a:chExt cx="2139126" cy="1179448"/>
          </a:xfrm>
        </p:grpSpPr>
        <p:sp>
          <p:nvSpPr>
            <p:cNvPr id="29" name="Oval 80">
              <a:extLst>
                <a:ext uri="{FF2B5EF4-FFF2-40B4-BE49-F238E27FC236}">
                  <a16:creationId xmlns:a16="http://schemas.microsoft.com/office/drawing/2014/main" id="{10E56F41-E3B0-94A8-2B32-272E6F6492EF}"/>
                </a:ext>
              </a:extLst>
            </p:cNvPr>
            <p:cNvSpPr>
              <a:spLocks noChangeArrowheads="1"/>
            </p:cNvSpPr>
            <p:nvPr/>
          </p:nvSpPr>
          <p:spPr bwMode="auto">
            <a:xfrm rot="16200000">
              <a:off x="1411641" y="1618858"/>
              <a:ext cx="117212" cy="117212"/>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Oval 81">
              <a:extLst>
                <a:ext uri="{FF2B5EF4-FFF2-40B4-BE49-F238E27FC236}">
                  <a16:creationId xmlns:a16="http://schemas.microsoft.com/office/drawing/2014/main" id="{9AD27397-C327-7D8D-8867-5BBC12F32F49}"/>
                </a:ext>
              </a:extLst>
            </p:cNvPr>
            <p:cNvSpPr>
              <a:spLocks noChangeArrowheads="1"/>
            </p:cNvSpPr>
            <p:nvPr/>
          </p:nvSpPr>
          <p:spPr bwMode="auto">
            <a:xfrm rot="16200000">
              <a:off x="1415306" y="1842295"/>
              <a:ext cx="102560" cy="109889"/>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Oval 82">
              <a:extLst>
                <a:ext uri="{FF2B5EF4-FFF2-40B4-BE49-F238E27FC236}">
                  <a16:creationId xmlns:a16="http://schemas.microsoft.com/office/drawing/2014/main" id="{09F1623D-1ABC-068E-5232-EF1F13BEFF19}"/>
                </a:ext>
              </a:extLst>
            </p:cNvPr>
            <p:cNvSpPr>
              <a:spLocks noChangeArrowheads="1"/>
            </p:cNvSpPr>
            <p:nvPr/>
          </p:nvSpPr>
          <p:spPr bwMode="auto">
            <a:xfrm rot="16200000">
              <a:off x="1418970" y="2065727"/>
              <a:ext cx="95237" cy="95237"/>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Oval 83">
              <a:extLst>
                <a:ext uri="{FF2B5EF4-FFF2-40B4-BE49-F238E27FC236}">
                  <a16:creationId xmlns:a16="http://schemas.microsoft.com/office/drawing/2014/main" id="{537809D7-3B3E-91E9-57E4-68CF8934EFA3}"/>
                </a:ext>
              </a:extLst>
            </p:cNvPr>
            <p:cNvSpPr>
              <a:spLocks noChangeArrowheads="1"/>
            </p:cNvSpPr>
            <p:nvPr/>
          </p:nvSpPr>
          <p:spPr bwMode="auto">
            <a:xfrm rot="16200000">
              <a:off x="1429956" y="2289165"/>
              <a:ext cx="80585" cy="87910"/>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Oval 84">
              <a:extLst>
                <a:ext uri="{FF2B5EF4-FFF2-40B4-BE49-F238E27FC236}">
                  <a16:creationId xmlns:a16="http://schemas.microsoft.com/office/drawing/2014/main" id="{78686E01-9680-A546-849B-84EED6824ACE}"/>
                </a:ext>
              </a:extLst>
            </p:cNvPr>
            <p:cNvSpPr>
              <a:spLocks noChangeArrowheads="1"/>
            </p:cNvSpPr>
            <p:nvPr/>
          </p:nvSpPr>
          <p:spPr bwMode="auto">
            <a:xfrm rot="16200000">
              <a:off x="1433620" y="2512600"/>
              <a:ext cx="73257" cy="73257"/>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Oval 85">
              <a:extLst>
                <a:ext uri="{FF2B5EF4-FFF2-40B4-BE49-F238E27FC236}">
                  <a16:creationId xmlns:a16="http://schemas.microsoft.com/office/drawing/2014/main" id="{7A97801C-D5EA-D795-9959-C2E7394BED66}"/>
                </a:ext>
              </a:extLst>
            </p:cNvPr>
            <p:cNvSpPr>
              <a:spLocks noChangeArrowheads="1"/>
            </p:cNvSpPr>
            <p:nvPr/>
          </p:nvSpPr>
          <p:spPr bwMode="auto">
            <a:xfrm rot="16200000">
              <a:off x="1440944" y="2739701"/>
              <a:ext cx="58605" cy="58605"/>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Oval 92">
              <a:extLst>
                <a:ext uri="{FF2B5EF4-FFF2-40B4-BE49-F238E27FC236}">
                  <a16:creationId xmlns:a16="http://schemas.microsoft.com/office/drawing/2014/main" id="{6CA8F9D9-2B67-461E-537C-061848513072}"/>
                </a:ext>
              </a:extLst>
            </p:cNvPr>
            <p:cNvSpPr>
              <a:spLocks noChangeArrowheads="1"/>
            </p:cNvSpPr>
            <p:nvPr/>
          </p:nvSpPr>
          <p:spPr bwMode="auto">
            <a:xfrm rot="16200000">
              <a:off x="1697348" y="1618858"/>
              <a:ext cx="117212" cy="117212"/>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Oval 93">
              <a:extLst>
                <a:ext uri="{FF2B5EF4-FFF2-40B4-BE49-F238E27FC236}">
                  <a16:creationId xmlns:a16="http://schemas.microsoft.com/office/drawing/2014/main" id="{4EDB0E4A-E2AE-FF42-2E53-58158688F351}"/>
                </a:ext>
              </a:extLst>
            </p:cNvPr>
            <p:cNvSpPr>
              <a:spLocks noChangeArrowheads="1"/>
            </p:cNvSpPr>
            <p:nvPr/>
          </p:nvSpPr>
          <p:spPr bwMode="auto">
            <a:xfrm rot="16200000">
              <a:off x="1704671" y="1845959"/>
              <a:ext cx="102560" cy="102560"/>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Oval 94">
              <a:extLst>
                <a:ext uri="{FF2B5EF4-FFF2-40B4-BE49-F238E27FC236}">
                  <a16:creationId xmlns:a16="http://schemas.microsoft.com/office/drawing/2014/main" id="{4D09A1EF-839D-C62E-6517-8F910A4966BE}"/>
                </a:ext>
              </a:extLst>
            </p:cNvPr>
            <p:cNvSpPr>
              <a:spLocks noChangeArrowheads="1"/>
            </p:cNvSpPr>
            <p:nvPr/>
          </p:nvSpPr>
          <p:spPr bwMode="auto">
            <a:xfrm rot="16200000">
              <a:off x="1712000" y="2065727"/>
              <a:ext cx="95237" cy="95237"/>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Oval 95">
              <a:extLst>
                <a:ext uri="{FF2B5EF4-FFF2-40B4-BE49-F238E27FC236}">
                  <a16:creationId xmlns:a16="http://schemas.microsoft.com/office/drawing/2014/main" id="{23B89327-84A0-CF73-5882-68A5931378AE}"/>
                </a:ext>
              </a:extLst>
            </p:cNvPr>
            <p:cNvSpPr>
              <a:spLocks noChangeArrowheads="1"/>
            </p:cNvSpPr>
            <p:nvPr/>
          </p:nvSpPr>
          <p:spPr bwMode="auto">
            <a:xfrm rot="16200000">
              <a:off x="1715663" y="2289165"/>
              <a:ext cx="80585" cy="87910"/>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Oval 96">
              <a:extLst>
                <a:ext uri="{FF2B5EF4-FFF2-40B4-BE49-F238E27FC236}">
                  <a16:creationId xmlns:a16="http://schemas.microsoft.com/office/drawing/2014/main" id="{0B49A4C9-C50D-190D-8D02-C66EEE7A9DE8}"/>
                </a:ext>
              </a:extLst>
            </p:cNvPr>
            <p:cNvSpPr>
              <a:spLocks noChangeArrowheads="1"/>
            </p:cNvSpPr>
            <p:nvPr/>
          </p:nvSpPr>
          <p:spPr bwMode="auto">
            <a:xfrm rot="16200000">
              <a:off x="1719323" y="2512600"/>
              <a:ext cx="73257" cy="73257"/>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Oval 97">
              <a:extLst>
                <a:ext uri="{FF2B5EF4-FFF2-40B4-BE49-F238E27FC236}">
                  <a16:creationId xmlns:a16="http://schemas.microsoft.com/office/drawing/2014/main" id="{46D1D5DA-272C-9163-C9AF-EC01D85B9AA3}"/>
                </a:ext>
              </a:extLst>
            </p:cNvPr>
            <p:cNvSpPr>
              <a:spLocks noChangeArrowheads="1"/>
            </p:cNvSpPr>
            <p:nvPr/>
          </p:nvSpPr>
          <p:spPr bwMode="auto">
            <a:xfrm rot="16200000">
              <a:off x="1726650" y="2739701"/>
              <a:ext cx="58605" cy="58605"/>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Oval 104">
              <a:extLst>
                <a:ext uri="{FF2B5EF4-FFF2-40B4-BE49-F238E27FC236}">
                  <a16:creationId xmlns:a16="http://schemas.microsoft.com/office/drawing/2014/main" id="{F1D968FB-1DA9-B122-1677-DED40856A977}"/>
                </a:ext>
              </a:extLst>
            </p:cNvPr>
            <p:cNvSpPr>
              <a:spLocks noChangeArrowheads="1"/>
            </p:cNvSpPr>
            <p:nvPr/>
          </p:nvSpPr>
          <p:spPr bwMode="auto">
            <a:xfrm rot="16200000">
              <a:off x="1986714" y="1615194"/>
              <a:ext cx="117212" cy="124540"/>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Oval 105">
              <a:extLst>
                <a:ext uri="{FF2B5EF4-FFF2-40B4-BE49-F238E27FC236}">
                  <a16:creationId xmlns:a16="http://schemas.microsoft.com/office/drawing/2014/main" id="{58BE760F-DD21-FB0D-88A2-6BE7C4B76151}"/>
                </a:ext>
              </a:extLst>
            </p:cNvPr>
            <p:cNvSpPr>
              <a:spLocks noChangeArrowheads="1"/>
            </p:cNvSpPr>
            <p:nvPr/>
          </p:nvSpPr>
          <p:spPr bwMode="auto">
            <a:xfrm rot="16200000">
              <a:off x="1994044" y="1842295"/>
              <a:ext cx="102560" cy="109889"/>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Oval 106">
              <a:extLst>
                <a:ext uri="{FF2B5EF4-FFF2-40B4-BE49-F238E27FC236}">
                  <a16:creationId xmlns:a16="http://schemas.microsoft.com/office/drawing/2014/main" id="{ACA9D66C-0665-D6B1-556C-CD8C952921B4}"/>
                </a:ext>
              </a:extLst>
            </p:cNvPr>
            <p:cNvSpPr>
              <a:spLocks noChangeArrowheads="1"/>
            </p:cNvSpPr>
            <p:nvPr/>
          </p:nvSpPr>
          <p:spPr bwMode="auto">
            <a:xfrm rot="16200000">
              <a:off x="1997702" y="2065727"/>
              <a:ext cx="95237" cy="95237"/>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Oval 107">
              <a:extLst>
                <a:ext uri="{FF2B5EF4-FFF2-40B4-BE49-F238E27FC236}">
                  <a16:creationId xmlns:a16="http://schemas.microsoft.com/office/drawing/2014/main" id="{09F5DCCC-3FD4-5014-9473-67BF4383061B}"/>
                </a:ext>
              </a:extLst>
            </p:cNvPr>
            <p:cNvSpPr>
              <a:spLocks noChangeArrowheads="1"/>
            </p:cNvSpPr>
            <p:nvPr/>
          </p:nvSpPr>
          <p:spPr bwMode="auto">
            <a:xfrm rot="16200000">
              <a:off x="2005030" y="2292827"/>
              <a:ext cx="80585" cy="80585"/>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Oval 108">
              <a:extLst>
                <a:ext uri="{FF2B5EF4-FFF2-40B4-BE49-F238E27FC236}">
                  <a16:creationId xmlns:a16="http://schemas.microsoft.com/office/drawing/2014/main" id="{C9388A24-60F1-F06C-1610-16F6A6A813EA}"/>
                </a:ext>
              </a:extLst>
            </p:cNvPr>
            <p:cNvSpPr>
              <a:spLocks noChangeArrowheads="1"/>
            </p:cNvSpPr>
            <p:nvPr/>
          </p:nvSpPr>
          <p:spPr bwMode="auto">
            <a:xfrm rot="16200000">
              <a:off x="2008692" y="2516262"/>
              <a:ext cx="73257" cy="65934"/>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Oval 109">
              <a:extLst>
                <a:ext uri="{FF2B5EF4-FFF2-40B4-BE49-F238E27FC236}">
                  <a16:creationId xmlns:a16="http://schemas.microsoft.com/office/drawing/2014/main" id="{BDEBB724-7D4D-48E5-6C81-A2623F7075BC}"/>
                </a:ext>
              </a:extLst>
            </p:cNvPr>
            <p:cNvSpPr>
              <a:spLocks noChangeArrowheads="1"/>
            </p:cNvSpPr>
            <p:nvPr/>
          </p:nvSpPr>
          <p:spPr bwMode="auto">
            <a:xfrm rot="16200000">
              <a:off x="2016018" y="2736037"/>
              <a:ext cx="58605" cy="65934"/>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Oval 116">
              <a:extLst>
                <a:ext uri="{FF2B5EF4-FFF2-40B4-BE49-F238E27FC236}">
                  <a16:creationId xmlns:a16="http://schemas.microsoft.com/office/drawing/2014/main" id="{35702558-AD49-1AE7-048F-58BC5FF328D4}"/>
                </a:ext>
              </a:extLst>
            </p:cNvPr>
            <p:cNvSpPr>
              <a:spLocks noChangeArrowheads="1"/>
            </p:cNvSpPr>
            <p:nvPr/>
          </p:nvSpPr>
          <p:spPr bwMode="auto">
            <a:xfrm rot="16200000">
              <a:off x="2276080" y="1618858"/>
              <a:ext cx="117212" cy="117212"/>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Oval 117">
              <a:extLst>
                <a:ext uri="{FF2B5EF4-FFF2-40B4-BE49-F238E27FC236}">
                  <a16:creationId xmlns:a16="http://schemas.microsoft.com/office/drawing/2014/main" id="{76509A8F-6986-3228-4A8D-AA51A7F0F47F}"/>
                </a:ext>
              </a:extLst>
            </p:cNvPr>
            <p:cNvSpPr>
              <a:spLocks noChangeArrowheads="1"/>
            </p:cNvSpPr>
            <p:nvPr/>
          </p:nvSpPr>
          <p:spPr bwMode="auto">
            <a:xfrm rot="16200000">
              <a:off x="2279745" y="1842295"/>
              <a:ext cx="102560" cy="109889"/>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Oval 118">
              <a:extLst>
                <a:ext uri="{FF2B5EF4-FFF2-40B4-BE49-F238E27FC236}">
                  <a16:creationId xmlns:a16="http://schemas.microsoft.com/office/drawing/2014/main" id="{6155DBA1-B9EB-E9C7-76C1-6B359E761695}"/>
                </a:ext>
              </a:extLst>
            </p:cNvPr>
            <p:cNvSpPr>
              <a:spLocks noChangeArrowheads="1"/>
            </p:cNvSpPr>
            <p:nvPr/>
          </p:nvSpPr>
          <p:spPr bwMode="auto">
            <a:xfrm rot="16200000">
              <a:off x="2283409" y="2065727"/>
              <a:ext cx="95237" cy="95237"/>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Oval 119">
              <a:extLst>
                <a:ext uri="{FF2B5EF4-FFF2-40B4-BE49-F238E27FC236}">
                  <a16:creationId xmlns:a16="http://schemas.microsoft.com/office/drawing/2014/main" id="{91EE6F93-C61A-899C-B2DC-7071237C5041}"/>
                </a:ext>
              </a:extLst>
            </p:cNvPr>
            <p:cNvSpPr>
              <a:spLocks noChangeArrowheads="1"/>
            </p:cNvSpPr>
            <p:nvPr/>
          </p:nvSpPr>
          <p:spPr bwMode="auto">
            <a:xfrm rot="16200000">
              <a:off x="2290732" y="2292827"/>
              <a:ext cx="80585" cy="80585"/>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Oval 120">
              <a:extLst>
                <a:ext uri="{FF2B5EF4-FFF2-40B4-BE49-F238E27FC236}">
                  <a16:creationId xmlns:a16="http://schemas.microsoft.com/office/drawing/2014/main" id="{C321C720-6AC6-8A6A-883A-713B2BFF5D87}"/>
                </a:ext>
              </a:extLst>
            </p:cNvPr>
            <p:cNvSpPr>
              <a:spLocks noChangeArrowheads="1"/>
            </p:cNvSpPr>
            <p:nvPr/>
          </p:nvSpPr>
          <p:spPr bwMode="auto">
            <a:xfrm rot="16200000">
              <a:off x="2298059" y="2512600"/>
              <a:ext cx="73257" cy="73257"/>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Oval 121">
              <a:extLst>
                <a:ext uri="{FF2B5EF4-FFF2-40B4-BE49-F238E27FC236}">
                  <a16:creationId xmlns:a16="http://schemas.microsoft.com/office/drawing/2014/main" id="{7CC72591-8287-D090-0519-EFF980F3C174}"/>
                </a:ext>
              </a:extLst>
            </p:cNvPr>
            <p:cNvSpPr>
              <a:spLocks noChangeArrowheads="1"/>
            </p:cNvSpPr>
            <p:nvPr/>
          </p:nvSpPr>
          <p:spPr bwMode="auto">
            <a:xfrm rot="16200000">
              <a:off x="2305384" y="2739701"/>
              <a:ext cx="58605" cy="58605"/>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Oval 128">
              <a:extLst>
                <a:ext uri="{FF2B5EF4-FFF2-40B4-BE49-F238E27FC236}">
                  <a16:creationId xmlns:a16="http://schemas.microsoft.com/office/drawing/2014/main" id="{B58D88CF-6D21-D0EE-2194-1601BC971808}"/>
                </a:ext>
              </a:extLst>
            </p:cNvPr>
            <p:cNvSpPr>
              <a:spLocks noChangeArrowheads="1"/>
            </p:cNvSpPr>
            <p:nvPr/>
          </p:nvSpPr>
          <p:spPr bwMode="auto">
            <a:xfrm rot="16200000">
              <a:off x="2561788" y="1618858"/>
              <a:ext cx="117212" cy="117212"/>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Oval 129">
              <a:extLst>
                <a:ext uri="{FF2B5EF4-FFF2-40B4-BE49-F238E27FC236}">
                  <a16:creationId xmlns:a16="http://schemas.microsoft.com/office/drawing/2014/main" id="{E861C770-C0E3-107D-052C-99D413C46093}"/>
                </a:ext>
              </a:extLst>
            </p:cNvPr>
            <p:cNvSpPr>
              <a:spLocks noChangeArrowheads="1"/>
            </p:cNvSpPr>
            <p:nvPr/>
          </p:nvSpPr>
          <p:spPr bwMode="auto">
            <a:xfrm rot="16200000">
              <a:off x="2569111" y="1845959"/>
              <a:ext cx="102560" cy="102560"/>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Oval 130">
              <a:extLst>
                <a:ext uri="{FF2B5EF4-FFF2-40B4-BE49-F238E27FC236}">
                  <a16:creationId xmlns:a16="http://schemas.microsoft.com/office/drawing/2014/main" id="{AA14F1FC-4A93-31BE-4561-007BA4EDD75E}"/>
                </a:ext>
              </a:extLst>
            </p:cNvPr>
            <p:cNvSpPr>
              <a:spLocks noChangeArrowheads="1"/>
            </p:cNvSpPr>
            <p:nvPr/>
          </p:nvSpPr>
          <p:spPr bwMode="auto">
            <a:xfrm rot="16200000">
              <a:off x="2576439" y="2065727"/>
              <a:ext cx="95237" cy="95237"/>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Oval 131">
              <a:extLst>
                <a:ext uri="{FF2B5EF4-FFF2-40B4-BE49-F238E27FC236}">
                  <a16:creationId xmlns:a16="http://schemas.microsoft.com/office/drawing/2014/main" id="{75AADBD1-DE42-5CA4-454F-50E71D5AC7A7}"/>
                </a:ext>
              </a:extLst>
            </p:cNvPr>
            <p:cNvSpPr>
              <a:spLocks noChangeArrowheads="1"/>
            </p:cNvSpPr>
            <p:nvPr/>
          </p:nvSpPr>
          <p:spPr bwMode="auto">
            <a:xfrm rot="16200000">
              <a:off x="2580102" y="2289165"/>
              <a:ext cx="80585" cy="87910"/>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Oval 132">
              <a:extLst>
                <a:ext uri="{FF2B5EF4-FFF2-40B4-BE49-F238E27FC236}">
                  <a16:creationId xmlns:a16="http://schemas.microsoft.com/office/drawing/2014/main" id="{4D50716F-3A8B-A768-E923-FBB6A0DD7BDB}"/>
                </a:ext>
              </a:extLst>
            </p:cNvPr>
            <p:cNvSpPr>
              <a:spLocks noChangeArrowheads="1"/>
            </p:cNvSpPr>
            <p:nvPr/>
          </p:nvSpPr>
          <p:spPr bwMode="auto">
            <a:xfrm rot="16200000">
              <a:off x="2587430" y="2516262"/>
              <a:ext cx="73257" cy="65934"/>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Oval 133">
              <a:extLst>
                <a:ext uri="{FF2B5EF4-FFF2-40B4-BE49-F238E27FC236}">
                  <a16:creationId xmlns:a16="http://schemas.microsoft.com/office/drawing/2014/main" id="{3B31E021-7740-C866-C03F-7F22308EC002}"/>
                </a:ext>
              </a:extLst>
            </p:cNvPr>
            <p:cNvSpPr>
              <a:spLocks noChangeArrowheads="1"/>
            </p:cNvSpPr>
            <p:nvPr/>
          </p:nvSpPr>
          <p:spPr bwMode="auto">
            <a:xfrm rot="16200000">
              <a:off x="2594756" y="2736037"/>
              <a:ext cx="58605" cy="65934"/>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Oval 140">
              <a:extLst>
                <a:ext uri="{FF2B5EF4-FFF2-40B4-BE49-F238E27FC236}">
                  <a16:creationId xmlns:a16="http://schemas.microsoft.com/office/drawing/2014/main" id="{3919AB7A-A26E-B8A8-BC58-20F87A67CAAC}"/>
                </a:ext>
              </a:extLst>
            </p:cNvPr>
            <p:cNvSpPr>
              <a:spLocks noChangeArrowheads="1"/>
            </p:cNvSpPr>
            <p:nvPr/>
          </p:nvSpPr>
          <p:spPr bwMode="auto">
            <a:xfrm rot="16200000">
              <a:off x="2854818" y="1618858"/>
              <a:ext cx="117212" cy="117212"/>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Oval 141">
              <a:extLst>
                <a:ext uri="{FF2B5EF4-FFF2-40B4-BE49-F238E27FC236}">
                  <a16:creationId xmlns:a16="http://schemas.microsoft.com/office/drawing/2014/main" id="{F1C5B0AE-4EBE-EA8D-BB5D-0D3373FA89F1}"/>
                </a:ext>
              </a:extLst>
            </p:cNvPr>
            <p:cNvSpPr>
              <a:spLocks noChangeArrowheads="1"/>
            </p:cNvSpPr>
            <p:nvPr/>
          </p:nvSpPr>
          <p:spPr bwMode="auto">
            <a:xfrm rot="16200000">
              <a:off x="2858483" y="1842295"/>
              <a:ext cx="102560" cy="109889"/>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Oval 142">
              <a:extLst>
                <a:ext uri="{FF2B5EF4-FFF2-40B4-BE49-F238E27FC236}">
                  <a16:creationId xmlns:a16="http://schemas.microsoft.com/office/drawing/2014/main" id="{57202344-B5EC-3264-5E34-5CED137B278C}"/>
                </a:ext>
              </a:extLst>
            </p:cNvPr>
            <p:cNvSpPr>
              <a:spLocks noChangeArrowheads="1"/>
            </p:cNvSpPr>
            <p:nvPr/>
          </p:nvSpPr>
          <p:spPr bwMode="auto">
            <a:xfrm rot="16200000">
              <a:off x="2862141" y="2065727"/>
              <a:ext cx="95237" cy="95237"/>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Oval 143">
              <a:extLst>
                <a:ext uri="{FF2B5EF4-FFF2-40B4-BE49-F238E27FC236}">
                  <a16:creationId xmlns:a16="http://schemas.microsoft.com/office/drawing/2014/main" id="{814037F9-D5C6-7E3B-3ABC-A59AD166542C}"/>
                </a:ext>
              </a:extLst>
            </p:cNvPr>
            <p:cNvSpPr>
              <a:spLocks noChangeArrowheads="1"/>
            </p:cNvSpPr>
            <p:nvPr/>
          </p:nvSpPr>
          <p:spPr bwMode="auto">
            <a:xfrm rot="16200000">
              <a:off x="2869469" y="2292827"/>
              <a:ext cx="80585" cy="80585"/>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Oval 144">
              <a:extLst>
                <a:ext uri="{FF2B5EF4-FFF2-40B4-BE49-F238E27FC236}">
                  <a16:creationId xmlns:a16="http://schemas.microsoft.com/office/drawing/2014/main" id="{88B2687C-688B-F3F8-BB94-E25F31D361A5}"/>
                </a:ext>
              </a:extLst>
            </p:cNvPr>
            <p:cNvSpPr>
              <a:spLocks noChangeArrowheads="1"/>
            </p:cNvSpPr>
            <p:nvPr/>
          </p:nvSpPr>
          <p:spPr bwMode="auto">
            <a:xfrm rot="16200000">
              <a:off x="2873132" y="2516262"/>
              <a:ext cx="73257" cy="65934"/>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Oval 145">
              <a:extLst>
                <a:ext uri="{FF2B5EF4-FFF2-40B4-BE49-F238E27FC236}">
                  <a16:creationId xmlns:a16="http://schemas.microsoft.com/office/drawing/2014/main" id="{64A62CF6-D092-0A31-29EC-CAEBEB7B23AF}"/>
                </a:ext>
              </a:extLst>
            </p:cNvPr>
            <p:cNvSpPr>
              <a:spLocks noChangeArrowheads="1"/>
            </p:cNvSpPr>
            <p:nvPr/>
          </p:nvSpPr>
          <p:spPr bwMode="auto">
            <a:xfrm rot="16200000">
              <a:off x="2876793" y="2739701"/>
              <a:ext cx="58605" cy="58605"/>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Oval 152">
              <a:extLst>
                <a:ext uri="{FF2B5EF4-FFF2-40B4-BE49-F238E27FC236}">
                  <a16:creationId xmlns:a16="http://schemas.microsoft.com/office/drawing/2014/main" id="{73055D64-E463-7078-FE7D-3C5BA8A23CE8}"/>
                </a:ext>
              </a:extLst>
            </p:cNvPr>
            <p:cNvSpPr>
              <a:spLocks noChangeArrowheads="1"/>
            </p:cNvSpPr>
            <p:nvPr/>
          </p:nvSpPr>
          <p:spPr bwMode="auto">
            <a:xfrm rot="16200000">
              <a:off x="3140520" y="1618858"/>
              <a:ext cx="117212" cy="117212"/>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Oval 153">
              <a:extLst>
                <a:ext uri="{FF2B5EF4-FFF2-40B4-BE49-F238E27FC236}">
                  <a16:creationId xmlns:a16="http://schemas.microsoft.com/office/drawing/2014/main" id="{0A58BAB2-22E6-381F-DFFC-71DFA2824842}"/>
                </a:ext>
              </a:extLst>
            </p:cNvPr>
            <p:cNvSpPr>
              <a:spLocks noChangeArrowheads="1"/>
            </p:cNvSpPr>
            <p:nvPr/>
          </p:nvSpPr>
          <p:spPr bwMode="auto">
            <a:xfrm rot="16200000">
              <a:off x="3144185" y="1842295"/>
              <a:ext cx="102560" cy="109889"/>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Oval 154">
              <a:extLst>
                <a:ext uri="{FF2B5EF4-FFF2-40B4-BE49-F238E27FC236}">
                  <a16:creationId xmlns:a16="http://schemas.microsoft.com/office/drawing/2014/main" id="{94AF8926-99C3-4255-53C5-04F92A0650B8}"/>
                </a:ext>
              </a:extLst>
            </p:cNvPr>
            <p:cNvSpPr>
              <a:spLocks noChangeArrowheads="1"/>
            </p:cNvSpPr>
            <p:nvPr/>
          </p:nvSpPr>
          <p:spPr bwMode="auto">
            <a:xfrm rot="16200000">
              <a:off x="3155171" y="2065727"/>
              <a:ext cx="95237" cy="95237"/>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Oval 155">
              <a:extLst>
                <a:ext uri="{FF2B5EF4-FFF2-40B4-BE49-F238E27FC236}">
                  <a16:creationId xmlns:a16="http://schemas.microsoft.com/office/drawing/2014/main" id="{BEB82C70-C2AA-622B-DA54-7A0EF5575909}"/>
                </a:ext>
              </a:extLst>
            </p:cNvPr>
            <p:cNvSpPr>
              <a:spLocks noChangeArrowheads="1"/>
            </p:cNvSpPr>
            <p:nvPr/>
          </p:nvSpPr>
          <p:spPr bwMode="auto">
            <a:xfrm rot="16200000">
              <a:off x="3155171" y="2292827"/>
              <a:ext cx="80585" cy="80585"/>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Oval 156">
              <a:extLst>
                <a:ext uri="{FF2B5EF4-FFF2-40B4-BE49-F238E27FC236}">
                  <a16:creationId xmlns:a16="http://schemas.microsoft.com/office/drawing/2014/main" id="{ECBB3B9C-F537-EEC0-CD5A-271E14E613FB}"/>
                </a:ext>
              </a:extLst>
            </p:cNvPr>
            <p:cNvSpPr>
              <a:spLocks noChangeArrowheads="1"/>
            </p:cNvSpPr>
            <p:nvPr/>
          </p:nvSpPr>
          <p:spPr bwMode="auto">
            <a:xfrm rot="16200000">
              <a:off x="3162500" y="2512600"/>
              <a:ext cx="73257" cy="73257"/>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Oval 157">
              <a:extLst>
                <a:ext uri="{FF2B5EF4-FFF2-40B4-BE49-F238E27FC236}">
                  <a16:creationId xmlns:a16="http://schemas.microsoft.com/office/drawing/2014/main" id="{56320D23-ED8C-6E24-54D3-A8D32343DA6C}"/>
                </a:ext>
              </a:extLst>
            </p:cNvPr>
            <p:cNvSpPr>
              <a:spLocks noChangeArrowheads="1"/>
            </p:cNvSpPr>
            <p:nvPr/>
          </p:nvSpPr>
          <p:spPr bwMode="auto">
            <a:xfrm rot="16200000">
              <a:off x="3169823" y="2739701"/>
              <a:ext cx="58605" cy="58605"/>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Oval 164">
              <a:extLst>
                <a:ext uri="{FF2B5EF4-FFF2-40B4-BE49-F238E27FC236}">
                  <a16:creationId xmlns:a16="http://schemas.microsoft.com/office/drawing/2014/main" id="{1BE84B82-D505-0D79-9013-98C746A3DF88}"/>
                </a:ext>
              </a:extLst>
            </p:cNvPr>
            <p:cNvSpPr>
              <a:spLocks noChangeArrowheads="1"/>
            </p:cNvSpPr>
            <p:nvPr/>
          </p:nvSpPr>
          <p:spPr bwMode="auto">
            <a:xfrm rot="16200000">
              <a:off x="3429891" y="1615194"/>
              <a:ext cx="117212" cy="124540"/>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Oval 165">
              <a:extLst>
                <a:ext uri="{FF2B5EF4-FFF2-40B4-BE49-F238E27FC236}">
                  <a16:creationId xmlns:a16="http://schemas.microsoft.com/office/drawing/2014/main" id="{501500CA-18E8-402F-E2DA-D6C047D957FA}"/>
                </a:ext>
              </a:extLst>
            </p:cNvPr>
            <p:cNvSpPr>
              <a:spLocks noChangeArrowheads="1"/>
            </p:cNvSpPr>
            <p:nvPr/>
          </p:nvSpPr>
          <p:spPr bwMode="auto">
            <a:xfrm rot="16200000">
              <a:off x="3433550" y="1845959"/>
              <a:ext cx="102560" cy="102560"/>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Oval 166">
              <a:extLst>
                <a:ext uri="{FF2B5EF4-FFF2-40B4-BE49-F238E27FC236}">
                  <a16:creationId xmlns:a16="http://schemas.microsoft.com/office/drawing/2014/main" id="{0E60382C-1A0B-259D-2F7E-0924F5A36871}"/>
                </a:ext>
              </a:extLst>
            </p:cNvPr>
            <p:cNvSpPr>
              <a:spLocks noChangeArrowheads="1"/>
            </p:cNvSpPr>
            <p:nvPr/>
          </p:nvSpPr>
          <p:spPr bwMode="auto">
            <a:xfrm rot="16200000">
              <a:off x="3440878" y="2065727"/>
              <a:ext cx="95237" cy="95237"/>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Oval 167">
              <a:extLst>
                <a:ext uri="{FF2B5EF4-FFF2-40B4-BE49-F238E27FC236}">
                  <a16:creationId xmlns:a16="http://schemas.microsoft.com/office/drawing/2014/main" id="{1A690DBB-A302-286B-25EB-4CCC2FCE0A9B}"/>
                </a:ext>
              </a:extLst>
            </p:cNvPr>
            <p:cNvSpPr>
              <a:spLocks noChangeArrowheads="1"/>
            </p:cNvSpPr>
            <p:nvPr/>
          </p:nvSpPr>
          <p:spPr bwMode="auto">
            <a:xfrm rot="16200000">
              <a:off x="3448202" y="2292827"/>
              <a:ext cx="80585" cy="80585"/>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Oval 168">
              <a:extLst>
                <a:ext uri="{FF2B5EF4-FFF2-40B4-BE49-F238E27FC236}">
                  <a16:creationId xmlns:a16="http://schemas.microsoft.com/office/drawing/2014/main" id="{D1201C81-C307-AE35-047E-18995F3F8DF4}"/>
                </a:ext>
              </a:extLst>
            </p:cNvPr>
            <p:cNvSpPr>
              <a:spLocks noChangeArrowheads="1"/>
            </p:cNvSpPr>
            <p:nvPr/>
          </p:nvSpPr>
          <p:spPr bwMode="auto">
            <a:xfrm rot="16200000">
              <a:off x="3448202" y="2512600"/>
              <a:ext cx="73257" cy="73257"/>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Oval 169">
              <a:extLst>
                <a:ext uri="{FF2B5EF4-FFF2-40B4-BE49-F238E27FC236}">
                  <a16:creationId xmlns:a16="http://schemas.microsoft.com/office/drawing/2014/main" id="{7CD81609-4F9C-B8E4-6465-BFF82597E0DC}"/>
                </a:ext>
              </a:extLst>
            </p:cNvPr>
            <p:cNvSpPr>
              <a:spLocks noChangeArrowheads="1"/>
            </p:cNvSpPr>
            <p:nvPr/>
          </p:nvSpPr>
          <p:spPr bwMode="auto">
            <a:xfrm rot="16200000">
              <a:off x="3455530" y="2739701"/>
              <a:ext cx="58605" cy="58605"/>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7" name="Picture Placeholder 6">
            <a:extLst>
              <a:ext uri="{FF2B5EF4-FFF2-40B4-BE49-F238E27FC236}">
                <a16:creationId xmlns:a16="http://schemas.microsoft.com/office/drawing/2014/main" id="{02C0690C-C02B-F8BC-5049-4593E991BE45}"/>
              </a:ext>
            </a:extLst>
          </p:cNvPr>
          <p:cNvSpPr>
            <a:spLocks noGrp="1"/>
          </p:cNvSpPr>
          <p:nvPr>
            <p:ph type="pic" sz="quarter" idx="12"/>
          </p:nvPr>
        </p:nvSpPr>
        <p:spPr/>
      </p:sp>
      <p:sp>
        <p:nvSpPr>
          <p:cNvPr id="10" name="Picture Placeholder 9">
            <a:extLst>
              <a:ext uri="{FF2B5EF4-FFF2-40B4-BE49-F238E27FC236}">
                <a16:creationId xmlns:a16="http://schemas.microsoft.com/office/drawing/2014/main" id="{48734366-3775-0E44-51C9-A878E377A594}"/>
              </a:ext>
            </a:extLst>
          </p:cNvPr>
          <p:cNvSpPr>
            <a:spLocks noGrp="1"/>
          </p:cNvSpPr>
          <p:nvPr>
            <p:ph type="pic" sz="quarter" idx="11"/>
          </p:nvPr>
        </p:nvSpPr>
        <p:spPr/>
      </p:sp>
      <p:sp>
        <p:nvSpPr>
          <p:cNvPr id="12" name="Picture Placeholder 11">
            <a:extLst>
              <a:ext uri="{FF2B5EF4-FFF2-40B4-BE49-F238E27FC236}">
                <a16:creationId xmlns:a16="http://schemas.microsoft.com/office/drawing/2014/main" id="{5A1D621F-178B-9831-72E2-ACD2C5509F07}"/>
              </a:ext>
            </a:extLst>
          </p:cNvPr>
          <p:cNvSpPr>
            <a:spLocks noGrp="1"/>
          </p:cNvSpPr>
          <p:nvPr>
            <p:ph type="pic" sz="quarter" idx="10"/>
          </p:nvPr>
        </p:nvSpPr>
        <p:spPr/>
      </p:sp>
    </p:spTree>
    <p:extLst>
      <p:ext uri="{BB962C8B-B14F-4D97-AF65-F5344CB8AC3E}">
        <p14:creationId xmlns:p14="http://schemas.microsoft.com/office/powerpoint/2010/main" val="2163236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67012195-68B2-0667-D212-B5E2B7869C50}"/>
              </a:ext>
            </a:extLst>
          </p:cNvPr>
          <p:cNvSpPr/>
          <p:nvPr/>
        </p:nvSpPr>
        <p:spPr>
          <a:xfrm rot="18900000">
            <a:off x="9187070" y="1654716"/>
            <a:ext cx="3495259" cy="3495259"/>
          </a:xfrm>
          <a:prstGeom prst="roundRect">
            <a:avLst>
              <a:gd name="adj" fmla="val 8188"/>
            </a:avLst>
          </a:prstGeom>
          <a:solidFill>
            <a:schemeClr val="accent4">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046ED2BF-5039-0304-7707-54EBEEF9D596}"/>
              </a:ext>
            </a:extLst>
          </p:cNvPr>
          <p:cNvSpPr/>
          <p:nvPr/>
        </p:nvSpPr>
        <p:spPr>
          <a:xfrm>
            <a:off x="723900" y="2183146"/>
            <a:ext cx="3908307" cy="640560"/>
          </a:xfrm>
          <a:prstGeom prst="rect">
            <a:avLst/>
          </a:prstGeom>
        </p:spPr>
        <p:txBody>
          <a:bodyPr wrap="square">
            <a:spAutoFit/>
          </a:bodyPr>
          <a:lstStyle/>
          <a:p>
            <a:pPr>
              <a:lnSpc>
                <a:spcPts val="4500"/>
              </a:lnSpc>
            </a:pP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OUR </a:t>
            </a:r>
            <a:r>
              <a:rPr lang="en-US" sz="3000" dirty="0">
                <a:solidFill>
                  <a:schemeClr val="accent3"/>
                </a:solidFill>
                <a:latin typeface="Jost SemiBold" pitchFamily="2" charset="0"/>
                <a:ea typeface="Jost SemiBold" pitchFamily="2" charset="0"/>
                <a:cs typeface="Inter Semi Bold" panose="02000703000000020004" pitchFamily="50" charset="0"/>
              </a:rPr>
              <a:t>PORTFOLIO</a:t>
            </a:r>
          </a:p>
        </p:txBody>
      </p:sp>
      <p:sp>
        <p:nvSpPr>
          <p:cNvPr id="3" name="Rectangle 2">
            <a:extLst>
              <a:ext uri="{FF2B5EF4-FFF2-40B4-BE49-F238E27FC236}">
                <a16:creationId xmlns:a16="http://schemas.microsoft.com/office/drawing/2014/main" id="{C3731178-0703-E3DF-167C-DCE2DF14E7A2}"/>
              </a:ext>
            </a:extLst>
          </p:cNvPr>
          <p:cNvSpPr/>
          <p:nvPr/>
        </p:nvSpPr>
        <p:spPr>
          <a:xfrm>
            <a:off x="723900" y="1864925"/>
            <a:ext cx="1787407"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pitchFamily="2" charset="0"/>
                <a:ea typeface="Jost" pitchFamily="2" charset="0"/>
                <a:cs typeface="Inter Semi Bold" panose="02000703000000020004" pitchFamily="50" charset="0"/>
              </a:rPr>
              <a:t>PORTFOLIO</a:t>
            </a:r>
          </a:p>
        </p:txBody>
      </p:sp>
      <p:sp>
        <p:nvSpPr>
          <p:cNvPr id="4" name="Rectangle 3">
            <a:extLst>
              <a:ext uri="{FF2B5EF4-FFF2-40B4-BE49-F238E27FC236}">
                <a16:creationId xmlns:a16="http://schemas.microsoft.com/office/drawing/2014/main" id="{5F9471F5-B198-3E81-563A-462AB101ABB8}"/>
              </a:ext>
            </a:extLst>
          </p:cNvPr>
          <p:cNvSpPr/>
          <p:nvPr/>
        </p:nvSpPr>
        <p:spPr>
          <a:xfrm>
            <a:off x="723900" y="3351426"/>
            <a:ext cx="4076700" cy="1418081"/>
          </a:xfrm>
          <a:prstGeom prst="rect">
            <a:avLst/>
          </a:prstGeom>
        </p:spPr>
        <p:txBody>
          <a:bodyPr wrap="square">
            <a:spAutoFit/>
          </a:bodyPr>
          <a:lstStyle/>
          <a:p>
            <a:pPr>
              <a:lnSpc>
                <a:spcPts val="1500"/>
              </a:lnSpc>
            </a:pPr>
            <a:r>
              <a:rPr lang="en-US" sz="1000" b="0" i="0" dirty="0">
                <a:solidFill>
                  <a:schemeClr val="tx1">
                    <a:lumMod val="85000"/>
                    <a:lumOff val="15000"/>
                  </a:schemeClr>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using Lorem Ipsum is that it has a more-or-less normal distribution of letters, as opposed to using 'Content here, content here', making it look like readable English. Many desktop publishing packages and web page editors now use Lorem Ipsum as their default model text, and a search for 'lorem ipsum' will their infancy. </a:t>
            </a:r>
            <a:endPar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p:txBody>
      </p:sp>
      <p:sp>
        <p:nvSpPr>
          <p:cNvPr id="21" name="Rectangle: Rounded Corners 20">
            <a:extLst>
              <a:ext uri="{FF2B5EF4-FFF2-40B4-BE49-F238E27FC236}">
                <a16:creationId xmlns:a16="http://schemas.microsoft.com/office/drawing/2014/main" id="{BCBBC65F-F266-EFFF-F2B4-8AB06A94502C}"/>
              </a:ext>
            </a:extLst>
          </p:cNvPr>
          <p:cNvSpPr/>
          <p:nvPr/>
        </p:nvSpPr>
        <p:spPr>
          <a:xfrm rot="18900000" flipH="1">
            <a:off x="6312034" y="5398741"/>
            <a:ext cx="713162" cy="713162"/>
          </a:xfrm>
          <a:prstGeom prst="roundRect">
            <a:avLst>
              <a:gd name="adj" fmla="val 818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6">
            <a:extLst>
              <a:ext uri="{FF2B5EF4-FFF2-40B4-BE49-F238E27FC236}">
                <a16:creationId xmlns:a16="http://schemas.microsoft.com/office/drawing/2014/main" id="{9624FC3F-D7E0-FC8E-8A50-60D643A1985F}"/>
              </a:ext>
            </a:extLst>
          </p:cNvPr>
          <p:cNvSpPr>
            <a:spLocks noGrp="1"/>
          </p:cNvSpPr>
          <p:nvPr>
            <p:ph type="pic" sz="quarter" idx="13"/>
          </p:nvPr>
        </p:nvSpPr>
        <p:spPr/>
      </p:sp>
      <p:sp>
        <p:nvSpPr>
          <p:cNvPr id="9" name="Picture Placeholder 8">
            <a:extLst>
              <a:ext uri="{FF2B5EF4-FFF2-40B4-BE49-F238E27FC236}">
                <a16:creationId xmlns:a16="http://schemas.microsoft.com/office/drawing/2014/main" id="{69FC94BE-7171-0AB9-AE64-68FFCD090D3F}"/>
              </a:ext>
            </a:extLst>
          </p:cNvPr>
          <p:cNvSpPr>
            <a:spLocks noGrp="1"/>
          </p:cNvSpPr>
          <p:nvPr>
            <p:ph type="pic" sz="quarter" idx="11"/>
          </p:nvPr>
        </p:nvSpPr>
        <p:spPr/>
      </p:sp>
      <p:sp>
        <p:nvSpPr>
          <p:cNvPr id="11" name="Picture Placeholder 10">
            <a:extLst>
              <a:ext uri="{FF2B5EF4-FFF2-40B4-BE49-F238E27FC236}">
                <a16:creationId xmlns:a16="http://schemas.microsoft.com/office/drawing/2014/main" id="{0E59E053-1BEE-FCF5-322F-BBAFACD3C132}"/>
              </a:ext>
            </a:extLst>
          </p:cNvPr>
          <p:cNvSpPr>
            <a:spLocks noGrp="1"/>
          </p:cNvSpPr>
          <p:nvPr>
            <p:ph type="pic" sz="quarter" idx="12"/>
          </p:nvPr>
        </p:nvSpPr>
        <p:spPr/>
      </p:sp>
      <p:sp>
        <p:nvSpPr>
          <p:cNvPr id="13" name="Picture Placeholder 12">
            <a:extLst>
              <a:ext uri="{FF2B5EF4-FFF2-40B4-BE49-F238E27FC236}">
                <a16:creationId xmlns:a16="http://schemas.microsoft.com/office/drawing/2014/main" id="{931EB7C7-7023-54E4-E47F-FEE53962CBE6}"/>
              </a:ext>
            </a:extLst>
          </p:cNvPr>
          <p:cNvSpPr>
            <a:spLocks noGrp="1"/>
          </p:cNvSpPr>
          <p:nvPr>
            <p:ph type="pic" sz="quarter" idx="10"/>
          </p:nvPr>
        </p:nvSpPr>
        <p:spPr/>
      </p:sp>
    </p:spTree>
    <p:extLst>
      <p:ext uri="{BB962C8B-B14F-4D97-AF65-F5344CB8AC3E}">
        <p14:creationId xmlns:p14="http://schemas.microsoft.com/office/powerpoint/2010/main" val="2972975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F46F30-5851-C34A-80B7-BE8EAC6B4980}"/>
              </a:ext>
            </a:extLst>
          </p:cNvPr>
          <p:cNvSpPr/>
          <p:nvPr/>
        </p:nvSpPr>
        <p:spPr>
          <a:xfrm>
            <a:off x="6908800" y="1357646"/>
            <a:ext cx="3908307" cy="640560"/>
          </a:xfrm>
          <a:prstGeom prst="rect">
            <a:avLst/>
          </a:prstGeom>
        </p:spPr>
        <p:txBody>
          <a:bodyPr wrap="square">
            <a:spAutoFit/>
          </a:bodyPr>
          <a:lstStyle/>
          <a:p>
            <a:pPr>
              <a:lnSpc>
                <a:spcPts val="4500"/>
              </a:lnSpc>
            </a:pPr>
            <a:r>
              <a:rPr lang="en-US" sz="3000" dirty="0">
                <a:solidFill>
                  <a:schemeClr val="accent3"/>
                </a:solidFill>
                <a:latin typeface="Jost SemiBold" pitchFamily="2" charset="0"/>
                <a:ea typeface="Jost SemiBold" pitchFamily="2" charset="0"/>
                <a:cs typeface="Inter Semi Bold" panose="02000703000000020004" pitchFamily="50" charset="0"/>
              </a:rPr>
              <a:t>MOCKUP</a:t>
            </a: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 DEVICES</a:t>
            </a:r>
          </a:p>
        </p:txBody>
      </p:sp>
      <p:sp>
        <p:nvSpPr>
          <p:cNvPr id="3" name="Rectangle 2">
            <a:extLst>
              <a:ext uri="{FF2B5EF4-FFF2-40B4-BE49-F238E27FC236}">
                <a16:creationId xmlns:a16="http://schemas.microsoft.com/office/drawing/2014/main" id="{D8EE8814-8AD8-E73D-7A03-59E985A517D7}"/>
              </a:ext>
            </a:extLst>
          </p:cNvPr>
          <p:cNvSpPr/>
          <p:nvPr/>
        </p:nvSpPr>
        <p:spPr>
          <a:xfrm>
            <a:off x="6908800" y="1039425"/>
            <a:ext cx="1787407"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pitchFamily="2" charset="0"/>
                <a:ea typeface="Jost" pitchFamily="2" charset="0"/>
                <a:cs typeface="Inter Semi Bold" panose="02000703000000020004" pitchFamily="50" charset="0"/>
              </a:rPr>
              <a:t>CORPORATE INC</a:t>
            </a:r>
          </a:p>
        </p:txBody>
      </p:sp>
      <p:sp>
        <p:nvSpPr>
          <p:cNvPr id="4" name="Rectangle 3">
            <a:extLst>
              <a:ext uri="{FF2B5EF4-FFF2-40B4-BE49-F238E27FC236}">
                <a16:creationId xmlns:a16="http://schemas.microsoft.com/office/drawing/2014/main" id="{CB453489-AF62-B57E-F7CB-148821C0759B}"/>
              </a:ext>
            </a:extLst>
          </p:cNvPr>
          <p:cNvSpPr/>
          <p:nvPr/>
        </p:nvSpPr>
        <p:spPr>
          <a:xfrm>
            <a:off x="6908800" y="2525926"/>
            <a:ext cx="4406900" cy="840999"/>
          </a:xfrm>
          <a:prstGeom prst="rect">
            <a:avLst/>
          </a:prstGeom>
        </p:spPr>
        <p:txBody>
          <a:bodyPr wrap="square">
            <a:spAutoFit/>
          </a:bodyPr>
          <a:lstStyle/>
          <a:p>
            <a:pPr>
              <a:lnSpc>
                <a:spcPts val="1500"/>
              </a:lnSpc>
            </a:pPr>
            <a:r>
              <a:rPr lang="en-US" sz="1000" b="0" i="0" dirty="0">
                <a:solidFill>
                  <a:schemeClr val="tx1">
                    <a:lumMod val="85000"/>
                    <a:lumOff val="15000"/>
                  </a:schemeClr>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using Lorem Ipsum desktop publishing packages and web page editors now use Lorem Ipsum as, and a search for 'lorem ipsum' will their infancy. </a:t>
            </a:r>
            <a:endPar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p:txBody>
      </p:sp>
      <p:sp>
        <p:nvSpPr>
          <p:cNvPr id="5" name="Rectangle 4">
            <a:extLst>
              <a:ext uri="{FF2B5EF4-FFF2-40B4-BE49-F238E27FC236}">
                <a16:creationId xmlns:a16="http://schemas.microsoft.com/office/drawing/2014/main" id="{565FE7F9-615E-939E-D989-51AC2CC9FED7}"/>
              </a:ext>
            </a:extLst>
          </p:cNvPr>
          <p:cNvSpPr/>
          <p:nvPr/>
        </p:nvSpPr>
        <p:spPr>
          <a:xfrm>
            <a:off x="6908800" y="5165639"/>
            <a:ext cx="2241546" cy="652936"/>
          </a:xfrm>
          <a:prstGeom prst="rect">
            <a:avLst/>
          </a:prstGeom>
        </p:spPr>
        <p:txBody>
          <a:bodyPr wrap="square">
            <a:spAutoFit/>
          </a:bodyPr>
          <a:lstStyle/>
          <a:p>
            <a:pPr>
              <a:lnSpc>
                <a:spcPts val="1500"/>
              </a:lnSpc>
            </a:pPr>
            <a:r>
              <a:rPr lang="en-US" sz="1000" dirty="0">
                <a:solidFill>
                  <a:srgbClr val="000000"/>
                </a:solidFill>
                <a:latin typeface="Lato" panose="020F0502020204030203" pitchFamily="34" charset="0"/>
                <a:ea typeface="Lato" panose="020F0502020204030203" pitchFamily="34" charset="0"/>
                <a:cs typeface="Lato" panose="020F0502020204030203" pitchFamily="34" charset="0"/>
              </a:rPr>
              <a:t>If you use this site regularly and would like to help keep the site on the please consider.</a:t>
            </a:r>
            <a:endParaRPr lang="en-US" sz="1000" dirty="0">
              <a:latin typeface="Lato" panose="020F0502020204030203" pitchFamily="34" charset="0"/>
              <a:ea typeface="Lato" panose="020F0502020204030203" pitchFamily="34" charset="0"/>
              <a:cs typeface="Lato" panose="020F0502020204030203" pitchFamily="34" charset="0"/>
            </a:endParaRPr>
          </a:p>
        </p:txBody>
      </p:sp>
      <p:sp>
        <p:nvSpPr>
          <p:cNvPr id="6" name="Rectangle 5">
            <a:extLst>
              <a:ext uri="{FF2B5EF4-FFF2-40B4-BE49-F238E27FC236}">
                <a16:creationId xmlns:a16="http://schemas.microsoft.com/office/drawing/2014/main" id="{55CBF401-1847-3BB5-7554-18F3EE5A5C54}"/>
              </a:ext>
            </a:extLst>
          </p:cNvPr>
          <p:cNvSpPr/>
          <p:nvPr/>
        </p:nvSpPr>
        <p:spPr>
          <a:xfrm>
            <a:off x="6908800" y="4813019"/>
            <a:ext cx="1949447" cy="327013"/>
          </a:xfrm>
          <a:prstGeom prst="rect">
            <a:avLst/>
          </a:prstGeom>
        </p:spPr>
        <p:txBody>
          <a:bodyPr wrap="square">
            <a:spAutoFit/>
          </a:bodyPr>
          <a:lstStyle/>
          <a:p>
            <a:pPr>
              <a:lnSpc>
                <a:spcPts val="1800"/>
              </a:lnSpc>
            </a:pPr>
            <a:r>
              <a:rPr lang="en-US" sz="1600" dirty="0">
                <a:solidFill>
                  <a:schemeClr val="tx1">
                    <a:lumMod val="85000"/>
                    <a:lumOff val="15000"/>
                  </a:schemeClr>
                </a:solidFill>
                <a:latin typeface="Jost SemiBold" pitchFamily="2" charset="0"/>
                <a:ea typeface="Jost SemiBold" pitchFamily="2" charset="0"/>
                <a:cs typeface="Poppins SemiBold" panose="00000700000000000000" pitchFamily="2" charset="0"/>
              </a:rPr>
              <a:t>Personal Branding</a:t>
            </a:r>
          </a:p>
        </p:txBody>
      </p:sp>
      <p:sp>
        <p:nvSpPr>
          <p:cNvPr id="7" name="Rectangle 6">
            <a:extLst>
              <a:ext uri="{FF2B5EF4-FFF2-40B4-BE49-F238E27FC236}">
                <a16:creationId xmlns:a16="http://schemas.microsoft.com/office/drawing/2014/main" id="{5D795B59-ECE3-2AA8-8C16-45ED0235AC07}"/>
              </a:ext>
            </a:extLst>
          </p:cNvPr>
          <p:cNvSpPr/>
          <p:nvPr/>
        </p:nvSpPr>
        <p:spPr>
          <a:xfrm>
            <a:off x="9366253" y="5165639"/>
            <a:ext cx="2241546" cy="652936"/>
          </a:xfrm>
          <a:prstGeom prst="rect">
            <a:avLst/>
          </a:prstGeom>
        </p:spPr>
        <p:txBody>
          <a:bodyPr wrap="square">
            <a:spAutoFit/>
          </a:bodyPr>
          <a:lstStyle/>
          <a:p>
            <a:pPr>
              <a:lnSpc>
                <a:spcPts val="1500"/>
              </a:lnSpc>
            </a:pPr>
            <a:r>
              <a:rPr lang="en-US" sz="1000" dirty="0">
                <a:solidFill>
                  <a:srgbClr val="000000"/>
                </a:solidFill>
                <a:latin typeface="Lato" panose="020F0502020204030203" pitchFamily="34" charset="0"/>
                <a:ea typeface="Lato" panose="020F0502020204030203" pitchFamily="34" charset="0"/>
                <a:cs typeface="Lato" panose="020F0502020204030203" pitchFamily="34" charset="0"/>
              </a:rPr>
              <a:t>If you use this site regularly and would like to help keep the site on the please consider.</a:t>
            </a:r>
            <a:endParaRPr lang="en-US" sz="1000" dirty="0">
              <a:latin typeface="Lato" panose="020F0502020204030203" pitchFamily="34" charset="0"/>
              <a:ea typeface="Lato" panose="020F0502020204030203" pitchFamily="34" charset="0"/>
              <a:cs typeface="Lato" panose="020F0502020204030203" pitchFamily="34" charset="0"/>
            </a:endParaRPr>
          </a:p>
        </p:txBody>
      </p:sp>
      <p:sp>
        <p:nvSpPr>
          <p:cNvPr id="8" name="Rectangle 7">
            <a:extLst>
              <a:ext uri="{FF2B5EF4-FFF2-40B4-BE49-F238E27FC236}">
                <a16:creationId xmlns:a16="http://schemas.microsoft.com/office/drawing/2014/main" id="{9137A3DA-7380-9474-8256-902126DD568D}"/>
              </a:ext>
            </a:extLst>
          </p:cNvPr>
          <p:cNvSpPr/>
          <p:nvPr/>
        </p:nvSpPr>
        <p:spPr>
          <a:xfrm>
            <a:off x="9366253" y="4813019"/>
            <a:ext cx="1949447" cy="327013"/>
          </a:xfrm>
          <a:prstGeom prst="rect">
            <a:avLst/>
          </a:prstGeom>
        </p:spPr>
        <p:txBody>
          <a:bodyPr wrap="square">
            <a:spAutoFit/>
          </a:bodyPr>
          <a:lstStyle/>
          <a:p>
            <a:pPr>
              <a:lnSpc>
                <a:spcPts val="1800"/>
              </a:lnSpc>
            </a:pPr>
            <a:r>
              <a:rPr lang="en-US" sz="1600" dirty="0">
                <a:solidFill>
                  <a:schemeClr val="tx1">
                    <a:lumMod val="85000"/>
                    <a:lumOff val="15000"/>
                  </a:schemeClr>
                </a:solidFill>
                <a:latin typeface="Jost SemiBold" pitchFamily="2" charset="0"/>
                <a:ea typeface="Jost SemiBold" pitchFamily="2" charset="0"/>
                <a:cs typeface="Poppins SemiBold" panose="00000700000000000000" pitchFamily="2" charset="0"/>
              </a:rPr>
              <a:t>Digital Marketing</a:t>
            </a:r>
          </a:p>
        </p:txBody>
      </p:sp>
      <p:sp>
        <p:nvSpPr>
          <p:cNvPr id="9" name="Oval 8">
            <a:extLst>
              <a:ext uri="{FF2B5EF4-FFF2-40B4-BE49-F238E27FC236}">
                <a16:creationId xmlns:a16="http://schemas.microsoft.com/office/drawing/2014/main" id="{D7EC46A9-8008-E77D-1DC3-EB78539DB734}"/>
              </a:ext>
            </a:extLst>
          </p:cNvPr>
          <p:cNvSpPr/>
          <p:nvPr/>
        </p:nvSpPr>
        <p:spPr>
          <a:xfrm>
            <a:off x="6946900" y="4085548"/>
            <a:ext cx="508000" cy="508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599BF87-6F45-43C7-659A-A615557B64AE}"/>
              </a:ext>
            </a:extLst>
          </p:cNvPr>
          <p:cNvSpPr/>
          <p:nvPr/>
        </p:nvSpPr>
        <p:spPr>
          <a:xfrm>
            <a:off x="9404353" y="4085548"/>
            <a:ext cx="508000" cy="508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6564482-5F0A-599E-26D3-AC0B423C3926}"/>
              </a:ext>
            </a:extLst>
          </p:cNvPr>
          <p:cNvSpPr/>
          <p:nvPr/>
        </p:nvSpPr>
        <p:spPr>
          <a:xfrm>
            <a:off x="6908800" y="4192280"/>
            <a:ext cx="571384" cy="388568"/>
          </a:xfrm>
          <a:prstGeom prst="rect">
            <a:avLst/>
          </a:prstGeom>
        </p:spPr>
        <p:txBody>
          <a:bodyPr wrap="square">
            <a:spAutoFit/>
          </a:bodyPr>
          <a:lstStyle/>
          <a:p>
            <a:pPr algn="ctr">
              <a:lnSpc>
                <a:spcPts val="2200"/>
              </a:lnSpc>
            </a:pPr>
            <a:r>
              <a:rPr lang="en-US" sz="2200" dirty="0">
                <a:solidFill>
                  <a:schemeClr val="bg1"/>
                </a:solidFill>
                <a:latin typeface="Jost SemiBold" pitchFamily="2" charset="0"/>
                <a:ea typeface="Jost SemiBold" pitchFamily="2" charset="0"/>
                <a:cs typeface="Inter Semi Bold" panose="02000703000000020004" pitchFamily="50" charset="0"/>
              </a:rPr>
              <a:t>01</a:t>
            </a:r>
          </a:p>
        </p:txBody>
      </p:sp>
      <p:sp>
        <p:nvSpPr>
          <p:cNvPr id="12" name="Rectangle 11">
            <a:extLst>
              <a:ext uri="{FF2B5EF4-FFF2-40B4-BE49-F238E27FC236}">
                <a16:creationId xmlns:a16="http://schemas.microsoft.com/office/drawing/2014/main" id="{24DAEB5D-160E-B47C-CB52-A4C8C624273C}"/>
              </a:ext>
            </a:extLst>
          </p:cNvPr>
          <p:cNvSpPr/>
          <p:nvPr/>
        </p:nvSpPr>
        <p:spPr>
          <a:xfrm>
            <a:off x="9372661" y="4192280"/>
            <a:ext cx="571384" cy="388568"/>
          </a:xfrm>
          <a:prstGeom prst="rect">
            <a:avLst/>
          </a:prstGeom>
        </p:spPr>
        <p:txBody>
          <a:bodyPr wrap="square">
            <a:spAutoFit/>
          </a:bodyPr>
          <a:lstStyle/>
          <a:p>
            <a:pPr algn="ctr">
              <a:lnSpc>
                <a:spcPts val="2200"/>
              </a:lnSpc>
            </a:pPr>
            <a:r>
              <a:rPr lang="en-US" sz="2200" dirty="0">
                <a:solidFill>
                  <a:schemeClr val="bg1"/>
                </a:solidFill>
                <a:latin typeface="Jost SemiBold" pitchFamily="2" charset="0"/>
                <a:ea typeface="Jost SemiBold" pitchFamily="2" charset="0"/>
                <a:cs typeface="Inter Semi Bold" panose="02000703000000020004" pitchFamily="50" charset="0"/>
              </a:rPr>
              <a:t>02</a:t>
            </a:r>
          </a:p>
        </p:txBody>
      </p:sp>
      <p:sp>
        <p:nvSpPr>
          <p:cNvPr id="13" name="Flowchart: Manual Input 12">
            <a:extLst>
              <a:ext uri="{FF2B5EF4-FFF2-40B4-BE49-F238E27FC236}">
                <a16:creationId xmlns:a16="http://schemas.microsoft.com/office/drawing/2014/main" id="{22399430-553F-F168-D2FD-59FC7302246B}"/>
              </a:ext>
            </a:extLst>
          </p:cNvPr>
          <p:cNvSpPr/>
          <p:nvPr/>
        </p:nvSpPr>
        <p:spPr>
          <a:xfrm rot="5400000">
            <a:off x="-2025652" y="2025650"/>
            <a:ext cx="6858003" cy="2806700"/>
          </a:xfrm>
          <a:prstGeom prst="flowChartManualInpu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94A60CF2-E13B-3FD5-D605-56CBF78A8072}"/>
              </a:ext>
            </a:extLst>
          </p:cNvPr>
          <p:cNvPicPr>
            <a:picLocks noChangeAspect="1"/>
          </p:cNvPicPr>
          <p:nvPr/>
        </p:nvPicPr>
        <p:blipFill>
          <a:blip r:embed="rId2"/>
          <a:stretch>
            <a:fillRect/>
          </a:stretch>
        </p:blipFill>
        <p:spPr>
          <a:xfrm>
            <a:off x="757993" y="1387488"/>
            <a:ext cx="2397146" cy="4431088"/>
          </a:xfrm>
          <a:prstGeom prst="rect">
            <a:avLst/>
          </a:prstGeom>
        </p:spPr>
      </p:pic>
      <p:pic>
        <p:nvPicPr>
          <p:cNvPr id="19" name="Picture 18">
            <a:extLst>
              <a:ext uri="{FF2B5EF4-FFF2-40B4-BE49-F238E27FC236}">
                <a16:creationId xmlns:a16="http://schemas.microsoft.com/office/drawing/2014/main" id="{79ED63C4-5F02-044E-28A4-ECD6B51D1E47}"/>
              </a:ext>
            </a:extLst>
          </p:cNvPr>
          <p:cNvPicPr>
            <a:picLocks noChangeAspect="1"/>
          </p:cNvPicPr>
          <p:nvPr/>
        </p:nvPicPr>
        <p:blipFill>
          <a:blip r:embed="rId2"/>
          <a:stretch>
            <a:fillRect/>
          </a:stretch>
        </p:blipFill>
        <p:spPr>
          <a:xfrm>
            <a:off x="3688719" y="1387488"/>
            <a:ext cx="2397146" cy="4431088"/>
          </a:xfrm>
          <a:prstGeom prst="rect">
            <a:avLst/>
          </a:prstGeom>
        </p:spPr>
      </p:pic>
      <p:sp>
        <p:nvSpPr>
          <p:cNvPr id="16" name="Picture Placeholder 15">
            <a:extLst>
              <a:ext uri="{FF2B5EF4-FFF2-40B4-BE49-F238E27FC236}">
                <a16:creationId xmlns:a16="http://schemas.microsoft.com/office/drawing/2014/main" id="{D81807F3-342F-8FBE-3A46-FC16F0DB686D}"/>
              </a:ext>
            </a:extLst>
          </p:cNvPr>
          <p:cNvSpPr>
            <a:spLocks noGrp="1"/>
          </p:cNvSpPr>
          <p:nvPr>
            <p:ph type="pic" sz="quarter" idx="10"/>
          </p:nvPr>
        </p:nvSpPr>
        <p:spPr/>
      </p:sp>
      <p:sp>
        <p:nvSpPr>
          <p:cNvPr id="18" name="Picture Placeholder 17">
            <a:extLst>
              <a:ext uri="{FF2B5EF4-FFF2-40B4-BE49-F238E27FC236}">
                <a16:creationId xmlns:a16="http://schemas.microsoft.com/office/drawing/2014/main" id="{7FA857DE-8964-43F3-04B6-8A47B7CE3D1E}"/>
              </a:ext>
            </a:extLst>
          </p:cNvPr>
          <p:cNvSpPr>
            <a:spLocks noGrp="1"/>
          </p:cNvSpPr>
          <p:nvPr>
            <p:ph type="pic" sz="quarter" idx="11"/>
          </p:nvPr>
        </p:nvSpPr>
        <p:spPr/>
      </p:sp>
    </p:spTree>
    <p:extLst>
      <p:ext uri="{BB962C8B-B14F-4D97-AF65-F5344CB8AC3E}">
        <p14:creationId xmlns:p14="http://schemas.microsoft.com/office/powerpoint/2010/main" val="650091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a:extLst>
              <a:ext uri="{FF2B5EF4-FFF2-40B4-BE49-F238E27FC236}">
                <a16:creationId xmlns:a16="http://schemas.microsoft.com/office/drawing/2014/main" id="{5D14B66D-CBAB-5F1E-E25D-AD49C19A1C50}"/>
              </a:ext>
            </a:extLst>
          </p:cNvPr>
          <p:cNvSpPr/>
          <p:nvPr/>
        </p:nvSpPr>
        <p:spPr>
          <a:xfrm rot="16200000">
            <a:off x="5353050" y="19050"/>
            <a:ext cx="6858000" cy="6819900"/>
          </a:xfrm>
          <a:prstGeom prst="r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6A829172-A0BD-99B9-FCF6-CBDAB4A0FFBB}"/>
              </a:ext>
            </a:extLst>
          </p:cNvPr>
          <p:cNvSpPr/>
          <p:nvPr/>
        </p:nvSpPr>
        <p:spPr>
          <a:xfrm>
            <a:off x="736600" y="1522748"/>
            <a:ext cx="6146800" cy="1217641"/>
          </a:xfrm>
          <a:prstGeom prst="rect">
            <a:avLst/>
          </a:prstGeom>
        </p:spPr>
        <p:txBody>
          <a:bodyPr wrap="square">
            <a:spAutoFit/>
          </a:bodyPr>
          <a:lstStyle/>
          <a:p>
            <a:pPr>
              <a:lnSpc>
                <a:spcPts val="4500"/>
              </a:lnSpc>
            </a:pPr>
            <a:r>
              <a:rPr lang="en-US" sz="3000" dirty="0">
                <a:solidFill>
                  <a:schemeClr val="accent3"/>
                </a:solidFill>
                <a:latin typeface="Jost SemiBold" pitchFamily="2" charset="0"/>
                <a:ea typeface="Jost SemiBold" pitchFamily="2" charset="0"/>
                <a:cs typeface="Inter Semi Bold" panose="02000703000000020004" pitchFamily="50" charset="0"/>
              </a:rPr>
              <a:t>SUCCESS IS </a:t>
            </a: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DOING THINGS YOU KNOW </a:t>
            </a:r>
            <a:r>
              <a:rPr lang="en-US" sz="3000" dirty="0">
                <a:solidFill>
                  <a:schemeClr val="accent3"/>
                </a:solidFill>
                <a:latin typeface="Jost SemiBold" pitchFamily="2" charset="0"/>
                <a:ea typeface="Jost SemiBold" pitchFamily="2" charset="0"/>
                <a:cs typeface="Inter Semi Bold" panose="02000703000000020004" pitchFamily="50" charset="0"/>
              </a:rPr>
              <a:t>YOU SHOULD </a:t>
            </a: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DO</a:t>
            </a:r>
          </a:p>
        </p:txBody>
      </p:sp>
      <p:sp>
        <p:nvSpPr>
          <p:cNvPr id="3" name="Rectangle 2">
            <a:extLst>
              <a:ext uri="{FF2B5EF4-FFF2-40B4-BE49-F238E27FC236}">
                <a16:creationId xmlns:a16="http://schemas.microsoft.com/office/drawing/2014/main" id="{0C3B47C4-30CA-A9E0-9288-E1876339E76E}"/>
              </a:ext>
            </a:extLst>
          </p:cNvPr>
          <p:cNvSpPr/>
          <p:nvPr/>
        </p:nvSpPr>
        <p:spPr>
          <a:xfrm>
            <a:off x="736600" y="1204527"/>
            <a:ext cx="1905000"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pitchFamily="2" charset="0"/>
                <a:ea typeface="Jost" pitchFamily="2" charset="0"/>
                <a:cs typeface="Inter Semi Bold" panose="02000703000000020004" pitchFamily="50" charset="0"/>
              </a:rPr>
              <a:t>CORPORATE INC</a:t>
            </a:r>
          </a:p>
        </p:txBody>
      </p:sp>
      <p:sp>
        <p:nvSpPr>
          <p:cNvPr id="4" name="Rectangle 3">
            <a:extLst>
              <a:ext uri="{FF2B5EF4-FFF2-40B4-BE49-F238E27FC236}">
                <a16:creationId xmlns:a16="http://schemas.microsoft.com/office/drawing/2014/main" id="{1590DAFB-F86B-4CDC-1622-0BEBC35678FB}"/>
              </a:ext>
            </a:extLst>
          </p:cNvPr>
          <p:cNvSpPr/>
          <p:nvPr/>
        </p:nvSpPr>
        <p:spPr>
          <a:xfrm>
            <a:off x="736600" y="3104685"/>
            <a:ext cx="5461000" cy="840999"/>
          </a:xfrm>
          <a:prstGeom prst="rect">
            <a:avLst/>
          </a:prstGeom>
        </p:spPr>
        <p:txBody>
          <a:bodyPr wrap="square">
            <a:spAutoFit/>
          </a:bodyPr>
          <a:lstStyle/>
          <a:p>
            <a:pPr>
              <a:lnSpc>
                <a:spcPts val="1500"/>
              </a:lnSpc>
            </a:pPr>
            <a:r>
              <a:rPr lang="en-US" sz="1000" b="0" i="0" dirty="0">
                <a:solidFill>
                  <a:schemeClr val="tx1">
                    <a:lumMod val="85000"/>
                    <a:lumOff val="15000"/>
                  </a:schemeClr>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using Lorem Ipsum is that it has a more-or-less normal distribution Many desktop publishing packages and web page editors now use Lorem Ipsum </a:t>
            </a:r>
          </a:p>
          <a:p>
            <a:pPr>
              <a:lnSpc>
                <a:spcPts val="1500"/>
              </a:lnSpc>
            </a:pPr>
            <a:r>
              <a:rPr lang="en-US" sz="1000" b="0" i="0" dirty="0">
                <a:solidFill>
                  <a:schemeClr val="tx1">
                    <a:lumMod val="85000"/>
                    <a:lumOff val="15000"/>
                  </a:schemeClr>
                </a:solidFill>
                <a:effectLst/>
                <a:latin typeface="Lato" panose="020F0502020204030203" pitchFamily="34" charset="0"/>
                <a:ea typeface="Lato" panose="020F0502020204030203" pitchFamily="34" charset="0"/>
                <a:cs typeface="Lato" panose="020F0502020204030203" pitchFamily="34" charset="0"/>
              </a:rPr>
              <a:t>as their default model text, and a search for 'lorem ipsum' will their infancy. </a:t>
            </a:r>
            <a:endPar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p:txBody>
      </p:sp>
      <p:sp>
        <p:nvSpPr>
          <p:cNvPr id="10" name="Freeform 5">
            <a:extLst>
              <a:ext uri="{FF2B5EF4-FFF2-40B4-BE49-F238E27FC236}">
                <a16:creationId xmlns:a16="http://schemas.microsoft.com/office/drawing/2014/main" id="{AA76C28D-F21E-B1CD-0F3F-A48AEB1512D9}"/>
              </a:ext>
            </a:extLst>
          </p:cNvPr>
          <p:cNvSpPr>
            <a:spLocks noEditPoints="1"/>
          </p:cNvSpPr>
          <p:nvPr/>
        </p:nvSpPr>
        <p:spPr bwMode="auto">
          <a:xfrm>
            <a:off x="6711950" y="1965780"/>
            <a:ext cx="4970463" cy="2784475"/>
          </a:xfrm>
          <a:custGeom>
            <a:avLst/>
            <a:gdLst>
              <a:gd name="T0" fmla="*/ 985 w 988"/>
              <a:gd name="T1" fmla="*/ 544 h 552"/>
              <a:gd name="T2" fmla="*/ 893 w 988"/>
              <a:gd name="T3" fmla="*/ 544 h 552"/>
              <a:gd name="T4" fmla="*/ 893 w 988"/>
              <a:gd name="T5" fmla="*/ 538 h 552"/>
              <a:gd name="T6" fmla="*/ 893 w 988"/>
              <a:gd name="T7" fmla="*/ 26 h 552"/>
              <a:gd name="T8" fmla="*/ 867 w 988"/>
              <a:gd name="T9" fmla="*/ 0 h 552"/>
              <a:gd name="T10" fmla="*/ 121 w 988"/>
              <a:gd name="T11" fmla="*/ 0 h 552"/>
              <a:gd name="T12" fmla="*/ 91 w 988"/>
              <a:gd name="T13" fmla="*/ 26 h 552"/>
              <a:gd name="T14" fmla="*/ 91 w 988"/>
              <a:gd name="T15" fmla="*/ 538 h 552"/>
              <a:gd name="T16" fmla="*/ 94 w 988"/>
              <a:gd name="T17" fmla="*/ 544 h 552"/>
              <a:gd name="T18" fmla="*/ 3 w 988"/>
              <a:gd name="T19" fmla="*/ 544 h 552"/>
              <a:gd name="T20" fmla="*/ 0 w 988"/>
              <a:gd name="T21" fmla="*/ 548 h 552"/>
              <a:gd name="T22" fmla="*/ 3 w 988"/>
              <a:gd name="T23" fmla="*/ 552 h 552"/>
              <a:gd name="T24" fmla="*/ 985 w 988"/>
              <a:gd name="T25" fmla="*/ 552 h 552"/>
              <a:gd name="T26" fmla="*/ 988 w 988"/>
              <a:gd name="T27" fmla="*/ 548 h 552"/>
              <a:gd name="T28" fmla="*/ 985 w 988"/>
              <a:gd name="T29" fmla="*/ 544 h 552"/>
              <a:gd name="T30" fmla="*/ 97 w 988"/>
              <a:gd name="T31" fmla="*/ 26 h 552"/>
              <a:gd name="T32" fmla="*/ 120 w 988"/>
              <a:gd name="T33" fmla="*/ 9 h 552"/>
              <a:gd name="T34" fmla="*/ 868 w 988"/>
              <a:gd name="T35" fmla="*/ 9 h 552"/>
              <a:gd name="T36" fmla="*/ 884 w 988"/>
              <a:gd name="T37" fmla="*/ 26 h 552"/>
              <a:gd name="T38" fmla="*/ 884 w 988"/>
              <a:gd name="T39" fmla="*/ 526 h 552"/>
              <a:gd name="T40" fmla="*/ 97 w 988"/>
              <a:gd name="T41" fmla="*/ 526 h 552"/>
              <a:gd name="T42" fmla="*/ 97 w 988"/>
              <a:gd name="T43" fmla="*/ 26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88" h="552">
                <a:moveTo>
                  <a:pt x="985" y="544"/>
                </a:moveTo>
                <a:cubicBezTo>
                  <a:pt x="893" y="544"/>
                  <a:pt x="893" y="544"/>
                  <a:pt x="893" y="544"/>
                </a:cubicBezTo>
                <a:cubicBezTo>
                  <a:pt x="893" y="543"/>
                  <a:pt x="893" y="540"/>
                  <a:pt x="893" y="538"/>
                </a:cubicBezTo>
                <a:cubicBezTo>
                  <a:pt x="893" y="26"/>
                  <a:pt x="893" y="26"/>
                  <a:pt x="893" y="26"/>
                </a:cubicBezTo>
                <a:cubicBezTo>
                  <a:pt x="893" y="11"/>
                  <a:pt x="883" y="0"/>
                  <a:pt x="867" y="0"/>
                </a:cubicBezTo>
                <a:cubicBezTo>
                  <a:pt x="121" y="0"/>
                  <a:pt x="121" y="0"/>
                  <a:pt x="121" y="0"/>
                </a:cubicBezTo>
                <a:cubicBezTo>
                  <a:pt x="105" y="0"/>
                  <a:pt x="91" y="11"/>
                  <a:pt x="91" y="26"/>
                </a:cubicBezTo>
                <a:cubicBezTo>
                  <a:pt x="91" y="538"/>
                  <a:pt x="91" y="538"/>
                  <a:pt x="91" y="538"/>
                </a:cubicBezTo>
                <a:cubicBezTo>
                  <a:pt x="91" y="540"/>
                  <a:pt x="92" y="543"/>
                  <a:pt x="94" y="544"/>
                </a:cubicBezTo>
                <a:cubicBezTo>
                  <a:pt x="3" y="544"/>
                  <a:pt x="3" y="544"/>
                  <a:pt x="3" y="544"/>
                </a:cubicBezTo>
                <a:cubicBezTo>
                  <a:pt x="2" y="544"/>
                  <a:pt x="0" y="546"/>
                  <a:pt x="0" y="548"/>
                </a:cubicBezTo>
                <a:cubicBezTo>
                  <a:pt x="0" y="550"/>
                  <a:pt x="2" y="552"/>
                  <a:pt x="3" y="552"/>
                </a:cubicBezTo>
                <a:cubicBezTo>
                  <a:pt x="985" y="552"/>
                  <a:pt x="985" y="552"/>
                  <a:pt x="985" y="552"/>
                </a:cubicBezTo>
                <a:cubicBezTo>
                  <a:pt x="987" y="552"/>
                  <a:pt x="988" y="550"/>
                  <a:pt x="988" y="548"/>
                </a:cubicBezTo>
                <a:cubicBezTo>
                  <a:pt x="988" y="546"/>
                  <a:pt x="987" y="544"/>
                  <a:pt x="985" y="544"/>
                </a:cubicBezTo>
                <a:moveTo>
                  <a:pt x="97" y="26"/>
                </a:moveTo>
                <a:cubicBezTo>
                  <a:pt x="97" y="15"/>
                  <a:pt x="110" y="9"/>
                  <a:pt x="120" y="9"/>
                </a:cubicBezTo>
                <a:cubicBezTo>
                  <a:pt x="868" y="9"/>
                  <a:pt x="868" y="9"/>
                  <a:pt x="868" y="9"/>
                </a:cubicBezTo>
                <a:cubicBezTo>
                  <a:pt x="879" y="9"/>
                  <a:pt x="884" y="15"/>
                  <a:pt x="884" y="26"/>
                </a:cubicBezTo>
                <a:cubicBezTo>
                  <a:pt x="884" y="526"/>
                  <a:pt x="884" y="526"/>
                  <a:pt x="884" y="526"/>
                </a:cubicBezTo>
                <a:cubicBezTo>
                  <a:pt x="97" y="526"/>
                  <a:pt x="97" y="526"/>
                  <a:pt x="97" y="526"/>
                </a:cubicBezTo>
                <a:cubicBezTo>
                  <a:pt x="97" y="26"/>
                  <a:pt x="97" y="26"/>
                  <a:pt x="97" y="26"/>
                </a:cubicBezTo>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1520AC10-62AB-FF24-D8DA-E47C358F2C68}"/>
              </a:ext>
            </a:extLst>
          </p:cNvPr>
          <p:cNvSpPr>
            <a:spLocks/>
          </p:cNvSpPr>
          <p:nvPr/>
        </p:nvSpPr>
        <p:spPr bwMode="auto">
          <a:xfrm>
            <a:off x="6727825" y="4750255"/>
            <a:ext cx="4935538" cy="60325"/>
          </a:xfrm>
          <a:custGeom>
            <a:avLst/>
            <a:gdLst>
              <a:gd name="T0" fmla="*/ 981 w 981"/>
              <a:gd name="T1" fmla="*/ 0 h 12"/>
              <a:gd name="T2" fmla="*/ 0 w 981"/>
              <a:gd name="T3" fmla="*/ 0 h 12"/>
              <a:gd name="T4" fmla="*/ 141 w 981"/>
              <a:gd name="T5" fmla="*/ 12 h 12"/>
              <a:gd name="T6" fmla="*/ 855 w 981"/>
              <a:gd name="T7" fmla="*/ 12 h 12"/>
              <a:gd name="T8" fmla="*/ 981 w 981"/>
              <a:gd name="T9" fmla="*/ 0 h 12"/>
            </a:gdLst>
            <a:ahLst/>
            <a:cxnLst>
              <a:cxn ang="0">
                <a:pos x="T0" y="T1"/>
              </a:cxn>
              <a:cxn ang="0">
                <a:pos x="T2" y="T3"/>
              </a:cxn>
              <a:cxn ang="0">
                <a:pos x="T4" y="T5"/>
              </a:cxn>
              <a:cxn ang="0">
                <a:pos x="T6" y="T7"/>
              </a:cxn>
              <a:cxn ang="0">
                <a:pos x="T8" y="T9"/>
              </a:cxn>
            </a:cxnLst>
            <a:rect l="0" t="0" r="r" b="b"/>
            <a:pathLst>
              <a:path w="981" h="12">
                <a:moveTo>
                  <a:pt x="981" y="0"/>
                </a:moveTo>
                <a:cubicBezTo>
                  <a:pt x="0" y="0"/>
                  <a:pt x="0" y="0"/>
                  <a:pt x="0" y="0"/>
                </a:cubicBezTo>
                <a:cubicBezTo>
                  <a:pt x="28" y="7"/>
                  <a:pt x="82" y="12"/>
                  <a:pt x="141" y="12"/>
                </a:cubicBezTo>
                <a:cubicBezTo>
                  <a:pt x="855" y="12"/>
                  <a:pt x="855" y="12"/>
                  <a:pt x="855" y="12"/>
                </a:cubicBezTo>
                <a:cubicBezTo>
                  <a:pt x="941" y="12"/>
                  <a:pt x="973" y="6"/>
                  <a:pt x="981" y="0"/>
                </a:cubicBezTo>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12">
            <a:extLst>
              <a:ext uri="{FF2B5EF4-FFF2-40B4-BE49-F238E27FC236}">
                <a16:creationId xmlns:a16="http://schemas.microsoft.com/office/drawing/2014/main" id="{A0BF57EF-2250-B786-34E9-3FE4312136C2}"/>
              </a:ext>
            </a:extLst>
          </p:cNvPr>
          <p:cNvSpPr/>
          <p:nvPr/>
        </p:nvSpPr>
        <p:spPr>
          <a:xfrm>
            <a:off x="812794" y="5543013"/>
            <a:ext cx="2241546" cy="652936"/>
          </a:xfrm>
          <a:prstGeom prst="rect">
            <a:avLst/>
          </a:prstGeom>
        </p:spPr>
        <p:txBody>
          <a:bodyPr wrap="square">
            <a:spAutoFit/>
          </a:bodyPr>
          <a:lstStyle/>
          <a:p>
            <a:pPr>
              <a:lnSpc>
                <a:spcPts val="1500"/>
              </a:lnSpc>
            </a:pPr>
            <a:r>
              <a:rPr lang="en-US" sz="1000" dirty="0">
                <a:solidFill>
                  <a:srgbClr val="000000"/>
                </a:solidFill>
                <a:latin typeface="Lato" panose="020F0502020204030203" pitchFamily="34" charset="0"/>
                <a:ea typeface="Lato" panose="020F0502020204030203" pitchFamily="34" charset="0"/>
                <a:cs typeface="Lato" panose="020F0502020204030203" pitchFamily="34" charset="0"/>
              </a:rPr>
              <a:t>If you use this site regularly and would like to help keep the site on the please consider.</a:t>
            </a:r>
            <a:endParaRPr lang="en-US" sz="1000" dirty="0">
              <a:latin typeface="Lato" panose="020F0502020204030203" pitchFamily="34" charset="0"/>
              <a:ea typeface="Lato" panose="020F0502020204030203" pitchFamily="34" charset="0"/>
              <a:cs typeface="Lato" panose="020F0502020204030203" pitchFamily="34" charset="0"/>
            </a:endParaRPr>
          </a:p>
        </p:txBody>
      </p:sp>
      <p:sp>
        <p:nvSpPr>
          <p:cNvPr id="14" name="Rectangle 13">
            <a:extLst>
              <a:ext uri="{FF2B5EF4-FFF2-40B4-BE49-F238E27FC236}">
                <a16:creationId xmlns:a16="http://schemas.microsoft.com/office/drawing/2014/main" id="{6A972349-45F9-84C5-C34B-4E836621F1D3}"/>
              </a:ext>
            </a:extLst>
          </p:cNvPr>
          <p:cNvSpPr/>
          <p:nvPr/>
        </p:nvSpPr>
        <p:spPr>
          <a:xfrm>
            <a:off x="812794" y="5190393"/>
            <a:ext cx="1949447" cy="327013"/>
          </a:xfrm>
          <a:prstGeom prst="rect">
            <a:avLst/>
          </a:prstGeom>
        </p:spPr>
        <p:txBody>
          <a:bodyPr wrap="square">
            <a:spAutoFit/>
          </a:bodyPr>
          <a:lstStyle/>
          <a:p>
            <a:pPr>
              <a:lnSpc>
                <a:spcPts val="1800"/>
              </a:lnSpc>
            </a:pPr>
            <a:r>
              <a:rPr lang="en-US" sz="1600" dirty="0">
                <a:solidFill>
                  <a:schemeClr val="tx1">
                    <a:lumMod val="85000"/>
                    <a:lumOff val="15000"/>
                  </a:schemeClr>
                </a:solidFill>
                <a:latin typeface="Jost SemiBold" pitchFamily="2" charset="0"/>
                <a:ea typeface="Jost SemiBold" pitchFamily="2" charset="0"/>
                <a:cs typeface="Poppins SemiBold" panose="00000700000000000000" pitchFamily="2" charset="0"/>
              </a:rPr>
              <a:t>Focus On Quality</a:t>
            </a:r>
          </a:p>
        </p:txBody>
      </p:sp>
      <p:sp>
        <p:nvSpPr>
          <p:cNvPr id="15" name="Rectangle 14">
            <a:extLst>
              <a:ext uri="{FF2B5EF4-FFF2-40B4-BE49-F238E27FC236}">
                <a16:creationId xmlns:a16="http://schemas.microsoft.com/office/drawing/2014/main" id="{6B9BED84-55B2-CCC4-9811-DCB160AAF3E6}"/>
              </a:ext>
            </a:extLst>
          </p:cNvPr>
          <p:cNvSpPr/>
          <p:nvPr/>
        </p:nvSpPr>
        <p:spPr>
          <a:xfrm>
            <a:off x="3270247" y="5543013"/>
            <a:ext cx="2241546" cy="652936"/>
          </a:xfrm>
          <a:prstGeom prst="rect">
            <a:avLst/>
          </a:prstGeom>
        </p:spPr>
        <p:txBody>
          <a:bodyPr wrap="square">
            <a:spAutoFit/>
          </a:bodyPr>
          <a:lstStyle/>
          <a:p>
            <a:pPr>
              <a:lnSpc>
                <a:spcPts val="1500"/>
              </a:lnSpc>
            </a:pPr>
            <a:r>
              <a:rPr lang="en-US" sz="1000" dirty="0">
                <a:solidFill>
                  <a:srgbClr val="000000"/>
                </a:solidFill>
                <a:latin typeface="Lato" panose="020F0502020204030203" pitchFamily="34" charset="0"/>
                <a:ea typeface="Lato" panose="020F0502020204030203" pitchFamily="34" charset="0"/>
                <a:cs typeface="Lato" panose="020F0502020204030203" pitchFamily="34" charset="0"/>
              </a:rPr>
              <a:t>If you use this site regularly and would like to help keep the site on the please consider.</a:t>
            </a:r>
            <a:endParaRPr lang="en-US" sz="1000" dirty="0">
              <a:latin typeface="Lato" panose="020F0502020204030203" pitchFamily="34" charset="0"/>
              <a:ea typeface="Lato" panose="020F0502020204030203" pitchFamily="34" charset="0"/>
              <a:cs typeface="Lato" panose="020F0502020204030203" pitchFamily="34" charset="0"/>
            </a:endParaRPr>
          </a:p>
        </p:txBody>
      </p:sp>
      <p:sp>
        <p:nvSpPr>
          <p:cNvPr id="16" name="Rectangle 15">
            <a:extLst>
              <a:ext uri="{FF2B5EF4-FFF2-40B4-BE49-F238E27FC236}">
                <a16:creationId xmlns:a16="http://schemas.microsoft.com/office/drawing/2014/main" id="{4B11D1FD-F74A-0A17-A99B-FE770FAFDE9E}"/>
              </a:ext>
            </a:extLst>
          </p:cNvPr>
          <p:cNvSpPr/>
          <p:nvPr/>
        </p:nvSpPr>
        <p:spPr>
          <a:xfrm>
            <a:off x="3270247" y="5190393"/>
            <a:ext cx="1949447" cy="327013"/>
          </a:xfrm>
          <a:prstGeom prst="rect">
            <a:avLst/>
          </a:prstGeom>
        </p:spPr>
        <p:txBody>
          <a:bodyPr wrap="square">
            <a:spAutoFit/>
          </a:bodyPr>
          <a:lstStyle/>
          <a:p>
            <a:pPr>
              <a:lnSpc>
                <a:spcPts val="1800"/>
              </a:lnSpc>
            </a:pPr>
            <a:r>
              <a:rPr lang="en-US" sz="1600" dirty="0">
                <a:solidFill>
                  <a:schemeClr val="tx1">
                    <a:lumMod val="85000"/>
                    <a:lumOff val="15000"/>
                  </a:schemeClr>
                </a:solidFill>
                <a:latin typeface="Jost SemiBold" pitchFamily="2" charset="0"/>
                <a:ea typeface="Jost SemiBold" pitchFamily="2" charset="0"/>
                <a:cs typeface="Poppins SemiBold" panose="00000700000000000000" pitchFamily="2" charset="0"/>
              </a:rPr>
              <a:t>Passionate Team</a:t>
            </a:r>
          </a:p>
        </p:txBody>
      </p:sp>
      <p:sp>
        <p:nvSpPr>
          <p:cNvPr id="17" name="Oval 16">
            <a:extLst>
              <a:ext uri="{FF2B5EF4-FFF2-40B4-BE49-F238E27FC236}">
                <a16:creationId xmlns:a16="http://schemas.microsoft.com/office/drawing/2014/main" id="{015168F9-8897-F772-1A70-341D4ED6C774}"/>
              </a:ext>
            </a:extLst>
          </p:cNvPr>
          <p:cNvSpPr/>
          <p:nvPr/>
        </p:nvSpPr>
        <p:spPr>
          <a:xfrm>
            <a:off x="850894" y="4462922"/>
            <a:ext cx="508000" cy="508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11B5430-07A3-4153-384A-E33145A6E759}"/>
              </a:ext>
            </a:extLst>
          </p:cNvPr>
          <p:cNvSpPr/>
          <p:nvPr/>
        </p:nvSpPr>
        <p:spPr>
          <a:xfrm>
            <a:off x="3308347" y="4462922"/>
            <a:ext cx="508000" cy="508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B07FA56-A7B3-13B7-7DEA-F6D49691A515}"/>
              </a:ext>
            </a:extLst>
          </p:cNvPr>
          <p:cNvSpPr/>
          <p:nvPr/>
        </p:nvSpPr>
        <p:spPr>
          <a:xfrm>
            <a:off x="812794" y="4569654"/>
            <a:ext cx="571384" cy="388568"/>
          </a:xfrm>
          <a:prstGeom prst="rect">
            <a:avLst/>
          </a:prstGeom>
        </p:spPr>
        <p:txBody>
          <a:bodyPr wrap="square">
            <a:spAutoFit/>
          </a:bodyPr>
          <a:lstStyle/>
          <a:p>
            <a:pPr algn="ctr">
              <a:lnSpc>
                <a:spcPts val="2200"/>
              </a:lnSpc>
            </a:pPr>
            <a:r>
              <a:rPr lang="en-US" sz="2200" dirty="0">
                <a:solidFill>
                  <a:schemeClr val="bg1"/>
                </a:solidFill>
                <a:latin typeface="Jost SemiBold" pitchFamily="2" charset="0"/>
                <a:ea typeface="Jost SemiBold" pitchFamily="2" charset="0"/>
                <a:cs typeface="Inter Semi Bold" panose="02000703000000020004" pitchFamily="50" charset="0"/>
              </a:rPr>
              <a:t>01</a:t>
            </a:r>
          </a:p>
        </p:txBody>
      </p:sp>
      <p:sp>
        <p:nvSpPr>
          <p:cNvPr id="20" name="Rectangle 19">
            <a:extLst>
              <a:ext uri="{FF2B5EF4-FFF2-40B4-BE49-F238E27FC236}">
                <a16:creationId xmlns:a16="http://schemas.microsoft.com/office/drawing/2014/main" id="{E278F498-543E-84AA-6B05-E90BC0D8623E}"/>
              </a:ext>
            </a:extLst>
          </p:cNvPr>
          <p:cNvSpPr/>
          <p:nvPr/>
        </p:nvSpPr>
        <p:spPr>
          <a:xfrm>
            <a:off x="3276655" y="4569654"/>
            <a:ext cx="571384" cy="388568"/>
          </a:xfrm>
          <a:prstGeom prst="rect">
            <a:avLst/>
          </a:prstGeom>
        </p:spPr>
        <p:txBody>
          <a:bodyPr wrap="square">
            <a:spAutoFit/>
          </a:bodyPr>
          <a:lstStyle/>
          <a:p>
            <a:pPr algn="ctr">
              <a:lnSpc>
                <a:spcPts val="2200"/>
              </a:lnSpc>
            </a:pPr>
            <a:r>
              <a:rPr lang="en-US" sz="2200" dirty="0">
                <a:solidFill>
                  <a:schemeClr val="bg1"/>
                </a:solidFill>
                <a:latin typeface="Jost SemiBold" pitchFamily="2" charset="0"/>
                <a:ea typeface="Jost SemiBold" pitchFamily="2" charset="0"/>
                <a:cs typeface="Inter Semi Bold" panose="02000703000000020004" pitchFamily="50" charset="0"/>
              </a:rPr>
              <a:t>02</a:t>
            </a:r>
          </a:p>
        </p:txBody>
      </p:sp>
      <p:sp>
        <p:nvSpPr>
          <p:cNvPr id="7" name="Picture Placeholder 6">
            <a:extLst>
              <a:ext uri="{FF2B5EF4-FFF2-40B4-BE49-F238E27FC236}">
                <a16:creationId xmlns:a16="http://schemas.microsoft.com/office/drawing/2014/main" id="{734C6350-4F1A-4C9C-8CE6-D952B2BF0E39}"/>
              </a:ext>
            </a:extLst>
          </p:cNvPr>
          <p:cNvSpPr>
            <a:spLocks noGrp="1"/>
          </p:cNvSpPr>
          <p:nvPr>
            <p:ph type="pic" sz="quarter" idx="10"/>
          </p:nvPr>
        </p:nvSpPr>
        <p:spPr/>
      </p:sp>
    </p:spTree>
    <p:extLst>
      <p:ext uri="{BB962C8B-B14F-4D97-AF65-F5344CB8AC3E}">
        <p14:creationId xmlns:p14="http://schemas.microsoft.com/office/powerpoint/2010/main" val="2886115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7B510DB-4954-EED4-C0A7-3E3085289AC2}"/>
              </a:ext>
            </a:extLst>
          </p:cNvPr>
          <p:cNvGraphicFramePr>
            <a:graphicFrameLocks noGrp="1"/>
          </p:cNvGraphicFramePr>
          <p:nvPr>
            <p:extLst>
              <p:ext uri="{D42A27DB-BD31-4B8C-83A1-F6EECF244321}">
                <p14:modId xmlns:p14="http://schemas.microsoft.com/office/powerpoint/2010/main" val="1256221111"/>
              </p:ext>
            </p:extLst>
          </p:nvPr>
        </p:nvGraphicFramePr>
        <p:xfrm>
          <a:off x="850900" y="2131060"/>
          <a:ext cx="10502900" cy="4053840"/>
        </p:xfrm>
        <a:graphic>
          <a:graphicData uri="http://schemas.openxmlformats.org/drawingml/2006/table">
            <a:tbl>
              <a:tblPr firstRow="1" bandRow="1">
                <a:tableStyleId>{5C22544A-7EE6-4342-B048-85BDC9FD1C3A}</a:tableStyleId>
              </a:tblPr>
              <a:tblGrid>
                <a:gridCol w="3992880">
                  <a:extLst>
                    <a:ext uri="{9D8B030D-6E8A-4147-A177-3AD203B41FA5}">
                      <a16:colId xmlns:a16="http://schemas.microsoft.com/office/drawing/2014/main" val="1046829242"/>
                    </a:ext>
                  </a:extLst>
                </a:gridCol>
                <a:gridCol w="1610360">
                  <a:extLst>
                    <a:ext uri="{9D8B030D-6E8A-4147-A177-3AD203B41FA5}">
                      <a16:colId xmlns:a16="http://schemas.microsoft.com/office/drawing/2014/main" val="50509453"/>
                    </a:ext>
                  </a:extLst>
                </a:gridCol>
                <a:gridCol w="1623060">
                  <a:extLst>
                    <a:ext uri="{9D8B030D-6E8A-4147-A177-3AD203B41FA5}">
                      <a16:colId xmlns:a16="http://schemas.microsoft.com/office/drawing/2014/main" val="686157086"/>
                    </a:ext>
                  </a:extLst>
                </a:gridCol>
                <a:gridCol w="1615440">
                  <a:extLst>
                    <a:ext uri="{9D8B030D-6E8A-4147-A177-3AD203B41FA5}">
                      <a16:colId xmlns:a16="http://schemas.microsoft.com/office/drawing/2014/main" val="2126699997"/>
                    </a:ext>
                  </a:extLst>
                </a:gridCol>
                <a:gridCol w="1661160">
                  <a:extLst>
                    <a:ext uri="{9D8B030D-6E8A-4147-A177-3AD203B41FA5}">
                      <a16:colId xmlns:a16="http://schemas.microsoft.com/office/drawing/2014/main" val="766021489"/>
                    </a:ext>
                  </a:extLst>
                </a:gridCol>
              </a:tblGrid>
              <a:tr h="579120">
                <a:tc>
                  <a:txBody>
                    <a:bodyPr/>
                    <a:lstStyle/>
                    <a:p>
                      <a:endParaRPr lang="en-US" dirty="0"/>
                    </a:p>
                  </a:txBody>
                  <a:tcPr>
                    <a:solidFill>
                      <a:schemeClr val="accent4"/>
                    </a:solidFill>
                  </a:tcPr>
                </a:tc>
                <a:tc>
                  <a:txBody>
                    <a:bodyPr/>
                    <a:lstStyle/>
                    <a:p>
                      <a:endParaRPr lang="en-US"/>
                    </a:p>
                  </a:txBody>
                  <a:tcPr>
                    <a:solidFill>
                      <a:schemeClr val="accent4"/>
                    </a:solidFill>
                  </a:tcPr>
                </a:tc>
                <a:tc>
                  <a:txBody>
                    <a:bodyPr/>
                    <a:lstStyle/>
                    <a:p>
                      <a:endParaRPr lang="en-US"/>
                    </a:p>
                  </a:txBody>
                  <a:tcPr>
                    <a:solidFill>
                      <a:schemeClr val="accent4"/>
                    </a:solidFill>
                  </a:tcPr>
                </a:tc>
                <a:tc>
                  <a:txBody>
                    <a:bodyPr/>
                    <a:lstStyle/>
                    <a:p>
                      <a:endParaRPr lang="en-US"/>
                    </a:p>
                  </a:txBody>
                  <a:tcPr>
                    <a:solidFill>
                      <a:schemeClr val="accent4"/>
                    </a:solidFill>
                  </a:tcPr>
                </a:tc>
                <a:tc>
                  <a:txBody>
                    <a:bodyPr/>
                    <a:lstStyle/>
                    <a:p>
                      <a:endParaRPr lang="en-US" dirty="0"/>
                    </a:p>
                  </a:txBody>
                  <a:tcPr>
                    <a:solidFill>
                      <a:schemeClr val="accent4"/>
                    </a:solidFill>
                  </a:tcPr>
                </a:tc>
                <a:extLst>
                  <a:ext uri="{0D108BD9-81ED-4DB2-BD59-A6C34878D82A}">
                    <a16:rowId xmlns:a16="http://schemas.microsoft.com/office/drawing/2014/main" val="2792506280"/>
                  </a:ext>
                </a:extLst>
              </a:tr>
              <a:tr h="579120">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42882495"/>
                  </a:ext>
                </a:extLst>
              </a:tr>
              <a:tr h="57912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64513887"/>
                  </a:ext>
                </a:extLst>
              </a:tr>
              <a:tr h="57912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313567829"/>
                  </a:ext>
                </a:extLst>
              </a:tr>
              <a:tr h="57912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529119032"/>
                  </a:ext>
                </a:extLst>
              </a:tr>
              <a:tr h="57912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5697570"/>
                  </a:ext>
                </a:extLst>
              </a:tr>
              <a:tr h="579120">
                <a:tc>
                  <a:txBody>
                    <a:bodyPr/>
                    <a:lstStyle/>
                    <a:p>
                      <a:endParaRPr lang="en-US" dirty="0"/>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dirty="0"/>
                    </a:p>
                  </a:txBody>
                  <a:tcPr>
                    <a:solidFill>
                      <a:schemeClr val="bg1">
                        <a:lumMod val="85000"/>
                      </a:schemeClr>
                    </a:solidFill>
                  </a:tcPr>
                </a:tc>
                <a:extLst>
                  <a:ext uri="{0D108BD9-81ED-4DB2-BD59-A6C34878D82A}">
                    <a16:rowId xmlns:a16="http://schemas.microsoft.com/office/drawing/2014/main" val="47638474"/>
                  </a:ext>
                </a:extLst>
              </a:tr>
            </a:tbl>
          </a:graphicData>
        </a:graphic>
      </p:graphicFrame>
      <p:sp>
        <p:nvSpPr>
          <p:cNvPr id="3" name="Rectangle 2">
            <a:extLst>
              <a:ext uri="{FF2B5EF4-FFF2-40B4-BE49-F238E27FC236}">
                <a16:creationId xmlns:a16="http://schemas.microsoft.com/office/drawing/2014/main" id="{00499DDF-432B-CF8A-7CD3-4EF35E84531E}"/>
              </a:ext>
            </a:extLst>
          </p:cNvPr>
          <p:cNvSpPr/>
          <p:nvPr/>
        </p:nvSpPr>
        <p:spPr>
          <a:xfrm>
            <a:off x="4078347" y="900446"/>
            <a:ext cx="4035307" cy="640560"/>
          </a:xfrm>
          <a:prstGeom prst="rect">
            <a:avLst/>
          </a:prstGeom>
        </p:spPr>
        <p:txBody>
          <a:bodyPr wrap="square">
            <a:spAutoFit/>
          </a:bodyPr>
          <a:lstStyle/>
          <a:p>
            <a:pPr algn="ctr">
              <a:lnSpc>
                <a:spcPts val="4500"/>
              </a:lnSpc>
            </a:pP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BUSINESS</a:t>
            </a:r>
            <a:r>
              <a:rPr lang="en-US" sz="3000" dirty="0">
                <a:solidFill>
                  <a:schemeClr val="accent3"/>
                </a:solidFill>
                <a:latin typeface="Jost SemiBold" pitchFamily="2" charset="0"/>
                <a:ea typeface="Jost SemiBold" pitchFamily="2" charset="0"/>
                <a:cs typeface="Inter Semi Bold" panose="02000703000000020004" pitchFamily="50" charset="0"/>
              </a:rPr>
              <a:t> TABLE</a:t>
            </a:r>
          </a:p>
        </p:txBody>
      </p:sp>
      <p:sp>
        <p:nvSpPr>
          <p:cNvPr id="4" name="Rectangle 3">
            <a:extLst>
              <a:ext uri="{FF2B5EF4-FFF2-40B4-BE49-F238E27FC236}">
                <a16:creationId xmlns:a16="http://schemas.microsoft.com/office/drawing/2014/main" id="{5E71C0BA-5EF5-E017-7229-962174A6344D}"/>
              </a:ext>
            </a:extLst>
          </p:cNvPr>
          <p:cNvSpPr/>
          <p:nvPr/>
        </p:nvSpPr>
        <p:spPr>
          <a:xfrm>
            <a:off x="5202297" y="582225"/>
            <a:ext cx="1787407" cy="34624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Jost" pitchFamily="2" charset="0"/>
                <a:ea typeface="Jost" pitchFamily="2" charset="0"/>
                <a:cs typeface="Inter Semi Bold" panose="02000703000000020004" pitchFamily="50" charset="0"/>
              </a:rPr>
              <a:t>CORPORATE INC</a:t>
            </a:r>
          </a:p>
        </p:txBody>
      </p:sp>
      <p:sp>
        <p:nvSpPr>
          <p:cNvPr id="11" name="Rectangle 10">
            <a:extLst>
              <a:ext uri="{FF2B5EF4-FFF2-40B4-BE49-F238E27FC236}">
                <a16:creationId xmlns:a16="http://schemas.microsoft.com/office/drawing/2014/main" id="{D90F3EBD-DE06-C9DC-5109-379F781DFD21}"/>
              </a:ext>
            </a:extLst>
          </p:cNvPr>
          <p:cNvSpPr/>
          <p:nvPr/>
        </p:nvSpPr>
        <p:spPr>
          <a:xfrm>
            <a:off x="1193794" y="2269393"/>
            <a:ext cx="1949447" cy="327013"/>
          </a:xfrm>
          <a:prstGeom prst="rect">
            <a:avLst/>
          </a:prstGeom>
        </p:spPr>
        <p:txBody>
          <a:bodyPr wrap="square">
            <a:spAutoFit/>
          </a:bodyPr>
          <a:lstStyle/>
          <a:p>
            <a:pPr>
              <a:lnSpc>
                <a:spcPts val="1800"/>
              </a:lnSpc>
            </a:pPr>
            <a:r>
              <a:rPr lang="en-US" sz="1600" dirty="0">
                <a:solidFill>
                  <a:schemeClr val="bg1"/>
                </a:solidFill>
                <a:latin typeface="Jost SemiBold" pitchFamily="2" charset="0"/>
                <a:ea typeface="Jost SemiBold" pitchFamily="2" charset="0"/>
                <a:cs typeface="Poppins SemiBold" panose="00000700000000000000" pitchFamily="2" charset="0"/>
              </a:rPr>
              <a:t>Name List</a:t>
            </a:r>
          </a:p>
        </p:txBody>
      </p:sp>
      <p:sp>
        <p:nvSpPr>
          <p:cNvPr id="12" name="Rectangle 11">
            <a:extLst>
              <a:ext uri="{FF2B5EF4-FFF2-40B4-BE49-F238E27FC236}">
                <a16:creationId xmlns:a16="http://schemas.microsoft.com/office/drawing/2014/main" id="{734BD805-8E95-36BD-89DA-78CBACB12DE3}"/>
              </a:ext>
            </a:extLst>
          </p:cNvPr>
          <p:cNvSpPr/>
          <p:nvPr/>
        </p:nvSpPr>
        <p:spPr>
          <a:xfrm>
            <a:off x="4995927" y="2269393"/>
            <a:ext cx="1233543" cy="327013"/>
          </a:xfrm>
          <a:prstGeom prst="rect">
            <a:avLst/>
          </a:prstGeom>
        </p:spPr>
        <p:txBody>
          <a:bodyPr wrap="square">
            <a:spAutoFit/>
          </a:bodyPr>
          <a:lstStyle/>
          <a:p>
            <a:pPr algn="ctr">
              <a:lnSpc>
                <a:spcPts val="1800"/>
              </a:lnSpc>
            </a:pPr>
            <a:r>
              <a:rPr lang="en-US" sz="1600" dirty="0">
                <a:solidFill>
                  <a:schemeClr val="bg1"/>
                </a:solidFill>
                <a:latin typeface="Jost SemiBold" pitchFamily="2" charset="0"/>
                <a:ea typeface="Jost SemiBold" pitchFamily="2" charset="0"/>
                <a:cs typeface="Poppins SemiBold" panose="00000700000000000000" pitchFamily="2" charset="0"/>
              </a:rPr>
              <a:t>Basic</a:t>
            </a:r>
          </a:p>
        </p:txBody>
      </p:sp>
      <p:sp>
        <p:nvSpPr>
          <p:cNvPr id="13" name="Rectangle 12">
            <a:extLst>
              <a:ext uri="{FF2B5EF4-FFF2-40B4-BE49-F238E27FC236}">
                <a16:creationId xmlns:a16="http://schemas.microsoft.com/office/drawing/2014/main" id="{AFE85877-7931-E5A8-9071-B32BBBCE97EA}"/>
              </a:ext>
            </a:extLst>
          </p:cNvPr>
          <p:cNvSpPr/>
          <p:nvPr/>
        </p:nvSpPr>
        <p:spPr>
          <a:xfrm>
            <a:off x="6538858" y="2269393"/>
            <a:ext cx="1390768" cy="327013"/>
          </a:xfrm>
          <a:prstGeom prst="rect">
            <a:avLst/>
          </a:prstGeom>
        </p:spPr>
        <p:txBody>
          <a:bodyPr wrap="square">
            <a:spAutoFit/>
          </a:bodyPr>
          <a:lstStyle/>
          <a:p>
            <a:pPr algn="ctr">
              <a:lnSpc>
                <a:spcPts val="1800"/>
              </a:lnSpc>
            </a:pPr>
            <a:r>
              <a:rPr lang="en-US" sz="1600" dirty="0">
                <a:solidFill>
                  <a:schemeClr val="bg1"/>
                </a:solidFill>
                <a:latin typeface="Jost SemiBold" pitchFamily="2" charset="0"/>
                <a:ea typeface="Jost SemiBold" pitchFamily="2" charset="0"/>
                <a:cs typeface="Poppins SemiBold" panose="00000700000000000000" pitchFamily="2" charset="0"/>
              </a:rPr>
              <a:t>Advanced</a:t>
            </a:r>
          </a:p>
        </p:txBody>
      </p:sp>
      <p:sp>
        <p:nvSpPr>
          <p:cNvPr id="14" name="Rectangle 13">
            <a:extLst>
              <a:ext uri="{FF2B5EF4-FFF2-40B4-BE49-F238E27FC236}">
                <a16:creationId xmlns:a16="http://schemas.microsoft.com/office/drawing/2014/main" id="{96E397AA-A303-1577-7309-C1AE73F54188}"/>
              </a:ext>
            </a:extLst>
          </p:cNvPr>
          <p:cNvSpPr/>
          <p:nvPr/>
        </p:nvSpPr>
        <p:spPr>
          <a:xfrm>
            <a:off x="8189857" y="2243993"/>
            <a:ext cx="1390768" cy="327013"/>
          </a:xfrm>
          <a:prstGeom prst="rect">
            <a:avLst/>
          </a:prstGeom>
        </p:spPr>
        <p:txBody>
          <a:bodyPr wrap="square">
            <a:spAutoFit/>
          </a:bodyPr>
          <a:lstStyle/>
          <a:p>
            <a:pPr algn="ctr">
              <a:lnSpc>
                <a:spcPts val="1800"/>
              </a:lnSpc>
            </a:pPr>
            <a:r>
              <a:rPr lang="en-US" sz="1600" dirty="0">
                <a:solidFill>
                  <a:schemeClr val="bg1"/>
                </a:solidFill>
                <a:latin typeface="Jost SemiBold" pitchFamily="2" charset="0"/>
                <a:ea typeface="Jost SemiBold" pitchFamily="2" charset="0"/>
                <a:cs typeface="Poppins SemiBold" panose="00000700000000000000" pitchFamily="2" charset="0"/>
              </a:rPr>
              <a:t>Professional</a:t>
            </a:r>
          </a:p>
        </p:txBody>
      </p:sp>
      <p:sp>
        <p:nvSpPr>
          <p:cNvPr id="15" name="Rectangle 14">
            <a:extLst>
              <a:ext uri="{FF2B5EF4-FFF2-40B4-BE49-F238E27FC236}">
                <a16:creationId xmlns:a16="http://schemas.microsoft.com/office/drawing/2014/main" id="{1D5510D9-7C4B-ECCD-831E-516B8CD533C0}"/>
              </a:ext>
            </a:extLst>
          </p:cNvPr>
          <p:cNvSpPr/>
          <p:nvPr/>
        </p:nvSpPr>
        <p:spPr>
          <a:xfrm>
            <a:off x="9934583" y="2269393"/>
            <a:ext cx="1114418" cy="327013"/>
          </a:xfrm>
          <a:prstGeom prst="rect">
            <a:avLst/>
          </a:prstGeom>
        </p:spPr>
        <p:txBody>
          <a:bodyPr wrap="square">
            <a:spAutoFit/>
          </a:bodyPr>
          <a:lstStyle/>
          <a:p>
            <a:pPr algn="ctr">
              <a:lnSpc>
                <a:spcPts val="1800"/>
              </a:lnSpc>
            </a:pPr>
            <a:r>
              <a:rPr lang="en-US" sz="1600" dirty="0">
                <a:solidFill>
                  <a:schemeClr val="bg1"/>
                </a:solidFill>
                <a:latin typeface="Jost SemiBold" pitchFamily="2" charset="0"/>
                <a:ea typeface="Jost SemiBold" pitchFamily="2" charset="0"/>
                <a:cs typeface="Poppins SemiBold" panose="00000700000000000000" pitchFamily="2" charset="0"/>
              </a:rPr>
              <a:t>Premium</a:t>
            </a:r>
          </a:p>
        </p:txBody>
      </p:sp>
      <p:sp>
        <p:nvSpPr>
          <p:cNvPr id="16" name="Rectangle 15">
            <a:extLst>
              <a:ext uri="{FF2B5EF4-FFF2-40B4-BE49-F238E27FC236}">
                <a16:creationId xmlns:a16="http://schemas.microsoft.com/office/drawing/2014/main" id="{FE30D739-A763-7747-FAD6-F1BD6C162229}"/>
              </a:ext>
            </a:extLst>
          </p:cNvPr>
          <p:cNvSpPr/>
          <p:nvPr/>
        </p:nvSpPr>
        <p:spPr>
          <a:xfrm>
            <a:off x="1193794" y="5743247"/>
            <a:ext cx="1949447" cy="327013"/>
          </a:xfrm>
          <a:prstGeom prst="rect">
            <a:avLst/>
          </a:prstGeom>
        </p:spPr>
        <p:txBody>
          <a:bodyPr wrap="square">
            <a:spAutoFit/>
          </a:bodyPr>
          <a:lstStyle/>
          <a:p>
            <a:pPr>
              <a:lnSpc>
                <a:spcPts val="1800"/>
              </a:lnSpc>
            </a:pPr>
            <a:r>
              <a:rPr lang="en-US" sz="1600" dirty="0">
                <a:solidFill>
                  <a:schemeClr val="tx1">
                    <a:lumMod val="85000"/>
                    <a:lumOff val="15000"/>
                  </a:schemeClr>
                </a:solidFill>
                <a:latin typeface="Jost SemiBold" pitchFamily="2" charset="0"/>
                <a:ea typeface="Jost SemiBold" pitchFamily="2" charset="0"/>
                <a:cs typeface="Poppins SemiBold" panose="00000700000000000000" pitchFamily="2" charset="0"/>
              </a:rPr>
              <a:t>Price</a:t>
            </a:r>
          </a:p>
        </p:txBody>
      </p:sp>
      <p:sp>
        <p:nvSpPr>
          <p:cNvPr id="17" name="Rectangle 16">
            <a:extLst>
              <a:ext uri="{FF2B5EF4-FFF2-40B4-BE49-F238E27FC236}">
                <a16:creationId xmlns:a16="http://schemas.microsoft.com/office/drawing/2014/main" id="{6E8F0A1C-A456-9371-AD6C-1FB49EE5214A}"/>
              </a:ext>
            </a:extLst>
          </p:cNvPr>
          <p:cNvSpPr/>
          <p:nvPr/>
        </p:nvSpPr>
        <p:spPr>
          <a:xfrm>
            <a:off x="4995927" y="5743247"/>
            <a:ext cx="1233543" cy="327013"/>
          </a:xfrm>
          <a:prstGeom prst="rect">
            <a:avLst/>
          </a:prstGeom>
        </p:spPr>
        <p:txBody>
          <a:bodyPr wrap="square">
            <a:spAutoFit/>
          </a:bodyPr>
          <a:lstStyle/>
          <a:p>
            <a:pPr algn="ctr">
              <a:lnSpc>
                <a:spcPts val="1800"/>
              </a:lnSpc>
            </a:pPr>
            <a:r>
              <a:rPr lang="en-US" sz="1600" dirty="0">
                <a:solidFill>
                  <a:schemeClr val="tx1">
                    <a:lumMod val="85000"/>
                    <a:lumOff val="15000"/>
                  </a:schemeClr>
                </a:solidFill>
                <a:latin typeface="Jost SemiBold" pitchFamily="2" charset="0"/>
                <a:ea typeface="Jost SemiBold" pitchFamily="2" charset="0"/>
                <a:cs typeface="Poppins SemiBold" panose="00000700000000000000" pitchFamily="2" charset="0"/>
              </a:rPr>
              <a:t>Free</a:t>
            </a:r>
          </a:p>
        </p:txBody>
      </p:sp>
      <p:sp>
        <p:nvSpPr>
          <p:cNvPr id="18" name="Rectangle 17">
            <a:extLst>
              <a:ext uri="{FF2B5EF4-FFF2-40B4-BE49-F238E27FC236}">
                <a16:creationId xmlns:a16="http://schemas.microsoft.com/office/drawing/2014/main" id="{27BB88F0-175F-95F5-7216-93E8D2AF0D53}"/>
              </a:ext>
            </a:extLst>
          </p:cNvPr>
          <p:cNvSpPr/>
          <p:nvPr/>
        </p:nvSpPr>
        <p:spPr>
          <a:xfrm>
            <a:off x="6538858" y="5743247"/>
            <a:ext cx="1390768" cy="327013"/>
          </a:xfrm>
          <a:prstGeom prst="rect">
            <a:avLst/>
          </a:prstGeom>
        </p:spPr>
        <p:txBody>
          <a:bodyPr wrap="square">
            <a:spAutoFit/>
          </a:bodyPr>
          <a:lstStyle/>
          <a:p>
            <a:pPr algn="ctr">
              <a:lnSpc>
                <a:spcPts val="1800"/>
              </a:lnSpc>
            </a:pPr>
            <a:r>
              <a:rPr lang="en-US" sz="1600" dirty="0">
                <a:solidFill>
                  <a:schemeClr val="tx1">
                    <a:lumMod val="85000"/>
                    <a:lumOff val="15000"/>
                  </a:schemeClr>
                </a:solidFill>
                <a:latin typeface="Jost SemiBold" pitchFamily="2" charset="0"/>
                <a:ea typeface="Jost SemiBold" pitchFamily="2" charset="0"/>
                <a:cs typeface="Poppins SemiBold" panose="00000700000000000000" pitchFamily="2" charset="0"/>
              </a:rPr>
              <a:t>$500</a:t>
            </a:r>
          </a:p>
        </p:txBody>
      </p:sp>
      <p:sp>
        <p:nvSpPr>
          <p:cNvPr id="19" name="Rectangle 18">
            <a:extLst>
              <a:ext uri="{FF2B5EF4-FFF2-40B4-BE49-F238E27FC236}">
                <a16:creationId xmlns:a16="http://schemas.microsoft.com/office/drawing/2014/main" id="{4DF83F1A-CF5E-A53A-AF3F-189227CF4840}"/>
              </a:ext>
            </a:extLst>
          </p:cNvPr>
          <p:cNvSpPr/>
          <p:nvPr/>
        </p:nvSpPr>
        <p:spPr>
          <a:xfrm>
            <a:off x="8189857" y="5717847"/>
            <a:ext cx="1390768" cy="327013"/>
          </a:xfrm>
          <a:prstGeom prst="rect">
            <a:avLst/>
          </a:prstGeom>
        </p:spPr>
        <p:txBody>
          <a:bodyPr wrap="square">
            <a:spAutoFit/>
          </a:bodyPr>
          <a:lstStyle/>
          <a:p>
            <a:pPr algn="ctr">
              <a:lnSpc>
                <a:spcPts val="1800"/>
              </a:lnSpc>
            </a:pPr>
            <a:r>
              <a:rPr lang="en-US" sz="1600" dirty="0">
                <a:solidFill>
                  <a:schemeClr val="tx1">
                    <a:lumMod val="85000"/>
                    <a:lumOff val="15000"/>
                  </a:schemeClr>
                </a:solidFill>
                <a:latin typeface="Jost SemiBold" pitchFamily="2" charset="0"/>
                <a:ea typeface="Jost SemiBold" pitchFamily="2" charset="0"/>
                <a:cs typeface="Poppins SemiBold" panose="00000700000000000000" pitchFamily="2" charset="0"/>
              </a:rPr>
              <a:t>$700</a:t>
            </a:r>
          </a:p>
        </p:txBody>
      </p:sp>
      <p:sp>
        <p:nvSpPr>
          <p:cNvPr id="20" name="Rectangle 19">
            <a:extLst>
              <a:ext uri="{FF2B5EF4-FFF2-40B4-BE49-F238E27FC236}">
                <a16:creationId xmlns:a16="http://schemas.microsoft.com/office/drawing/2014/main" id="{EF20796E-D106-F510-2B85-690B290F303A}"/>
              </a:ext>
            </a:extLst>
          </p:cNvPr>
          <p:cNvSpPr/>
          <p:nvPr/>
        </p:nvSpPr>
        <p:spPr>
          <a:xfrm>
            <a:off x="9934583" y="5743247"/>
            <a:ext cx="1114418" cy="327013"/>
          </a:xfrm>
          <a:prstGeom prst="rect">
            <a:avLst/>
          </a:prstGeom>
        </p:spPr>
        <p:txBody>
          <a:bodyPr wrap="square">
            <a:spAutoFit/>
          </a:bodyPr>
          <a:lstStyle/>
          <a:p>
            <a:pPr algn="ctr">
              <a:lnSpc>
                <a:spcPts val="1800"/>
              </a:lnSpc>
            </a:pPr>
            <a:r>
              <a:rPr lang="en-US" sz="1600" dirty="0">
                <a:solidFill>
                  <a:schemeClr val="tx1">
                    <a:lumMod val="85000"/>
                    <a:lumOff val="15000"/>
                  </a:schemeClr>
                </a:solidFill>
                <a:latin typeface="Jost SemiBold" pitchFamily="2" charset="0"/>
                <a:ea typeface="Jost SemiBold" pitchFamily="2" charset="0"/>
                <a:cs typeface="Poppins SemiBold" panose="00000700000000000000" pitchFamily="2" charset="0"/>
              </a:rPr>
              <a:t>$900</a:t>
            </a:r>
          </a:p>
        </p:txBody>
      </p:sp>
      <p:sp>
        <p:nvSpPr>
          <p:cNvPr id="21" name="Rectangle 20">
            <a:extLst>
              <a:ext uri="{FF2B5EF4-FFF2-40B4-BE49-F238E27FC236}">
                <a16:creationId xmlns:a16="http://schemas.microsoft.com/office/drawing/2014/main" id="{B8FD2084-F2E5-7F66-77D5-DE66563590EB}"/>
              </a:ext>
            </a:extLst>
          </p:cNvPr>
          <p:cNvSpPr/>
          <p:nvPr/>
        </p:nvSpPr>
        <p:spPr>
          <a:xfrm>
            <a:off x="1193794" y="2846747"/>
            <a:ext cx="3263906" cy="327013"/>
          </a:xfrm>
          <a:prstGeom prst="rect">
            <a:avLst/>
          </a:prstGeom>
        </p:spPr>
        <p:txBody>
          <a:bodyPr wrap="square">
            <a:spAutoFit/>
          </a:bodyPr>
          <a:lstStyle/>
          <a:p>
            <a:pPr>
              <a:lnSpc>
                <a:spcPts val="1800"/>
              </a:lnSpc>
            </a:pPr>
            <a:r>
              <a:rPr lang="en-US" sz="1600" dirty="0">
                <a:solidFill>
                  <a:schemeClr val="tx1">
                    <a:lumMod val="85000"/>
                    <a:lumOff val="15000"/>
                  </a:schemeClr>
                </a:solidFill>
                <a:latin typeface="Jost" pitchFamily="2" charset="0"/>
                <a:ea typeface="Jost" pitchFamily="2" charset="0"/>
                <a:cs typeface="Poppins SemiBold" panose="00000700000000000000" pitchFamily="2" charset="0"/>
              </a:rPr>
              <a:t>Beginning Today Treat Everyone</a:t>
            </a:r>
          </a:p>
        </p:txBody>
      </p:sp>
      <p:sp>
        <p:nvSpPr>
          <p:cNvPr id="22" name="Rectangle 21">
            <a:extLst>
              <a:ext uri="{FF2B5EF4-FFF2-40B4-BE49-F238E27FC236}">
                <a16:creationId xmlns:a16="http://schemas.microsoft.com/office/drawing/2014/main" id="{DA9D02D4-C209-5D26-3FCA-3B012A658333}"/>
              </a:ext>
            </a:extLst>
          </p:cNvPr>
          <p:cNvSpPr/>
          <p:nvPr/>
        </p:nvSpPr>
        <p:spPr>
          <a:xfrm>
            <a:off x="1193794" y="3430364"/>
            <a:ext cx="3390906" cy="327013"/>
          </a:xfrm>
          <a:prstGeom prst="rect">
            <a:avLst/>
          </a:prstGeom>
        </p:spPr>
        <p:txBody>
          <a:bodyPr wrap="square">
            <a:spAutoFit/>
          </a:bodyPr>
          <a:lstStyle/>
          <a:p>
            <a:pPr>
              <a:lnSpc>
                <a:spcPts val="1800"/>
              </a:lnSpc>
            </a:pPr>
            <a:r>
              <a:rPr lang="en-US" sz="1600" dirty="0">
                <a:solidFill>
                  <a:schemeClr val="tx1">
                    <a:lumMod val="85000"/>
                    <a:lumOff val="15000"/>
                  </a:schemeClr>
                </a:solidFill>
                <a:latin typeface="Jost" pitchFamily="2" charset="0"/>
                <a:ea typeface="Jost" pitchFamily="2" charset="0"/>
                <a:cs typeface="Poppins SemiBold" panose="00000700000000000000" pitchFamily="2" charset="0"/>
              </a:rPr>
              <a:t>Were Going To Be Dead By Midnight</a:t>
            </a:r>
          </a:p>
        </p:txBody>
      </p:sp>
      <p:sp>
        <p:nvSpPr>
          <p:cNvPr id="23" name="Rectangle 22">
            <a:extLst>
              <a:ext uri="{FF2B5EF4-FFF2-40B4-BE49-F238E27FC236}">
                <a16:creationId xmlns:a16="http://schemas.microsoft.com/office/drawing/2014/main" id="{3A0BC041-1F92-F4E3-E3DD-6443CEB02A7D}"/>
              </a:ext>
            </a:extLst>
          </p:cNvPr>
          <p:cNvSpPr/>
          <p:nvPr/>
        </p:nvSpPr>
        <p:spPr>
          <a:xfrm>
            <a:off x="1193794" y="4013981"/>
            <a:ext cx="2884553" cy="327013"/>
          </a:xfrm>
          <a:prstGeom prst="rect">
            <a:avLst/>
          </a:prstGeom>
        </p:spPr>
        <p:txBody>
          <a:bodyPr wrap="square">
            <a:spAutoFit/>
          </a:bodyPr>
          <a:lstStyle/>
          <a:p>
            <a:pPr>
              <a:lnSpc>
                <a:spcPts val="1800"/>
              </a:lnSpc>
            </a:pPr>
            <a:r>
              <a:rPr lang="en-US" sz="1600" dirty="0">
                <a:solidFill>
                  <a:schemeClr val="tx1">
                    <a:lumMod val="85000"/>
                    <a:lumOff val="15000"/>
                  </a:schemeClr>
                </a:solidFill>
                <a:latin typeface="Jost" pitchFamily="2" charset="0"/>
                <a:ea typeface="Jost" pitchFamily="2" charset="0"/>
                <a:cs typeface="Poppins SemiBold" panose="00000700000000000000" pitchFamily="2" charset="0"/>
              </a:rPr>
              <a:t>Extend To Them All The Care</a:t>
            </a:r>
          </a:p>
        </p:txBody>
      </p:sp>
      <p:sp>
        <p:nvSpPr>
          <p:cNvPr id="24" name="Rectangle 23">
            <a:extLst>
              <a:ext uri="{FF2B5EF4-FFF2-40B4-BE49-F238E27FC236}">
                <a16:creationId xmlns:a16="http://schemas.microsoft.com/office/drawing/2014/main" id="{48E91803-5615-9A20-3959-33534FF7294D}"/>
              </a:ext>
            </a:extLst>
          </p:cNvPr>
          <p:cNvSpPr/>
          <p:nvPr/>
        </p:nvSpPr>
        <p:spPr>
          <a:xfrm>
            <a:off x="1193794" y="4597598"/>
            <a:ext cx="2884553" cy="327013"/>
          </a:xfrm>
          <a:prstGeom prst="rect">
            <a:avLst/>
          </a:prstGeom>
        </p:spPr>
        <p:txBody>
          <a:bodyPr wrap="square">
            <a:spAutoFit/>
          </a:bodyPr>
          <a:lstStyle/>
          <a:p>
            <a:pPr>
              <a:lnSpc>
                <a:spcPts val="1800"/>
              </a:lnSpc>
            </a:pPr>
            <a:r>
              <a:rPr lang="en-US" sz="1600" dirty="0">
                <a:solidFill>
                  <a:schemeClr val="tx1">
                    <a:lumMod val="85000"/>
                    <a:lumOff val="15000"/>
                  </a:schemeClr>
                </a:solidFill>
                <a:latin typeface="Jost" pitchFamily="2" charset="0"/>
                <a:ea typeface="Jost" pitchFamily="2" charset="0"/>
                <a:cs typeface="Poppins SemiBold" panose="00000700000000000000" pitchFamily="2" charset="0"/>
              </a:rPr>
              <a:t>Understanding You Can</a:t>
            </a:r>
          </a:p>
        </p:txBody>
      </p:sp>
      <p:sp>
        <p:nvSpPr>
          <p:cNvPr id="25" name="Rectangle 24">
            <a:extLst>
              <a:ext uri="{FF2B5EF4-FFF2-40B4-BE49-F238E27FC236}">
                <a16:creationId xmlns:a16="http://schemas.microsoft.com/office/drawing/2014/main" id="{9DE3877F-3F59-EA81-3E7F-8C1F7F1BD87F}"/>
              </a:ext>
            </a:extLst>
          </p:cNvPr>
          <p:cNvSpPr/>
          <p:nvPr/>
        </p:nvSpPr>
        <p:spPr>
          <a:xfrm>
            <a:off x="1193794" y="5181216"/>
            <a:ext cx="2884553" cy="327013"/>
          </a:xfrm>
          <a:prstGeom prst="rect">
            <a:avLst/>
          </a:prstGeom>
        </p:spPr>
        <p:txBody>
          <a:bodyPr wrap="square">
            <a:spAutoFit/>
          </a:bodyPr>
          <a:lstStyle/>
          <a:p>
            <a:pPr>
              <a:lnSpc>
                <a:spcPts val="1800"/>
              </a:lnSpc>
            </a:pPr>
            <a:r>
              <a:rPr lang="en-US" sz="1600" dirty="0">
                <a:solidFill>
                  <a:schemeClr val="tx1">
                    <a:lumMod val="85000"/>
                    <a:lumOff val="15000"/>
                  </a:schemeClr>
                </a:solidFill>
                <a:latin typeface="Jost" pitchFamily="2" charset="0"/>
                <a:ea typeface="Jost" pitchFamily="2" charset="0"/>
                <a:cs typeface="Poppins SemiBold" panose="00000700000000000000" pitchFamily="2" charset="0"/>
              </a:rPr>
              <a:t>Muster And Go</a:t>
            </a:r>
          </a:p>
        </p:txBody>
      </p:sp>
      <p:sp>
        <p:nvSpPr>
          <p:cNvPr id="26" name="Freeform 149">
            <a:extLst>
              <a:ext uri="{FF2B5EF4-FFF2-40B4-BE49-F238E27FC236}">
                <a16:creationId xmlns:a16="http://schemas.microsoft.com/office/drawing/2014/main" id="{19C0843A-C85E-9F7C-14F0-00EFF3F06A76}"/>
              </a:ext>
            </a:extLst>
          </p:cNvPr>
          <p:cNvSpPr>
            <a:spLocks/>
          </p:cNvSpPr>
          <p:nvPr/>
        </p:nvSpPr>
        <p:spPr bwMode="auto">
          <a:xfrm>
            <a:off x="5491186" y="4074457"/>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153">
            <a:extLst>
              <a:ext uri="{FF2B5EF4-FFF2-40B4-BE49-F238E27FC236}">
                <a16:creationId xmlns:a16="http://schemas.microsoft.com/office/drawing/2014/main" id="{F8594DAD-86A2-457E-3EBF-A9EE5292AEDD}"/>
              </a:ext>
            </a:extLst>
          </p:cNvPr>
          <p:cNvSpPr>
            <a:spLocks/>
          </p:cNvSpPr>
          <p:nvPr/>
        </p:nvSpPr>
        <p:spPr bwMode="auto">
          <a:xfrm>
            <a:off x="5484110" y="3440012"/>
            <a:ext cx="254000" cy="255588"/>
          </a:xfrm>
          <a:custGeom>
            <a:avLst/>
            <a:gdLst>
              <a:gd name="T0" fmla="*/ 155 w 160"/>
              <a:gd name="T1" fmla="*/ 138 h 161"/>
              <a:gd name="T2" fmla="*/ 155 w 160"/>
              <a:gd name="T3" fmla="*/ 158 h 161"/>
              <a:gd name="T4" fmla="*/ 145 w 160"/>
              <a:gd name="T5" fmla="*/ 161 h 161"/>
              <a:gd name="T6" fmla="*/ 136 w 160"/>
              <a:gd name="T7" fmla="*/ 158 h 161"/>
              <a:gd name="T8" fmla="*/ 80 w 160"/>
              <a:gd name="T9" fmla="*/ 101 h 161"/>
              <a:gd name="T10" fmla="*/ 25 w 160"/>
              <a:gd name="T11" fmla="*/ 158 h 161"/>
              <a:gd name="T12" fmla="*/ 15 w 160"/>
              <a:gd name="T13" fmla="*/ 161 h 161"/>
              <a:gd name="T14" fmla="*/ 5 w 160"/>
              <a:gd name="T15" fmla="*/ 158 h 161"/>
              <a:gd name="T16" fmla="*/ 5 w 160"/>
              <a:gd name="T17" fmla="*/ 138 h 161"/>
              <a:gd name="T18" fmla="*/ 61 w 160"/>
              <a:gd name="T19" fmla="*/ 81 h 161"/>
              <a:gd name="T20" fmla="*/ 5 w 160"/>
              <a:gd name="T21" fmla="*/ 25 h 161"/>
              <a:gd name="T22" fmla="*/ 5 w 160"/>
              <a:gd name="T23" fmla="*/ 6 h 161"/>
              <a:gd name="T24" fmla="*/ 25 w 160"/>
              <a:gd name="T25" fmla="*/ 6 h 161"/>
              <a:gd name="T26" fmla="*/ 80 w 160"/>
              <a:gd name="T27" fmla="*/ 62 h 161"/>
              <a:gd name="T28" fmla="*/ 136 w 160"/>
              <a:gd name="T29" fmla="*/ 6 h 161"/>
              <a:gd name="T30" fmla="*/ 155 w 160"/>
              <a:gd name="T31" fmla="*/ 6 h 161"/>
              <a:gd name="T32" fmla="*/ 155 w 160"/>
              <a:gd name="T33" fmla="*/ 25 h 161"/>
              <a:gd name="T34" fmla="*/ 100 w 160"/>
              <a:gd name="T35" fmla="*/ 81 h 161"/>
              <a:gd name="T36" fmla="*/ 155 w 160"/>
              <a:gd name="T37" fmla="*/ 138 h 161"/>
              <a:gd name="T38" fmla="*/ 155 w 160"/>
              <a:gd name="T39" fmla="*/ 138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0" h="161">
                <a:moveTo>
                  <a:pt x="155" y="138"/>
                </a:moveTo>
                <a:cubicBezTo>
                  <a:pt x="160" y="143"/>
                  <a:pt x="160" y="152"/>
                  <a:pt x="155" y="158"/>
                </a:cubicBezTo>
                <a:cubicBezTo>
                  <a:pt x="152" y="160"/>
                  <a:pt x="149" y="161"/>
                  <a:pt x="145" y="161"/>
                </a:cubicBezTo>
                <a:cubicBezTo>
                  <a:pt x="142" y="161"/>
                  <a:pt x="138" y="160"/>
                  <a:pt x="136" y="158"/>
                </a:cubicBezTo>
                <a:cubicBezTo>
                  <a:pt x="80" y="101"/>
                  <a:pt x="80" y="101"/>
                  <a:pt x="80" y="101"/>
                </a:cubicBezTo>
                <a:cubicBezTo>
                  <a:pt x="25" y="158"/>
                  <a:pt x="25" y="158"/>
                  <a:pt x="25" y="158"/>
                </a:cubicBezTo>
                <a:cubicBezTo>
                  <a:pt x="22" y="160"/>
                  <a:pt x="18" y="161"/>
                  <a:pt x="15" y="161"/>
                </a:cubicBezTo>
                <a:cubicBezTo>
                  <a:pt x="11" y="161"/>
                  <a:pt x="8" y="160"/>
                  <a:pt x="5" y="158"/>
                </a:cubicBezTo>
                <a:cubicBezTo>
                  <a:pt x="0" y="152"/>
                  <a:pt x="0" y="143"/>
                  <a:pt x="5" y="138"/>
                </a:cubicBezTo>
                <a:cubicBezTo>
                  <a:pt x="61" y="81"/>
                  <a:pt x="61" y="81"/>
                  <a:pt x="61" y="81"/>
                </a:cubicBezTo>
                <a:cubicBezTo>
                  <a:pt x="5" y="25"/>
                  <a:pt x="5" y="25"/>
                  <a:pt x="5" y="25"/>
                </a:cubicBezTo>
                <a:cubicBezTo>
                  <a:pt x="0" y="20"/>
                  <a:pt x="0" y="11"/>
                  <a:pt x="5" y="6"/>
                </a:cubicBezTo>
                <a:cubicBezTo>
                  <a:pt x="11" y="0"/>
                  <a:pt x="19" y="0"/>
                  <a:pt x="25" y="6"/>
                </a:cubicBezTo>
                <a:cubicBezTo>
                  <a:pt x="80" y="62"/>
                  <a:pt x="80" y="62"/>
                  <a:pt x="80" y="62"/>
                </a:cubicBezTo>
                <a:cubicBezTo>
                  <a:pt x="136" y="6"/>
                  <a:pt x="136" y="6"/>
                  <a:pt x="136" y="6"/>
                </a:cubicBezTo>
                <a:cubicBezTo>
                  <a:pt x="141" y="0"/>
                  <a:pt x="149" y="0"/>
                  <a:pt x="155" y="6"/>
                </a:cubicBezTo>
                <a:cubicBezTo>
                  <a:pt x="160" y="11"/>
                  <a:pt x="160" y="20"/>
                  <a:pt x="155" y="25"/>
                </a:cubicBezTo>
                <a:cubicBezTo>
                  <a:pt x="100" y="81"/>
                  <a:pt x="100" y="81"/>
                  <a:pt x="100" y="81"/>
                </a:cubicBezTo>
                <a:cubicBezTo>
                  <a:pt x="155" y="138"/>
                  <a:pt x="155" y="138"/>
                  <a:pt x="155" y="138"/>
                </a:cubicBezTo>
                <a:cubicBezTo>
                  <a:pt x="155" y="138"/>
                  <a:pt x="155" y="138"/>
                  <a:pt x="155" y="138"/>
                </a:cubicBez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149">
            <a:extLst>
              <a:ext uri="{FF2B5EF4-FFF2-40B4-BE49-F238E27FC236}">
                <a16:creationId xmlns:a16="http://schemas.microsoft.com/office/drawing/2014/main" id="{91F0471B-EED5-36EB-F8AF-90FD922FE72C}"/>
              </a:ext>
            </a:extLst>
          </p:cNvPr>
          <p:cNvSpPr>
            <a:spLocks/>
          </p:cNvSpPr>
          <p:nvPr/>
        </p:nvSpPr>
        <p:spPr bwMode="auto">
          <a:xfrm>
            <a:off x="5491186" y="4645990"/>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149">
            <a:extLst>
              <a:ext uri="{FF2B5EF4-FFF2-40B4-BE49-F238E27FC236}">
                <a16:creationId xmlns:a16="http://schemas.microsoft.com/office/drawing/2014/main" id="{72F7865F-1A75-797E-DB70-9866911F2E3D}"/>
              </a:ext>
            </a:extLst>
          </p:cNvPr>
          <p:cNvSpPr>
            <a:spLocks/>
          </p:cNvSpPr>
          <p:nvPr/>
        </p:nvSpPr>
        <p:spPr bwMode="auto">
          <a:xfrm>
            <a:off x="5491186" y="5213357"/>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153">
            <a:extLst>
              <a:ext uri="{FF2B5EF4-FFF2-40B4-BE49-F238E27FC236}">
                <a16:creationId xmlns:a16="http://schemas.microsoft.com/office/drawing/2014/main" id="{9136B2DD-D4A8-C7E1-AA80-9DB77C390C18}"/>
              </a:ext>
            </a:extLst>
          </p:cNvPr>
          <p:cNvSpPr>
            <a:spLocks/>
          </p:cNvSpPr>
          <p:nvPr/>
        </p:nvSpPr>
        <p:spPr bwMode="auto">
          <a:xfrm>
            <a:off x="5484110" y="2900630"/>
            <a:ext cx="254000" cy="255588"/>
          </a:xfrm>
          <a:custGeom>
            <a:avLst/>
            <a:gdLst>
              <a:gd name="T0" fmla="*/ 155 w 160"/>
              <a:gd name="T1" fmla="*/ 138 h 161"/>
              <a:gd name="T2" fmla="*/ 155 w 160"/>
              <a:gd name="T3" fmla="*/ 158 h 161"/>
              <a:gd name="T4" fmla="*/ 145 w 160"/>
              <a:gd name="T5" fmla="*/ 161 h 161"/>
              <a:gd name="T6" fmla="*/ 136 w 160"/>
              <a:gd name="T7" fmla="*/ 158 h 161"/>
              <a:gd name="T8" fmla="*/ 80 w 160"/>
              <a:gd name="T9" fmla="*/ 101 h 161"/>
              <a:gd name="T10" fmla="*/ 25 w 160"/>
              <a:gd name="T11" fmla="*/ 158 h 161"/>
              <a:gd name="T12" fmla="*/ 15 w 160"/>
              <a:gd name="T13" fmla="*/ 161 h 161"/>
              <a:gd name="T14" fmla="*/ 5 w 160"/>
              <a:gd name="T15" fmla="*/ 158 h 161"/>
              <a:gd name="T16" fmla="*/ 5 w 160"/>
              <a:gd name="T17" fmla="*/ 138 h 161"/>
              <a:gd name="T18" fmla="*/ 61 w 160"/>
              <a:gd name="T19" fmla="*/ 81 h 161"/>
              <a:gd name="T20" fmla="*/ 5 w 160"/>
              <a:gd name="T21" fmla="*/ 25 h 161"/>
              <a:gd name="T22" fmla="*/ 5 w 160"/>
              <a:gd name="T23" fmla="*/ 6 h 161"/>
              <a:gd name="T24" fmla="*/ 25 w 160"/>
              <a:gd name="T25" fmla="*/ 6 h 161"/>
              <a:gd name="T26" fmla="*/ 80 w 160"/>
              <a:gd name="T27" fmla="*/ 62 h 161"/>
              <a:gd name="T28" fmla="*/ 136 w 160"/>
              <a:gd name="T29" fmla="*/ 6 h 161"/>
              <a:gd name="T30" fmla="*/ 155 w 160"/>
              <a:gd name="T31" fmla="*/ 6 h 161"/>
              <a:gd name="T32" fmla="*/ 155 w 160"/>
              <a:gd name="T33" fmla="*/ 25 h 161"/>
              <a:gd name="T34" fmla="*/ 100 w 160"/>
              <a:gd name="T35" fmla="*/ 81 h 161"/>
              <a:gd name="T36" fmla="*/ 155 w 160"/>
              <a:gd name="T37" fmla="*/ 138 h 161"/>
              <a:gd name="T38" fmla="*/ 155 w 160"/>
              <a:gd name="T39" fmla="*/ 138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0" h="161">
                <a:moveTo>
                  <a:pt x="155" y="138"/>
                </a:moveTo>
                <a:cubicBezTo>
                  <a:pt x="160" y="143"/>
                  <a:pt x="160" y="152"/>
                  <a:pt x="155" y="158"/>
                </a:cubicBezTo>
                <a:cubicBezTo>
                  <a:pt x="152" y="160"/>
                  <a:pt x="149" y="161"/>
                  <a:pt x="145" y="161"/>
                </a:cubicBezTo>
                <a:cubicBezTo>
                  <a:pt x="142" y="161"/>
                  <a:pt x="138" y="160"/>
                  <a:pt x="136" y="158"/>
                </a:cubicBezTo>
                <a:cubicBezTo>
                  <a:pt x="80" y="101"/>
                  <a:pt x="80" y="101"/>
                  <a:pt x="80" y="101"/>
                </a:cubicBezTo>
                <a:cubicBezTo>
                  <a:pt x="25" y="158"/>
                  <a:pt x="25" y="158"/>
                  <a:pt x="25" y="158"/>
                </a:cubicBezTo>
                <a:cubicBezTo>
                  <a:pt x="22" y="160"/>
                  <a:pt x="18" y="161"/>
                  <a:pt x="15" y="161"/>
                </a:cubicBezTo>
                <a:cubicBezTo>
                  <a:pt x="11" y="161"/>
                  <a:pt x="8" y="160"/>
                  <a:pt x="5" y="158"/>
                </a:cubicBezTo>
                <a:cubicBezTo>
                  <a:pt x="0" y="152"/>
                  <a:pt x="0" y="143"/>
                  <a:pt x="5" y="138"/>
                </a:cubicBezTo>
                <a:cubicBezTo>
                  <a:pt x="61" y="81"/>
                  <a:pt x="61" y="81"/>
                  <a:pt x="61" y="81"/>
                </a:cubicBezTo>
                <a:cubicBezTo>
                  <a:pt x="5" y="25"/>
                  <a:pt x="5" y="25"/>
                  <a:pt x="5" y="25"/>
                </a:cubicBezTo>
                <a:cubicBezTo>
                  <a:pt x="0" y="20"/>
                  <a:pt x="0" y="11"/>
                  <a:pt x="5" y="6"/>
                </a:cubicBezTo>
                <a:cubicBezTo>
                  <a:pt x="11" y="0"/>
                  <a:pt x="19" y="0"/>
                  <a:pt x="25" y="6"/>
                </a:cubicBezTo>
                <a:cubicBezTo>
                  <a:pt x="80" y="62"/>
                  <a:pt x="80" y="62"/>
                  <a:pt x="80" y="62"/>
                </a:cubicBezTo>
                <a:cubicBezTo>
                  <a:pt x="136" y="6"/>
                  <a:pt x="136" y="6"/>
                  <a:pt x="136" y="6"/>
                </a:cubicBezTo>
                <a:cubicBezTo>
                  <a:pt x="141" y="0"/>
                  <a:pt x="149" y="0"/>
                  <a:pt x="155" y="6"/>
                </a:cubicBezTo>
                <a:cubicBezTo>
                  <a:pt x="160" y="11"/>
                  <a:pt x="160" y="20"/>
                  <a:pt x="155" y="25"/>
                </a:cubicBezTo>
                <a:cubicBezTo>
                  <a:pt x="100" y="81"/>
                  <a:pt x="100" y="81"/>
                  <a:pt x="100" y="81"/>
                </a:cubicBezTo>
                <a:cubicBezTo>
                  <a:pt x="155" y="138"/>
                  <a:pt x="155" y="138"/>
                  <a:pt x="155" y="138"/>
                </a:cubicBezTo>
                <a:cubicBezTo>
                  <a:pt x="155" y="138"/>
                  <a:pt x="155" y="138"/>
                  <a:pt x="155" y="138"/>
                </a:cubicBez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149">
            <a:extLst>
              <a:ext uri="{FF2B5EF4-FFF2-40B4-BE49-F238E27FC236}">
                <a16:creationId xmlns:a16="http://schemas.microsoft.com/office/drawing/2014/main" id="{10C0132A-2CE4-137C-230E-06BC63DF318F}"/>
              </a:ext>
            </a:extLst>
          </p:cNvPr>
          <p:cNvSpPr>
            <a:spLocks/>
          </p:cNvSpPr>
          <p:nvPr/>
        </p:nvSpPr>
        <p:spPr bwMode="auto">
          <a:xfrm>
            <a:off x="7186918" y="4074457"/>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49">
            <a:extLst>
              <a:ext uri="{FF2B5EF4-FFF2-40B4-BE49-F238E27FC236}">
                <a16:creationId xmlns:a16="http://schemas.microsoft.com/office/drawing/2014/main" id="{EDFF35F8-9288-0ECA-35F8-7D2405FECB00}"/>
              </a:ext>
            </a:extLst>
          </p:cNvPr>
          <p:cNvSpPr>
            <a:spLocks/>
          </p:cNvSpPr>
          <p:nvPr/>
        </p:nvSpPr>
        <p:spPr bwMode="auto">
          <a:xfrm>
            <a:off x="7186918" y="4645990"/>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49">
            <a:extLst>
              <a:ext uri="{FF2B5EF4-FFF2-40B4-BE49-F238E27FC236}">
                <a16:creationId xmlns:a16="http://schemas.microsoft.com/office/drawing/2014/main" id="{CDA25787-9967-F8EC-1FC2-550AB7DBAFF0}"/>
              </a:ext>
            </a:extLst>
          </p:cNvPr>
          <p:cNvSpPr>
            <a:spLocks/>
          </p:cNvSpPr>
          <p:nvPr/>
        </p:nvSpPr>
        <p:spPr bwMode="auto">
          <a:xfrm>
            <a:off x="7186918" y="5213357"/>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49">
            <a:extLst>
              <a:ext uri="{FF2B5EF4-FFF2-40B4-BE49-F238E27FC236}">
                <a16:creationId xmlns:a16="http://schemas.microsoft.com/office/drawing/2014/main" id="{0EB7C7ED-46EF-5A91-9C5A-BDDE568B9B53}"/>
              </a:ext>
            </a:extLst>
          </p:cNvPr>
          <p:cNvSpPr>
            <a:spLocks/>
          </p:cNvSpPr>
          <p:nvPr/>
        </p:nvSpPr>
        <p:spPr bwMode="auto">
          <a:xfrm>
            <a:off x="7186918" y="2932233"/>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49">
            <a:extLst>
              <a:ext uri="{FF2B5EF4-FFF2-40B4-BE49-F238E27FC236}">
                <a16:creationId xmlns:a16="http://schemas.microsoft.com/office/drawing/2014/main" id="{A280C11F-A02D-CB57-2FA2-DEB399EB7744}"/>
              </a:ext>
            </a:extLst>
          </p:cNvPr>
          <p:cNvSpPr>
            <a:spLocks/>
          </p:cNvSpPr>
          <p:nvPr/>
        </p:nvSpPr>
        <p:spPr bwMode="auto">
          <a:xfrm>
            <a:off x="7186918" y="3503766"/>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149">
            <a:extLst>
              <a:ext uri="{FF2B5EF4-FFF2-40B4-BE49-F238E27FC236}">
                <a16:creationId xmlns:a16="http://schemas.microsoft.com/office/drawing/2014/main" id="{C20A1B84-53CA-8A8D-4F68-BE05F283A253}"/>
              </a:ext>
            </a:extLst>
          </p:cNvPr>
          <p:cNvSpPr>
            <a:spLocks/>
          </p:cNvSpPr>
          <p:nvPr/>
        </p:nvSpPr>
        <p:spPr bwMode="auto">
          <a:xfrm>
            <a:off x="8741203" y="4074457"/>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49">
            <a:extLst>
              <a:ext uri="{FF2B5EF4-FFF2-40B4-BE49-F238E27FC236}">
                <a16:creationId xmlns:a16="http://schemas.microsoft.com/office/drawing/2014/main" id="{9CC475A9-8C79-02A0-4A5B-4E7BADCAEDE5}"/>
              </a:ext>
            </a:extLst>
          </p:cNvPr>
          <p:cNvSpPr>
            <a:spLocks/>
          </p:cNvSpPr>
          <p:nvPr/>
        </p:nvSpPr>
        <p:spPr bwMode="auto">
          <a:xfrm>
            <a:off x="8741203" y="4645990"/>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149">
            <a:extLst>
              <a:ext uri="{FF2B5EF4-FFF2-40B4-BE49-F238E27FC236}">
                <a16:creationId xmlns:a16="http://schemas.microsoft.com/office/drawing/2014/main" id="{0C690E8E-2D31-812D-C739-7656CC2169ED}"/>
              </a:ext>
            </a:extLst>
          </p:cNvPr>
          <p:cNvSpPr>
            <a:spLocks/>
          </p:cNvSpPr>
          <p:nvPr/>
        </p:nvSpPr>
        <p:spPr bwMode="auto">
          <a:xfrm>
            <a:off x="8741203" y="5213357"/>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149">
            <a:extLst>
              <a:ext uri="{FF2B5EF4-FFF2-40B4-BE49-F238E27FC236}">
                <a16:creationId xmlns:a16="http://schemas.microsoft.com/office/drawing/2014/main" id="{0ED331F8-8112-5A78-5764-5E9B79BEC443}"/>
              </a:ext>
            </a:extLst>
          </p:cNvPr>
          <p:cNvSpPr>
            <a:spLocks/>
          </p:cNvSpPr>
          <p:nvPr/>
        </p:nvSpPr>
        <p:spPr bwMode="auto">
          <a:xfrm>
            <a:off x="8741203" y="2932233"/>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149">
            <a:extLst>
              <a:ext uri="{FF2B5EF4-FFF2-40B4-BE49-F238E27FC236}">
                <a16:creationId xmlns:a16="http://schemas.microsoft.com/office/drawing/2014/main" id="{3D105F05-A575-8EE0-8383-9207FFF182E2}"/>
              </a:ext>
            </a:extLst>
          </p:cNvPr>
          <p:cNvSpPr>
            <a:spLocks/>
          </p:cNvSpPr>
          <p:nvPr/>
        </p:nvSpPr>
        <p:spPr bwMode="auto">
          <a:xfrm>
            <a:off x="8741203" y="3503766"/>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149">
            <a:extLst>
              <a:ext uri="{FF2B5EF4-FFF2-40B4-BE49-F238E27FC236}">
                <a16:creationId xmlns:a16="http://schemas.microsoft.com/office/drawing/2014/main" id="{E74AE450-6B60-368D-5A1F-54F0C94B2E66}"/>
              </a:ext>
            </a:extLst>
          </p:cNvPr>
          <p:cNvSpPr>
            <a:spLocks/>
          </p:cNvSpPr>
          <p:nvPr/>
        </p:nvSpPr>
        <p:spPr bwMode="auto">
          <a:xfrm>
            <a:off x="10324107" y="4074457"/>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49">
            <a:extLst>
              <a:ext uri="{FF2B5EF4-FFF2-40B4-BE49-F238E27FC236}">
                <a16:creationId xmlns:a16="http://schemas.microsoft.com/office/drawing/2014/main" id="{DA169B11-EA2E-4B90-6AE6-6E00F138F898}"/>
              </a:ext>
            </a:extLst>
          </p:cNvPr>
          <p:cNvSpPr>
            <a:spLocks/>
          </p:cNvSpPr>
          <p:nvPr/>
        </p:nvSpPr>
        <p:spPr bwMode="auto">
          <a:xfrm>
            <a:off x="10324107" y="4645990"/>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49">
            <a:extLst>
              <a:ext uri="{FF2B5EF4-FFF2-40B4-BE49-F238E27FC236}">
                <a16:creationId xmlns:a16="http://schemas.microsoft.com/office/drawing/2014/main" id="{949114C4-C214-A55A-7D33-514CA4F7DFCD}"/>
              </a:ext>
            </a:extLst>
          </p:cNvPr>
          <p:cNvSpPr>
            <a:spLocks/>
          </p:cNvSpPr>
          <p:nvPr/>
        </p:nvSpPr>
        <p:spPr bwMode="auto">
          <a:xfrm>
            <a:off x="10324107" y="5213357"/>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149">
            <a:extLst>
              <a:ext uri="{FF2B5EF4-FFF2-40B4-BE49-F238E27FC236}">
                <a16:creationId xmlns:a16="http://schemas.microsoft.com/office/drawing/2014/main" id="{A34C843C-2AAF-87D2-13D9-C7536F7A2CC5}"/>
              </a:ext>
            </a:extLst>
          </p:cNvPr>
          <p:cNvSpPr>
            <a:spLocks/>
          </p:cNvSpPr>
          <p:nvPr/>
        </p:nvSpPr>
        <p:spPr bwMode="auto">
          <a:xfrm>
            <a:off x="10324107" y="2932233"/>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49">
            <a:extLst>
              <a:ext uri="{FF2B5EF4-FFF2-40B4-BE49-F238E27FC236}">
                <a16:creationId xmlns:a16="http://schemas.microsoft.com/office/drawing/2014/main" id="{E62BC57D-7B11-92C1-AB3F-918AA1B447B8}"/>
              </a:ext>
            </a:extLst>
          </p:cNvPr>
          <p:cNvSpPr>
            <a:spLocks/>
          </p:cNvSpPr>
          <p:nvPr/>
        </p:nvSpPr>
        <p:spPr bwMode="auto">
          <a:xfrm>
            <a:off x="10324107" y="3503766"/>
            <a:ext cx="282893" cy="206058"/>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938105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BEAAA6A-6F13-9840-6488-DEED3B0A50C4}"/>
              </a:ext>
            </a:extLst>
          </p:cNvPr>
          <p:cNvSpPr/>
          <p:nvPr/>
        </p:nvSpPr>
        <p:spPr>
          <a:xfrm>
            <a:off x="3886200" y="1859227"/>
            <a:ext cx="2387600" cy="4427994"/>
          </a:xfrm>
          <a:prstGeom prst="roundRect">
            <a:avLst>
              <a:gd name="adj" fmla="val 72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8AB30B09-7FDF-833C-8A34-6E11D0552B5F}"/>
              </a:ext>
            </a:extLst>
          </p:cNvPr>
          <p:cNvSpPr/>
          <p:nvPr/>
        </p:nvSpPr>
        <p:spPr>
          <a:xfrm>
            <a:off x="636647" y="900446"/>
            <a:ext cx="3643253" cy="640560"/>
          </a:xfrm>
          <a:prstGeom prst="rect">
            <a:avLst/>
          </a:prstGeom>
        </p:spPr>
        <p:txBody>
          <a:bodyPr wrap="square">
            <a:spAutoFit/>
          </a:bodyPr>
          <a:lstStyle/>
          <a:p>
            <a:pPr>
              <a:lnSpc>
                <a:spcPts val="4500"/>
              </a:lnSpc>
            </a:pPr>
            <a:r>
              <a:rPr lang="en-US" sz="3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PRICING </a:t>
            </a:r>
            <a:r>
              <a:rPr lang="en-US" sz="3000" dirty="0">
                <a:solidFill>
                  <a:schemeClr val="accent3"/>
                </a:solidFill>
                <a:latin typeface="Jost SemiBold" pitchFamily="2" charset="0"/>
                <a:ea typeface="Jost SemiBold" pitchFamily="2" charset="0"/>
                <a:cs typeface="Inter Semi Bold" panose="02000703000000020004" pitchFamily="50" charset="0"/>
              </a:rPr>
              <a:t>TABLE </a:t>
            </a:r>
          </a:p>
        </p:txBody>
      </p:sp>
      <p:sp>
        <p:nvSpPr>
          <p:cNvPr id="3" name="Rectangle 2">
            <a:extLst>
              <a:ext uri="{FF2B5EF4-FFF2-40B4-BE49-F238E27FC236}">
                <a16:creationId xmlns:a16="http://schemas.microsoft.com/office/drawing/2014/main" id="{D82EF773-95F4-C97F-CCD3-6D4B7B6C14BB}"/>
              </a:ext>
            </a:extLst>
          </p:cNvPr>
          <p:cNvSpPr/>
          <p:nvPr/>
        </p:nvSpPr>
        <p:spPr>
          <a:xfrm>
            <a:off x="636647" y="582225"/>
            <a:ext cx="1787407"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pitchFamily="2" charset="0"/>
                <a:ea typeface="Jost" pitchFamily="2" charset="0"/>
                <a:cs typeface="Inter Semi Bold" panose="02000703000000020004" pitchFamily="50" charset="0"/>
              </a:rPr>
              <a:t>CORPORATE INC</a:t>
            </a:r>
          </a:p>
        </p:txBody>
      </p:sp>
      <p:sp>
        <p:nvSpPr>
          <p:cNvPr id="5" name="Rectangle: Rounded Corners 4">
            <a:extLst>
              <a:ext uri="{FF2B5EF4-FFF2-40B4-BE49-F238E27FC236}">
                <a16:creationId xmlns:a16="http://schemas.microsoft.com/office/drawing/2014/main" id="{199A4D07-8F09-CD4D-6E9E-99660787BB1F}"/>
              </a:ext>
            </a:extLst>
          </p:cNvPr>
          <p:cNvSpPr/>
          <p:nvPr/>
        </p:nvSpPr>
        <p:spPr>
          <a:xfrm>
            <a:off x="6470650" y="1859227"/>
            <a:ext cx="2387600" cy="4427994"/>
          </a:xfrm>
          <a:prstGeom prst="roundRect">
            <a:avLst>
              <a:gd name="adj" fmla="val 72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C2AEE2EF-9320-BFF5-3706-CA6A1C93BEB8}"/>
              </a:ext>
            </a:extLst>
          </p:cNvPr>
          <p:cNvSpPr/>
          <p:nvPr/>
        </p:nvSpPr>
        <p:spPr>
          <a:xfrm>
            <a:off x="9055100" y="1859227"/>
            <a:ext cx="2387600" cy="4427994"/>
          </a:xfrm>
          <a:prstGeom prst="roundRect">
            <a:avLst>
              <a:gd name="adj" fmla="val 72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D745618-F84D-F91E-E937-DDF427B36A4D}"/>
              </a:ext>
            </a:extLst>
          </p:cNvPr>
          <p:cNvSpPr/>
          <p:nvPr/>
        </p:nvSpPr>
        <p:spPr>
          <a:xfrm>
            <a:off x="636647" y="2106826"/>
            <a:ext cx="2678053" cy="3149324"/>
          </a:xfrm>
          <a:prstGeom prst="rect">
            <a:avLst/>
          </a:prstGeom>
        </p:spPr>
        <p:txBody>
          <a:bodyPr wrap="square">
            <a:spAutoFit/>
          </a:bodyPr>
          <a:lstStyle/>
          <a:p>
            <a:pPr>
              <a:lnSpc>
                <a:spcPts val="1500"/>
              </a:lnSpc>
            </a:pPr>
            <a:r>
              <a:rPr lang="en-US" sz="1000" b="0" i="0" dirty="0">
                <a:solidFill>
                  <a:schemeClr val="tx1">
                    <a:lumMod val="85000"/>
                    <a:lumOff val="15000"/>
                  </a:schemeClr>
                </a:solidFill>
                <a:effectLst/>
                <a:latin typeface="Lato" panose="020F0502020204030203" pitchFamily="34" charset="0"/>
                <a:ea typeface="Lato" panose="020F0502020204030203" pitchFamily="34" charset="0"/>
                <a:cs typeface="Lato" panose="020F0502020204030203" pitchFamily="34" charset="0"/>
              </a:rPr>
              <a:t>It is a long established fact that a reader will be distracted by the readable content of a page when looking at its layout. The point of using Lorem Ipsum is that it has a more-or-less normal distribution of letters, as opposed to using 'Content here, content here', making it look like readable English. Many desktop publishing packages and web page editors now use Lorem Ipsum as their default model text, and a search for 'lorem ipsum' will their infancy. </a:t>
            </a:r>
          </a:p>
          <a:p>
            <a:pPr>
              <a:lnSpc>
                <a:spcPts val="1500"/>
              </a:lnSpc>
            </a:pPr>
            <a:endPar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a:p>
            <a:pPr>
              <a:lnSpc>
                <a:spcPts val="1500"/>
              </a:lnSpc>
            </a:pPr>
            <a:r>
              <a:rPr lang="en-US" sz="1000" b="0" i="0" dirty="0">
                <a:solidFill>
                  <a:schemeClr val="tx1">
                    <a:lumMod val="85000"/>
                    <a:lumOff val="15000"/>
                  </a:schemeClr>
                </a:solidFill>
                <a:effectLst/>
                <a:latin typeface="Lato" panose="020F0502020204030203" pitchFamily="34" charset="0"/>
                <a:ea typeface="Lato" panose="020F0502020204030203" pitchFamily="34" charset="0"/>
                <a:cs typeface="Lato" panose="020F0502020204030203" pitchFamily="34" charset="0"/>
              </a:rPr>
              <a:t>Many desktop publishing packages and web page editors now use Lorem Ipsum as their default model text, and a search for 'lorem ipsum' will their infancy. </a:t>
            </a:r>
            <a:endPar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p:txBody>
      </p:sp>
      <p:sp>
        <p:nvSpPr>
          <p:cNvPr id="8" name="Arrow: Right 7">
            <a:extLst>
              <a:ext uri="{FF2B5EF4-FFF2-40B4-BE49-F238E27FC236}">
                <a16:creationId xmlns:a16="http://schemas.microsoft.com/office/drawing/2014/main" id="{24DF5498-E3D2-4C38-D66D-C5A9BCF5D564}"/>
              </a:ext>
            </a:extLst>
          </p:cNvPr>
          <p:cNvSpPr/>
          <p:nvPr/>
        </p:nvSpPr>
        <p:spPr>
          <a:xfrm>
            <a:off x="749300" y="5771797"/>
            <a:ext cx="544453" cy="280654"/>
          </a:xfrm>
          <a:prstGeom prst="rightArrow">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2F994270-CFAE-A077-9770-79B813A41ED1}"/>
              </a:ext>
            </a:extLst>
          </p:cNvPr>
          <p:cNvSpPr/>
          <p:nvPr/>
        </p:nvSpPr>
        <p:spPr>
          <a:xfrm>
            <a:off x="4316414" y="5612392"/>
            <a:ext cx="1527173" cy="421910"/>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22855A3-CB96-3C96-B6DC-D2A6ACAE1EF5}"/>
              </a:ext>
            </a:extLst>
          </p:cNvPr>
          <p:cNvSpPr/>
          <p:nvPr/>
        </p:nvSpPr>
        <p:spPr>
          <a:xfrm>
            <a:off x="4398169" y="2258287"/>
            <a:ext cx="1363662" cy="342401"/>
          </a:xfrm>
          <a:prstGeom prst="rect">
            <a:avLst/>
          </a:prstGeom>
        </p:spPr>
        <p:txBody>
          <a:bodyPr wrap="square">
            <a:spAutoFit/>
          </a:bodyPr>
          <a:lstStyle/>
          <a:p>
            <a:pPr algn="ctr">
              <a:lnSpc>
                <a:spcPts val="1800"/>
              </a:lnSpc>
            </a:pPr>
            <a:r>
              <a:rPr lang="en-US" sz="2000" dirty="0">
                <a:solidFill>
                  <a:schemeClr val="tx1">
                    <a:lumMod val="85000"/>
                    <a:lumOff val="15000"/>
                  </a:schemeClr>
                </a:solidFill>
                <a:latin typeface="Jost SemiBold" pitchFamily="2" charset="0"/>
                <a:ea typeface="Jost SemiBold" pitchFamily="2" charset="0"/>
                <a:cs typeface="Poppins SemiBold" panose="00000700000000000000" pitchFamily="2" charset="0"/>
              </a:rPr>
              <a:t>BASIC</a:t>
            </a:r>
          </a:p>
        </p:txBody>
      </p:sp>
      <p:sp>
        <p:nvSpPr>
          <p:cNvPr id="10" name="Rectangle 9">
            <a:extLst>
              <a:ext uri="{FF2B5EF4-FFF2-40B4-BE49-F238E27FC236}">
                <a16:creationId xmlns:a16="http://schemas.microsoft.com/office/drawing/2014/main" id="{80818FCC-C349-B0F2-7C62-79A80FDE101A}"/>
              </a:ext>
            </a:extLst>
          </p:cNvPr>
          <p:cNvSpPr/>
          <p:nvPr/>
        </p:nvSpPr>
        <p:spPr>
          <a:xfrm>
            <a:off x="4438650" y="5677694"/>
            <a:ext cx="1282700" cy="327013"/>
          </a:xfrm>
          <a:prstGeom prst="rect">
            <a:avLst/>
          </a:prstGeom>
        </p:spPr>
        <p:txBody>
          <a:bodyPr wrap="square">
            <a:spAutoFit/>
          </a:bodyPr>
          <a:lstStyle/>
          <a:p>
            <a:pPr algn="ctr">
              <a:lnSpc>
                <a:spcPts val="1800"/>
              </a:lnSpc>
            </a:pPr>
            <a:r>
              <a:rPr lang="en-US" sz="1600" dirty="0">
                <a:solidFill>
                  <a:schemeClr val="bg1"/>
                </a:solidFill>
                <a:latin typeface="Jost SemiBold" pitchFamily="2" charset="0"/>
                <a:ea typeface="Jost SemiBold" pitchFamily="2" charset="0"/>
                <a:cs typeface="Poppins SemiBold" panose="00000700000000000000" pitchFamily="2" charset="0"/>
              </a:rPr>
              <a:t>Get Started</a:t>
            </a:r>
          </a:p>
        </p:txBody>
      </p:sp>
      <p:sp>
        <p:nvSpPr>
          <p:cNvPr id="12" name="Oval 11">
            <a:extLst>
              <a:ext uri="{FF2B5EF4-FFF2-40B4-BE49-F238E27FC236}">
                <a16:creationId xmlns:a16="http://schemas.microsoft.com/office/drawing/2014/main" id="{03658A27-AF6C-F2B2-4912-56D6744140B1}"/>
              </a:ext>
            </a:extLst>
          </p:cNvPr>
          <p:cNvSpPr/>
          <p:nvPr/>
        </p:nvSpPr>
        <p:spPr>
          <a:xfrm>
            <a:off x="4438650" y="2787650"/>
            <a:ext cx="1282700" cy="128270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0DE18E3-F662-2431-846B-3FAEE4073546}"/>
              </a:ext>
            </a:extLst>
          </p:cNvPr>
          <p:cNvSpPr/>
          <p:nvPr/>
        </p:nvSpPr>
        <p:spPr>
          <a:xfrm>
            <a:off x="4575175" y="3108720"/>
            <a:ext cx="1009650" cy="640560"/>
          </a:xfrm>
          <a:prstGeom prst="rect">
            <a:avLst/>
          </a:prstGeom>
        </p:spPr>
        <p:txBody>
          <a:bodyPr wrap="square">
            <a:spAutoFit/>
          </a:bodyPr>
          <a:lstStyle/>
          <a:p>
            <a:pPr algn="ctr">
              <a:lnSpc>
                <a:spcPts val="4500"/>
              </a:lnSpc>
            </a:pPr>
            <a:r>
              <a:rPr lang="en-US" sz="3000" dirty="0">
                <a:solidFill>
                  <a:schemeClr val="accent3"/>
                </a:solidFill>
                <a:latin typeface="Jost SemiBold" pitchFamily="2" charset="0"/>
                <a:ea typeface="Jost SemiBold" pitchFamily="2" charset="0"/>
                <a:cs typeface="Inter Semi Bold" panose="02000703000000020004" pitchFamily="50" charset="0"/>
              </a:rPr>
              <a:t>$35</a:t>
            </a:r>
          </a:p>
        </p:txBody>
      </p:sp>
      <p:sp>
        <p:nvSpPr>
          <p:cNvPr id="14" name="Rectangle 13">
            <a:extLst>
              <a:ext uri="{FF2B5EF4-FFF2-40B4-BE49-F238E27FC236}">
                <a16:creationId xmlns:a16="http://schemas.microsoft.com/office/drawing/2014/main" id="{D1150FDE-3754-EBE4-570E-FF6B8A1A82BE}"/>
              </a:ext>
            </a:extLst>
          </p:cNvPr>
          <p:cNvSpPr/>
          <p:nvPr/>
        </p:nvSpPr>
        <p:spPr>
          <a:xfrm>
            <a:off x="4057650" y="4318243"/>
            <a:ext cx="2044700" cy="840999"/>
          </a:xfrm>
          <a:prstGeom prst="rect">
            <a:avLst/>
          </a:prstGeom>
        </p:spPr>
        <p:txBody>
          <a:bodyPr wrap="square">
            <a:spAutoFit/>
          </a:bodyPr>
          <a:lstStyle/>
          <a:p>
            <a:pPr algn="ctr">
              <a:lnSpc>
                <a:spcPts val="1500"/>
              </a:lnSpc>
            </a:pPr>
            <a:r>
              <a:rPr lang="en-US" sz="1000" b="0" i="0" dirty="0">
                <a:solidFill>
                  <a:schemeClr val="tx1">
                    <a:lumMod val="85000"/>
                    <a:lumOff val="15000"/>
                  </a:schemeClr>
                </a:solidFill>
                <a:effectLst/>
                <a:latin typeface="Lato" panose="020F0502020204030203" pitchFamily="34" charset="0"/>
                <a:ea typeface="Lato" panose="020F0502020204030203" pitchFamily="34" charset="0"/>
                <a:cs typeface="Lato" panose="020F0502020204030203" pitchFamily="34" charset="0"/>
              </a:rPr>
              <a:t>Many desktop publishing packages and web page editors now use Lorem Ipsum as their for will their infancy. </a:t>
            </a:r>
            <a:endPar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p:txBody>
      </p:sp>
      <p:sp>
        <p:nvSpPr>
          <p:cNvPr id="17" name="Rectangle: Rounded Corners 16">
            <a:extLst>
              <a:ext uri="{FF2B5EF4-FFF2-40B4-BE49-F238E27FC236}">
                <a16:creationId xmlns:a16="http://schemas.microsoft.com/office/drawing/2014/main" id="{EA07E1B6-248B-65D3-103E-28CC7B38953A}"/>
              </a:ext>
            </a:extLst>
          </p:cNvPr>
          <p:cNvSpPr/>
          <p:nvPr/>
        </p:nvSpPr>
        <p:spPr>
          <a:xfrm>
            <a:off x="6900864" y="5612392"/>
            <a:ext cx="1527173" cy="421910"/>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770D3D9-24A0-E920-8BAD-AFA21F309A26}"/>
              </a:ext>
            </a:extLst>
          </p:cNvPr>
          <p:cNvSpPr/>
          <p:nvPr/>
        </p:nvSpPr>
        <p:spPr>
          <a:xfrm>
            <a:off x="6826250" y="2258287"/>
            <a:ext cx="1676400" cy="342401"/>
          </a:xfrm>
          <a:prstGeom prst="rect">
            <a:avLst/>
          </a:prstGeom>
        </p:spPr>
        <p:txBody>
          <a:bodyPr wrap="square">
            <a:spAutoFit/>
          </a:bodyPr>
          <a:lstStyle/>
          <a:p>
            <a:pPr algn="ctr">
              <a:lnSpc>
                <a:spcPts val="1800"/>
              </a:lnSpc>
            </a:pPr>
            <a:r>
              <a:rPr lang="en-US" sz="2000" dirty="0">
                <a:solidFill>
                  <a:schemeClr val="bg1"/>
                </a:solidFill>
                <a:latin typeface="Jost SemiBold" pitchFamily="2" charset="0"/>
                <a:ea typeface="Jost SemiBold" pitchFamily="2" charset="0"/>
                <a:cs typeface="Poppins SemiBold" panose="00000700000000000000" pitchFamily="2" charset="0"/>
              </a:rPr>
              <a:t>STANDARD</a:t>
            </a:r>
          </a:p>
        </p:txBody>
      </p:sp>
      <p:sp>
        <p:nvSpPr>
          <p:cNvPr id="19" name="Rectangle 18">
            <a:extLst>
              <a:ext uri="{FF2B5EF4-FFF2-40B4-BE49-F238E27FC236}">
                <a16:creationId xmlns:a16="http://schemas.microsoft.com/office/drawing/2014/main" id="{57C2BD6A-8E6C-91D5-9BA4-A58BF2A7B304}"/>
              </a:ext>
            </a:extLst>
          </p:cNvPr>
          <p:cNvSpPr/>
          <p:nvPr/>
        </p:nvSpPr>
        <p:spPr>
          <a:xfrm>
            <a:off x="7023100" y="5677694"/>
            <a:ext cx="1282700" cy="327013"/>
          </a:xfrm>
          <a:prstGeom prst="rect">
            <a:avLst/>
          </a:prstGeom>
        </p:spPr>
        <p:txBody>
          <a:bodyPr wrap="square">
            <a:spAutoFit/>
          </a:bodyPr>
          <a:lstStyle/>
          <a:p>
            <a:pPr algn="ctr">
              <a:lnSpc>
                <a:spcPts val="1800"/>
              </a:lnSpc>
            </a:pPr>
            <a:r>
              <a:rPr lang="en-US" sz="1600" dirty="0">
                <a:solidFill>
                  <a:schemeClr val="bg1"/>
                </a:solidFill>
                <a:latin typeface="Jost SemiBold" pitchFamily="2" charset="0"/>
                <a:ea typeface="Jost SemiBold" pitchFamily="2" charset="0"/>
                <a:cs typeface="Poppins SemiBold" panose="00000700000000000000" pitchFamily="2" charset="0"/>
              </a:rPr>
              <a:t>Get Started</a:t>
            </a:r>
          </a:p>
        </p:txBody>
      </p:sp>
      <p:sp>
        <p:nvSpPr>
          <p:cNvPr id="20" name="Oval 19">
            <a:extLst>
              <a:ext uri="{FF2B5EF4-FFF2-40B4-BE49-F238E27FC236}">
                <a16:creationId xmlns:a16="http://schemas.microsoft.com/office/drawing/2014/main" id="{612C1065-4A24-20E1-0AC5-F7FB35691731}"/>
              </a:ext>
            </a:extLst>
          </p:cNvPr>
          <p:cNvSpPr/>
          <p:nvPr/>
        </p:nvSpPr>
        <p:spPr>
          <a:xfrm>
            <a:off x="7023100" y="2787650"/>
            <a:ext cx="1282700" cy="12827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2B9A42A-13AC-3365-7ECC-8EDE59CAB1F2}"/>
              </a:ext>
            </a:extLst>
          </p:cNvPr>
          <p:cNvSpPr/>
          <p:nvPr/>
        </p:nvSpPr>
        <p:spPr>
          <a:xfrm>
            <a:off x="7159625" y="3108720"/>
            <a:ext cx="1009650" cy="640560"/>
          </a:xfrm>
          <a:prstGeom prst="rect">
            <a:avLst/>
          </a:prstGeom>
        </p:spPr>
        <p:txBody>
          <a:bodyPr wrap="square">
            <a:spAutoFit/>
          </a:bodyPr>
          <a:lstStyle/>
          <a:p>
            <a:pPr algn="ctr">
              <a:lnSpc>
                <a:spcPts val="4500"/>
              </a:lnSpc>
            </a:pPr>
            <a:r>
              <a:rPr lang="en-US" sz="3000" dirty="0">
                <a:solidFill>
                  <a:schemeClr val="accent3"/>
                </a:solidFill>
                <a:latin typeface="Jost SemiBold" pitchFamily="2" charset="0"/>
                <a:ea typeface="Jost SemiBold" pitchFamily="2" charset="0"/>
                <a:cs typeface="Inter Semi Bold" panose="02000703000000020004" pitchFamily="50" charset="0"/>
              </a:rPr>
              <a:t>$45</a:t>
            </a:r>
          </a:p>
        </p:txBody>
      </p:sp>
      <p:sp>
        <p:nvSpPr>
          <p:cNvPr id="22" name="Rectangle 21">
            <a:extLst>
              <a:ext uri="{FF2B5EF4-FFF2-40B4-BE49-F238E27FC236}">
                <a16:creationId xmlns:a16="http://schemas.microsoft.com/office/drawing/2014/main" id="{1AB6D0D8-0C0C-8E9D-21BC-E6B4AC4E4F59}"/>
              </a:ext>
            </a:extLst>
          </p:cNvPr>
          <p:cNvSpPr/>
          <p:nvPr/>
        </p:nvSpPr>
        <p:spPr>
          <a:xfrm>
            <a:off x="6642100" y="4318243"/>
            <a:ext cx="2044700" cy="840999"/>
          </a:xfrm>
          <a:prstGeom prst="rect">
            <a:avLst/>
          </a:prstGeom>
        </p:spPr>
        <p:txBody>
          <a:bodyPr wrap="square">
            <a:spAutoFit/>
          </a:bodyPr>
          <a:lstStyle/>
          <a:p>
            <a:pPr algn="ctr">
              <a:lnSpc>
                <a:spcPts val="1500"/>
              </a:lnSpc>
            </a:pPr>
            <a:r>
              <a:rPr lang="en-US" sz="1000" b="0" i="0" dirty="0">
                <a:solidFill>
                  <a:schemeClr val="bg1"/>
                </a:solidFill>
                <a:effectLst/>
                <a:latin typeface="Lato" panose="020F0502020204030203" pitchFamily="34" charset="0"/>
                <a:ea typeface="Lato" panose="020F0502020204030203" pitchFamily="34" charset="0"/>
                <a:cs typeface="Lato" panose="020F0502020204030203" pitchFamily="34" charset="0"/>
              </a:rPr>
              <a:t>Many desktop publishing packages and web page editors now use Lorem Ipsum as their for will their infancy. </a:t>
            </a:r>
            <a:endParaRPr lang="en-US" sz="100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24" name="Rectangle: Rounded Corners 23">
            <a:extLst>
              <a:ext uri="{FF2B5EF4-FFF2-40B4-BE49-F238E27FC236}">
                <a16:creationId xmlns:a16="http://schemas.microsoft.com/office/drawing/2014/main" id="{78D12059-DBEC-B3C9-F4B8-57A0AB337567}"/>
              </a:ext>
            </a:extLst>
          </p:cNvPr>
          <p:cNvSpPr/>
          <p:nvPr/>
        </p:nvSpPr>
        <p:spPr>
          <a:xfrm>
            <a:off x="9485314" y="5612392"/>
            <a:ext cx="1527173" cy="421910"/>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53D165E-BE79-3B94-82C9-CD42CE58CAA7}"/>
              </a:ext>
            </a:extLst>
          </p:cNvPr>
          <p:cNvSpPr/>
          <p:nvPr/>
        </p:nvSpPr>
        <p:spPr>
          <a:xfrm>
            <a:off x="9485313" y="2258287"/>
            <a:ext cx="1527174" cy="342401"/>
          </a:xfrm>
          <a:prstGeom prst="rect">
            <a:avLst/>
          </a:prstGeom>
        </p:spPr>
        <p:txBody>
          <a:bodyPr wrap="square">
            <a:spAutoFit/>
          </a:bodyPr>
          <a:lstStyle/>
          <a:p>
            <a:pPr algn="ctr">
              <a:lnSpc>
                <a:spcPts val="1800"/>
              </a:lnSpc>
            </a:pPr>
            <a:r>
              <a:rPr lang="en-US" sz="2000" dirty="0">
                <a:solidFill>
                  <a:schemeClr val="tx1">
                    <a:lumMod val="85000"/>
                    <a:lumOff val="15000"/>
                  </a:schemeClr>
                </a:solidFill>
                <a:latin typeface="Jost SemiBold" pitchFamily="2" charset="0"/>
                <a:ea typeface="Jost SemiBold" pitchFamily="2" charset="0"/>
                <a:cs typeface="Poppins SemiBold" panose="00000700000000000000" pitchFamily="2" charset="0"/>
              </a:rPr>
              <a:t>PREMIUM</a:t>
            </a:r>
          </a:p>
        </p:txBody>
      </p:sp>
      <p:sp>
        <p:nvSpPr>
          <p:cNvPr id="26" name="Rectangle 25">
            <a:extLst>
              <a:ext uri="{FF2B5EF4-FFF2-40B4-BE49-F238E27FC236}">
                <a16:creationId xmlns:a16="http://schemas.microsoft.com/office/drawing/2014/main" id="{5B6FDE76-BBFE-A841-ADC0-18F7210C29BD}"/>
              </a:ext>
            </a:extLst>
          </p:cNvPr>
          <p:cNvSpPr/>
          <p:nvPr/>
        </p:nvSpPr>
        <p:spPr>
          <a:xfrm>
            <a:off x="9607550" y="5677694"/>
            <a:ext cx="1282700" cy="327013"/>
          </a:xfrm>
          <a:prstGeom prst="rect">
            <a:avLst/>
          </a:prstGeom>
        </p:spPr>
        <p:txBody>
          <a:bodyPr wrap="square">
            <a:spAutoFit/>
          </a:bodyPr>
          <a:lstStyle/>
          <a:p>
            <a:pPr algn="ctr">
              <a:lnSpc>
                <a:spcPts val="1800"/>
              </a:lnSpc>
            </a:pPr>
            <a:r>
              <a:rPr lang="en-US" sz="1600" dirty="0">
                <a:solidFill>
                  <a:schemeClr val="bg1"/>
                </a:solidFill>
                <a:latin typeface="Jost SemiBold" pitchFamily="2" charset="0"/>
                <a:ea typeface="Jost SemiBold" pitchFamily="2" charset="0"/>
                <a:cs typeface="Poppins SemiBold" panose="00000700000000000000" pitchFamily="2" charset="0"/>
              </a:rPr>
              <a:t>Get Started</a:t>
            </a:r>
          </a:p>
        </p:txBody>
      </p:sp>
      <p:sp>
        <p:nvSpPr>
          <p:cNvPr id="27" name="Oval 26">
            <a:extLst>
              <a:ext uri="{FF2B5EF4-FFF2-40B4-BE49-F238E27FC236}">
                <a16:creationId xmlns:a16="http://schemas.microsoft.com/office/drawing/2014/main" id="{F1820F08-CC9B-EA43-EE87-D5B6E281C8C1}"/>
              </a:ext>
            </a:extLst>
          </p:cNvPr>
          <p:cNvSpPr/>
          <p:nvPr/>
        </p:nvSpPr>
        <p:spPr>
          <a:xfrm>
            <a:off x="9607550" y="2787650"/>
            <a:ext cx="1282700" cy="128270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4058CE7-8825-E34A-E384-54D8D4497107}"/>
              </a:ext>
            </a:extLst>
          </p:cNvPr>
          <p:cNvSpPr/>
          <p:nvPr/>
        </p:nvSpPr>
        <p:spPr>
          <a:xfrm>
            <a:off x="9744075" y="3108720"/>
            <a:ext cx="1009650" cy="640560"/>
          </a:xfrm>
          <a:prstGeom prst="rect">
            <a:avLst/>
          </a:prstGeom>
        </p:spPr>
        <p:txBody>
          <a:bodyPr wrap="square">
            <a:spAutoFit/>
          </a:bodyPr>
          <a:lstStyle/>
          <a:p>
            <a:pPr algn="ctr">
              <a:lnSpc>
                <a:spcPts val="4500"/>
              </a:lnSpc>
            </a:pPr>
            <a:r>
              <a:rPr lang="en-US" sz="3000" dirty="0">
                <a:solidFill>
                  <a:schemeClr val="accent3"/>
                </a:solidFill>
                <a:latin typeface="Jost SemiBold" pitchFamily="2" charset="0"/>
                <a:ea typeface="Jost SemiBold" pitchFamily="2" charset="0"/>
                <a:cs typeface="Inter Semi Bold" panose="02000703000000020004" pitchFamily="50" charset="0"/>
              </a:rPr>
              <a:t>$85</a:t>
            </a:r>
          </a:p>
        </p:txBody>
      </p:sp>
      <p:sp>
        <p:nvSpPr>
          <p:cNvPr id="29" name="Rectangle 28">
            <a:extLst>
              <a:ext uri="{FF2B5EF4-FFF2-40B4-BE49-F238E27FC236}">
                <a16:creationId xmlns:a16="http://schemas.microsoft.com/office/drawing/2014/main" id="{C46B4E06-9463-2203-CDEF-EC40B439A75E}"/>
              </a:ext>
            </a:extLst>
          </p:cNvPr>
          <p:cNvSpPr/>
          <p:nvPr/>
        </p:nvSpPr>
        <p:spPr>
          <a:xfrm>
            <a:off x="9226550" y="4318243"/>
            <a:ext cx="2044700" cy="840999"/>
          </a:xfrm>
          <a:prstGeom prst="rect">
            <a:avLst/>
          </a:prstGeom>
        </p:spPr>
        <p:txBody>
          <a:bodyPr wrap="square">
            <a:spAutoFit/>
          </a:bodyPr>
          <a:lstStyle/>
          <a:p>
            <a:pPr algn="ctr">
              <a:lnSpc>
                <a:spcPts val="1500"/>
              </a:lnSpc>
            </a:pPr>
            <a:r>
              <a:rPr lang="en-US" sz="1000" b="0" i="0" dirty="0">
                <a:solidFill>
                  <a:schemeClr val="tx1">
                    <a:lumMod val="85000"/>
                    <a:lumOff val="15000"/>
                  </a:schemeClr>
                </a:solidFill>
                <a:effectLst/>
                <a:latin typeface="Lato" panose="020F0502020204030203" pitchFamily="34" charset="0"/>
                <a:ea typeface="Lato" panose="020F0502020204030203" pitchFamily="34" charset="0"/>
                <a:cs typeface="Lato" panose="020F0502020204030203" pitchFamily="34" charset="0"/>
              </a:rPr>
              <a:t>Many desktop publishing packages and web page editors now use Lorem Ipsum as their for will their infancy. </a:t>
            </a:r>
            <a:endParaRPr lang="en-US" sz="10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987953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valence">
            <a:extLst>
              <a:ext uri="{FF2B5EF4-FFF2-40B4-BE49-F238E27FC236}">
                <a16:creationId xmlns:a16="http://schemas.microsoft.com/office/drawing/2014/main" id="{CBC39A68-0E9B-F8D0-930C-B915E923A32B}"/>
              </a:ext>
            </a:extLst>
          </p:cNvPr>
          <p:cNvSpPr/>
          <p:nvPr/>
        </p:nvSpPr>
        <p:spPr>
          <a:xfrm>
            <a:off x="8957176" y="2753436"/>
            <a:ext cx="1344337" cy="2539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ctr">
            <a:spAutoFit/>
          </a:bodyPr>
          <a:lstStyle>
            <a:lvl1pPr algn="l" defTabSz="1155700">
              <a:lnSpc>
                <a:spcPct val="90000"/>
              </a:lnSpc>
              <a:defRPr sz="3600">
                <a:solidFill>
                  <a:srgbClr val="323C40"/>
                </a:solidFill>
                <a:latin typeface="Montserrat SemiBold"/>
                <a:ea typeface="Montserrat SemiBold"/>
                <a:cs typeface="Montserrat SemiBold"/>
                <a:sym typeface="Montserrat SemiBold"/>
              </a:defRPr>
            </a:lvl1p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Poppins SemiBold" panose="00000700000000000000" pitchFamily="2" charset="0"/>
              </a:rPr>
              <a:t>Address</a:t>
            </a:r>
          </a:p>
        </p:txBody>
      </p:sp>
      <p:sp>
        <p:nvSpPr>
          <p:cNvPr id="3" name="Prevalence">
            <a:extLst>
              <a:ext uri="{FF2B5EF4-FFF2-40B4-BE49-F238E27FC236}">
                <a16:creationId xmlns:a16="http://schemas.microsoft.com/office/drawing/2014/main" id="{DF8C695E-B551-68F6-A5D6-3D8EF6588AEF}"/>
              </a:ext>
            </a:extLst>
          </p:cNvPr>
          <p:cNvSpPr/>
          <p:nvPr/>
        </p:nvSpPr>
        <p:spPr>
          <a:xfrm>
            <a:off x="8957177" y="3774206"/>
            <a:ext cx="940130" cy="2539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ctr">
            <a:spAutoFit/>
          </a:bodyPr>
          <a:lstStyle>
            <a:lvl1pPr algn="l" defTabSz="1155700">
              <a:lnSpc>
                <a:spcPct val="90000"/>
              </a:lnSpc>
              <a:defRPr sz="3600">
                <a:solidFill>
                  <a:srgbClr val="323C40"/>
                </a:solidFill>
                <a:latin typeface="Montserrat SemiBold"/>
                <a:ea typeface="Montserrat SemiBold"/>
                <a:cs typeface="Montserrat SemiBold"/>
                <a:sym typeface="Montserrat SemiBold"/>
              </a:defRPr>
            </a:lvl1p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Poppins SemiBold" panose="00000700000000000000" pitchFamily="2" charset="0"/>
              </a:rPr>
              <a:t>Email</a:t>
            </a:r>
          </a:p>
        </p:txBody>
      </p:sp>
      <p:cxnSp>
        <p:nvCxnSpPr>
          <p:cNvPr id="4" name="Straight Connector 3">
            <a:extLst>
              <a:ext uri="{FF2B5EF4-FFF2-40B4-BE49-F238E27FC236}">
                <a16:creationId xmlns:a16="http://schemas.microsoft.com/office/drawing/2014/main" id="{E4554655-BE45-B203-276E-0499E0F00DB2}"/>
              </a:ext>
            </a:extLst>
          </p:cNvPr>
          <p:cNvCxnSpPr>
            <a:cxnSpLocks/>
          </p:cNvCxnSpPr>
          <p:nvPr/>
        </p:nvCxnSpPr>
        <p:spPr>
          <a:xfrm>
            <a:off x="8375456" y="2890053"/>
            <a:ext cx="268179"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02B5662-606F-832F-E0A5-04639EBB8CDB}"/>
              </a:ext>
            </a:extLst>
          </p:cNvPr>
          <p:cNvCxnSpPr>
            <a:cxnSpLocks/>
          </p:cNvCxnSpPr>
          <p:nvPr/>
        </p:nvCxnSpPr>
        <p:spPr>
          <a:xfrm>
            <a:off x="8375456" y="3881226"/>
            <a:ext cx="268179"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Prevalence">
            <a:extLst>
              <a:ext uri="{FF2B5EF4-FFF2-40B4-BE49-F238E27FC236}">
                <a16:creationId xmlns:a16="http://schemas.microsoft.com/office/drawing/2014/main" id="{56385170-CB3E-0003-991C-4159F09349AF}"/>
              </a:ext>
            </a:extLst>
          </p:cNvPr>
          <p:cNvSpPr/>
          <p:nvPr/>
        </p:nvSpPr>
        <p:spPr>
          <a:xfrm>
            <a:off x="8957177" y="4746495"/>
            <a:ext cx="940130" cy="2539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ctr">
            <a:spAutoFit/>
          </a:bodyPr>
          <a:lstStyle>
            <a:lvl1pPr algn="l" defTabSz="1155700">
              <a:lnSpc>
                <a:spcPct val="90000"/>
              </a:lnSpc>
              <a:defRPr sz="3600">
                <a:solidFill>
                  <a:srgbClr val="323C40"/>
                </a:solidFill>
                <a:latin typeface="Montserrat SemiBold"/>
                <a:ea typeface="Montserrat SemiBold"/>
                <a:cs typeface="Montserrat SemiBold"/>
                <a:sym typeface="Montserrat SemiBold"/>
              </a:defRPr>
            </a:lvl1pPr>
          </a:lstStyle>
          <a:p>
            <a:pPr>
              <a:lnSpc>
                <a:spcPts val="2000"/>
              </a:lnSpc>
            </a:pPr>
            <a:r>
              <a:rPr lang="en-US" sz="1600" dirty="0">
                <a:solidFill>
                  <a:schemeClr val="tx1">
                    <a:lumMod val="85000"/>
                    <a:lumOff val="15000"/>
                  </a:schemeClr>
                </a:solidFill>
                <a:latin typeface="Jost SemiBold" pitchFamily="2" charset="0"/>
                <a:ea typeface="Jost SemiBold" pitchFamily="2" charset="0"/>
                <a:cs typeface="Poppins SemiBold" panose="00000700000000000000" pitchFamily="2" charset="0"/>
              </a:rPr>
              <a:t>Website</a:t>
            </a:r>
          </a:p>
        </p:txBody>
      </p:sp>
      <p:cxnSp>
        <p:nvCxnSpPr>
          <p:cNvPr id="7" name="Straight Connector 6">
            <a:extLst>
              <a:ext uri="{FF2B5EF4-FFF2-40B4-BE49-F238E27FC236}">
                <a16:creationId xmlns:a16="http://schemas.microsoft.com/office/drawing/2014/main" id="{72ED309B-E10E-1C3C-A9E7-F6763784DBC6}"/>
              </a:ext>
            </a:extLst>
          </p:cNvPr>
          <p:cNvCxnSpPr>
            <a:cxnSpLocks/>
          </p:cNvCxnSpPr>
          <p:nvPr/>
        </p:nvCxnSpPr>
        <p:spPr>
          <a:xfrm>
            <a:off x="8375456" y="4853515"/>
            <a:ext cx="268179"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902E61B-0D49-CA50-1F6C-D87DF63C27B8}"/>
              </a:ext>
            </a:extLst>
          </p:cNvPr>
          <p:cNvSpPr txBox="1"/>
          <p:nvPr/>
        </p:nvSpPr>
        <p:spPr>
          <a:xfrm>
            <a:off x="8862136" y="3040916"/>
            <a:ext cx="2270392" cy="484172"/>
          </a:xfrm>
          <a:prstGeom prst="rect">
            <a:avLst/>
          </a:prstGeom>
          <a:noFill/>
        </p:spPr>
        <p:txBody>
          <a:bodyPr wrap="square" rtlCol="0">
            <a:spAutoFit/>
          </a:bodyPr>
          <a:lstStyle/>
          <a:p>
            <a:pPr>
              <a:lnSpc>
                <a:spcPts val="1600"/>
              </a:lnSpc>
            </a:pPr>
            <a:r>
              <a:rPr lang="en-US" sz="1100" i="0" dirty="0">
                <a:solidFill>
                  <a:schemeClr val="tx1">
                    <a:lumMod val="85000"/>
                    <a:lumOff val="15000"/>
                  </a:schemeClr>
                </a:solidFill>
                <a:effectLst/>
                <a:latin typeface="Lato" panose="020F0502020204030203" pitchFamily="34" charset="0"/>
                <a:ea typeface="Lato" panose="020F0502020204030203" pitchFamily="34" charset="0"/>
                <a:cs typeface="Lato" panose="020F0502020204030203" pitchFamily="34" charset="0"/>
              </a:rPr>
              <a:t>There are many Ipsum, but the </a:t>
            </a:r>
          </a:p>
          <a:p>
            <a:pPr>
              <a:lnSpc>
                <a:spcPts val="1600"/>
              </a:lnSpc>
            </a:pPr>
            <a:r>
              <a:rPr lang="en-US" sz="1100" i="0" dirty="0">
                <a:solidFill>
                  <a:schemeClr val="tx1">
                    <a:lumMod val="85000"/>
                    <a:lumOff val="15000"/>
                  </a:schemeClr>
                </a:solidFill>
                <a:effectLst/>
                <a:latin typeface="Lato" panose="020F0502020204030203" pitchFamily="34" charset="0"/>
                <a:ea typeface="Lato" panose="020F0502020204030203" pitchFamily="34" charset="0"/>
                <a:cs typeface="Lato" panose="020F0502020204030203" pitchFamily="34" charset="0"/>
              </a:rPr>
              <a:t>alteration in believable.</a:t>
            </a:r>
            <a:endParaRPr lang="en-US" sz="11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p:txBody>
      </p:sp>
      <p:sp>
        <p:nvSpPr>
          <p:cNvPr id="9" name="TextBox 8">
            <a:extLst>
              <a:ext uri="{FF2B5EF4-FFF2-40B4-BE49-F238E27FC236}">
                <a16:creationId xmlns:a16="http://schemas.microsoft.com/office/drawing/2014/main" id="{8C6CD533-94BC-6874-3509-D8F8DCE3FAED}"/>
              </a:ext>
            </a:extLst>
          </p:cNvPr>
          <p:cNvSpPr txBox="1"/>
          <p:nvPr/>
        </p:nvSpPr>
        <p:spPr>
          <a:xfrm>
            <a:off x="8848544" y="4071630"/>
            <a:ext cx="2283983" cy="484172"/>
          </a:xfrm>
          <a:prstGeom prst="rect">
            <a:avLst/>
          </a:prstGeom>
          <a:noFill/>
        </p:spPr>
        <p:txBody>
          <a:bodyPr wrap="square" rtlCol="0">
            <a:spAutoFit/>
          </a:bodyPr>
          <a:lstStyle/>
          <a:p>
            <a:pPr>
              <a:lnSpc>
                <a:spcPts val="1600"/>
              </a:lnSpc>
            </a:pPr>
            <a:r>
              <a:rPr lang="en-US" sz="1100" i="0" dirty="0">
                <a:solidFill>
                  <a:schemeClr val="tx1">
                    <a:lumMod val="85000"/>
                    <a:lumOff val="15000"/>
                  </a:schemeClr>
                </a:solidFill>
                <a:effectLst/>
                <a:latin typeface="Lato" panose="020F0502020204030203" pitchFamily="34" charset="0"/>
                <a:ea typeface="Lato" panose="020F0502020204030203" pitchFamily="34" charset="0"/>
                <a:cs typeface="Lato" panose="020F0502020204030203" pitchFamily="34" charset="0"/>
              </a:rPr>
              <a:t>There are many Ipsum, but the </a:t>
            </a:r>
          </a:p>
          <a:p>
            <a:pPr>
              <a:lnSpc>
                <a:spcPts val="1600"/>
              </a:lnSpc>
            </a:pPr>
            <a:r>
              <a:rPr lang="en-US" sz="1100" i="0" dirty="0">
                <a:solidFill>
                  <a:schemeClr val="tx1">
                    <a:lumMod val="85000"/>
                    <a:lumOff val="15000"/>
                  </a:schemeClr>
                </a:solidFill>
                <a:effectLst/>
                <a:latin typeface="Lato" panose="020F0502020204030203" pitchFamily="34" charset="0"/>
                <a:ea typeface="Lato" panose="020F0502020204030203" pitchFamily="34" charset="0"/>
                <a:cs typeface="Lato" panose="020F0502020204030203" pitchFamily="34" charset="0"/>
              </a:rPr>
              <a:t>alteration in believable.</a:t>
            </a:r>
            <a:endParaRPr lang="en-US" sz="11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p:txBody>
      </p:sp>
      <p:sp>
        <p:nvSpPr>
          <p:cNvPr id="10" name="TextBox 9">
            <a:extLst>
              <a:ext uri="{FF2B5EF4-FFF2-40B4-BE49-F238E27FC236}">
                <a16:creationId xmlns:a16="http://schemas.microsoft.com/office/drawing/2014/main" id="{9AE88D30-44AB-7E4D-CE99-637DFDB3CBF7}"/>
              </a:ext>
            </a:extLst>
          </p:cNvPr>
          <p:cNvSpPr txBox="1"/>
          <p:nvPr/>
        </p:nvSpPr>
        <p:spPr>
          <a:xfrm>
            <a:off x="8848545" y="5043293"/>
            <a:ext cx="2270392" cy="484172"/>
          </a:xfrm>
          <a:prstGeom prst="rect">
            <a:avLst/>
          </a:prstGeom>
          <a:noFill/>
        </p:spPr>
        <p:txBody>
          <a:bodyPr wrap="square" rtlCol="0">
            <a:spAutoFit/>
          </a:bodyPr>
          <a:lstStyle/>
          <a:p>
            <a:pPr>
              <a:lnSpc>
                <a:spcPts val="1600"/>
              </a:lnSpc>
            </a:pPr>
            <a:r>
              <a:rPr lang="en-US" sz="1100" i="0" dirty="0">
                <a:solidFill>
                  <a:schemeClr val="tx1">
                    <a:lumMod val="85000"/>
                    <a:lumOff val="15000"/>
                  </a:schemeClr>
                </a:solidFill>
                <a:effectLst/>
                <a:latin typeface="Lato" panose="020F0502020204030203" pitchFamily="34" charset="0"/>
                <a:ea typeface="Lato" panose="020F0502020204030203" pitchFamily="34" charset="0"/>
                <a:cs typeface="Lato" panose="020F0502020204030203" pitchFamily="34" charset="0"/>
              </a:rPr>
              <a:t>There are many Ipsum, but the </a:t>
            </a:r>
          </a:p>
          <a:p>
            <a:pPr>
              <a:lnSpc>
                <a:spcPts val="1600"/>
              </a:lnSpc>
            </a:pPr>
            <a:r>
              <a:rPr lang="en-US" sz="1100" i="0" dirty="0">
                <a:solidFill>
                  <a:schemeClr val="tx1">
                    <a:lumMod val="85000"/>
                    <a:lumOff val="15000"/>
                  </a:schemeClr>
                </a:solidFill>
                <a:effectLst/>
                <a:latin typeface="Lato" panose="020F0502020204030203" pitchFamily="34" charset="0"/>
                <a:ea typeface="Lato" panose="020F0502020204030203" pitchFamily="34" charset="0"/>
                <a:cs typeface="Lato" panose="020F0502020204030203" pitchFamily="34" charset="0"/>
              </a:rPr>
              <a:t>alteration in believable.</a:t>
            </a:r>
            <a:endParaRPr lang="en-US" sz="1100" dirty="0">
              <a:solidFill>
                <a:schemeClr val="tx1">
                  <a:lumMod val="85000"/>
                  <a:lumOff val="15000"/>
                </a:schemeClr>
              </a:solidFill>
              <a:latin typeface="Lato" panose="020F0502020204030203" pitchFamily="34" charset="0"/>
              <a:ea typeface="Lato" panose="020F0502020204030203" pitchFamily="34" charset="0"/>
              <a:cs typeface="Lato" panose="020F0502020204030203" pitchFamily="34" charset="0"/>
            </a:endParaRPr>
          </a:p>
        </p:txBody>
      </p:sp>
      <p:sp>
        <p:nvSpPr>
          <p:cNvPr id="11" name="Freeform 192">
            <a:extLst>
              <a:ext uri="{FF2B5EF4-FFF2-40B4-BE49-F238E27FC236}">
                <a16:creationId xmlns:a16="http://schemas.microsoft.com/office/drawing/2014/main" id="{574B4A00-2D05-2F9A-641D-15FB9AFF4F9F}"/>
              </a:ext>
            </a:extLst>
          </p:cNvPr>
          <p:cNvSpPr>
            <a:spLocks noEditPoints="1"/>
          </p:cNvSpPr>
          <p:nvPr/>
        </p:nvSpPr>
        <p:spPr bwMode="auto">
          <a:xfrm>
            <a:off x="7595878" y="3763200"/>
            <a:ext cx="303212" cy="217934"/>
          </a:xfrm>
          <a:custGeom>
            <a:avLst/>
            <a:gdLst>
              <a:gd name="T0" fmla="*/ 149 w 160"/>
              <a:gd name="T1" fmla="*/ 0 h 115"/>
              <a:gd name="T2" fmla="*/ 12 w 160"/>
              <a:gd name="T3" fmla="*/ 0 h 115"/>
              <a:gd name="T4" fmla="*/ 0 w 160"/>
              <a:gd name="T5" fmla="*/ 12 h 115"/>
              <a:gd name="T6" fmla="*/ 0 w 160"/>
              <a:gd name="T7" fmla="*/ 104 h 115"/>
              <a:gd name="T8" fmla="*/ 12 w 160"/>
              <a:gd name="T9" fmla="*/ 115 h 115"/>
              <a:gd name="T10" fmla="*/ 149 w 160"/>
              <a:gd name="T11" fmla="*/ 115 h 115"/>
              <a:gd name="T12" fmla="*/ 160 w 160"/>
              <a:gd name="T13" fmla="*/ 104 h 115"/>
              <a:gd name="T14" fmla="*/ 160 w 160"/>
              <a:gd name="T15" fmla="*/ 12 h 115"/>
              <a:gd name="T16" fmla="*/ 149 w 160"/>
              <a:gd name="T17" fmla="*/ 0 h 115"/>
              <a:gd name="T18" fmla="*/ 155 w 160"/>
              <a:gd name="T19" fmla="*/ 104 h 115"/>
              <a:gd name="T20" fmla="*/ 154 w 160"/>
              <a:gd name="T21" fmla="*/ 108 h 115"/>
              <a:gd name="T22" fmla="*/ 100 w 160"/>
              <a:gd name="T23" fmla="*/ 57 h 115"/>
              <a:gd name="T24" fmla="*/ 154 w 160"/>
              <a:gd name="T25" fmla="*/ 8 h 115"/>
              <a:gd name="T26" fmla="*/ 155 w 160"/>
              <a:gd name="T27" fmla="*/ 12 h 115"/>
              <a:gd name="T28" fmla="*/ 155 w 160"/>
              <a:gd name="T29" fmla="*/ 104 h 115"/>
              <a:gd name="T30" fmla="*/ 149 w 160"/>
              <a:gd name="T31" fmla="*/ 5 h 115"/>
              <a:gd name="T32" fmla="*/ 152 w 160"/>
              <a:gd name="T33" fmla="*/ 6 h 115"/>
              <a:gd name="T34" fmla="*/ 87 w 160"/>
              <a:gd name="T35" fmla="*/ 66 h 115"/>
              <a:gd name="T36" fmla="*/ 73 w 160"/>
              <a:gd name="T37" fmla="*/ 66 h 115"/>
              <a:gd name="T38" fmla="*/ 9 w 160"/>
              <a:gd name="T39" fmla="*/ 6 h 115"/>
              <a:gd name="T40" fmla="*/ 12 w 160"/>
              <a:gd name="T41" fmla="*/ 5 h 115"/>
              <a:gd name="T42" fmla="*/ 149 w 160"/>
              <a:gd name="T43" fmla="*/ 5 h 115"/>
              <a:gd name="T44" fmla="*/ 7 w 160"/>
              <a:gd name="T45" fmla="*/ 107 h 115"/>
              <a:gd name="T46" fmla="*/ 6 w 160"/>
              <a:gd name="T47" fmla="*/ 104 h 115"/>
              <a:gd name="T48" fmla="*/ 6 w 160"/>
              <a:gd name="T49" fmla="*/ 12 h 115"/>
              <a:gd name="T50" fmla="*/ 7 w 160"/>
              <a:gd name="T51" fmla="*/ 8 h 115"/>
              <a:gd name="T52" fmla="*/ 59 w 160"/>
              <a:gd name="T53" fmla="*/ 57 h 115"/>
              <a:gd name="T54" fmla="*/ 7 w 160"/>
              <a:gd name="T55" fmla="*/ 107 h 115"/>
              <a:gd name="T56" fmla="*/ 12 w 160"/>
              <a:gd name="T57" fmla="*/ 110 h 115"/>
              <a:gd name="T58" fmla="*/ 8 w 160"/>
              <a:gd name="T59" fmla="*/ 109 h 115"/>
              <a:gd name="T60" fmla="*/ 61 w 160"/>
              <a:gd name="T61" fmla="*/ 59 h 115"/>
              <a:gd name="T62" fmla="*/ 71 w 160"/>
              <a:gd name="T63" fmla="*/ 68 h 115"/>
              <a:gd name="T64" fmla="*/ 80 w 160"/>
              <a:gd name="T65" fmla="*/ 72 h 115"/>
              <a:gd name="T66" fmla="*/ 88 w 160"/>
              <a:gd name="T67" fmla="*/ 68 h 115"/>
              <a:gd name="T68" fmla="*/ 98 w 160"/>
              <a:gd name="T69" fmla="*/ 59 h 115"/>
              <a:gd name="T70" fmla="*/ 152 w 160"/>
              <a:gd name="T71" fmla="*/ 110 h 115"/>
              <a:gd name="T72" fmla="*/ 149 w 160"/>
              <a:gd name="T73" fmla="*/ 110 h 115"/>
              <a:gd name="T74" fmla="*/ 12 w 160"/>
              <a:gd name="T75" fmla="*/ 11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0" h="115">
                <a:moveTo>
                  <a:pt x="149" y="0"/>
                </a:moveTo>
                <a:cubicBezTo>
                  <a:pt x="12" y="0"/>
                  <a:pt x="12" y="0"/>
                  <a:pt x="12" y="0"/>
                </a:cubicBezTo>
                <a:cubicBezTo>
                  <a:pt x="6" y="0"/>
                  <a:pt x="0" y="5"/>
                  <a:pt x="0" y="12"/>
                </a:cubicBezTo>
                <a:cubicBezTo>
                  <a:pt x="0" y="104"/>
                  <a:pt x="0" y="104"/>
                  <a:pt x="0" y="104"/>
                </a:cubicBezTo>
                <a:cubicBezTo>
                  <a:pt x="0" y="110"/>
                  <a:pt x="6" y="115"/>
                  <a:pt x="12" y="115"/>
                </a:cubicBezTo>
                <a:cubicBezTo>
                  <a:pt x="149" y="115"/>
                  <a:pt x="149" y="115"/>
                  <a:pt x="149" y="115"/>
                </a:cubicBezTo>
                <a:cubicBezTo>
                  <a:pt x="155" y="115"/>
                  <a:pt x="160" y="110"/>
                  <a:pt x="160" y="104"/>
                </a:cubicBezTo>
                <a:cubicBezTo>
                  <a:pt x="160" y="12"/>
                  <a:pt x="160" y="12"/>
                  <a:pt x="160" y="12"/>
                </a:cubicBezTo>
                <a:cubicBezTo>
                  <a:pt x="160" y="5"/>
                  <a:pt x="155" y="0"/>
                  <a:pt x="149" y="0"/>
                </a:cubicBezTo>
                <a:close/>
                <a:moveTo>
                  <a:pt x="155" y="104"/>
                </a:moveTo>
                <a:cubicBezTo>
                  <a:pt x="155" y="105"/>
                  <a:pt x="155" y="107"/>
                  <a:pt x="154" y="108"/>
                </a:cubicBezTo>
                <a:cubicBezTo>
                  <a:pt x="100" y="57"/>
                  <a:pt x="100" y="57"/>
                  <a:pt x="100" y="57"/>
                </a:cubicBezTo>
                <a:cubicBezTo>
                  <a:pt x="154" y="8"/>
                  <a:pt x="154" y="8"/>
                  <a:pt x="154" y="8"/>
                </a:cubicBezTo>
                <a:cubicBezTo>
                  <a:pt x="155" y="9"/>
                  <a:pt x="155" y="10"/>
                  <a:pt x="155" y="12"/>
                </a:cubicBezTo>
                <a:lnTo>
                  <a:pt x="155" y="104"/>
                </a:lnTo>
                <a:close/>
                <a:moveTo>
                  <a:pt x="149" y="5"/>
                </a:moveTo>
                <a:cubicBezTo>
                  <a:pt x="150" y="5"/>
                  <a:pt x="151" y="6"/>
                  <a:pt x="152" y="6"/>
                </a:cubicBezTo>
                <a:cubicBezTo>
                  <a:pt x="87" y="66"/>
                  <a:pt x="87" y="66"/>
                  <a:pt x="87" y="66"/>
                </a:cubicBezTo>
                <a:cubicBezTo>
                  <a:pt x="83" y="70"/>
                  <a:pt x="77" y="70"/>
                  <a:pt x="73" y="66"/>
                </a:cubicBezTo>
                <a:cubicBezTo>
                  <a:pt x="9" y="6"/>
                  <a:pt x="9" y="6"/>
                  <a:pt x="9" y="6"/>
                </a:cubicBezTo>
                <a:cubicBezTo>
                  <a:pt x="10" y="6"/>
                  <a:pt x="11" y="5"/>
                  <a:pt x="12" y="5"/>
                </a:cubicBezTo>
                <a:lnTo>
                  <a:pt x="149" y="5"/>
                </a:lnTo>
                <a:close/>
                <a:moveTo>
                  <a:pt x="7" y="107"/>
                </a:moveTo>
                <a:cubicBezTo>
                  <a:pt x="6" y="106"/>
                  <a:pt x="6" y="105"/>
                  <a:pt x="6" y="104"/>
                </a:cubicBezTo>
                <a:cubicBezTo>
                  <a:pt x="6" y="12"/>
                  <a:pt x="6" y="12"/>
                  <a:pt x="6" y="12"/>
                </a:cubicBezTo>
                <a:cubicBezTo>
                  <a:pt x="6" y="10"/>
                  <a:pt x="6" y="9"/>
                  <a:pt x="7" y="8"/>
                </a:cubicBezTo>
                <a:cubicBezTo>
                  <a:pt x="59" y="57"/>
                  <a:pt x="59" y="57"/>
                  <a:pt x="59" y="57"/>
                </a:cubicBezTo>
                <a:lnTo>
                  <a:pt x="7" y="107"/>
                </a:lnTo>
                <a:close/>
                <a:moveTo>
                  <a:pt x="12" y="110"/>
                </a:moveTo>
                <a:cubicBezTo>
                  <a:pt x="11" y="110"/>
                  <a:pt x="9" y="110"/>
                  <a:pt x="8" y="109"/>
                </a:cubicBezTo>
                <a:cubicBezTo>
                  <a:pt x="61" y="59"/>
                  <a:pt x="61" y="59"/>
                  <a:pt x="61" y="59"/>
                </a:cubicBezTo>
                <a:cubicBezTo>
                  <a:pt x="71" y="68"/>
                  <a:pt x="71" y="68"/>
                  <a:pt x="71" y="68"/>
                </a:cubicBezTo>
                <a:cubicBezTo>
                  <a:pt x="73" y="70"/>
                  <a:pt x="77" y="72"/>
                  <a:pt x="80" y="72"/>
                </a:cubicBezTo>
                <a:cubicBezTo>
                  <a:pt x="83" y="72"/>
                  <a:pt x="86" y="71"/>
                  <a:pt x="88" y="68"/>
                </a:cubicBezTo>
                <a:cubicBezTo>
                  <a:pt x="98" y="59"/>
                  <a:pt x="98" y="59"/>
                  <a:pt x="98" y="59"/>
                </a:cubicBezTo>
                <a:cubicBezTo>
                  <a:pt x="152" y="110"/>
                  <a:pt x="152" y="110"/>
                  <a:pt x="152" y="110"/>
                </a:cubicBezTo>
                <a:cubicBezTo>
                  <a:pt x="151" y="110"/>
                  <a:pt x="150" y="110"/>
                  <a:pt x="149" y="110"/>
                </a:cubicBezTo>
                <a:lnTo>
                  <a:pt x="12" y="110"/>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solidFill>
                <a:schemeClr val="tx1">
                  <a:lumMod val="85000"/>
                  <a:lumOff val="15000"/>
                </a:schemeClr>
              </a:solidFill>
            </a:endParaRPr>
          </a:p>
        </p:txBody>
      </p:sp>
      <p:sp>
        <p:nvSpPr>
          <p:cNvPr id="12" name="Freeform 211">
            <a:extLst>
              <a:ext uri="{FF2B5EF4-FFF2-40B4-BE49-F238E27FC236}">
                <a16:creationId xmlns:a16="http://schemas.microsoft.com/office/drawing/2014/main" id="{6B1E671C-E8B3-8766-B0E6-6394A4C135F4}"/>
              </a:ext>
            </a:extLst>
          </p:cNvPr>
          <p:cNvSpPr>
            <a:spLocks noEditPoints="1"/>
          </p:cNvSpPr>
          <p:nvPr/>
        </p:nvSpPr>
        <p:spPr bwMode="auto">
          <a:xfrm>
            <a:off x="7595878" y="4701909"/>
            <a:ext cx="303212" cy="303212"/>
          </a:xfrm>
          <a:custGeom>
            <a:avLst/>
            <a:gdLst>
              <a:gd name="T0" fmla="*/ 0 w 160"/>
              <a:gd name="T1" fmla="*/ 80 h 160"/>
              <a:gd name="T2" fmla="*/ 160 w 160"/>
              <a:gd name="T3" fmla="*/ 80 h 160"/>
              <a:gd name="T4" fmla="*/ 155 w 160"/>
              <a:gd name="T5" fmla="*/ 78 h 160"/>
              <a:gd name="T6" fmla="*/ 123 w 160"/>
              <a:gd name="T7" fmla="*/ 42 h 160"/>
              <a:gd name="T8" fmla="*/ 155 w 160"/>
              <a:gd name="T9" fmla="*/ 78 h 160"/>
              <a:gd name="T10" fmla="*/ 82 w 160"/>
              <a:gd name="T11" fmla="*/ 78 h 160"/>
              <a:gd name="T12" fmla="*/ 120 w 160"/>
              <a:gd name="T13" fmla="*/ 40 h 160"/>
              <a:gd name="T14" fmla="*/ 82 w 160"/>
              <a:gd name="T15" fmla="*/ 31 h 160"/>
              <a:gd name="T16" fmla="*/ 91 w 160"/>
              <a:gd name="T17" fmla="*/ 6 h 160"/>
              <a:gd name="T18" fmla="*/ 82 w 160"/>
              <a:gd name="T19" fmla="*/ 31 h 160"/>
              <a:gd name="T20" fmla="*/ 79 w 160"/>
              <a:gd name="T21" fmla="*/ 31 h 160"/>
              <a:gd name="T22" fmla="*/ 69 w 160"/>
              <a:gd name="T23" fmla="*/ 6 h 160"/>
              <a:gd name="T24" fmla="*/ 79 w 160"/>
              <a:gd name="T25" fmla="*/ 34 h 160"/>
              <a:gd name="T26" fmla="*/ 34 w 160"/>
              <a:gd name="T27" fmla="*/ 78 h 160"/>
              <a:gd name="T28" fmla="*/ 79 w 160"/>
              <a:gd name="T29" fmla="*/ 34 h 160"/>
              <a:gd name="T30" fmla="*/ 6 w 160"/>
              <a:gd name="T31" fmla="*/ 78 h 160"/>
              <a:gd name="T32" fmla="*/ 38 w 160"/>
              <a:gd name="T33" fmla="*/ 42 h 160"/>
              <a:gd name="T34" fmla="*/ 6 w 160"/>
              <a:gd name="T35" fmla="*/ 81 h 160"/>
              <a:gd name="T36" fmla="*/ 38 w 160"/>
              <a:gd name="T37" fmla="*/ 118 h 160"/>
              <a:gd name="T38" fmla="*/ 6 w 160"/>
              <a:gd name="T39" fmla="*/ 81 h 160"/>
              <a:gd name="T40" fmla="*/ 79 w 160"/>
              <a:gd name="T41" fmla="*/ 81 h 160"/>
              <a:gd name="T42" fmla="*/ 41 w 160"/>
              <a:gd name="T43" fmla="*/ 119 h 160"/>
              <a:gd name="T44" fmla="*/ 79 w 160"/>
              <a:gd name="T45" fmla="*/ 128 h 160"/>
              <a:gd name="T46" fmla="*/ 69 w 160"/>
              <a:gd name="T47" fmla="*/ 154 h 160"/>
              <a:gd name="T48" fmla="*/ 79 w 160"/>
              <a:gd name="T49" fmla="*/ 128 h 160"/>
              <a:gd name="T50" fmla="*/ 82 w 160"/>
              <a:gd name="T51" fmla="*/ 128 h 160"/>
              <a:gd name="T52" fmla="*/ 91 w 160"/>
              <a:gd name="T53" fmla="*/ 154 h 160"/>
              <a:gd name="T54" fmla="*/ 82 w 160"/>
              <a:gd name="T55" fmla="*/ 126 h 160"/>
              <a:gd name="T56" fmla="*/ 126 w 160"/>
              <a:gd name="T57" fmla="*/ 81 h 160"/>
              <a:gd name="T58" fmla="*/ 82 w 160"/>
              <a:gd name="T59" fmla="*/ 126 h 160"/>
              <a:gd name="T60" fmla="*/ 155 w 160"/>
              <a:gd name="T61" fmla="*/ 81 h 160"/>
              <a:gd name="T62" fmla="*/ 123 w 160"/>
              <a:gd name="T63" fmla="*/ 118 h 160"/>
              <a:gd name="T64" fmla="*/ 152 w 160"/>
              <a:gd name="T65" fmla="*/ 60 h 160"/>
              <a:gd name="T66" fmla="*/ 100 w 160"/>
              <a:gd name="T67" fmla="*/ 8 h 160"/>
              <a:gd name="T68" fmla="*/ 61 w 160"/>
              <a:gd name="T69" fmla="*/ 8 h 160"/>
              <a:gd name="T70" fmla="*/ 8 w 160"/>
              <a:gd name="T71" fmla="*/ 60 h 160"/>
              <a:gd name="T72" fmla="*/ 8 w 160"/>
              <a:gd name="T73" fmla="*/ 99 h 160"/>
              <a:gd name="T74" fmla="*/ 61 w 160"/>
              <a:gd name="T75" fmla="*/ 152 h 160"/>
              <a:gd name="T76" fmla="*/ 100 w 160"/>
              <a:gd name="T77" fmla="*/ 152 h 160"/>
              <a:gd name="T78" fmla="*/ 152 w 160"/>
              <a:gd name="T79" fmla="*/ 9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0" h="160">
                <a:moveTo>
                  <a:pt x="80" y="0"/>
                </a:moveTo>
                <a:cubicBezTo>
                  <a:pt x="36" y="0"/>
                  <a:pt x="0" y="36"/>
                  <a:pt x="0" y="80"/>
                </a:cubicBezTo>
                <a:cubicBezTo>
                  <a:pt x="0" y="124"/>
                  <a:pt x="36" y="160"/>
                  <a:pt x="80" y="160"/>
                </a:cubicBezTo>
                <a:cubicBezTo>
                  <a:pt x="124" y="160"/>
                  <a:pt x="160" y="124"/>
                  <a:pt x="160" y="80"/>
                </a:cubicBezTo>
                <a:cubicBezTo>
                  <a:pt x="160" y="36"/>
                  <a:pt x="124" y="0"/>
                  <a:pt x="80" y="0"/>
                </a:cubicBezTo>
                <a:close/>
                <a:moveTo>
                  <a:pt x="155" y="78"/>
                </a:moveTo>
                <a:cubicBezTo>
                  <a:pt x="129" y="78"/>
                  <a:pt x="129" y="78"/>
                  <a:pt x="129" y="78"/>
                </a:cubicBezTo>
                <a:cubicBezTo>
                  <a:pt x="129" y="65"/>
                  <a:pt x="127" y="53"/>
                  <a:pt x="123" y="42"/>
                </a:cubicBezTo>
                <a:cubicBezTo>
                  <a:pt x="138" y="48"/>
                  <a:pt x="150" y="58"/>
                  <a:pt x="154" y="69"/>
                </a:cubicBezTo>
                <a:cubicBezTo>
                  <a:pt x="155" y="72"/>
                  <a:pt x="155" y="75"/>
                  <a:pt x="155" y="78"/>
                </a:cubicBezTo>
                <a:close/>
                <a:moveTo>
                  <a:pt x="126" y="78"/>
                </a:moveTo>
                <a:cubicBezTo>
                  <a:pt x="82" y="78"/>
                  <a:pt x="82" y="78"/>
                  <a:pt x="82" y="78"/>
                </a:cubicBezTo>
                <a:cubicBezTo>
                  <a:pt x="82" y="34"/>
                  <a:pt x="82" y="34"/>
                  <a:pt x="82" y="34"/>
                </a:cubicBezTo>
                <a:cubicBezTo>
                  <a:pt x="96" y="34"/>
                  <a:pt x="109" y="36"/>
                  <a:pt x="120" y="40"/>
                </a:cubicBezTo>
                <a:cubicBezTo>
                  <a:pt x="124" y="51"/>
                  <a:pt x="126" y="64"/>
                  <a:pt x="126" y="78"/>
                </a:cubicBezTo>
                <a:close/>
                <a:moveTo>
                  <a:pt x="82" y="31"/>
                </a:moveTo>
                <a:cubicBezTo>
                  <a:pt x="82" y="5"/>
                  <a:pt x="82" y="5"/>
                  <a:pt x="82" y="5"/>
                </a:cubicBezTo>
                <a:cubicBezTo>
                  <a:pt x="85" y="5"/>
                  <a:pt x="88" y="5"/>
                  <a:pt x="91" y="6"/>
                </a:cubicBezTo>
                <a:cubicBezTo>
                  <a:pt x="102" y="10"/>
                  <a:pt x="112" y="22"/>
                  <a:pt x="118" y="37"/>
                </a:cubicBezTo>
                <a:cubicBezTo>
                  <a:pt x="107" y="33"/>
                  <a:pt x="95" y="31"/>
                  <a:pt x="82" y="31"/>
                </a:cubicBezTo>
                <a:close/>
                <a:moveTo>
                  <a:pt x="79" y="5"/>
                </a:moveTo>
                <a:cubicBezTo>
                  <a:pt x="79" y="31"/>
                  <a:pt x="79" y="31"/>
                  <a:pt x="79" y="31"/>
                </a:cubicBezTo>
                <a:cubicBezTo>
                  <a:pt x="66" y="31"/>
                  <a:pt x="53" y="33"/>
                  <a:pt x="42" y="37"/>
                </a:cubicBezTo>
                <a:cubicBezTo>
                  <a:pt x="49" y="22"/>
                  <a:pt x="58" y="10"/>
                  <a:pt x="69" y="6"/>
                </a:cubicBezTo>
                <a:cubicBezTo>
                  <a:pt x="73" y="5"/>
                  <a:pt x="76" y="5"/>
                  <a:pt x="79" y="5"/>
                </a:cubicBezTo>
                <a:close/>
                <a:moveTo>
                  <a:pt x="79" y="34"/>
                </a:moveTo>
                <a:cubicBezTo>
                  <a:pt x="79" y="78"/>
                  <a:pt x="79" y="78"/>
                  <a:pt x="79" y="78"/>
                </a:cubicBezTo>
                <a:cubicBezTo>
                  <a:pt x="34" y="78"/>
                  <a:pt x="34" y="78"/>
                  <a:pt x="34" y="78"/>
                </a:cubicBezTo>
                <a:cubicBezTo>
                  <a:pt x="34" y="64"/>
                  <a:pt x="37" y="51"/>
                  <a:pt x="41" y="40"/>
                </a:cubicBezTo>
                <a:cubicBezTo>
                  <a:pt x="52" y="36"/>
                  <a:pt x="65" y="34"/>
                  <a:pt x="79" y="34"/>
                </a:cubicBezTo>
                <a:close/>
                <a:moveTo>
                  <a:pt x="32" y="78"/>
                </a:moveTo>
                <a:cubicBezTo>
                  <a:pt x="6" y="78"/>
                  <a:pt x="6" y="78"/>
                  <a:pt x="6" y="78"/>
                </a:cubicBezTo>
                <a:cubicBezTo>
                  <a:pt x="6" y="75"/>
                  <a:pt x="6" y="72"/>
                  <a:pt x="6" y="69"/>
                </a:cubicBezTo>
                <a:cubicBezTo>
                  <a:pt x="11" y="58"/>
                  <a:pt x="22" y="48"/>
                  <a:pt x="38" y="42"/>
                </a:cubicBezTo>
                <a:cubicBezTo>
                  <a:pt x="34" y="53"/>
                  <a:pt x="32" y="65"/>
                  <a:pt x="32" y="78"/>
                </a:cubicBezTo>
                <a:close/>
                <a:moveTo>
                  <a:pt x="6" y="81"/>
                </a:moveTo>
                <a:cubicBezTo>
                  <a:pt x="32" y="81"/>
                  <a:pt x="32" y="81"/>
                  <a:pt x="32" y="81"/>
                </a:cubicBezTo>
                <a:cubicBezTo>
                  <a:pt x="32" y="94"/>
                  <a:pt x="34" y="107"/>
                  <a:pt x="38" y="118"/>
                </a:cubicBezTo>
                <a:cubicBezTo>
                  <a:pt x="22" y="111"/>
                  <a:pt x="11" y="102"/>
                  <a:pt x="6" y="91"/>
                </a:cubicBezTo>
                <a:cubicBezTo>
                  <a:pt x="6" y="87"/>
                  <a:pt x="6" y="84"/>
                  <a:pt x="6" y="81"/>
                </a:cubicBezTo>
                <a:close/>
                <a:moveTo>
                  <a:pt x="34" y="81"/>
                </a:moveTo>
                <a:cubicBezTo>
                  <a:pt x="79" y="81"/>
                  <a:pt x="79" y="81"/>
                  <a:pt x="79" y="81"/>
                </a:cubicBezTo>
                <a:cubicBezTo>
                  <a:pt x="79" y="126"/>
                  <a:pt x="79" y="126"/>
                  <a:pt x="79" y="126"/>
                </a:cubicBezTo>
                <a:cubicBezTo>
                  <a:pt x="65" y="126"/>
                  <a:pt x="52" y="123"/>
                  <a:pt x="41" y="119"/>
                </a:cubicBezTo>
                <a:cubicBezTo>
                  <a:pt x="37" y="108"/>
                  <a:pt x="34" y="95"/>
                  <a:pt x="34" y="81"/>
                </a:cubicBezTo>
                <a:close/>
                <a:moveTo>
                  <a:pt x="79" y="128"/>
                </a:moveTo>
                <a:cubicBezTo>
                  <a:pt x="79" y="154"/>
                  <a:pt x="79" y="154"/>
                  <a:pt x="79" y="154"/>
                </a:cubicBezTo>
                <a:cubicBezTo>
                  <a:pt x="76" y="154"/>
                  <a:pt x="73" y="154"/>
                  <a:pt x="69" y="154"/>
                </a:cubicBezTo>
                <a:cubicBezTo>
                  <a:pt x="58" y="149"/>
                  <a:pt x="49" y="138"/>
                  <a:pt x="42" y="122"/>
                </a:cubicBezTo>
                <a:cubicBezTo>
                  <a:pt x="53" y="126"/>
                  <a:pt x="66" y="128"/>
                  <a:pt x="79" y="128"/>
                </a:cubicBezTo>
                <a:close/>
                <a:moveTo>
                  <a:pt x="82" y="154"/>
                </a:moveTo>
                <a:cubicBezTo>
                  <a:pt x="82" y="128"/>
                  <a:pt x="82" y="128"/>
                  <a:pt x="82" y="128"/>
                </a:cubicBezTo>
                <a:cubicBezTo>
                  <a:pt x="95" y="128"/>
                  <a:pt x="107" y="126"/>
                  <a:pt x="118" y="122"/>
                </a:cubicBezTo>
                <a:cubicBezTo>
                  <a:pt x="112" y="138"/>
                  <a:pt x="102" y="149"/>
                  <a:pt x="91" y="154"/>
                </a:cubicBezTo>
                <a:cubicBezTo>
                  <a:pt x="88" y="154"/>
                  <a:pt x="85" y="154"/>
                  <a:pt x="82" y="154"/>
                </a:cubicBezTo>
                <a:close/>
                <a:moveTo>
                  <a:pt x="82" y="126"/>
                </a:moveTo>
                <a:cubicBezTo>
                  <a:pt x="82" y="81"/>
                  <a:pt x="82" y="81"/>
                  <a:pt x="82" y="81"/>
                </a:cubicBezTo>
                <a:cubicBezTo>
                  <a:pt x="126" y="81"/>
                  <a:pt x="126" y="81"/>
                  <a:pt x="126" y="81"/>
                </a:cubicBezTo>
                <a:cubicBezTo>
                  <a:pt x="126" y="95"/>
                  <a:pt x="124" y="108"/>
                  <a:pt x="120" y="119"/>
                </a:cubicBezTo>
                <a:cubicBezTo>
                  <a:pt x="109" y="123"/>
                  <a:pt x="96" y="126"/>
                  <a:pt x="82" y="126"/>
                </a:cubicBezTo>
                <a:close/>
                <a:moveTo>
                  <a:pt x="129" y="81"/>
                </a:moveTo>
                <a:cubicBezTo>
                  <a:pt x="155" y="81"/>
                  <a:pt x="155" y="81"/>
                  <a:pt x="155" y="81"/>
                </a:cubicBezTo>
                <a:cubicBezTo>
                  <a:pt x="155" y="84"/>
                  <a:pt x="155" y="87"/>
                  <a:pt x="154" y="91"/>
                </a:cubicBezTo>
                <a:cubicBezTo>
                  <a:pt x="150" y="102"/>
                  <a:pt x="138" y="111"/>
                  <a:pt x="123" y="118"/>
                </a:cubicBezTo>
                <a:cubicBezTo>
                  <a:pt x="127" y="107"/>
                  <a:pt x="129" y="94"/>
                  <a:pt x="129" y="81"/>
                </a:cubicBezTo>
                <a:close/>
                <a:moveTo>
                  <a:pt x="152" y="60"/>
                </a:moveTo>
                <a:cubicBezTo>
                  <a:pt x="146" y="51"/>
                  <a:pt x="135" y="43"/>
                  <a:pt x="122" y="38"/>
                </a:cubicBezTo>
                <a:cubicBezTo>
                  <a:pt x="117" y="25"/>
                  <a:pt x="109" y="14"/>
                  <a:pt x="100" y="8"/>
                </a:cubicBezTo>
                <a:cubicBezTo>
                  <a:pt x="125" y="15"/>
                  <a:pt x="145" y="35"/>
                  <a:pt x="152" y="60"/>
                </a:cubicBezTo>
                <a:close/>
                <a:moveTo>
                  <a:pt x="61" y="8"/>
                </a:moveTo>
                <a:cubicBezTo>
                  <a:pt x="52" y="14"/>
                  <a:pt x="44" y="25"/>
                  <a:pt x="39" y="38"/>
                </a:cubicBezTo>
                <a:cubicBezTo>
                  <a:pt x="25" y="43"/>
                  <a:pt x="15" y="51"/>
                  <a:pt x="8" y="60"/>
                </a:cubicBezTo>
                <a:cubicBezTo>
                  <a:pt x="15" y="35"/>
                  <a:pt x="35" y="15"/>
                  <a:pt x="61" y="8"/>
                </a:cubicBezTo>
                <a:close/>
                <a:moveTo>
                  <a:pt x="8" y="99"/>
                </a:moveTo>
                <a:cubicBezTo>
                  <a:pt x="15" y="108"/>
                  <a:pt x="25" y="116"/>
                  <a:pt x="39" y="121"/>
                </a:cubicBezTo>
                <a:cubicBezTo>
                  <a:pt x="44" y="135"/>
                  <a:pt x="52" y="145"/>
                  <a:pt x="61" y="152"/>
                </a:cubicBezTo>
                <a:cubicBezTo>
                  <a:pt x="35" y="145"/>
                  <a:pt x="15" y="125"/>
                  <a:pt x="8" y="99"/>
                </a:cubicBezTo>
                <a:close/>
                <a:moveTo>
                  <a:pt x="100" y="152"/>
                </a:moveTo>
                <a:cubicBezTo>
                  <a:pt x="109" y="145"/>
                  <a:pt x="117" y="135"/>
                  <a:pt x="122" y="121"/>
                </a:cubicBezTo>
                <a:cubicBezTo>
                  <a:pt x="135" y="116"/>
                  <a:pt x="146" y="108"/>
                  <a:pt x="152" y="99"/>
                </a:cubicBezTo>
                <a:cubicBezTo>
                  <a:pt x="145" y="125"/>
                  <a:pt x="125" y="145"/>
                  <a:pt x="100" y="152"/>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solidFill>
                <a:schemeClr val="tx1">
                  <a:lumMod val="85000"/>
                  <a:lumOff val="15000"/>
                </a:schemeClr>
              </a:solidFill>
            </a:endParaRPr>
          </a:p>
        </p:txBody>
      </p:sp>
      <p:sp>
        <p:nvSpPr>
          <p:cNvPr id="13" name="Freeform 193">
            <a:extLst>
              <a:ext uri="{FF2B5EF4-FFF2-40B4-BE49-F238E27FC236}">
                <a16:creationId xmlns:a16="http://schemas.microsoft.com/office/drawing/2014/main" id="{96A3F0E5-D5F3-8F0B-8B53-7AA1DBF35E7C}"/>
              </a:ext>
            </a:extLst>
          </p:cNvPr>
          <p:cNvSpPr>
            <a:spLocks noEditPoints="1"/>
          </p:cNvSpPr>
          <p:nvPr/>
        </p:nvSpPr>
        <p:spPr bwMode="auto">
          <a:xfrm>
            <a:off x="7653678" y="2728107"/>
            <a:ext cx="187613" cy="303212"/>
          </a:xfrm>
          <a:custGeom>
            <a:avLst/>
            <a:gdLst>
              <a:gd name="T0" fmla="*/ 49 w 99"/>
              <a:gd name="T1" fmla="*/ 0 h 160"/>
              <a:gd name="T2" fmla="*/ 0 w 99"/>
              <a:gd name="T3" fmla="*/ 49 h 160"/>
              <a:gd name="T4" fmla="*/ 0 w 99"/>
              <a:gd name="T5" fmla="*/ 110 h 160"/>
              <a:gd name="T6" fmla="*/ 49 w 99"/>
              <a:gd name="T7" fmla="*/ 160 h 160"/>
              <a:gd name="T8" fmla="*/ 99 w 99"/>
              <a:gd name="T9" fmla="*/ 110 h 160"/>
              <a:gd name="T10" fmla="*/ 99 w 99"/>
              <a:gd name="T11" fmla="*/ 49 h 160"/>
              <a:gd name="T12" fmla="*/ 49 w 99"/>
              <a:gd name="T13" fmla="*/ 0 h 160"/>
              <a:gd name="T14" fmla="*/ 94 w 99"/>
              <a:gd name="T15" fmla="*/ 110 h 160"/>
              <a:gd name="T16" fmla="*/ 49 w 99"/>
              <a:gd name="T17" fmla="*/ 154 h 160"/>
              <a:gd name="T18" fmla="*/ 5 w 99"/>
              <a:gd name="T19" fmla="*/ 110 h 160"/>
              <a:gd name="T20" fmla="*/ 5 w 99"/>
              <a:gd name="T21" fmla="*/ 49 h 160"/>
              <a:gd name="T22" fmla="*/ 49 w 99"/>
              <a:gd name="T23" fmla="*/ 5 h 160"/>
              <a:gd name="T24" fmla="*/ 94 w 99"/>
              <a:gd name="T25" fmla="*/ 49 h 160"/>
              <a:gd name="T26" fmla="*/ 94 w 99"/>
              <a:gd name="T27" fmla="*/ 110 h 160"/>
              <a:gd name="T28" fmla="*/ 50 w 99"/>
              <a:gd name="T29" fmla="*/ 29 h 160"/>
              <a:gd name="T30" fmla="*/ 45 w 99"/>
              <a:gd name="T31" fmla="*/ 34 h 160"/>
              <a:gd name="T32" fmla="*/ 45 w 99"/>
              <a:gd name="T33" fmla="*/ 47 h 160"/>
              <a:gd name="T34" fmla="*/ 50 w 99"/>
              <a:gd name="T35" fmla="*/ 52 h 160"/>
              <a:gd name="T36" fmla="*/ 55 w 99"/>
              <a:gd name="T37" fmla="*/ 47 h 160"/>
              <a:gd name="T38" fmla="*/ 55 w 99"/>
              <a:gd name="T39" fmla="*/ 34 h 160"/>
              <a:gd name="T40" fmla="*/ 50 w 99"/>
              <a:gd name="T41" fmla="*/ 2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9" h="160">
                <a:moveTo>
                  <a:pt x="49" y="0"/>
                </a:moveTo>
                <a:cubicBezTo>
                  <a:pt x="22" y="0"/>
                  <a:pt x="0" y="22"/>
                  <a:pt x="0" y="49"/>
                </a:cubicBezTo>
                <a:cubicBezTo>
                  <a:pt x="0" y="110"/>
                  <a:pt x="0" y="110"/>
                  <a:pt x="0" y="110"/>
                </a:cubicBezTo>
                <a:cubicBezTo>
                  <a:pt x="0" y="137"/>
                  <a:pt x="22" y="160"/>
                  <a:pt x="49" y="160"/>
                </a:cubicBezTo>
                <a:cubicBezTo>
                  <a:pt x="77" y="160"/>
                  <a:pt x="99" y="137"/>
                  <a:pt x="99" y="110"/>
                </a:cubicBezTo>
                <a:cubicBezTo>
                  <a:pt x="99" y="49"/>
                  <a:pt x="99" y="49"/>
                  <a:pt x="99" y="49"/>
                </a:cubicBezTo>
                <a:cubicBezTo>
                  <a:pt x="99" y="22"/>
                  <a:pt x="77" y="0"/>
                  <a:pt x="49" y="0"/>
                </a:cubicBezTo>
                <a:close/>
                <a:moveTo>
                  <a:pt x="94" y="110"/>
                </a:moveTo>
                <a:cubicBezTo>
                  <a:pt x="94" y="134"/>
                  <a:pt x="74" y="154"/>
                  <a:pt x="49" y="154"/>
                </a:cubicBezTo>
                <a:cubicBezTo>
                  <a:pt x="25" y="154"/>
                  <a:pt x="5" y="134"/>
                  <a:pt x="5" y="110"/>
                </a:cubicBezTo>
                <a:cubicBezTo>
                  <a:pt x="5" y="49"/>
                  <a:pt x="5" y="49"/>
                  <a:pt x="5" y="49"/>
                </a:cubicBezTo>
                <a:cubicBezTo>
                  <a:pt x="5" y="25"/>
                  <a:pt x="25" y="5"/>
                  <a:pt x="49" y="5"/>
                </a:cubicBezTo>
                <a:cubicBezTo>
                  <a:pt x="74" y="5"/>
                  <a:pt x="94" y="25"/>
                  <a:pt x="94" y="49"/>
                </a:cubicBezTo>
                <a:lnTo>
                  <a:pt x="94" y="110"/>
                </a:lnTo>
                <a:close/>
                <a:moveTo>
                  <a:pt x="50" y="29"/>
                </a:moveTo>
                <a:cubicBezTo>
                  <a:pt x="47" y="29"/>
                  <a:pt x="45" y="31"/>
                  <a:pt x="45" y="34"/>
                </a:cubicBezTo>
                <a:cubicBezTo>
                  <a:pt x="45" y="47"/>
                  <a:pt x="45" y="47"/>
                  <a:pt x="45" y="47"/>
                </a:cubicBezTo>
                <a:cubicBezTo>
                  <a:pt x="45" y="50"/>
                  <a:pt x="47" y="52"/>
                  <a:pt x="50" y="52"/>
                </a:cubicBezTo>
                <a:cubicBezTo>
                  <a:pt x="53" y="52"/>
                  <a:pt x="55" y="50"/>
                  <a:pt x="55" y="47"/>
                </a:cubicBezTo>
                <a:cubicBezTo>
                  <a:pt x="55" y="34"/>
                  <a:pt x="55" y="34"/>
                  <a:pt x="55" y="34"/>
                </a:cubicBezTo>
                <a:cubicBezTo>
                  <a:pt x="55" y="31"/>
                  <a:pt x="53" y="29"/>
                  <a:pt x="50" y="29"/>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solidFill>
                <a:schemeClr val="tx1">
                  <a:lumMod val="85000"/>
                  <a:lumOff val="15000"/>
                </a:schemeClr>
              </a:solidFill>
            </a:endParaRPr>
          </a:p>
        </p:txBody>
      </p:sp>
      <p:sp>
        <p:nvSpPr>
          <p:cNvPr id="14" name="Rectangle 13">
            <a:extLst>
              <a:ext uri="{FF2B5EF4-FFF2-40B4-BE49-F238E27FC236}">
                <a16:creationId xmlns:a16="http://schemas.microsoft.com/office/drawing/2014/main" id="{16D16C5B-3135-3AF1-EA96-17B6F2902E77}"/>
              </a:ext>
            </a:extLst>
          </p:cNvPr>
          <p:cNvSpPr/>
          <p:nvPr/>
        </p:nvSpPr>
        <p:spPr>
          <a:xfrm>
            <a:off x="636647" y="925846"/>
            <a:ext cx="4151253" cy="679032"/>
          </a:xfrm>
          <a:prstGeom prst="rect">
            <a:avLst/>
          </a:prstGeom>
        </p:spPr>
        <p:txBody>
          <a:bodyPr wrap="square">
            <a:spAutoFit/>
          </a:bodyPr>
          <a:lstStyle/>
          <a:p>
            <a:pPr>
              <a:lnSpc>
                <a:spcPts val="4500"/>
              </a:lnSpc>
            </a:pPr>
            <a:r>
              <a:rPr lang="en-US" sz="4000" dirty="0">
                <a:solidFill>
                  <a:schemeClr val="tx1">
                    <a:lumMod val="85000"/>
                    <a:lumOff val="15000"/>
                  </a:schemeClr>
                </a:solidFill>
                <a:latin typeface="Jost SemiBold" pitchFamily="2" charset="0"/>
                <a:ea typeface="Jost SemiBold" pitchFamily="2" charset="0"/>
                <a:cs typeface="Inter Semi Bold" panose="02000703000000020004" pitchFamily="50" charset="0"/>
              </a:rPr>
              <a:t>CONTACT </a:t>
            </a:r>
            <a:r>
              <a:rPr lang="en-US" sz="4000" dirty="0">
                <a:solidFill>
                  <a:schemeClr val="accent3"/>
                </a:solidFill>
                <a:latin typeface="Jost SemiBold" pitchFamily="2" charset="0"/>
                <a:ea typeface="Jost SemiBold" pitchFamily="2" charset="0"/>
                <a:cs typeface="Inter Semi Bold" panose="02000703000000020004" pitchFamily="50" charset="0"/>
              </a:rPr>
              <a:t>US</a:t>
            </a:r>
          </a:p>
        </p:txBody>
      </p:sp>
      <p:sp>
        <p:nvSpPr>
          <p:cNvPr id="15" name="Rectangle 14">
            <a:extLst>
              <a:ext uri="{FF2B5EF4-FFF2-40B4-BE49-F238E27FC236}">
                <a16:creationId xmlns:a16="http://schemas.microsoft.com/office/drawing/2014/main" id="{69880C0E-5CE2-C9F5-FEF4-807C7EAB5D59}"/>
              </a:ext>
            </a:extLst>
          </p:cNvPr>
          <p:cNvSpPr/>
          <p:nvPr/>
        </p:nvSpPr>
        <p:spPr>
          <a:xfrm>
            <a:off x="636647" y="582225"/>
            <a:ext cx="1787407" cy="34624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Jost" pitchFamily="2" charset="0"/>
                <a:ea typeface="Jost" pitchFamily="2" charset="0"/>
                <a:cs typeface="Inter Semi Bold" panose="02000703000000020004" pitchFamily="50" charset="0"/>
              </a:rPr>
              <a:t>CORPORATE INC</a:t>
            </a:r>
          </a:p>
        </p:txBody>
      </p:sp>
      <p:sp>
        <p:nvSpPr>
          <p:cNvPr id="17" name="Picture Placeholder 16">
            <a:extLst>
              <a:ext uri="{FF2B5EF4-FFF2-40B4-BE49-F238E27FC236}">
                <a16:creationId xmlns:a16="http://schemas.microsoft.com/office/drawing/2014/main" id="{C01C8776-F03E-B54F-40CB-70829774FABC}"/>
              </a:ext>
            </a:extLst>
          </p:cNvPr>
          <p:cNvSpPr>
            <a:spLocks noGrp="1"/>
          </p:cNvSpPr>
          <p:nvPr>
            <p:ph type="pic" sz="quarter" idx="10"/>
          </p:nvPr>
        </p:nvSpPr>
        <p:spPr/>
      </p:sp>
    </p:spTree>
    <p:extLst>
      <p:ext uri="{BB962C8B-B14F-4D97-AF65-F5344CB8AC3E}">
        <p14:creationId xmlns:p14="http://schemas.microsoft.com/office/powerpoint/2010/main" val="4123336169"/>
      </p:ext>
    </p:extLst>
  </p:cSld>
  <p:clrMapOvr>
    <a:masterClrMapping/>
  </p:clrMapOvr>
</p:sld>
</file>

<file path=ppt/theme/theme1.xml><?xml version="1.0" encoding="utf-8"?>
<a:theme xmlns:a="http://schemas.openxmlformats.org/drawingml/2006/main" name="Theme 34">
  <a:themeElements>
    <a:clrScheme name="Custom 10">
      <a:dk1>
        <a:sysClr val="windowText" lastClr="000000"/>
      </a:dk1>
      <a:lt1>
        <a:sysClr val="window" lastClr="FFFFFF"/>
      </a:lt1>
      <a:dk2>
        <a:srgbClr val="323232"/>
      </a:dk2>
      <a:lt2>
        <a:srgbClr val="FFFFFF"/>
      </a:lt2>
      <a:accent1>
        <a:srgbClr val="C4E1F2"/>
      </a:accent1>
      <a:accent2>
        <a:srgbClr val="89C2E5"/>
      </a:accent2>
      <a:accent3>
        <a:srgbClr val="F6D80A"/>
      </a:accent3>
      <a:accent4>
        <a:srgbClr val="13415C"/>
      </a:accent4>
      <a:accent5>
        <a:srgbClr val="0C2C3E"/>
      </a:accent5>
      <a:accent6>
        <a:srgbClr val="FFFFFF"/>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 34" id="{6404D10C-9007-48E6-86EE-D99F7EB3DBEF}" vid="{CE82C3CC-E669-4D5F-BFC3-4D90DCB3323B}"/>
    </a:ext>
  </a:extLst>
</a:theme>
</file>

<file path=docProps/app.xml><?xml version="1.0" encoding="utf-8"?>
<Properties xmlns="http://schemas.openxmlformats.org/officeDocument/2006/extended-properties" xmlns:vt="http://schemas.openxmlformats.org/officeDocument/2006/docPropsVTypes">
  <Template>Theme 34</Template>
  <TotalTime>1110</TotalTime>
  <Words>2389</Words>
  <Application>Microsoft Office PowerPoint</Application>
  <PresentationFormat>Widescreen</PresentationFormat>
  <Paragraphs>230</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Inter</vt:lpstr>
      <vt:lpstr>Inter Medium</vt:lpstr>
      <vt:lpstr>Jost</vt:lpstr>
      <vt:lpstr>Jost SemiBold</vt:lpstr>
      <vt:lpstr>Lato</vt:lpstr>
      <vt:lpstr>Lato Italic</vt:lpstr>
      <vt:lpstr>Theme 34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29</cp:revision>
  <dcterms:created xsi:type="dcterms:W3CDTF">2024-07-02T04:16:45Z</dcterms:created>
  <dcterms:modified xsi:type="dcterms:W3CDTF">2024-07-06T09:42:31Z</dcterms:modified>
</cp:coreProperties>
</file>