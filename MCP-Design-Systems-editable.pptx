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talk in one line: today, AI agents write our UI code but they're blind to the design system — they guess. The Model Context Protocol (MCP) is the missing wire. By the end you'll have a mental model for how MCP turns static tokens into live, queryable context. Audience is platform/eng, so keep it concrete: this is plumbing, not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everyone in the room has felt: an agent generates a component that looks plausible but uses a hex value that isn't a token, the wrong spacing scale, or a deprecated component. Root cause isn't model quality — it's that the LLM layer and the design-system layer never share state. The agent works from a stale snapshot baked into its prompt or its training. Dotted red edges = the connection that doesn't exist. Output: broken or off-brand code that a human has to reconcile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primer for anyone who hasn't touched MCP. It's an open protocol — think LSP, but for context instead of language tooling. Three tiers: the AI client (Claude, your IDE, Copilot-style agent), the MCP server which exposes Tools (actions), Resources (readable context), and Prompts, and the local data behind it. Transport is JSON-RPC over stdio or HTTP. The key idea: the server is a thin, typed adapter you control — it speaks your Figma/token/repo APIs on one side and a standard protocol on the other. Bidirectional arrows: the agent can both read context and invoke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architecture slide — the one to linger on. The MCP server is the hub. Spokes are the real sources of truth: the token store, the Figma variables API, the component library, the repo itself. Each spoke is a Resource or Tool the server exposes. The agent makes one call and gets clean, typed context back — it never scrapes Figma or greps the repo directly. Emphasize: you own the hub, so you control exactly what the model can see and do. Security and governance live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walkthrough of the highest-value use case: token remapping. Stage 1, raw or legacy values come in. Stage 2, the MCP server resolves them against the live schema — aliases, scopes, modes. Stage 3, the agent does the semantic remap (e.g. map an old grey-400 to the new neutral.border token) and validates against the system. Stage 4, components ship referencing real tokens. Cyan final node = validated/production. The win: no human hand-mapping a spreadsheet of 600 variables during a rebrand.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 out to the workflow impact. Top row, red: the traditional handoff — design, spec, manual handoff, dev build, and the QA drift where the implementation diverges from the design. It's linear and measured in weeks. Bottom row, green: the MCP-enabled loop — design feeds the MCP server, the agent queries the design system live, generates code, and feeds straight back into design review. It's a closed loop measured in hours. The point isn't 'AI is faster' — it's that the feedback cycle closes because context flows both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maturity model — where teams sit and where this goes. Tier 1, manual: static handoff, copy-pasted tokens (most orgs today). Tier 2, contextual: MCP exposes live design context read-only. Tier 3, agentic: agents query AND mutate tokens natively through governed tools. Tier 4, autonomous: a self-healing, headless design system that keeps platforms in sync without human reconciliation. Ask the room: where are we today, and what's the one capability that moves us up a tier this quarter? End on action, not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228975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TECHNICAL BRIEFING — PLATFORM ENG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3771900"/>
            <a:ext cx="144589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80" kern="0" dirty="0">
                <a:solidFill>
                  <a:srgbClr val="F6F8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Wiring Design Systems into AI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4972050"/>
            <a:ext cx="1098804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9AA6B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 Model Context Protocol turns static design tokens into live, queryable context for autonomous front-end agents.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990600" y="6362700"/>
            <a:ext cx="1733550" cy="685800"/>
          </a:xfrm>
          <a:prstGeom prst="roundRect">
            <a:avLst>
              <a:gd name="adj" fmla="val 19444"/>
            </a:avLst>
          </a:prstGeom>
          <a:solidFill>
            <a:srgbClr val="161B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6543675"/>
            <a:ext cx="12954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75" kern="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AGENT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2933700" y="6453188"/>
            <a:ext cx="305693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7C6F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↔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372743" y="6353175"/>
            <a:ext cx="2181225" cy="704850"/>
          </a:xfrm>
          <a:prstGeom prst="roundRect">
            <a:avLst>
              <a:gd name="adj" fmla="val 21622"/>
            </a:avLst>
          </a:prstGeom>
          <a:solidFill>
            <a:srgbClr val="241C46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7543" y="6543675"/>
            <a:ext cx="16478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1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SERVER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5763518" y="6453188"/>
            <a:ext cx="305693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7C6F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↔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202561" y="6362700"/>
            <a:ext cx="2495550" cy="685800"/>
          </a:xfrm>
          <a:prstGeom prst="roundRect">
            <a:avLst>
              <a:gd name="adj" fmla="val 19444"/>
            </a:avLst>
          </a:prstGeom>
          <a:solidFill>
            <a:srgbClr val="07202A"/>
          </a:solidFill>
          <a:ln w="9525">
            <a:solidFill>
              <a:srgbClr val="1E56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9736" y="6543675"/>
            <a:ext cx="20574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75" kern="0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SYSTEM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4622661" y="9439275"/>
            <a:ext cx="29422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D47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 · INTERNAL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THE CORE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46685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87" kern="0" dirty="0">
                <a:solidFill>
                  <a:srgbClr val="F4F6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layers that never share state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14400" y="1923008"/>
            <a:ext cx="1157668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A6B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model guesses at design intent because it has no live channel to the source of truth — so it hallucinates UI.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778895"/>
            <a:ext cx="16459200" cy="4933950"/>
          </a:xfrm>
          <a:prstGeom prst="roundRect">
            <a:avLst>
              <a:gd name="adj" fmla="val 3861"/>
            </a:avLst>
          </a:prstGeom>
          <a:solidFill>
            <a:srgbClr val="0C11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40436" y="4526607"/>
            <a:ext cx="3128070" cy="2390775"/>
          </a:xfrm>
          <a:prstGeom prst="roundRect">
            <a:avLst>
              <a:gd name="adj" fmla="val 7171"/>
            </a:avLst>
          </a:prstGeom>
          <a:ln w="9525">
            <a:solidFill>
              <a:srgbClr val="2A3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5970" y="4764732"/>
            <a:ext cx="291700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spc="252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/ LLM LAYER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4678561" y="5174307"/>
            <a:ext cx="2651820" cy="676275"/>
          </a:xfrm>
          <a:prstGeom prst="roundRect">
            <a:avLst>
              <a:gd name="adj" fmla="val 19718"/>
            </a:avLst>
          </a:prstGeom>
          <a:solidFill>
            <a:srgbClr val="1A153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4534" y="5345757"/>
            <a:ext cx="21598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DE9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Agent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678561" y="6002982"/>
            <a:ext cx="2651820" cy="676275"/>
          </a:xfrm>
          <a:prstGeom prst="roundRect">
            <a:avLst>
              <a:gd name="adj" fmla="val 19718"/>
            </a:avLst>
          </a:prstGeom>
          <a:solidFill>
            <a:srgbClr val="1A153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4534" y="6174432"/>
            <a:ext cx="21598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DE9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 Generator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978080" y="5112395"/>
            <a:ext cx="1885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BC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live 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46778" y="5493395"/>
            <a:ext cx="42475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472B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✕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852350" y="6083945"/>
            <a:ext cx="21374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BC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stale assumptions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273605" y="4169420"/>
            <a:ext cx="3573810" cy="3105150"/>
          </a:xfrm>
          <a:prstGeom prst="roundRect">
            <a:avLst>
              <a:gd name="adj" fmla="val 5521"/>
            </a:avLst>
          </a:prstGeom>
          <a:ln w="9525">
            <a:solidFill>
              <a:srgbClr val="2A3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56852" y="4407545"/>
            <a:ext cx="340731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spc="252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SYSTEM LAYER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0511730" y="4817120"/>
            <a:ext cx="3097560" cy="638175"/>
          </a:xfrm>
          <a:prstGeom prst="roundRect">
            <a:avLst>
              <a:gd name="adj" fmla="val 20896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51017" y="4969520"/>
            <a:ext cx="26189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Figma Variables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511730" y="5607695"/>
            <a:ext cx="3097560" cy="638175"/>
          </a:xfrm>
          <a:prstGeom prst="roundRect">
            <a:avLst>
              <a:gd name="adj" fmla="val 20896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51017" y="5760095"/>
            <a:ext cx="26189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Tokens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511730" y="6398270"/>
            <a:ext cx="3097560" cy="638175"/>
          </a:xfrm>
          <a:prstGeom prst="roundRect">
            <a:avLst>
              <a:gd name="adj" fmla="val 20896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51017" y="6550670"/>
            <a:ext cx="26189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 Library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769173" y="7836545"/>
            <a:ext cx="1885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BC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hallucinated UI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93223" y="77508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F472B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3300" dirty="0"/>
          </a:p>
        </p:txBody>
      </p:sp>
      <p:sp>
        <p:nvSpPr>
          <p:cNvPr id="25" name="Shape 23"/>
          <p:cNvSpPr/>
          <p:nvPr/>
        </p:nvSpPr>
        <p:spPr>
          <a:xfrm>
            <a:off x="8321873" y="7598420"/>
            <a:ext cx="4196804" cy="723900"/>
          </a:xfrm>
          <a:prstGeom prst="roundRect">
            <a:avLst>
              <a:gd name="adj" fmla="val 18421"/>
            </a:avLst>
          </a:prstGeom>
          <a:solidFill>
            <a:srgbClr val="2A0B1C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82771" y="7788920"/>
            <a:ext cx="36750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FBC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Broken / Off-brand Code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6157377" y="9667875"/>
            <a:ext cx="1337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D47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07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— PRIMER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46685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87" kern="0" dirty="0">
                <a:solidFill>
                  <a:srgbClr val="F4F6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the Model Context Protocol?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14400" y="1923008"/>
            <a:ext cx="1157668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A6B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standard, typed channel between an AI client and your local data — Tools, Resources &amp; Prompts over JSON-RPC.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512195"/>
            <a:ext cx="16459200" cy="5467350"/>
          </a:xfrm>
          <a:prstGeom prst="roundRect">
            <a:avLst>
              <a:gd name="adj" fmla="val 3484"/>
            </a:avLst>
          </a:prstGeom>
          <a:solidFill>
            <a:srgbClr val="0C11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83661" y="3902720"/>
            <a:ext cx="3520529" cy="1076325"/>
          </a:xfrm>
          <a:prstGeom prst="roundRect">
            <a:avLst>
              <a:gd name="adj" fmla="val 12389"/>
            </a:avLst>
          </a:prstGeom>
          <a:solidFill>
            <a:srgbClr val="1A153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47689" y="4112270"/>
            <a:ext cx="299247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DE9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CLIENT / AGENT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886551" y="4521845"/>
            <a:ext cx="2514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7AE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· IDE · agent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43577" y="5131445"/>
            <a:ext cx="28619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7C6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↕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44074" y="5198120"/>
            <a:ext cx="17602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9C2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· JSON-RPC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53275" y="5664845"/>
            <a:ext cx="3981450" cy="1162050"/>
          </a:xfrm>
          <a:prstGeom prst="roundRect">
            <a:avLst>
              <a:gd name="adj" fmla="val 13115"/>
            </a:avLst>
          </a:prstGeom>
          <a:solidFill>
            <a:srgbClr val="241C46"/>
          </a:solidFill>
          <a:ln w="28575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1025" y="5902970"/>
            <a:ext cx="1885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SERVER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446645" y="6341120"/>
            <a:ext cx="33947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6CC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 · Resources · Prompts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72127" y="6979295"/>
            <a:ext cx="28619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7C6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↕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72624" y="7045970"/>
            <a:ext cx="21374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9C2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· 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83661" y="7512695"/>
            <a:ext cx="3520529" cy="1076325"/>
          </a:xfrm>
          <a:prstGeom prst="roundRect">
            <a:avLst>
              <a:gd name="adj" fmla="val 12389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47689" y="7722245"/>
            <a:ext cx="299247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 DESIGN DATA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823686" y="8131820"/>
            <a:ext cx="2640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FE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Figma · tokens · repo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157377" y="9667875"/>
            <a:ext cx="1337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D47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07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—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46685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87" kern="0" dirty="0">
                <a:solidFill>
                  <a:srgbClr val="F4F6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server is the hub for design context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14400" y="1923008"/>
            <a:ext cx="1157668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A6B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typed gateway fans out to every source of truth — the agent asks once and gets governed, structured context back.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498032"/>
            <a:ext cx="16459200" cy="3476625"/>
          </a:xfrm>
          <a:prstGeom prst="roundRect">
            <a:avLst>
              <a:gd name="adj" fmla="val 5479"/>
            </a:avLst>
          </a:prstGeom>
          <a:solidFill>
            <a:srgbClr val="0C11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20355" y="4888557"/>
            <a:ext cx="2827139" cy="581025"/>
          </a:xfrm>
          <a:prstGeom prst="roundRect">
            <a:avLst>
              <a:gd name="adj" fmla="val 21311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5598" y="5031432"/>
            <a:ext cx="24166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Tokens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20355" y="5593407"/>
            <a:ext cx="2827139" cy="581025"/>
          </a:xfrm>
          <a:prstGeom prst="roundRect">
            <a:avLst>
              <a:gd name="adj" fmla="val 21311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5598" y="5736282"/>
            <a:ext cx="24166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Figma API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20355" y="6298257"/>
            <a:ext cx="2827139" cy="581025"/>
          </a:xfrm>
          <a:prstGeom prst="roundRect">
            <a:avLst>
              <a:gd name="adj" fmla="val 21311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598" y="6441132"/>
            <a:ext cx="24166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 Library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20355" y="7003107"/>
            <a:ext cx="2827139" cy="581025"/>
          </a:xfrm>
          <a:prstGeom prst="roundRect">
            <a:avLst>
              <a:gd name="adj" fmla="val 21311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5598" y="7145982"/>
            <a:ext cx="24166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 Repository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33245" y="601727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7C6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3450" dirty="0"/>
          </a:p>
        </p:txBody>
      </p:sp>
      <p:sp>
        <p:nvSpPr>
          <p:cNvPr id="15" name="Shape 13"/>
          <p:cNvSpPr/>
          <p:nvPr/>
        </p:nvSpPr>
        <p:spPr>
          <a:xfrm>
            <a:off x="7157145" y="5579120"/>
            <a:ext cx="2533650" cy="1314450"/>
          </a:xfrm>
          <a:prstGeom prst="roundRect">
            <a:avLst>
              <a:gd name="adj" fmla="val 13043"/>
            </a:avLst>
          </a:prstGeom>
          <a:solidFill>
            <a:srgbClr val="241C46"/>
          </a:solidFill>
          <a:ln w="2857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0995" y="5893445"/>
            <a:ext cx="1885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SERVER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669590" y="6331595"/>
            <a:ext cx="1508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6CC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gateway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38445" y="5741045"/>
            <a:ext cx="19812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B9C2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clean, typed context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0709970" y="6293495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7C6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3450" dirty="0"/>
          </a:p>
        </p:txBody>
      </p:sp>
      <p:sp>
        <p:nvSpPr>
          <p:cNvPr id="20" name="Shape 18"/>
          <p:cNvSpPr/>
          <p:nvPr/>
        </p:nvSpPr>
        <p:spPr>
          <a:xfrm>
            <a:off x="12167295" y="5674370"/>
            <a:ext cx="2800350" cy="1123950"/>
          </a:xfrm>
          <a:prstGeom prst="roundRect">
            <a:avLst>
              <a:gd name="adj" fmla="val 11864"/>
            </a:avLst>
          </a:prstGeom>
          <a:solidFill>
            <a:srgbClr val="1A153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0089" y="5902970"/>
            <a:ext cx="2274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DE9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DEVELOPER AGENT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6157377" y="9667875"/>
            <a:ext cx="1337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D47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07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— PIPELINE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46685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87" kern="0" dirty="0">
                <a:solidFill>
                  <a:srgbClr val="F4F6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 remapping &amp; variable sync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14400" y="1923008"/>
            <a:ext cx="1157668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A6B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Raw values in, validated production tokens out — the agent resolves against the live schema instead of a stale export.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969520"/>
            <a:ext cx="16459200" cy="2552700"/>
          </a:xfrm>
          <a:prstGeom prst="roundRect">
            <a:avLst>
              <a:gd name="adj" fmla="val 7463"/>
            </a:avLst>
          </a:prstGeom>
          <a:solidFill>
            <a:srgbClr val="0C11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5100" y="5398145"/>
            <a:ext cx="2647950" cy="1695450"/>
          </a:xfrm>
          <a:prstGeom prst="roundRect">
            <a:avLst>
              <a:gd name="adj" fmla="val 7865"/>
            </a:avLst>
          </a:prstGeom>
          <a:solidFill>
            <a:srgbClr val="161B2E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95600" y="5764857"/>
            <a:ext cx="22669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SOURCE TOKENS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2894238" y="6488757"/>
            <a:ext cx="22695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9AA6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legacy / raw values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524500" y="5398145"/>
            <a:ext cx="495300" cy="173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7C6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6115050" y="5398145"/>
            <a:ext cx="2647950" cy="1695450"/>
          </a:xfrm>
          <a:prstGeom prst="roundRect">
            <a:avLst>
              <a:gd name="adj" fmla="val 7865"/>
            </a:avLst>
          </a:prstGeom>
          <a:solidFill>
            <a:srgbClr val="161B2E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5550" y="5645795"/>
            <a:ext cx="22669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· MCP SCHEMA MAP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305550" y="6369695"/>
            <a:ext cx="22669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9AA6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resolve aliases &amp; scopes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8934450" y="5398145"/>
            <a:ext cx="495300" cy="173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7C6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525000" y="5398145"/>
            <a:ext cx="2647950" cy="1695450"/>
          </a:xfrm>
          <a:prstGeom prst="roundRect">
            <a:avLst>
              <a:gd name="adj" fmla="val 7865"/>
            </a:avLst>
          </a:prstGeom>
          <a:solidFill>
            <a:srgbClr val="161B2E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15500" y="5645795"/>
            <a:ext cx="22669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· AI RESOLUTION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715500" y="6369695"/>
            <a:ext cx="22669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9AA6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semantic remap + validate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2344400" y="5398145"/>
            <a:ext cx="495300" cy="173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7C6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12934950" y="5398145"/>
            <a:ext cx="2647950" cy="1695450"/>
          </a:xfrm>
          <a:prstGeom prst="roundRect">
            <a:avLst>
              <a:gd name="adj" fmla="val 7865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58788" y="5926782"/>
            <a:ext cx="22002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· PRODUCTION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3183843" y="6326832"/>
            <a:ext cx="215001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9FE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components shipped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6157377" y="9667875"/>
            <a:ext cx="1337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D47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07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— WORKFLOW IMPACT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46685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87" kern="0" dirty="0">
                <a:solidFill>
                  <a:srgbClr val="F4F6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linear handoff to a closed loop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14400" y="1923008"/>
            <a:ext cx="1157668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A6B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context flows both ways, the design-to-code cycle collapses from weeks of drift to hours of iteration.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331345"/>
            <a:ext cx="16459200" cy="3810000"/>
          </a:xfrm>
          <a:prstGeom prst="roundRect">
            <a:avLst>
              <a:gd name="adj" fmla="val 5000"/>
            </a:avLst>
          </a:prstGeom>
          <a:solidFill>
            <a:srgbClr val="0C11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4925" y="4683770"/>
            <a:ext cx="15678150" cy="1428750"/>
          </a:xfrm>
          <a:prstGeom prst="roundRect">
            <a:avLst>
              <a:gd name="adj" fmla="val 10667"/>
            </a:avLst>
          </a:prstGeom>
          <a:solidFill>
            <a:srgbClr val="170911"/>
          </a:solidFill>
          <a:ln w="9525">
            <a:solidFill>
              <a:srgbClr val="5B21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2100" y="4902845"/>
            <a:ext cx="166801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TRADITIONAL HANDOFF · WEEKS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62100" y="5302895"/>
            <a:ext cx="1207889" cy="590550"/>
          </a:xfrm>
          <a:prstGeom prst="roundRect">
            <a:avLst>
              <a:gd name="adj" fmla="val 19355"/>
            </a:avLst>
          </a:prstGeom>
          <a:solidFill>
            <a:srgbClr val="2A0B1C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1650" y="5455295"/>
            <a:ext cx="8649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BC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2903339" y="5393382"/>
            <a:ext cx="400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256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3360539" y="5302895"/>
            <a:ext cx="944910" cy="590550"/>
          </a:xfrm>
          <a:prstGeom prst="roundRect">
            <a:avLst>
              <a:gd name="adj" fmla="val 19355"/>
            </a:avLst>
          </a:prstGeom>
          <a:solidFill>
            <a:srgbClr val="2A0B1C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0089" y="5455295"/>
            <a:ext cx="602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BC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4438799" y="5393382"/>
            <a:ext cx="400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256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4895999" y="5302895"/>
            <a:ext cx="2259360" cy="590550"/>
          </a:xfrm>
          <a:prstGeom prst="roundRect">
            <a:avLst>
              <a:gd name="adj" fmla="val 19355"/>
            </a:avLst>
          </a:prstGeom>
          <a:solidFill>
            <a:srgbClr val="2A0B1C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5549" y="5455295"/>
            <a:ext cx="19164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BC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Manual Handoff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88709" y="5393382"/>
            <a:ext cx="400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256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7745909" y="5302895"/>
            <a:ext cx="1602135" cy="590550"/>
          </a:xfrm>
          <a:prstGeom prst="roundRect">
            <a:avLst>
              <a:gd name="adj" fmla="val 19355"/>
            </a:avLst>
          </a:prstGeom>
          <a:solidFill>
            <a:srgbClr val="2A0B1C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459" y="5455295"/>
            <a:ext cx="1259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BC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 Build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9481393" y="5393382"/>
            <a:ext cx="400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256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938593" y="5302895"/>
            <a:ext cx="1470720" cy="590550"/>
          </a:xfrm>
          <a:prstGeom prst="roundRect">
            <a:avLst>
              <a:gd name="adj" fmla="val 19355"/>
            </a:avLst>
          </a:prstGeom>
          <a:solidFill>
            <a:srgbClr val="2A0B1C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8143" y="5455295"/>
            <a:ext cx="11278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BC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QA Drift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304925" y="6360170"/>
            <a:ext cx="15678150" cy="1428750"/>
          </a:xfrm>
          <a:prstGeom prst="roundRect">
            <a:avLst>
              <a:gd name="adj" fmla="val 10667"/>
            </a:avLst>
          </a:prstGeom>
          <a:solidFill>
            <a:srgbClr val="07171C"/>
          </a:solidFill>
          <a:ln w="9525">
            <a:solidFill>
              <a:srgbClr val="165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62100" y="6579245"/>
            <a:ext cx="166801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MCP-ENABLED LOOP · HOURS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562100" y="6979295"/>
            <a:ext cx="1207889" cy="590550"/>
          </a:xfrm>
          <a:prstGeom prst="roundRect">
            <a:avLst>
              <a:gd name="adj" fmla="val 19355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71650" y="7131695"/>
            <a:ext cx="8649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2903339" y="7069782"/>
            <a:ext cx="400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9C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3360539" y="6979295"/>
            <a:ext cx="851595" cy="590550"/>
          </a:xfrm>
          <a:prstGeom prst="roundRect">
            <a:avLst>
              <a:gd name="adj" fmla="val 19355"/>
            </a:avLst>
          </a:prstGeom>
          <a:solidFill>
            <a:srgbClr val="241C46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9139" y="7131695"/>
            <a:ext cx="4705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4345484" y="7069782"/>
            <a:ext cx="400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9C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4802684" y="6979295"/>
            <a:ext cx="2522339" cy="590550"/>
          </a:xfrm>
          <a:prstGeom prst="roundRect">
            <a:avLst>
              <a:gd name="adj" fmla="val 19355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2234" y="7131695"/>
            <a:ext cx="217943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Queries DS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7458373" y="7069782"/>
            <a:ext cx="400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9C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7915573" y="6979295"/>
            <a:ext cx="1602135" cy="590550"/>
          </a:xfrm>
          <a:prstGeom prst="roundRect">
            <a:avLst>
              <a:gd name="adj" fmla="val 19355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25123" y="7131695"/>
            <a:ext cx="1259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CFFA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 Code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9651057" y="7084070"/>
            <a:ext cx="2597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A9C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↻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967913" y="7155507"/>
            <a:ext cx="167230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7FD8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 to Design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6157377" y="9667875"/>
            <a:ext cx="1337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D47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07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— OUTLOOK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46685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87" kern="0" dirty="0">
                <a:solidFill>
                  <a:srgbClr val="F4F6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maturity ladder, not a moonshot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14400" y="1923008"/>
            <a:ext cx="1157668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A6B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tier is a concrete, shippable step — from copy-pasted tokens to a self-healing headless design system.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693170"/>
            <a:ext cx="16459200" cy="5086350"/>
          </a:xfrm>
          <a:prstGeom prst="roundRect">
            <a:avLst>
              <a:gd name="adj" fmla="val 3745"/>
            </a:avLst>
          </a:prstGeom>
          <a:solidFill>
            <a:srgbClr val="0C11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2500" y="4026545"/>
            <a:ext cx="8763000" cy="733425"/>
          </a:xfrm>
          <a:prstGeom prst="roundRect">
            <a:avLst>
              <a:gd name="adj" fmla="val 18182"/>
            </a:avLst>
          </a:prstGeom>
          <a:solidFill>
            <a:srgbClr val="241C46"/>
          </a:solidFill>
          <a:ln w="28575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6825" y="4226570"/>
            <a:ext cx="31055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4 · AUTONOMOUS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524875" y="4269432"/>
            <a:ext cx="51549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6CC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self-healing headless DS across platforms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43541" y="4855220"/>
            <a:ext cx="2771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7C6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↑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4762500" y="5274320"/>
            <a:ext cx="8763000" cy="714375"/>
          </a:xfrm>
          <a:prstGeom prst="roundRect">
            <a:avLst>
              <a:gd name="adj" fmla="val 18667"/>
            </a:avLst>
          </a:prstGeom>
          <a:solidFill>
            <a:srgbClr val="161B2E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7300" y="5464820"/>
            <a:ext cx="26152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B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3 · AGENTIC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991600" y="5507682"/>
            <a:ext cx="46520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6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 query &amp; mutate tokens natively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43541" y="6083945"/>
            <a:ext cx="2771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7C6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↑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4762500" y="6503045"/>
            <a:ext cx="8763000" cy="714375"/>
          </a:xfrm>
          <a:prstGeom prst="roundRect">
            <a:avLst>
              <a:gd name="adj" fmla="val 18667"/>
            </a:avLst>
          </a:prstGeom>
          <a:solidFill>
            <a:srgbClr val="0720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7300" y="6693545"/>
            <a:ext cx="31055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2 · CONTEXTUAL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677400" y="6736407"/>
            <a:ext cx="38976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FE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exposes live design context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43541" y="7312670"/>
            <a:ext cx="2771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7C6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↑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4762500" y="7731770"/>
            <a:ext cx="8763000" cy="714375"/>
          </a:xfrm>
          <a:prstGeom prst="roundRect">
            <a:avLst>
              <a:gd name="adj" fmla="val 18667"/>
            </a:avLst>
          </a:prstGeom>
          <a:solidFill>
            <a:srgbClr val="0E1322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7300" y="7922270"/>
            <a:ext cx="24517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 · MANUAL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448800" y="7965132"/>
            <a:ext cx="41490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E89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static handoff, copy-paste tokens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157377" y="9667875"/>
            <a:ext cx="1337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D47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2026-06-17T11:16:02Z</dcterms:created>
  <dcterms:modified xsi:type="dcterms:W3CDTF">2026-06-17T11:16:02Z</dcterms:modified>
</cp:coreProperties>
</file>