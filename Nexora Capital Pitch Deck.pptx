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24387048" cy="13716000"/>
  <p:notesSz cx="13716000" cy="2438704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png"/><Relationship Id="rId15" Type="http://schemas.openxmlformats.org/officeDocument/2006/relationships/image" Target="../media/image-1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sv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sv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sv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pn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image" Target="../media/image-16-17.png"/><Relationship Id="rId18" Type="http://schemas.openxmlformats.org/officeDocument/2006/relationships/image" Target="../media/image-16-18.png"/><Relationship Id="rId19" Type="http://schemas.openxmlformats.org/officeDocument/2006/relationships/image" Target="../media/image-16-19.svg"/><Relationship Id="rId20" Type="http://schemas.openxmlformats.org/officeDocument/2006/relationships/image" Target="../media/image-16-20.png"/><Relationship Id="rId21" Type="http://schemas.openxmlformats.org/officeDocument/2006/relationships/image" Target="../media/image-16-21.svg"/><Relationship Id="rId22" Type="http://schemas.openxmlformats.org/officeDocument/2006/relationships/image" Target="../media/image-16-22.png"/><Relationship Id="rId23" Type="http://schemas.openxmlformats.org/officeDocument/2006/relationships/image" Target="../media/image-16-23.svg"/><Relationship Id="rId24" Type="http://schemas.openxmlformats.org/officeDocument/2006/relationships/image" Target="../media/image-16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svg"/><Relationship Id="rId19" Type="http://schemas.openxmlformats.org/officeDocument/2006/relationships/image" Target="../media/image-18-19.png"/><Relationship Id="rId20" Type="http://schemas.openxmlformats.org/officeDocument/2006/relationships/image" Target="../media/image-18-20.svg"/><Relationship Id="rId21" Type="http://schemas.openxmlformats.org/officeDocument/2006/relationships/image" Target="../media/image-18-21.png"/><Relationship Id="rId22" Type="http://schemas.openxmlformats.org/officeDocument/2006/relationships/image" Target="../media/image-18-22.svg"/><Relationship Id="rId23" Type="http://schemas.openxmlformats.org/officeDocument/2006/relationships/image" Target="../media/image-18-23.png"/><Relationship Id="rId24" Type="http://schemas.openxmlformats.org/officeDocument/2006/relationships/slideLayout" Target="../slideLayouts/slideLayout1.xml"/><Relationship Id="rId2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pn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image" Target="../media/image-1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image" Target="../media/image-20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7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429" y="0"/>
            <a:ext cx="20957619" cy="13716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31229" y="0"/>
            <a:ext cx="13755819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0" y="0"/>
            <a:ext cx="24387048" cy="1295400"/>
          </a:xfrm>
          <a:prstGeom prst="rect">
            <a:avLst/>
          </a:prstGeom>
          <a:noFill/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1"/>
          <p:cNvSpPr/>
          <p:nvPr/>
        </p:nvSpPr>
        <p:spPr>
          <a:xfrm>
            <a:off x="762095" y="508000"/>
            <a:ext cx="766329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Logo</a:t>
            </a:r>
            <a:endParaRPr lang="en-US" sz="2200" dirty="0"/>
          </a:p>
        </p:txBody>
      </p:sp>
      <p:sp>
        <p:nvSpPr>
          <p:cNvPr id="8" name="Text 2"/>
          <p:cNvSpPr/>
          <p:nvPr/>
        </p:nvSpPr>
        <p:spPr>
          <a:xfrm>
            <a:off x="20991490" y="508000"/>
            <a:ext cx="263346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pic>
        <p:nvPicPr>
          <p:cNvPr id="9" name="Image 4" descr=" 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420600"/>
            <a:ext cx="24387048" cy="129540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62095" y="12928600"/>
            <a:ext cx="1045764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TITTLE</a:t>
            </a:r>
            <a:endParaRPr lang="en-US" sz="2200" dirty="0"/>
          </a:p>
        </p:txBody>
      </p:sp>
      <p:sp>
        <p:nvSpPr>
          <p:cNvPr id="11" name="Text 4"/>
          <p:cNvSpPr/>
          <p:nvPr/>
        </p:nvSpPr>
        <p:spPr>
          <a:xfrm>
            <a:off x="22672334" y="12928600"/>
            <a:ext cx="1045764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TITTLE</a:t>
            </a:r>
            <a:endParaRPr lang="en-US" sz="2200" dirty="0"/>
          </a:p>
        </p:txBody>
      </p:sp>
      <p:sp>
        <p:nvSpPr>
          <p:cNvPr id="12" name="Text 5"/>
          <p:cNvSpPr/>
          <p:nvPr/>
        </p:nvSpPr>
        <p:spPr>
          <a:xfrm>
            <a:off x="762095" y="4775200"/>
            <a:ext cx="9615102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Short tag with description</a:t>
            </a:r>
            <a:endParaRPr lang="en-US" sz="6000" dirty="0"/>
          </a:p>
        </p:txBody>
      </p:sp>
      <p:sp>
        <p:nvSpPr>
          <p:cNvPr id="13" name="Text 6"/>
          <p:cNvSpPr/>
          <p:nvPr/>
        </p:nvSpPr>
        <p:spPr>
          <a:xfrm>
            <a:off x="762095" y="5842000"/>
            <a:ext cx="16279201" cy="694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20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Presentation</a:t>
            </a:r>
            <a:endParaRPr lang="en-US" sz="20000" dirty="0"/>
          </a:p>
          <a:p>
            <a:pPr algn="l" indent="0" marL="0">
              <a:lnSpc>
                <a:spcPts val="24000"/>
              </a:lnSpc>
              <a:buNone/>
            </a:pPr>
            <a:r>
              <a:rPr lang="en-US" sz="20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Title Here</a:t>
            </a:r>
            <a:endParaRPr lang="en-US" sz="2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9704013" cy="49022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Text 7"/>
          <p:cNvSpPr/>
          <p:nvPr/>
        </p:nvSpPr>
        <p:spPr>
          <a:xfrm>
            <a:off x="762095" y="3048000"/>
            <a:ext cx="9958045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  <p:pic>
        <p:nvPicPr>
          <p:cNvPr id="17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19" name="Shape 9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0" name="Text 10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1" name="Text 11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2" name="Text 12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12028403" y="3048000"/>
            <a:ext cx="11596549" cy="4114800"/>
          </a:xfrm>
          <a:prstGeom prst="rect">
            <a:avLst/>
          </a:prstGeom>
          <a:noFill/>
          <a:ln/>
        </p:spPr>
      </p:sp>
      <p:sp>
        <p:nvSpPr>
          <p:cNvPr id="20" name="Shape 11"/>
          <p:cNvSpPr/>
          <p:nvPr/>
        </p:nvSpPr>
        <p:spPr>
          <a:xfrm>
            <a:off x="12028403" y="3048000"/>
            <a:ext cx="11596549" cy="863600"/>
          </a:xfrm>
          <a:prstGeom prst="rect">
            <a:avLst/>
          </a:prstGeom>
          <a:noFill/>
          <a:ln/>
        </p:spPr>
      </p:sp>
      <p:sp>
        <p:nvSpPr>
          <p:cNvPr id="21" name="Text 12"/>
          <p:cNvSpPr/>
          <p:nvPr/>
        </p:nvSpPr>
        <p:spPr>
          <a:xfrm>
            <a:off x="12028403" y="3048000"/>
            <a:ext cx="44455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000" dirty="0"/>
          </a:p>
        </p:txBody>
      </p:sp>
      <p:sp>
        <p:nvSpPr>
          <p:cNvPr id="22" name="Text 13"/>
          <p:cNvSpPr/>
          <p:nvPr/>
        </p:nvSpPr>
        <p:spPr>
          <a:xfrm>
            <a:off x="16600975" y="3048000"/>
            <a:ext cx="712559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23" name="Shape 14"/>
          <p:cNvSpPr/>
          <p:nvPr/>
        </p:nvSpPr>
        <p:spPr>
          <a:xfrm>
            <a:off x="12028403" y="4673600"/>
            <a:ext cx="11596549" cy="863600"/>
          </a:xfrm>
          <a:prstGeom prst="rect">
            <a:avLst/>
          </a:prstGeom>
          <a:noFill/>
          <a:ln/>
        </p:spPr>
      </p:sp>
      <p:sp>
        <p:nvSpPr>
          <p:cNvPr id="24" name="Text 15"/>
          <p:cNvSpPr/>
          <p:nvPr/>
        </p:nvSpPr>
        <p:spPr>
          <a:xfrm>
            <a:off x="12028403" y="4673600"/>
            <a:ext cx="44455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000" dirty="0"/>
          </a:p>
        </p:txBody>
      </p:sp>
      <p:sp>
        <p:nvSpPr>
          <p:cNvPr id="25" name="Text 16"/>
          <p:cNvSpPr/>
          <p:nvPr/>
        </p:nvSpPr>
        <p:spPr>
          <a:xfrm>
            <a:off x="16600975" y="4673600"/>
            <a:ext cx="712559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26" name="Shape 17"/>
          <p:cNvSpPr/>
          <p:nvPr/>
        </p:nvSpPr>
        <p:spPr>
          <a:xfrm>
            <a:off x="12028403" y="6299200"/>
            <a:ext cx="11596549" cy="863600"/>
          </a:xfrm>
          <a:prstGeom prst="rect">
            <a:avLst/>
          </a:prstGeom>
          <a:noFill/>
          <a:ln/>
        </p:spPr>
      </p:sp>
      <p:sp>
        <p:nvSpPr>
          <p:cNvPr id="27" name="Text 18"/>
          <p:cNvSpPr/>
          <p:nvPr/>
        </p:nvSpPr>
        <p:spPr>
          <a:xfrm>
            <a:off x="12028403" y="6299200"/>
            <a:ext cx="44455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000" dirty="0"/>
          </a:p>
        </p:txBody>
      </p:sp>
      <p:sp>
        <p:nvSpPr>
          <p:cNvPr id="28" name="Text 19"/>
          <p:cNvSpPr/>
          <p:nvPr/>
        </p:nvSpPr>
        <p:spPr>
          <a:xfrm>
            <a:off x="16600975" y="6299200"/>
            <a:ext cx="712559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2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31" name="Shape 2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32" name="Text 2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3" name="Text 2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4" name="Text 2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1" name="Shape 1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2" name="Text 1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3" name="Text 1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pic>
        <p:nvPicPr>
          <p:cNvPr id="25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053807" y="1803400"/>
            <a:ext cx="11571146" cy="10642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14213076" y="666750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sp>
        <p:nvSpPr>
          <p:cNvPr id="27" name="Text 16"/>
          <p:cNvSpPr/>
          <p:nvPr/>
        </p:nvSpPr>
        <p:spPr>
          <a:xfrm>
            <a:off x="762095" y="8788400"/>
            <a:ext cx="9958045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74572" y="1803400"/>
            <a:ext cx="11050381" cy="49403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4479810" y="381000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21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95" y="7505700"/>
            <a:ext cx="11050381" cy="49403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2664115" y="951865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23" name="Image 9" descr=" 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5" name="Shape 13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6" name="Text 14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7" name="Text 15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8" name="Text 16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pic>
        <p:nvPicPr>
          <p:cNvPr id="9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0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1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15000575" y="5570079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762095" y="7835900"/>
            <a:ext cx="11050381" cy="4610100"/>
          </a:xfrm>
          <a:prstGeom prst="rect">
            <a:avLst/>
          </a:prstGeom>
          <a:noFill/>
          <a:ln/>
        </p:spPr>
      </p:sp>
      <p:sp>
        <p:nvSpPr>
          <p:cNvPr id="20" name="Shape 11"/>
          <p:cNvSpPr/>
          <p:nvPr/>
        </p:nvSpPr>
        <p:spPr>
          <a:xfrm>
            <a:off x="762095" y="7835900"/>
            <a:ext cx="2032254" cy="736600"/>
          </a:xfrm>
          <a:prstGeom prst="roundRect">
            <a:avLst>
              <a:gd name="adj" fmla="val 27310"/>
            </a:avLst>
          </a:prstGeom>
          <a:solidFill>
            <a:srgbClr val="FF7B00">
              <a:alpha val="100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1210885" y="8064500"/>
            <a:ext cx="113467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2200" dirty="0"/>
          </a:p>
        </p:txBody>
      </p:sp>
      <p:sp>
        <p:nvSpPr>
          <p:cNvPr id="22" name="Text 13"/>
          <p:cNvSpPr/>
          <p:nvPr/>
        </p:nvSpPr>
        <p:spPr>
          <a:xfrm>
            <a:off x="762095" y="8788400"/>
            <a:ext cx="9958045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  <p:sp>
        <p:nvSpPr>
          <p:cNvPr id="23" name="Shape 14"/>
          <p:cNvSpPr/>
          <p:nvPr/>
        </p:nvSpPr>
        <p:spPr>
          <a:xfrm>
            <a:off x="12574572" y="7835900"/>
            <a:ext cx="11050381" cy="4610100"/>
          </a:xfrm>
          <a:prstGeom prst="rect">
            <a:avLst/>
          </a:prstGeom>
          <a:noFill/>
          <a:ln/>
        </p:spPr>
      </p:sp>
      <p:sp>
        <p:nvSpPr>
          <p:cNvPr id="24" name="Shape 15"/>
          <p:cNvSpPr/>
          <p:nvPr/>
        </p:nvSpPr>
        <p:spPr>
          <a:xfrm>
            <a:off x="12574572" y="7835900"/>
            <a:ext cx="2032254" cy="736600"/>
          </a:xfrm>
          <a:prstGeom prst="roundRect">
            <a:avLst>
              <a:gd name="adj" fmla="val 27310"/>
            </a:avLst>
          </a:prstGeom>
          <a:solidFill>
            <a:srgbClr val="FF7B00">
              <a:alpha val="100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13023361" y="8064500"/>
            <a:ext cx="113467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2200" dirty="0"/>
          </a:p>
        </p:txBody>
      </p:sp>
      <p:sp>
        <p:nvSpPr>
          <p:cNvPr id="26" name="Text 17"/>
          <p:cNvSpPr/>
          <p:nvPr/>
        </p:nvSpPr>
        <p:spPr>
          <a:xfrm>
            <a:off x="12574572" y="8788400"/>
            <a:ext cx="9958045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  <p:pic>
        <p:nvPicPr>
          <p:cNvPr id="27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9" name="Shape 19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30" name="Text 20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1" name="Text 21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2" name="Text 22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11177397" y="8661400"/>
            <a:ext cx="2540318" cy="3784600"/>
          </a:xfrm>
          <a:prstGeom prst="roundRect">
            <a:avLst>
              <a:gd name="adj" fmla="val 5039"/>
            </a:avLst>
          </a:prstGeom>
          <a:solidFill>
            <a:srgbClr val="FFDA36">
              <a:alpha val="100000"/>
            </a:srgbClr>
          </a:solidFill>
          <a:ln/>
        </p:spPr>
      </p:sp>
      <p:sp>
        <p:nvSpPr>
          <p:cNvPr id="20" name="Text 11"/>
          <p:cNvSpPr/>
          <p:nvPr/>
        </p:nvSpPr>
        <p:spPr>
          <a:xfrm>
            <a:off x="11791307" y="11130506"/>
            <a:ext cx="1325199" cy="118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Some</a:t>
            </a:r>
            <a:endParaRPr lang="en-US" sz="3400" dirty="0"/>
          </a:p>
          <a:p>
            <a:pPr algn="ctr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Title</a:t>
            </a:r>
            <a:endParaRPr lang="en-US" sz="3400" dirty="0"/>
          </a:p>
        </p:txBody>
      </p:sp>
      <p:sp>
        <p:nvSpPr>
          <p:cNvPr id="21" name="Shape 12"/>
          <p:cNvSpPr/>
          <p:nvPr/>
        </p:nvSpPr>
        <p:spPr>
          <a:xfrm>
            <a:off x="14479810" y="5854700"/>
            <a:ext cx="2540318" cy="6591300"/>
          </a:xfrm>
          <a:prstGeom prst="roundRect">
            <a:avLst>
              <a:gd name="adj" fmla="val 5039"/>
            </a:avLst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22" name="Text 13"/>
          <p:cNvSpPr/>
          <p:nvPr/>
        </p:nvSpPr>
        <p:spPr>
          <a:xfrm>
            <a:off x="15093720" y="11130506"/>
            <a:ext cx="1325199" cy="118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Some</a:t>
            </a:r>
            <a:endParaRPr lang="en-US" sz="3400" dirty="0"/>
          </a:p>
          <a:p>
            <a:pPr algn="ctr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Title</a:t>
            </a:r>
            <a:endParaRPr lang="en-US" sz="3400" dirty="0"/>
          </a:p>
        </p:txBody>
      </p:sp>
      <p:sp>
        <p:nvSpPr>
          <p:cNvPr id="23" name="Shape 14"/>
          <p:cNvSpPr/>
          <p:nvPr/>
        </p:nvSpPr>
        <p:spPr>
          <a:xfrm>
            <a:off x="17782222" y="6680200"/>
            <a:ext cx="2540318" cy="5765800"/>
          </a:xfrm>
          <a:prstGeom prst="roundRect">
            <a:avLst>
              <a:gd name="adj" fmla="val 5039"/>
            </a:avLst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24" name="Text 15"/>
          <p:cNvSpPr/>
          <p:nvPr/>
        </p:nvSpPr>
        <p:spPr>
          <a:xfrm>
            <a:off x="18396133" y="11130506"/>
            <a:ext cx="1325199" cy="118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Some</a:t>
            </a:r>
            <a:endParaRPr lang="en-US" sz="3400" dirty="0"/>
          </a:p>
          <a:p>
            <a:pPr algn="ctr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Title</a:t>
            </a:r>
            <a:endParaRPr lang="en-US" sz="3400" dirty="0"/>
          </a:p>
        </p:txBody>
      </p:sp>
      <p:sp>
        <p:nvSpPr>
          <p:cNvPr id="25" name="Shape 16"/>
          <p:cNvSpPr/>
          <p:nvPr/>
        </p:nvSpPr>
        <p:spPr>
          <a:xfrm>
            <a:off x="21084635" y="3327400"/>
            <a:ext cx="2540318" cy="9118600"/>
          </a:xfrm>
          <a:prstGeom prst="roundRect">
            <a:avLst>
              <a:gd name="adj" fmla="val 5039"/>
            </a:avLst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26" name="Text 17"/>
          <p:cNvSpPr/>
          <p:nvPr/>
        </p:nvSpPr>
        <p:spPr>
          <a:xfrm>
            <a:off x="21698545" y="11130506"/>
            <a:ext cx="1325199" cy="118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Some</a:t>
            </a:r>
            <a:endParaRPr lang="en-US" sz="3400" dirty="0"/>
          </a:p>
          <a:p>
            <a:pPr algn="ctr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242424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Title</a:t>
            </a:r>
            <a:endParaRPr lang="en-US" sz="3400" dirty="0"/>
          </a:p>
        </p:txBody>
      </p:sp>
      <p:pic>
        <p:nvPicPr>
          <p:cNvPr id="27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9" name="Shape 19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30" name="Text 20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1" name="Text 21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2" name="Text 22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pic>
        <p:nvPicPr>
          <p:cNvPr id="9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0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1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2" name="Shape 3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3" name="Shape 4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4" name="Text 5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5" name="Shape 6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6" name="Text 7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7" name="Text 8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8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53807" y="1803400"/>
            <a:ext cx="11571146" cy="713740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14216208" y="491490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sp>
        <p:nvSpPr>
          <p:cNvPr id="20" name="Text 10"/>
          <p:cNvSpPr/>
          <p:nvPr/>
        </p:nvSpPr>
        <p:spPr>
          <a:xfrm>
            <a:off x="12164102" y="9702800"/>
            <a:ext cx="11539392" cy="299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 the presentation.</a:t>
            </a:r>
            <a:endParaRPr lang="en-US" sz="6000" dirty="0"/>
          </a:p>
        </p:txBody>
      </p:sp>
      <p:pic>
        <p:nvPicPr>
          <p:cNvPr id="21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3" name="Shape 12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4" name="Text 13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5" name="Text 14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6" name="Text 15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8548168" y="3048000"/>
            <a:ext cx="15076784" cy="9410700"/>
          </a:xfrm>
          <a:prstGeom prst="rect">
            <a:avLst/>
          </a:prstGeom>
          <a:noFill/>
          <a:ln/>
        </p:spPr>
      </p:sp>
      <p:pic>
        <p:nvPicPr>
          <p:cNvPr id="20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85461" y="3048000"/>
            <a:ext cx="11939492" cy="2019300"/>
          </a:xfrm>
          <a:prstGeom prst="rect">
            <a:avLst/>
          </a:prstGeom>
        </p:spPr>
      </p:pic>
      <p:pic>
        <p:nvPicPr>
          <p:cNvPr id="21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76997" y="5511800"/>
            <a:ext cx="14047956" cy="2019300"/>
          </a:xfrm>
          <a:prstGeom prst="rect">
            <a:avLst/>
          </a:prstGeom>
        </p:spPr>
      </p:pic>
      <p:pic>
        <p:nvPicPr>
          <p:cNvPr id="22" name="Image 9" descr=" 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958045" y="5676900"/>
            <a:ext cx="12193524" cy="1689100"/>
          </a:xfrm>
          <a:prstGeom prst="rect">
            <a:avLst/>
          </a:prstGeom>
        </p:spPr>
      </p:pic>
      <p:sp>
        <p:nvSpPr>
          <p:cNvPr id="23" name="Shape 11"/>
          <p:cNvSpPr/>
          <p:nvPr/>
        </p:nvSpPr>
        <p:spPr>
          <a:xfrm>
            <a:off x="10212076" y="5930900"/>
            <a:ext cx="11685461" cy="1181100"/>
          </a:xfrm>
          <a:prstGeom prst="rect">
            <a:avLst/>
          </a:prstGeom>
          <a:noFill/>
          <a:ln/>
        </p:spPr>
      </p:sp>
      <p:sp>
        <p:nvSpPr>
          <p:cNvPr id="24" name="Text 12"/>
          <p:cNvSpPr/>
          <p:nvPr/>
        </p:nvSpPr>
        <p:spPr>
          <a:xfrm>
            <a:off x="10212076" y="5930900"/>
            <a:ext cx="11829412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25" name="Text 13"/>
          <p:cNvSpPr/>
          <p:nvPr/>
        </p:nvSpPr>
        <p:spPr>
          <a:xfrm>
            <a:off x="10212076" y="6654800"/>
            <a:ext cx="11795541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600" dirty="0"/>
          </a:p>
        </p:txBody>
      </p:sp>
      <p:pic>
        <p:nvPicPr>
          <p:cNvPr id="26" name="Image 10" descr=" 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31229" y="7975600"/>
            <a:ext cx="12993724" cy="2019300"/>
          </a:xfrm>
          <a:prstGeom prst="rect">
            <a:avLst/>
          </a:prstGeom>
        </p:spPr>
      </p:pic>
      <p:pic>
        <p:nvPicPr>
          <p:cNvPr id="27" name="Image 11" descr=" 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2276" y="8140700"/>
            <a:ext cx="12193524" cy="1689100"/>
          </a:xfrm>
          <a:prstGeom prst="rect">
            <a:avLst/>
          </a:prstGeom>
        </p:spPr>
      </p:pic>
      <p:sp>
        <p:nvSpPr>
          <p:cNvPr id="28" name="Shape 14"/>
          <p:cNvSpPr/>
          <p:nvPr/>
        </p:nvSpPr>
        <p:spPr>
          <a:xfrm>
            <a:off x="11266308" y="8394700"/>
            <a:ext cx="11685461" cy="1181100"/>
          </a:xfrm>
          <a:prstGeom prst="rect">
            <a:avLst/>
          </a:prstGeom>
          <a:noFill/>
          <a:ln/>
        </p:spPr>
      </p:sp>
      <p:sp>
        <p:nvSpPr>
          <p:cNvPr id="29" name="Text 15"/>
          <p:cNvSpPr/>
          <p:nvPr/>
        </p:nvSpPr>
        <p:spPr>
          <a:xfrm>
            <a:off x="11266308" y="8394700"/>
            <a:ext cx="11829412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0" name="Text 16"/>
          <p:cNvSpPr/>
          <p:nvPr/>
        </p:nvSpPr>
        <p:spPr>
          <a:xfrm>
            <a:off x="11266308" y="9118600"/>
            <a:ext cx="11795541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600" dirty="0"/>
          </a:p>
        </p:txBody>
      </p:sp>
      <p:pic>
        <p:nvPicPr>
          <p:cNvPr id="31" name="Image 12" descr=" 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48168" y="10439400"/>
            <a:ext cx="15076784" cy="2019300"/>
          </a:xfrm>
          <a:prstGeom prst="rect">
            <a:avLst/>
          </a:prstGeom>
        </p:spPr>
      </p:pic>
      <p:pic>
        <p:nvPicPr>
          <p:cNvPr id="32" name="Image 13" descr=" 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929216" y="10604500"/>
            <a:ext cx="12193524" cy="1689100"/>
          </a:xfrm>
          <a:prstGeom prst="rect">
            <a:avLst/>
          </a:prstGeom>
        </p:spPr>
      </p:pic>
      <p:sp>
        <p:nvSpPr>
          <p:cNvPr id="33" name="Shape 17"/>
          <p:cNvSpPr/>
          <p:nvPr/>
        </p:nvSpPr>
        <p:spPr>
          <a:xfrm>
            <a:off x="9183248" y="10858500"/>
            <a:ext cx="11685461" cy="1181100"/>
          </a:xfrm>
          <a:prstGeom prst="rect">
            <a:avLst/>
          </a:prstGeom>
          <a:noFill/>
          <a:ln/>
        </p:spPr>
      </p:sp>
      <p:sp>
        <p:nvSpPr>
          <p:cNvPr id="34" name="Text 18"/>
          <p:cNvSpPr/>
          <p:nvPr/>
        </p:nvSpPr>
        <p:spPr>
          <a:xfrm>
            <a:off x="9183248" y="10858500"/>
            <a:ext cx="11829412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5" name="Text 19"/>
          <p:cNvSpPr/>
          <p:nvPr/>
        </p:nvSpPr>
        <p:spPr>
          <a:xfrm>
            <a:off x="9183248" y="11582400"/>
            <a:ext cx="11795541" cy="567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600" dirty="0"/>
          </a:p>
        </p:txBody>
      </p:sp>
      <p:pic>
        <p:nvPicPr>
          <p:cNvPr id="36" name="Image 14" descr=" 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37" name="Text 2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38" name="Shape 2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39" name="Text 2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40" name="Text 2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41" name="Text 2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12028403" y="3048000"/>
            <a:ext cx="11596549" cy="4114800"/>
          </a:xfrm>
          <a:prstGeom prst="rect">
            <a:avLst/>
          </a:prstGeom>
          <a:noFill/>
          <a:ln/>
        </p:spPr>
      </p:sp>
      <p:sp>
        <p:nvSpPr>
          <p:cNvPr id="20" name="Shape 11"/>
          <p:cNvSpPr/>
          <p:nvPr/>
        </p:nvSpPr>
        <p:spPr>
          <a:xfrm>
            <a:off x="12028403" y="3048000"/>
            <a:ext cx="11596549" cy="863600"/>
          </a:xfrm>
          <a:prstGeom prst="rect">
            <a:avLst/>
          </a:prstGeom>
          <a:noFill/>
          <a:ln/>
        </p:spPr>
      </p:sp>
      <p:sp>
        <p:nvSpPr>
          <p:cNvPr id="21" name="Text 12"/>
          <p:cNvSpPr/>
          <p:nvPr/>
        </p:nvSpPr>
        <p:spPr>
          <a:xfrm>
            <a:off x="12028403" y="3048000"/>
            <a:ext cx="44455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000" dirty="0"/>
          </a:p>
        </p:txBody>
      </p:sp>
      <p:sp>
        <p:nvSpPr>
          <p:cNvPr id="22" name="Text 13"/>
          <p:cNvSpPr/>
          <p:nvPr/>
        </p:nvSpPr>
        <p:spPr>
          <a:xfrm>
            <a:off x="16600975" y="3048000"/>
            <a:ext cx="712559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23" name="Shape 14"/>
          <p:cNvSpPr/>
          <p:nvPr/>
        </p:nvSpPr>
        <p:spPr>
          <a:xfrm>
            <a:off x="12028403" y="4673600"/>
            <a:ext cx="11596549" cy="863600"/>
          </a:xfrm>
          <a:prstGeom prst="rect">
            <a:avLst/>
          </a:prstGeom>
          <a:noFill/>
          <a:ln/>
        </p:spPr>
      </p:sp>
      <p:sp>
        <p:nvSpPr>
          <p:cNvPr id="24" name="Text 15"/>
          <p:cNvSpPr/>
          <p:nvPr/>
        </p:nvSpPr>
        <p:spPr>
          <a:xfrm>
            <a:off x="12028403" y="4673600"/>
            <a:ext cx="44455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000" dirty="0"/>
          </a:p>
        </p:txBody>
      </p:sp>
      <p:sp>
        <p:nvSpPr>
          <p:cNvPr id="25" name="Text 16"/>
          <p:cNvSpPr/>
          <p:nvPr/>
        </p:nvSpPr>
        <p:spPr>
          <a:xfrm>
            <a:off x="16600975" y="4673600"/>
            <a:ext cx="712559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26" name="Shape 17"/>
          <p:cNvSpPr/>
          <p:nvPr/>
        </p:nvSpPr>
        <p:spPr>
          <a:xfrm>
            <a:off x="12028403" y="6299200"/>
            <a:ext cx="11596549" cy="863600"/>
          </a:xfrm>
          <a:prstGeom prst="rect">
            <a:avLst/>
          </a:prstGeom>
          <a:noFill/>
          <a:ln/>
        </p:spPr>
      </p:sp>
      <p:sp>
        <p:nvSpPr>
          <p:cNvPr id="27" name="Text 18"/>
          <p:cNvSpPr/>
          <p:nvPr/>
        </p:nvSpPr>
        <p:spPr>
          <a:xfrm>
            <a:off x="12028403" y="6299200"/>
            <a:ext cx="444555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000" dirty="0"/>
          </a:p>
        </p:txBody>
      </p:sp>
      <p:sp>
        <p:nvSpPr>
          <p:cNvPr id="28" name="Text 19"/>
          <p:cNvSpPr/>
          <p:nvPr/>
        </p:nvSpPr>
        <p:spPr>
          <a:xfrm>
            <a:off x="16600975" y="6299200"/>
            <a:ext cx="7125591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2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31" name="Shape 2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32" name="Text 2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3" name="Text 2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4" name="Text 2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74572" y="1803400"/>
            <a:ext cx="11050381" cy="10642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4476591" y="660400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21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95" y="7505700"/>
            <a:ext cx="11050381" cy="49403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2664115" y="945515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23" name="Image 9" descr=" 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5" name="Shape 13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6" name="Text 14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7" name="Text 15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8" name="Text 16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1" name="Shape 1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2" name="Text 1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3" name="Text 1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5" name="Shape 15"/>
          <p:cNvSpPr/>
          <p:nvPr/>
        </p:nvSpPr>
        <p:spPr>
          <a:xfrm>
            <a:off x="11380622" y="2641600"/>
            <a:ext cx="5868133" cy="4648200"/>
          </a:xfrm>
          <a:prstGeom prst="roundRect">
            <a:avLst>
              <a:gd name="adj" fmla="val 2754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26" name="Text 16"/>
          <p:cNvSpPr/>
          <p:nvPr/>
        </p:nvSpPr>
        <p:spPr>
          <a:xfrm>
            <a:off x="11634654" y="28956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27" name="Shape 17"/>
          <p:cNvSpPr/>
          <p:nvPr/>
        </p:nvSpPr>
        <p:spPr>
          <a:xfrm>
            <a:off x="11634654" y="3568700"/>
            <a:ext cx="5360070" cy="3467100"/>
          </a:xfrm>
          <a:prstGeom prst="rect">
            <a:avLst/>
          </a:prstGeom>
          <a:noFill/>
          <a:ln/>
        </p:spPr>
      </p:sp>
      <p:sp>
        <p:nvSpPr>
          <p:cNvPr id="28" name="Text 18"/>
          <p:cNvSpPr/>
          <p:nvPr/>
        </p:nvSpPr>
        <p:spPr>
          <a:xfrm>
            <a:off x="11634654" y="3568700"/>
            <a:ext cx="550402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29" name="Text 19"/>
          <p:cNvSpPr/>
          <p:nvPr/>
        </p:nvSpPr>
        <p:spPr>
          <a:xfrm>
            <a:off x="11634654" y="4292600"/>
            <a:ext cx="5470150" cy="285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 Add more paragraphs to explain something else. If you don’t need them, just delete them.</a:t>
            </a:r>
            <a:endParaRPr lang="en-US" sz="2600" dirty="0"/>
          </a:p>
        </p:txBody>
      </p:sp>
      <p:sp>
        <p:nvSpPr>
          <p:cNvPr id="30" name="Shape 20"/>
          <p:cNvSpPr/>
          <p:nvPr/>
        </p:nvSpPr>
        <p:spPr>
          <a:xfrm>
            <a:off x="11380622" y="7797800"/>
            <a:ext cx="5868133" cy="4648200"/>
          </a:xfrm>
          <a:prstGeom prst="roundRect">
            <a:avLst>
              <a:gd name="adj" fmla="val 2754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31" name="Text 21"/>
          <p:cNvSpPr/>
          <p:nvPr/>
        </p:nvSpPr>
        <p:spPr>
          <a:xfrm>
            <a:off x="11634654" y="80518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32" name="Shape 22"/>
          <p:cNvSpPr/>
          <p:nvPr/>
        </p:nvSpPr>
        <p:spPr>
          <a:xfrm>
            <a:off x="11634654" y="8724900"/>
            <a:ext cx="5360070" cy="3467100"/>
          </a:xfrm>
          <a:prstGeom prst="rect">
            <a:avLst/>
          </a:prstGeom>
          <a:noFill/>
          <a:ln/>
        </p:spPr>
      </p:sp>
      <p:sp>
        <p:nvSpPr>
          <p:cNvPr id="33" name="Text 23"/>
          <p:cNvSpPr/>
          <p:nvPr/>
        </p:nvSpPr>
        <p:spPr>
          <a:xfrm>
            <a:off x="11634654" y="8724900"/>
            <a:ext cx="550402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4" name="Text 24"/>
          <p:cNvSpPr/>
          <p:nvPr/>
        </p:nvSpPr>
        <p:spPr>
          <a:xfrm>
            <a:off x="11634654" y="9448800"/>
            <a:ext cx="5470150" cy="285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 Add more paragraphs to explain something else. If you don’t need them, just delete them.</a:t>
            </a:r>
            <a:endParaRPr lang="en-US" sz="2600" dirty="0"/>
          </a:p>
        </p:txBody>
      </p:sp>
      <p:sp>
        <p:nvSpPr>
          <p:cNvPr id="35" name="Shape 25"/>
          <p:cNvSpPr/>
          <p:nvPr/>
        </p:nvSpPr>
        <p:spPr>
          <a:xfrm>
            <a:off x="17756819" y="2641600"/>
            <a:ext cx="5868133" cy="4648200"/>
          </a:xfrm>
          <a:prstGeom prst="roundRect">
            <a:avLst>
              <a:gd name="adj" fmla="val 2754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36" name="Text 26"/>
          <p:cNvSpPr/>
          <p:nvPr/>
        </p:nvSpPr>
        <p:spPr>
          <a:xfrm>
            <a:off x="18010851" y="28956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37" name="Shape 27"/>
          <p:cNvSpPr/>
          <p:nvPr/>
        </p:nvSpPr>
        <p:spPr>
          <a:xfrm>
            <a:off x="18010851" y="3568700"/>
            <a:ext cx="5360070" cy="3467100"/>
          </a:xfrm>
          <a:prstGeom prst="rect">
            <a:avLst/>
          </a:prstGeom>
          <a:noFill/>
          <a:ln/>
        </p:spPr>
      </p:sp>
      <p:sp>
        <p:nvSpPr>
          <p:cNvPr id="38" name="Text 28"/>
          <p:cNvSpPr/>
          <p:nvPr/>
        </p:nvSpPr>
        <p:spPr>
          <a:xfrm>
            <a:off x="18010851" y="3568700"/>
            <a:ext cx="550402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9" name="Text 29"/>
          <p:cNvSpPr/>
          <p:nvPr/>
        </p:nvSpPr>
        <p:spPr>
          <a:xfrm>
            <a:off x="18010851" y="4292600"/>
            <a:ext cx="5470150" cy="285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 Add more paragraphs to explain something else. If you don’t need them, just delete them.</a:t>
            </a:r>
            <a:endParaRPr lang="en-US" sz="2600" dirty="0"/>
          </a:p>
        </p:txBody>
      </p:sp>
      <p:sp>
        <p:nvSpPr>
          <p:cNvPr id="40" name="Shape 30"/>
          <p:cNvSpPr/>
          <p:nvPr/>
        </p:nvSpPr>
        <p:spPr>
          <a:xfrm>
            <a:off x="17756819" y="7797800"/>
            <a:ext cx="5868133" cy="4648200"/>
          </a:xfrm>
          <a:prstGeom prst="roundRect">
            <a:avLst>
              <a:gd name="adj" fmla="val 2754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41" name="Text 31"/>
          <p:cNvSpPr/>
          <p:nvPr/>
        </p:nvSpPr>
        <p:spPr>
          <a:xfrm>
            <a:off x="18010851" y="80518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42" name="Shape 32"/>
          <p:cNvSpPr/>
          <p:nvPr/>
        </p:nvSpPr>
        <p:spPr>
          <a:xfrm>
            <a:off x="18010851" y="8724900"/>
            <a:ext cx="5360070" cy="3467100"/>
          </a:xfrm>
          <a:prstGeom prst="rect">
            <a:avLst/>
          </a:prstGeom>
          <a:noFill/>
          <a:ln/>
        </p:spPr>
      </p:sp>
      <p:sp>
        <p:nvSpPr>
          <p:cNvPr id="43" name="Text 33"/>
          <p:cNvSpPr/>
          <p:nvPr/>
        </p:nvSpPr>
        <p:spPr>
          <a:xfrm>
            <a:off x="18010851" y="8724900"/>
            <a:ext cx="550402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44" name="Text 34"/>
          <p:cNvSpPr/>
          <p:nvPr/>
        </p:nvSpPr>
        <p:spPr>
          <a:xfrm>
            <a:off x="18010851" y="9448800"/>
            <a:ext cx="5470150" cy="285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 Add more paragraphs to explain something else. If you don’t need them, just delete them.</a:t>
            </a:r>
            <a:endParaRPr lang="en-US" sz="2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5715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1" name="Shape 1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2" name="Text 1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3" name="Text 1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5" name="Shape 15"/>
          <p:cNvSpPr/>
          <p:nvPr/>
        </p:nvSpPr>
        <p:spPr>
          <a:xfrm>
            <a:off x="762095" y="7874000"/>
            <a:ext cx="4572572" cy="4572000"/>
          </a:xfrm>
          <a:prstGeom prst="rect">
            <a:avLst/>
          </a:prstGeom>
          <a:noFill/>
          <a:ln/>
        </p:spPr>
      </p:sp>
      <p:sp>
        <p:nvSpPr>
          <p:cNvPr id="26" name="Text 16"/>
          <p:cNvSpPr/>
          <p:nvPr/>
        </p:nvSpPr>
        <p:spPr>
          <a:xfrm>
            <a:off x="762095" y="7874000"/>
            <a:ext cx="174435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27" name="Text 17"/>
          <p:cNvSpPr/>
          <p:nvPr/>
        </p:nvSpPr>
        <p:spPr>
          <a:xfrm>
            <a:off x="762095" y="10617200"/>
            <a:ext cx="4682652" cy="193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</a:t>
            </a:r>
            <a:endParaRPr lang="en-US" sz="2600" dirty="0"/>
          </a:p>
        </p:txBody>
      </p:sp>
      <p:sp>
        <p:nvSpPr>
          <p:cNvPr id="28" name="Shape 18"/>
          <p:cNvSpPr/>
          <p:nvPr/>
        </p:nvSpPr>
        <p:spPr>
          <a:xfrm>
            <a:off x="6858857" y="7874000"/>
            <a:ext cx="4572572" cy="4572000"/>
          </a:xfrm>
          <a:prstGeom prst="rect">
            <a:avLst/>
          </a:prstGeom>
          <a:noFill/>
          <a:ln/>
        </p:spPr>
      </p:sp>
      <p:sp>
        <p:nvSpPr>
          <p:cNvPr id="29" name="Text 19"/>
          <p:cNvSpPr/>
          <p:nvPr/>
        </p:nvSpPr>
        <p:spPr>
          <a:xfrm>
            <a:off x="6858857" y="7874000"/>
            <a:ext cx="174435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0" name="Text 20"/>
          <p:cNvSpPr/>
          <p:nvPr/>
        </p:nvSpPr>
        <p:spPr>
          <a:xfrm>
            <a:off x="6858857" y="10617200"/>
            <a:ext cx="4682652" cy="193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</a:t>
            </a:r>
            <a:endParaRPr lang="en-US" sz="2600" dirty="0"/>
          </a:p>
        </p:txBody>
      </p:sp>
      <p:sp>
        <p:nvSpPr>
          <p:cNvPr id="31" name="Shape 21"/>
          <p:cNvSpPr/>
          <p:nvPr/>
        </p:nvSpPr>
        <p:spPr>
          <a:xfrm>
            <a:off x="12955619" y="7874000"/>
            <a:ext cx="4572572" cy="4572000"/>
          </a:xfrm>
          <a:prstGeom prst="rect">
            <a:avLst/>
          </a:prstGeom>
          <a:noFill/>
          <a:ln/>
        </p:spPr>
      </p:sp>
      <p:sp>
        <p:nvSpPr>
          <p:cNvPr id="32" name="Text 22"/>
          <p:cNvSpPr/>
          <p:nvPr/>
        </p:nvSpPr>
        <p:spPr>
          <a:xfrm>
            <a:off x="12955619" y="7874000"/>
            <a:ext cx="174435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3" name="Text 23"/>
          <p:cNvSpPr/>
          <p:nvPr/>
        </p:nvSpPr>
        <p:spPr>
          <a:xfrm>
            <a:off x="12955619" y="10617200"/>
            <a:ext cx="4682652" cy="193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</a:t>
            </a:r>
            <a:endParaRPr lang="en-US" sz="2600" dirty="0"/>
          </a:p>
        </p:txBody>
      </p:sp>
      <p:sp>
        <p:nvSpPr>
          <p:cNvPr id="34" name="Shape 24"/>
          <p:cNvSpPr/>
          <p:nvPr/>
        </p:nvSpPr>
        <p:spPr>
          <a:xfrm>
            <a:off x="19052381" y="7874000"/>
            <a:ext cx="4572572" cy="4572000"/>
          </a:xfrm>
          <a:prstGeom prst="rect">
            <a:avLst/>
          </a:prstGeom>
          <a:noFill/>
          <a:ln/>
        </p:spPr>
      </p:sp>
      <p:sp>
        <p:nvSpPr>
          <p:cNvPr id="35" name="Text 25"/>
          <p:cNvSpPr/>
          <p:nvPr/>
        </p:nvSpPr>
        <p:spPr>
          <a:xfrm>
            <a:off x="19052381" y="7874000"/>
            <a:ext cx="174435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6" name="Text 26"/>
          <p:cNvSpPr/>
          <p:nvPr/>
        </p:nvSpPr>
        <p:spPr>
          <a:xfrm>
            <a:off x="19052381" y="10617200"/>
            <a:ext cx="4682652" cy="193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</a:t>
            </a:r>
            <a:endParaRPr lang="en-US" sz="2600" dirty="0"/>
          </a:p>
        </p:txBody>
      </p:sp>
      <p:pic>
        <p:nvPicPr>
          <p:cNvPr id="37" name="Image 8" descr=" 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84060" y="7874000"/>
            <a:ext cx="25403" cy="4572000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6058657" y="8382000"/>
            <a:ext cx="76210" cy="5207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39" name="Image 9" descr=" 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180822" y="7874000"/>
            <a:ext cx="25403" cy="4572000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12155419" y="9899650"/>
            <a:ext cx="76210" cy="5207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  <p:pic>
        <p:nvPicPr>
          <p:cNvPr id="41" name="Image 10" descr=" 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8277584" y="7874000"/>
            <a:ext cx="25403" cy="4572000"/>
          </a:xfrm>
          <a:prstGeom prst="rect">
            <a:avLst/>
          </a:prstGeom>
        </p:spPr>
      </p:pic>
      <p:sp>
        <p:nvSpPr>
          <p:cNvPr id="42" name="Shape 29"/>
          <p:cNvSpPr/>
          <p:nvPr/>
        </p:nvSpPr>
        <p:spPr>
          <a:xfrm>
            <a:off x="18252181" y="11417300"/>
            <a:ext cx="76210" cy="520700"/>
          </a:xfrm>
          <a:prstGeom prst="rect">
            <a:avLst/>
          </a:prstGeom>
          <a:solidFill>
            <a:srgbClr val="FFFFFF">
              <a:alpha val="100000"/>
            </a:srgbClr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pic>
        <p:nvPicPr>
          <p:cNvPr id="13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7020127" y="1803400"/>
            <a:ext cx="6604826" cy="6350000"/>
          </a:xfrm>
          <a:prstGeom prst="rect">
            <a:avLst/>
          </a:prstGeom>
        </p:spPr>
      </p:pic>
      <p:sp>
        <p:nvSpPr>
          <p:cNvPr id="14" name="Text 4"/>
          <p:cNvSpPr/>
          <p:nvPr/>
        </p:nvSpPr>
        <p:spPr>
          <a:xfrm>
            <a:off x="17748847" y="4292600"/>
            <a:ext cx="5147387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15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2095" y="1803400"/>
            <a:ext cx="6604826" cy="6350000"/>
          </a:xfrm>
          <a:prstGeom prst="rect">
            <a:avLst/>
          </a:prstGeom>
        </p:spPr>
      </p:pic>
      <p:sp>
        <p:nvSpPr>
          <p:cNvPr id="16" name="Text 5"/>
          <p:cNvSpPr/>
          <p:nvPr/>
        </p:nvSpPr>
        <p:spPr>
          <a:xfrm>
            <a:off x="1490815" y="4292600"/>
            <a:ext cx="5147387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17" name="Image 9" descr=" 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891111" y="6096000"/>
            <a:ext cx="6604826" cy="6350000"/>
          </a:xfrm>
          <a:prstGeom prst="rect">
            <a:avLst/>
          </a:prstGeom>
        </p:spPr>
      </p:pic>
      <p:sp>
        <p:nvSpPr>
          <p:cNvPr id="18" name="Text 6"/>
          <p:cNvSpPr/>
          <p:nvPr/>
        </p:nvSpPr>
        <p:spPr>
          <a:xfrm>
            <a:off x="9619831" y="8585200"/>
            <a:ext cx="5147387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sp>
        <p:nvSpPr>
          <p:cNvPr id="19" name="Shape 7"/>
          <p:cNvSpPr/>
          <p:nvPr/>
        </p:nvSpPr>
        <p:spPr>
          <a:xfrm>
            <a:off x="8891111" y="1803400"/>
            <a:ext cx="6604826" cy="3327400"/>
          </a:xfrm>
          <a:prstGeom prst="rect">
            <a:avLst/>
          </a:prstGeom>
          <a:noFill/>
          <a:ln/>
        </p:spPr>
      </p:sp>
      <p:sp>
        <p:nvSpPr>
          <p:cNvPr id="20" name="Shape 8"/>
          <p:cNvSpPr/>
          <p:nvPr/>
        </p:nvSpPr>
        <p:spPr>
          <a:xfrm>
            <a:off x="11234554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21" name="Text 9"/>
          <p:cNvSpPr/>
          <p:nvPr/>
        </p:nvSpPr>
        <p:spPr>
          <a:xfrm>
            <a:off x="11442013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22" name="Shape 10"/>
          <p:cNvSpPr/>
          <p:nvPr/>
        </p:nvSpPr>
        <p:spPr>
          <a:xfrm>
            <a:off x="8891111" y="3048000"/>
            <a:ext cx="6604826" cy="2082800"/>
          </a:xfrm>
          <a:prstGeom prst="rect">
            <a:avLst/>
          </a:prstGeom>
          <a:noFill/>
          <a:ln/>
        </p:spPr>
      </p:sp>
      <p:sp>
        <p:nvSpPr>
          <p:cNvPr id="23" name="Text 11"/>
          <p:cNvSpPr/>
          <p:nvPr/>
        </p:nvSpPr>
        <p:spPr>
          <a:xfrm>
            <a:off x="8764095" y="3048000"/>
            <a:ext cx="6858857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24" name="Text 12"/>
          <p:cNvSpPr/>
          <p:nvPr/>
        </p:nvSpPr>
        <p:spPr>
          <a:xfrm>
            <a:off x="8840305" y="4267200"/>
            <a:ext cx="6706438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25" name="Image 10" descr=" 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7" name="Shape 14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8" name="Text 15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9" name="Text 16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0" name="Text 17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542888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7112000"/>
            <a:ext cx="11050381" cy="1270000"/>
          </a:xfrm>
          <a:prstGeom prst="rect">
            <a:avLst/>
          </a:prstGeom>
          <a:noFill/>
          <a:ln/>
        </p:spPr>
      </p:sp>
      <p:sp>
        <p:nvSpPr>
          <p:cNvPr id="14" name="Text 5"/>
          <p:cNvSpPr/>
          <p:nvPr/>
        </p:nvSpPr>
        <p:spPr>
          <a:xfrm>
            <a:off x="762095" y="7112000"/>
            <a:ext cx="5135675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10000" dirty="0"/>
          </a:p>
        </p:txBody>
      </p:sp>
      <p:sp>
        <p:nvSpPr>
          <p:cNvPr id="15" name="Text 6"/>
          <p:cNvSpPr/>
          <p:nvPr/>
        </p:nvSpPr>
        <p:spPr>
          <a:xfrm>
            <a:off x="6338092" y="7156450"/>
            <a:ext cx="5584465" cy="129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600" dirty="0"/>
          </a:p>
        </p:txBody>
      </p:sp>
      <p:sp>
        <p:nvSpPr>
          <p:cNvPr id="16" name="Shape 7"/>
          <p:cNvSpPr/>
          <p:nvPr/>
        </p:nvSpPr>
        <p:spPr>
          <a:xfrm>
            <a:off x="762095" y="9144000"/>
            <a:ext cx="11050381" cy="12700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9144000"/>
            <a:ext cx="5135675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10000" dirty="0"/>
          </a:p>
        </p:txBody>
      </p:sp>
      <p:sp>
        <p:nvSpPr>
          <p:cNvPr id="18" name="Text 9"/>
          <p:cNvSpPr/>
          <p:nvPr/>
        </p:nvSpPr>
        <p:spPr>
          <a:xfrm>
            <a:off x="6338092" y="9188450"/>
            <a:ext cx="5584465" cy="129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600" dirty="0"/>
          </a:p>
        </p:txBody>
      </p:sp>
      <p:sp>
        <p:nvSpPr>
          <p:cNvPr id="19" name="Shape 10"/>
          <p:cNvSpPr/>
          <p:nvPr/>
        </p:nvSpPr>
        <p:spPr>
          <a:xfrm>
            <a:off x="12574572" y="9144000"/>
            <a:ext cx="11050381" cy="1270000"/>
          </a:xfrm>
          <a:prstGeom prst="rect">
            <a:avLst/>
          </a:prstGeom>
          <a:noFill/>
          <a:ln/>
        </p:spPr>
      </p:sp>
      <p:sp>
        <p:nvSpPr>
          <p:cNvPr id="20" name="Text 11"/>
          <p:cNvSpPr/>
          <p:nvPr/>
        </p:nvSpPr>
        <p:spPr>
          <a:xfrm>
            <a:off x="12574572" y="9144000"/>
            <a:ext cx="5135675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10000" dirty="0"/>
          </a:p>
        </p:txBody>
      </p:sp>
      <p:sp>
        <p:nvSpPr>
          <p:cNvPr id="21" name="Text 12"/>
          <p:cNvSpPr/>
          <p:nvPr/>
        </p:nvSpPr>
        <p:spPr>
          <a:xfrm>
            <a:off x="18150569" y="9188450"/>
            <a:ext cx="5584465" cy="129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600" dirty="0"/>
          </a:p>
        </p:txBody>
      </p:sp>
      <p:sp>
        <p:nvSpPr>
          <p:cNvPr id="22" name="Shape 13"/>
          <p:cNvSpPr/>
          <p:nvPr/>
        </p:nvSpPr>
        <p:spPr>
          <a:xfrm>
            <a:off x="12574572" y="11176000"/>
            <a:ext cx="11050381" cy="1270000"/>
          </a:xfrm>
          <a:prstGeom prst="rect">
            <a:avLst/>
          </a:prstGeom>
          <a:noFill/>
          <a:ln/>
        </p:spPr>
      </p:sp>
      <p:sp>
        <p:nvSpPr>
          <p:cNvPr id="23" name="Text 14"/>
          <p:cNvSpPr/>
          <p:nvPr/>
        </p:nvSpPr>
        <p:spPr>
          <a:xfrm>
            <a:off x="12574572" y="11176000"/>
            <a:ext cx="5135675" cy="16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0"/>
              </a:lnSpc>
              <a:buNone/>
            </a:pPr>
            <a:r>
              <a:rPr lang="en-US" sz="10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10000" dirty="0"/>
          </a:p>
        </p:txBody>
      </p:sp>
      <p:sp>
        <p:nvSpPr>
          <p:cNvPr id="24" name="Text 15"/>
          <p:cNvSpPr/>
          <p:nvPr/>
        </p:nvSpPr>
        <p:spPr>
          <a:xfrm>
            <a:off x="18150569" y="11220450"/>
            <a:ext cx="5584465" cy="1291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600" dirty="0"/>
          </a:p>
        </p:txBody>
      </p:sp>
      <p:sp>
        <p:nvSpPr>
          <p:cNvPr id="25" name="Shape 16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26" name="Shape 17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28" name="Shape 19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29" name="Text 20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30" name="Text 21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31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74572" y="1803400"/>
            <a:ext cx="11050381" cy="65786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4476591" y="457200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33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35" name="Shape 24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36" name="Text 25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7" name="Text 26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8" name="Text 27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35814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9" name="Image 7" descr=" 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384048" y="6438900"/>
            <a:ext cx="11158345" cy="4533900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9589699" y="3048000"/>
            <a:ext cx="2032254" cy="7747000"/>
          </a:xfrm>
          <a:prstGeom prst="rect">
            <a:avLst/>
          </a:prstGeom>
          <a:noFill/>
          <a:ln/>
        </p:spPr>
      </p:sp>
      <p:sp>
        <p:nvSpPr>
          <p:cNvPr id="21" name="Shape 11"/>
          <p:cNvSpPr/>
          <p:nvPr/>
        </p:nvSpPr>
        <p:spPr>
          <a:xfrm>
            <a:off x="9589699" y="30480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22" name="Text 12"/>
          <p:cNvSpPr/>
          <p:nvPr/>
        </p:nvSpPr>
        <p:spPr>
          <a:xfrm>
            <a:off x="9854315" y="32766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23" name="Shape 13"/>
          <p:cNvSpPr/>
          <p:nvPr/>
        </p:nvSpPr>
        <p:spPr>
          <a:xfrm>
            <a:off x="9589699" y="48006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24" name="Text 14"/>
          <p:cNvSpPr/>
          <p:nvPr/>
        </p:nvSpPr>
        <p:spPr>
          <a:xfrm>
            <a:off x="9854315" y="50292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25" name="Shape 15"/>
          <p:cNvSpPr/>
          <p:nvPr/>
        </p:nvSpPr>
        <p:spPr>
          <a:xfrm>
            <a:off x="9589699" y="65532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26" name="Text 16"/>
          <p:cNvSpPr/>
          <p:nvPr/>
        </p:nvSpPr>
        <p:spPr>
          <a:xfrm>
            <a:off x="9854315" y="67818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27" name="Shape 17"/>
          <p:cNvSpPr/>
          <p:nvPr/>
        </p:nvSpPr>
        <p:spPr>
          <a:xfrm>
            <a:off x="9589699" y="83058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28" name="Text 18"/>
          <p:cNvSpPr/>
          <p:nvPr/>
        </p:nvSpPr>
        <p:spPr>
          <a:xfrm>
            <a:off x="9854315" y="85344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29" name="Shape 19"/>
          <p:cNvSpPr/>
          <p:nvPr/>
        </p:nvSpPr>
        <p:spPr>
          <a:xfrm>
            <a:off x="9589699" y="100584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30" name="Text 20"/>
          <p:cNvSpPr/>
          <p:nvPr/>
        </p:nvSpPr>
        <p:spPr>
          <a:xfrm>
            <a:off x="9854315" y="10287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pic>
        <p:nvPicPr>
          <p:cNvPr id="31" name="Image 8" descr=" 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3561439" y="1295400"/>
            <a:ext cx="25403" cy="9652000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23497937" y="8407400"/>
            <a:ext cx="127016" cy="127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50800">
            <a:solidFill>
              <a:srgbClr val="606060"/>
            </a:solidFill>
            <a:prstDash val="solid"/>
          </a:ln>
        </p:spPr>
      </p:sp>
      <p:pic>
        <p:nvPicPr>
          <p:cNvPr id="33" name="Image 9" descr=" 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2358645" y="3987800"/>
            <a:ext cx="11202124" cy="6959600"/>
          </a:xfrm>
          <a:prstGeom prst="rect">
            <a:avLst/>
          </a:prstGeom>
        </p:spPr>
      </p:pic>
      <p:pic>
        <p:nvPicPr>
          <p:cNvPr id="34" name="Image 10" descr=" ">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2384048" y="10934698"/>
            <a:ext cx="11202800" cy="25402"/>
          </a:xfrm>
          <a:prstGeom prst="rect">
            <a:avLst/>
          </a:prstGeom>
        </p:spPr>
      </p:pic>
      <p:pic>
        <p:nvPicPr>
          <p:cNvPr id="35" name="Image 11" descr=" ">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8366496" y="3981450"/>
            <a:ext cx="5194949" cy="12700"/>
          </a:xfrm>
          <a:prstGeom prst="rect">
            <a:avLst/>
          </a:prstGeom>
        </p:spPr>
      </p:pic>
      <p:sp>
        <p:nvSpPr>
          <p:cNvPr id="36" name="Shape 22"/>
          <p:cNvSpPr/>
          <p:nvPr/>
        </p:nvSpPr>
        <p:spPr>
          <a:xfrm>
            <a:off x="18188673" y="3924300"/>
            <a:ext cx="127016" cy="127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50800">
            <a:solidFill>
              <a:srgbClr val="606060"/>
            </a:solidFill>
            <a:prstDash val="solid"/>
          </a:ln>
        </p:spPr>
      </p:sp>
      <p:sp>
        <p:nvSpPr>
          <p:cNvPr id="37" name="Shape 23"/>
          <p:cNvSpPr/>
          <p:nvPr/>
        </p:nvSpPr>
        <p:spPr>
          <a:xfrm>
            <a:off x="16727991" y="4368800"/>
            <a:ext cx="3035679" cy="1676400"/>
          </a:xfrm>
          <a:prstGeom prst="rect">
            <a:avLst/>
          </a:prstGeom>
          <a:noFill/>
          <a:ln/>
        </p:spPr>
      </p:sp>
      <p:sp>
        <p:nvSpPr>
          <p:cNvPr id="38" name="Shape 24"/>
          <p:cNvSpPr/>
          <p:nvPr/>
        </p:nvSpPr>
        <p:spPr>
          <a:xfrm>
            <a:off x="17274159" y="4368800"/>
            <a:ext cx="1943343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39" name="Text 25"/>
          <p:cNvSpPr/>
          <p:nvPr/>
        </p:nvSpPr>
        <p:spPr>
          <a:xfrm>
            <a:off x="17481618" y="4597400"/>
            <a:ext cx="1528424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40" name="Text 26"/>
          <p:cNvSpPr/>
          <p:nvPr/>
        </p:nvSpPr>
        <p:spPr>
          <a:xfrm>
            <a:off x="16677184" y="5181600"/>
            <a:ext cx="3137292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</a:t>
            </a:r>
            <a:endParaRPr lang="en-US" sz="2400" dirty="0"/>
          </a:p>
        </p:txBody>
      </p:sp>
      <p:pic>
        <p:nvPicPr>
          <p:cNvPr id="41" name="Image 12" descr=" ">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2388532" y="3962400"/>
            <a:ext cx="11160211" cy="6959363"/>
          </a:xfrm>
          <a:prstGeom prst="rect">
            <a:avLst/>
          </a:prstGeom>
        </p:spPr>
      </p:pic>
      <p:sp>
        <p:nvSpPr>
          <p:cNvPr id="42" name="Shape 27"/>
          <p:cNvSpPr/>
          <p:nvPr/>
        </p:nvSpPr>
        <p:spPr>
          <a:xfrm>
            <a:off x="23497937" y="3924300"/>
            <a:ext cx="127016" cy="127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50800">
            <a:solidFill>
              <a:srgbClr val="FF7B00"/>
            </a:solidFill>
            <a:prstDash val="solid"/>
          </a:ln>
        </p:spPr>
      </p:sp>
      <p:sp>
        <p:nvSpPr>
          <p:cNvPr id="43" name="Shape 28"/>
          <p:cNvSpPr/>
          <p:nvPr/>
        </p:nvSpPr>
        <p:spPr>
          <a:xfrm>
            <a:off x="12447556" y="11709400"/>
            <a:ext cx="11177397" cy="736600"/>
          </a:xfrm>
          <a:prstGeom prst="rect">
            <a:avLst/>
          </a:prstGeom>
          <a:noFill/>
          <a:ln/>
        </p:spPr>
      </p:sp>
      <p:sp>
        <p:nvSpPr>
          <p:cNvPr id="44" name="Shape 29"/>
          <p:cNvSpPr/>
          <p:nvPr/>
        </p:nvSpPr>
        <p:spPr>
          <a:xfrm>
            <a:off x="12447556" y="117094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45" name="Text 30"/>
          <p:cNvSpPr/>
          <p:nvPr/>
        </p:nvSpPr>
        <p:spPr>
          <a:xfrm>
            <a:off x="12712172" y="11938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46" name="Shape 31"/>
          <p:cNvSpPr/>
          <p:nvPr/>
        </p:nvSpPr>
        <p:spPr>
          <a:xfrm>
            <a:off x="15495937" y="117094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47" name="Text 32"/>
          <p:cNvSpPr/>
          <p:nvPr/>
        </p:nvSpPr>
        <p:spPr>
          <a:xfrm>
            <a:off x="15760553" y="11938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48" name="Shape 33"/>
          <p:cNvSpPr/>
          <p:nvPr/>
        </p:nvSpPr>
        <p:spPr>
          <a:xfrm>
            <a:off x="18544318" y="117094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49" name="Text 34"/>
          <p:cNvSpPr/>
          <p:nvPr/>
        </p:nvSpPr>
        <p:spPr>
          <a:xfrm>
            <a:off x="18808934" y="11938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50" name="Shape 35"/>
          <p:cNvSpPr/>
          <p:nvPr/>
        </p:nvSpPr>
        <p:spPr>
          <a:xfrm>
            <a:off x="21592699" y="11709400"/>
            <a:ext cx="2032254" cy="736600"/>
          </a:xfrm>
          <a:prstGeom prst="roundRect">
            <a:avLst>
              <a:gd name="adj" fmla="val 17379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51" name="Text 36"/>
          <p:cNvSpPr/>
          <p:nvPr/>
        </p:nvSpPr>
        <p:spPr>
          <a:xfrm>
            <a:off x="21857315" y="11938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52" name="Text 37"/>
          <p:cNvSpPr/>
          <p:nvPr/>
        </p:nvSpPr>
        <p:spPr>
          <a:xfrm>
            <a:off x="762095" y="8788400"/>
            <a:ext cx="8443759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  <p:pic>
        <p:nvPicPr>
          <p:cNvPr id="53" name="Image 13" descr=" 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55" name="Shape 39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56" name="Text 40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57" name="Text 41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58" name="Text 42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1" name="Shape 1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2" name="Text 1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3" name="Text 1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5" name="Text 15"/>
          <p:cNvSpPr/>
          <p:nvPr/>
        </p:nvSpPr>
        <p:spPr>
          <a:xfrm>
            <a:off x="762095" y="8788400"/>
            <a:ext cx="9958045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  <p:pic>
        <p:nvPicPr>
          <p:cNvPr id="26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74572" y="1803400"/>
            <a:ext cx="11050381" cy="49403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4476591" y="375285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28" name="Image 9" descr=" 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74572" y="7505700"/>
            <a:ext cx="11050381" cy="49403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4476591" y="945515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5715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762095" y="8763000"/>
            <a:ext cx="4572572" cy="3670300"/>
          </a:xfrm>
          <a:prstGeom prst="rect">
            <a:avLst/>
          </a:prstGeom>
          <a:noFill/>
          <a:ln/>
        </p:spPr>
      </p:sp>
      <p:sp>
        <p:nvSpPr>
          <p:cNvPr id="20" name="Text 11"/>
          <p:cNvSpPr/>
          <p:nvPr/>
        </p:nvSpPr>
        <p:spPr>
          <a:xfrm>
            <a:off x="762095" y="87630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21" name="Shape 12"/>
          <p:cNvSpPr/>
          <p:nvPr/>
        </p:nvSpPr>
        <p:spPr>
          <a:xfrm>
            <a:off x="762095" y="9906000"/>
            <a:ext cx="4572572" cy="2527300"/>
          </a:xfrm>
          <a:prstGeom prst="rect">
            <a:avLst/>
          </a:prstGeom>
          <a:noFill/>
          <a:ln/>
        </p:spPr>
      </p:sp>
      <p:sp>
        <p:nvSpPr>
          <p:cNvPr id="22" name="Text 13"/>
          <p:cNvSpPr/>
          <p:nvPr/>
        </p:nvSpPr>
        <p:spPr>
          <a:xfrm>
            <a:off x="762095" y="9906000"/>
            <a:ext cx="174435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23" name="Text 14"/>
          <p:cNvSpPr/>
          <p:nvPr/>
        </p:nvSpPr>
        <p:spPr>
          <a:xfrm>
            <a:off x="762095" y="10604500"/>
            <a:ext cx="4682652" cy="193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</a:t>
            </a:r>
            <a:endParaRPr lang="en-US" sz="2600" dirty="0"/>
          </a:p>
        </p:txBody>
      </p:sp>
      <p:sp>
        <p:nvSpPr>
          <p:cNvPr id="24" name="Shape 15"/>
          <p:cNvSpPr/>
          <p:nvPr/>
        </p:nvSpPr>
        <p:spPr>
          <a:xfrm>
            <a:off x="6858857" y="8763000"/>
            <a:ext cx="4572572" cy="3670300"/>
          </a:xfrm>
          <a:prstGeom prst="rect">
            <a:avLst/>
          </a:prstGeom>
          <a:noFill/>
          <a:ln/>
        </p:spPr>
      </p:sp>
      <p:sp>
        <p:nvSpPr>
          <p:cNvPr id="25" name="Text 16"/>
          <p:cNvSpPr/>
          <p:nvPr/>
        </p:nvSpPr>
        <p:spPr>
          <a:xfrm>
            <a:off x="6858857" y="8763000"/>
            <a:ext cx="901813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[02]</a:t>
            </a:r>
            <a:endParaRPr lang="en-US" sz="3000" dirty="0"/>
          </a:p>
        </p:txBody>
      </p:sp>
      <p:sp>
        <p:nvSpPr>
          <p:cNvPr id="26" name="Shape 17"/>
          <p:cNvSpPr/>
          <p:nvPr/>
        </p:nvSpPr>
        <p:spPr>
          <a:xfrm>
            <a:off x="6858857" y="9906000"/>
            <a:ext cx="4572572" cy="2527300"/>
          </a:xfrm>
          <a:prstGeom prst="rect">
            <a:avLst/>
          </a:prstGeom>
          <a:noFill/>
          <a:ln/>
        </p:spPr>
      </p:sp>
      <p:sp>
        <p:nvSpPr>
          <p:cNvPr id="27" name="Text 18"/>
          <p:cNvSpPr/>
          <p:nvPr/>
        </p:nvSpPr>
        <p:spPr>
          <a:xfrm>
            <a:off x="6858857" y="9906000"/>
            <a:ext cx="174435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28" name="Text 19"/>
          <p:cNvSpPr/>
          <p:nvPr/>
        </p:nvSpPr>
        <p:spPr>
          <a:xfrm>
            <a:off x="6858857" y="10604500"/>
            <a:ext cx="4682652" cy="193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</a:t>
            </a:r>
            <a:endParaRPr lang="en-US" sz="2600" dirty="0"/>
          </a:p>
        </p:txBody>
      </p:sp>
      <p:sp>
        <p:nvSpPr>
          <p:cNvPr id="29" name="Shape 20"/>
          <p:cNvSpPr/>
          <p:nvPr/>
        </p:nvSpPr>
        <p:spPr>
          <a:xfrm>
            <a:off x="12955619" y="8763000"/>
            <a:ext cx="4572572" cy="3670300"/>
          </a:xfrm>
          <a:prstGeom prst="rect">
            <a:avLst/>
          </a:prstGeom>
          <a:noFill/>
          <a:ln/>
        </p:spPr>
      </p:sp>
      <p:sp>
        <p:nvSpPr>
          <p:cNvPr id="30" name="Text 21"/>
          <p:cNvSpPr/>
          <p:nvPr/>
        </p:nvSpPr>
        <p:spPr>
          <a:xfrm>
            <a:off x="12955619" y="8763000"/>
            <a:ext cx="91451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[03]</a:t>
            </a:r>
            <a:endParaRPr lang="en-US" sz="3000" dirty="0"/>
          </a:p>
        </p:txBody>
      </p:sp>
      <p:sp>
        <p:nvSpPr>
          <p:cNvPr id="31" name="Shape 22"/>
          <p:cNvSpPr/>
          <p:nvPr/>
        </p:nvSpPr>
        <p:spPr>
          <a:xfrm>
            <a:off x="12955619" y="9906000"/>
            <a:ext cx="4572572" cy="2527300"/>
          </a:xfrm>
          <a:prstGeom prst="rect">
            <a:avLst/>
          </a:prstGeom>
          <a:noFill/>
          <a:ln/>
        </p:spPr>
      </p:sp>
      <p:sp>
        <p:nvSpPr>
          <p:cNvPr id="32" name="Text 23"/>
          <p:cNvSpPr/>
          <p:nvPr/>
        </p:nvSpPr>
        <p:spPr>
          <a:xfrm>
            <a:off x="12955619" y="9906000"/>
            <a:ext cx="174435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3" name="Text 24"/>
          <p:cNvSpPr/>
          <p:nvPr/>
        </p:nvSpPr>
        <p:spPr>
          <a:xfrm>
            <a:off x="12955619" y="10604500"/>
            <a:ext cx="4682652" cy="193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</a:t>
            </a:r>
            <a:endParaRPr lang="en-US" sz="2600" dirty="0"/>
          </a:p>
        </p:txBody>
      </p:sp>
      <p:sp>
        <p:nvSpPr>
          <p:cNvPr id="34" name="Shape 25"/>
          <p:cNvSpPr/>
          <p:nvPr/>
        </p:nvSpPr>
        <p:spPr>
          <a:xfrm>
            <a:off x="19052381" y="8763000"/>
            <a:ext cx="4572572" cy="3670300"/>
          </a:xfrm>
          <a:prstGeom prst="rect">
            <a:avLst/>
          </a:prstGeom>
          <a:noFill/>
          <a:ln/>
        </p:spPr>
      </p:sp>
      <p:sp>
        <p:nvSpPr>
          <p:cNvPr id="35" name="Text 26"/>
          <p:cNvSpPr/>
          <p:nvPr/>
        </p:nvSpPr>
        <p:spPr>
          <a:xfrm>
            <a:off x="19052381" y="8763000"/>
            <a:ext cx="914514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[04]</a:t>
            </a:r>
            <a:endParaRPr lang="en-US" sz="3000" dirty="0"/>
          </a:p>
        </p:txBody>
      </p:sp>
      <p:sp>
        <p:nvSpPr>
          <p:cNvPr id="36" name="Shape 27"/>
          <p:cNvSpPr/>
          <p:nvPr/>
        </p:nvSpPr>
        <p:spPr>
          <a:xfrm>
            <a:off x="19052381" y="9906000"/>
            <a:ext cx="4572572" cy="2527300"/>
          </a:xfrm>
          <a:prstGeom prst="rect">
            <a:avLst/>
          </a:prstGeom>
          <a:noFill/>
          <a:ln/>
        </p:spPr>
      </p:sp>
      <p:sp>
        <p:nvSpPr>
          <p:cNvPr id="37" name="Text 28"/>
          <p:cNvSpPr/>
          <p:nvPr/>
        </p:nvSpPr>
        <p:spPr>
          <a:xfrm>
            <a:off x="19052381" y="9906000"/>
            <a:ext cx="174435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8" name="Text 29"/>
          <p:cNvSpPr/>
          <p:nvPr/>
        </p:nvSpPr>
        <p:spPr>
          <a:xfrm>
            <a:off x="19052381" y="10604500"/>
            <a:ext cx="4682652" cy="19388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</a:t>
            </a:r>
            <a:endParaRPr lang="en-US" sz="2600" dirty="0"/>
          </a:p>
        </p:txBody>
      </p:sp>
      <p:pic>
        <p:nvPicPr>
          <p:cNvPr id="39" name="Image 7" descr=" 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9943" y="7797800"/>
            <a:ext cx="22845010" cy="25400"/>
          </a:xfrm>
          <a:prstGeom prst="rect">
            <a:avLst/>
          </a:prstGeom>
        </p:spPr>
      </p:pic>
      <p:pic>
        <p:nvPicPr>
          <p:cNvPr id="40" name="Image 8" descr=" 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62095" y="7620000"/>
            <a:ext cx="381048" cy="381000"/>
          </a:xfrm>
          <a:prstGeom prst="rect">
            <a:avLst/>
          </a:prstGeom>
        </p:spPr>
      </p:pic>
      <p:pic>
        <p:nvPicPr>
          <p:cNvPr id="41" name="Image 9" descr=" 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858857" y="7620000"/>
            <a:ext cx="381048" cy="381000"/>
          </a:xfrm>
          <a:prstGeom prst="rect">
            <a:avLst/>
          </a:prstGeom>
        </p:spPr>
      </p:pic>
      <p:pic>
        <p:nvPicPr>
          <p:cNvPr id="42" name="Image 10" descr=" 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2955619" y="7620000"/>
            <a:ext cx="381048" cy="381000"/>
          </a:xfrm>
          <a:prstGeom prst="rect">
            <a:avLst/>
          </a:prstGeom>
        </p:spPr>
      </p:pic>
      <p:pic>
        <p:nvPicPr>
          <p:cNvPr id="43" name="Image 11" descr=" 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9052381" y="7620000"/>
            <a:ext cx="381048" cy="381000"/>
          </a:xfrm>
          <a:prstGeom prst="rect">
            <a:avLst/>
          </a:prstGeom>
        </p:spPr>
      </p:pic>
      <p:pic>
        <p:nvPicPr>
          <p:cNvPr id="44" name="Image 12" descr=" 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45" name="Text 3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46" name="Shape 3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47" name="Text 3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48" name="Text 3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49" name="Text 3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11380622" y="2641600"/>
            <a:ext cx="5868133" cy="4648200"/>
          </a:xfrm>
          <a:prstGeom prst="roundRect">
            <a:avLst>
              <a:gd name="adj" fmla="val 2754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20" name="Text 11"/>
          <p:cNvSpPr/>
          <p:nvPr/>
        </p:nvSpPr>
        <p:spPr>
          <a:xfrm>
            <a:off x="11634654" y="28956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21" name="Shape 12"/>
          <p:cNvSpPr/>
          <p:nvPr/>
        </p:nvSpPr>
        <p:spPr>
          <a:xfrm>
            <a:off x="11634654" y="3568700"/>
            <a:ext cx="5360070" cy="3467100"/>
          </a:xfrm>
          <a:prstGeom prst="rect">
            <a:avLst/>
          </a:prstGeom>
          <a:noFill/>
          <a:ln/>
        </p:spPr>
      </p:sp>
      <p:sp>
        <p:nvSpPr>
          <p:cNvPr id="22" name="Text 13"/>
          <p:cNvSpPr/>
          <p:nvPr/>
        </p:nvSpPr>
        <p:spPr>
          <a:xfrm>
            <a:off x="11634654" y="3568700"/>
            <a:ext cx="550402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23" name="Text 14"/>
          <p:cNvSpPr/>
          <p:nvPr/>
        </p:nvSpPr>
        <p:spPr>
          <a:xfrm>
            <a:off x="11634654" y="4292600"/>
            <a:ext cx="5470150" cy="285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 Add more paragraphs to explain something else. If you don’t need them, just delete them.</a:t>
            </a:r>
            <a:endParaRPr lang="en-US" sz="2600" dirty="0"/>
          </a:p>
        </p:txBody>
      </p:sp>
      <p:sp>
        <p:nvSpPr>
          <p:cNvPr id="24" name="Shape 15"/>
          <p:cNvSpPr/>
          <p:nvPr/>
        </p:nvSpPr>
        <p:spPr>
          <a:xfrm>
            <a:off x="11380622" y="7797800"/>
            <a:ext cx="5868133" cy="4648200"/>
          </a:xfrm>
          <a:prstGeom prst="roundRect">
            <a:avLst>
              <a:gd name="adj" fmla="val 2754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25" name="Text 16"/>
          <p:cNvSpPr/>
          <p:nvPr/>
        </p:nvSpPr>
        <p:spPr>
          <a:xfrm>
            <a:off x="11634654" y="80518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26" name="Shape 17"/>
          <p:cNvSpPr/>
          <p:nvPr/>
        </p:nvSpPr>
        <p:spPr>
          <a:xfrm>
            <a:off x="11634654" y="8724900"/>
            <a:ext cx="5360070" cy="3467100"/>
          </a:xfrm>
          <a:prstGeom prst="rect">
            <a:avLst/>
          </a:prstGeom>
          <a:noFill/>
          <a:ln/>
        </p:spPr>
      </p:sp>
      <p:sp>
        <p:nvSpPr>
          <p:cNvPr id="27" name="Text 18"/>
          <p:cNvSpPr/>
          <p:nvPr/>
        </p:nvSpPr>
        <p:spPr>
          <a:xfrm>
            <a:off x="11634654" y="8724900"/>
            <a:ext cx="550402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28" name="Text 19"/>
          <p:cNvSpPr/>
          <p:nvPr/>
        </p:nvSpPr>
        <p:spPr>
          <a:xfrm>
            <a:off x="11634654" y="9448800"/>
            <a:ext cx="5470150" cy="285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 Add more paragraphs to explain something else. If you don’t need them, just delete them.</a:t>
            </a:r>
            <a:endParaRPr lang="en-US" sz="2600" dirty="0"/>
          </a:p>
        </p:txBody>
      </p:sp>
      <p:sp>
        <p:nvSpPr>
          <p:cNvPr id="29" name="Shape 20"/>
          <p:cNvSpPr/>
          <p:nvPr/>
        </p:nvSpPr>
        <p:spPr>
          <a:xfrm>
            <a:off x="17756819" y="2641600"/>
            <a:ext cx="5868133" cy="4648200"/>
          </a:xfrm>
          <a:prstGeom prst="roundRect">
            <a:avLst>
              <a:gd name="adj" fmla="val 2754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30" name="Text 21"/>
          <p:cNvSpPr/>
          <p:nvPr/>
        </p:nvSpPr>
        <p:spPr>
          <a:xfrm>
            <a:off x="18010851" y="28956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31" name="Shape 22"/>
          <p:cNvSpPr/>
          <p:nvPr/>
        </p:nvSpPr>
        <p:spPr>
          <a:xfrm>
            <a:off x="18010851" y="3568700"/>
            <a:ext cx="5360070" cy="3467100"/>
          </a:xfrm>
          <a:prstGeom prst="rect">
            <a:avLst/>
          </a:prstGeom>
          <a:noFill/>
          <a:ln/>
        </p:spPr>
      </p:sp>
      <p:sp>
        <p:nvSpPr>
          <p:cNvPr id="32" name="Text 23"/>
          <p:cNvSpPr/>
          <p:nvPr/>
        </p:nvSpPr>
        <p:spPr>
          <a:xfrm>
            <a:off x="18010851" y="3568700"/>
            <a:ext cx="550402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3" name="Text 24"/>
          <p:cNvSpPr/>
          <p:nvPr/>
        </p:nvSpPr>
        <p:spPr>
          <a:xfrm>
            <a:off x="18010851" y="4292600"/>
            <a:ext cx="5470150" cy="285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 Add more paragraphs to explain something else. If you don’t need them, just delete them.</a:t>
            </a:r>
            <a:endParaRPr lang="en-US" sz="2600" dirty="0"/>
          </a:p>
        </p:txBody>
      </p:sp>
      <p:sp>
        <p:nvSpPr>
          <p:cNvPr id="34" name="Shape 25"/>
          <p:cNvSpPr/>
          <p:nvPr/>
        </p:nvSpPr>
        <p:spPr>
          <a:xfrm>
            <a:off x="17756819" y="7797800"/>
            <a:ext cx="5868133" cy="4648200"/>
          </a:xfrm>
          <a:prstGeom prst="roundRect">
            <a:avLst>
              <a:gd name="adj" fmla="val 2754"/>
            </a:avLst>
          </a:prstGeom>
          <a:solidFill>
            <a:srgbClr val="383838">
              <a:alpha val="100000"/>
            </a:srgbClr>
          </a:solidFill>
          <a:ln/>
        </p:spPr>
      </p:sp>
      <p:sp>
        <p:nvSpPr>
          <p:cNvPr id="35" name="Text 26"/>
          <p:cNvSpPr/>
          <p:nvPr/>
        </p:nvSpPr>
        <p:spPr>
          <a:xfrm>
            <a:off x="18010851" y="8051800"/>
            <a:ext cx="851006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[01]</a:t>
            </a:r>
            <a:endParaRPr lang="en-US" sz="3000" dirty="0"/>
          </a:p>
        </p:txBody>
      </p:sp>
      <p:sp>
        <p:nvSpPr>
          <p:cNvPr id="36" name="Shape 27"/>
          <p:cNvSpPr/>
          <p:nvPr/>
        </p:nvSpPr>
        <p:spPr>
          <a:xfrm>
            <a:off x="18010851" y="8724900"/>
            <a:ext cx="5360070" cy="3467100"/>
          </a:xfrm>
          <a:prstGeom prst="rect">
            <a:avLst/>
          </a:prstGeom>
          <a:noFill/>
          <a:ln/>
        </p:spPr>
      </p:sp>
      <p:sp>
        <p:nvSpPr>
          <p:cNvPr id="37" name="Text 28"/>
          <p:cNvSpPr/>
          <p:nvPr/>
        </p:nvSpPr>
        <p:spPr>
          <a:xfrm>
            <a:off x="18010851" y="8724900"/>
            <a:ext cx="5504021" cy="6646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34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3400" dirty="0"/>
          </a:p>
        </p:txBody>
      </p:sp>
      <p:sp>
        <p:nvSpPr>
          <p:cNvPr id="38" name="Text 29"/>
          <p:cNvSpPr/>
          <p:nvPr/>
        </p:nvSpPr>
        <p:spPr>
          <a:xfrm>
            <a:off x="18010851" y="9448800"/>
            <a:ext cx="5470150" cy="285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6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You can include some paragraph to explain something important for the presentation. Add more paragraphs to explain something else. If you don’t need them, just delete them.</a:t>
            </a:r>
            <a:endParaRPr lang="en-US" sz="2600" dirty="0"/>
          </a:p>
        </p:txBody>
      </p:sp>
      <p:pic>
        <p:nvPicPr>
          <p:cNvPr id="3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41" name="Shape 3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42" name="Text 3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43" name="Text 3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44" name="Text 3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45974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sp>
        <p:nvSpPr>
          <p:cNvPr id="19" name="Shape 10"/>
          <p:cNvSpPr/>
          <p:nvPr/>
        </p:nvSpPr>
        <p:spPr>
          <a:xfrm>
            <a:off x="762095" y="7835900"/>
            <a:ext cx="11050381" cy="4610100"/>
          </a:xfrm>
          <a:prstGeom prst="rect">
            <a:avLst/>
          </a:prstGeom>
          <a:noFill/>
          <a:ln/>
        </p:spPr>
      </p:sp>
      <p:sp>
        <p:nvSpPr>
          <p:cNvPr id="20" name="Shape 11"/>
          <p:cNvSpPr/>
          <p:nvPr/>
        </p:nvSpPr>
        <p:spPr>
          <a:xfrm>
            <a:off x="762095" y="7835900"/>
            <a:ext cx="2032254" cy="736600"/>
          </a:xfrm>
          <a:prstGeom prst="roundRect">
            <a:avLst>
              <a:gd name="adj" fmla="val 27310"/>
            </a:avLst>
          </a:prstGeom>
          <a:solidFill>
            <a:srgbClr val="FF7B00">
              <a:alpha val="100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1" name="Text 12"/>
          <p:cNvSpPr/>
          <p:nvPr/>
        </p:nvSpPr>
        <p:spPr>
          <a:xfrm>
            <a:off x="1058466" y="8064500"/>
            <a:ext cx="1439513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2200" dirty="0"/>
          </a:p>
        </p:txBody>
      </p:sp>
      <p:sp>
        <p:nvSpPr>
          <p:cNvPr id="22" name="Text 13"/>
          <p:cNvSpPr/>
          <p:nvPr/>
        </p:nvSpPr>
        <p:spPr>
          <a:xfrm>
            <a:off x="762095" y="8788400"/>
            <a:ext cx="9958045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  <p:sp>
        <p:nvSpPr>
          <p:cNvPr id="23" name="Shape 14"/>
          <p:cNvSpPr/>
          <p:nvPr/>
        </p:nvSpPr>
        <p:spPr>
          <a:xfrm>
            <a:off x="12574572" y="7835900"/>
            <a:ext cx="11050381" cy="4610100"/>
          </a:xfrm>
          <a:prstGeom prst="rect">
            <a:avLst/>
          </a:prstGeom>
          <a:noFill/>
          <a:ln/>
        </p:spPr>
      </p:sp>
      <p:sp>
        <p:nvSpPr>
          <p:cNvPr id="24" name="Shape 15"/>
          <p:cNvSpPr/>
          <p:nvPr/>
        </p:nvSpPr>
        <p:spPr>
          <a:xfrm>
            <a:off x="12574572" y="7835900"/>
            <a:ext cx="2032254" cy="736600"/>
          </a:xfrm>
          <a:prstGeom prst="roundRect">
            <a:avLst>
              <a:gd name="adj" fmla="val 27310"/>
            </a:avLst>
          </a:prstGeom>
          <a:solidFill>
            <a:srgbClr val="FF7B00">
              <a:alpha val="100000"/>
            </a:srgbClr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12870942" y="8064500"/>
            <a:ext cx="1439513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2200" dirty="0"/>
          </a:p>
        </p:txBody>
      </p:sp>
      <p:sp>
        <p:nvSpPr>
          <p:cNvPr id="26" name="Text 17"/>
          <p:cNvSpPr/>
          <p:nvPr/>
        </p:nvSpPr>
        <p:spPr>
          <a:xfrm>
            <a:off x="12574572" y="8788400"/>
            <a:ext cx="9958045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  <p:pic>
        <p:nvPicPr>
          <p:cNvPr id="27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9" name="Shape 19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30" name="Text 20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1" name="Text 21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32" name="Text 22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4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6851650"/>
            <a:ext cx="24387048" cy="127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39192" y="0"/>
            <a:ext cx="12702" cy="6858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032329" y="0"/>
            <a:ext cx="12702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325465" y="0"/>
            <a:ext cx="12702" cy="13716000"/>
          </a:xfrm>
          <a:prstGeom prst="rect">
            <a:avLst/>
          </a:prstGeom>
        </p:spPr>
      </p:pic>
      <p:sp>
        <p:nvSpPr>
          <p:cNvPr id="6" name="Shape 0"/>
          <p:cNvSpPr/>
          <p:nvPr/>
        </p:nvSpPr>
        <p:spPr>
          <a:xfrm>
            <a:off x="5791924" y="6819900"/>
            <a:ext cx="381048" cy="76200"/>
          </a:xfrm>
          <a:prstGeom prst="rect">
            <a:avLst/>
          </a:prstGeom>
          <a:solidFill>
            <a:srgbClr val="FF7B00">
              <a:alpha val="100000"/>
            </a:srgbClr>
          </a:solidFill>
          <a:ln/>
        </p:spPr>
      </p:sp>
      <p:sp>
        <p:nvSpPr>
          <p:cNvPr id="7" name="Shape 1"/>
          <p:cNvSpPr/>
          <p:nvPr/>
        </p:nvSpPr>
        <p:spPr>
          <a:xfrm>
            <a:off x="10707438" y="19939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sp>
        <p:nvSpPr>
          <p:cNvPr id="8" name="Shape 2"/>
          <p:cNvSpPr/>
          <p:nvPr/>
        </p:nvSpPr>
        <p:spPr>
          <a:xfrm>
            <a:off x="19293711" y="2247900"/>
            <a:ext cx="76210" cy="381000"/>
          </a:xfrm>
          <a:prstGeom prst="rect">
            <a:avLst/>
          </a:prstGeom>
          <a:solidFill>
            <a:srgbClr val="FFD104">
              <a:alpha val="100000"/>
            </a:srgbClr>
          </a:solidFill>
          <a:ln/>
        </p:spPr>
      </p:sp>
      <p:sp>
        <p:nvSpPr>
          <p:cNvPr id="9" name="Shape 3"/>
          <p:cNvSpPr/>
          <p:nvPr/>
        </p:nvSpPr>
        <p:spPr>
          <a:xfrm>
            <a:off x="15000575" y="10160000"/>
            <a:ext cx="76210" cy="381000"/>
          </a:xfrm>
          <a:prstGeom prst="rect">
            <a:avLst/>
          </a:prstGeom>
          <a:solidFill>
            <a:srgbClr val="FF9533">
              <a:alpha val="100000"/>
            </a:srgbClr>
          </a:solidFill>
          <a:ln/>
        </p:spPr>
      </p:sp>
      <p:pic>
        <p:nvPicPr>
          <p:cNvPr id="10" name="Image 4" descr=" 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31816" y="6858000"/>
            <a:ext cx="5055232" cy="508000"/>
          </a:xfrm>
          <a:prstGeom prst="rect">
            <a:avLst/>
          </a:prstGeom>
        </p:spPr>
      </p:pic>
      <p:pic>
        <p:nvPicPr>
          <p:cNvPr id="11" name="Image 5" descr=" 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45543" y="1295400"/>
            <a:ext cx="4293137" cy="508000"/>
          </a:xfrm>
          <a:prstGeom prst="rect">
            <a:avLst/>
          </a:prstGeom>
        </p:spPr>
      </p:pic>
      <p:pic>
        <p:nvPicPr>
          <p:cNvPr id="12" name="Image 6" descr=" 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55744" y="6858000"/>
            <a:ext cx="12702" cy="6858000"/>
          </a:xfrm>
          <a:prstGeom prst="rect">
            <a:avLst/>
          </a:prstGeom>
        </p:spPr>
      </p:pic>
      <p:sp>
        <p:nvSpPr>
          <p:cNvPr id="13" name="Shape 4"/>
          <p:cNvSpPr/>
          <p:nvPr/>
        </p:nvSpPr>
        <p:spPr>
          <a:xfrm>
            <a:off x="762095" y="1803400"/>
            <a:ext cx="7709864" cy="3327400"/>
          </a:xfrm>
          <a:prstGeom prst="rect">
            <a:avLst/>
          </a:prstGeom>
          <a:noFill/>
          <a:ln/>
        </p:spPr>
      </p:sp>
      <p:sp>
        <p:nvSpPr>
          <p:cNvPr id="14" name="Shape 5"/>
          <p:cNvSpPr/>
          <p:nvPr/>
        </p:nvSpPr>
        <p:spPr>
          <a:xfrm>
            <a:off x="762095" y="18034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6"/>
          <p:cNvSpPr/>
          <p:nvPr/>
        </p:nvSpPr>
        <p:spPr>
          <a:xfrm>
            <a:off x="969555" y="20320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6" name="Shape 7"/>
          <p:cNvSpPr/>
          <p:nvPr/>
        </p:nvSpPr>
        <p:spPr>
          <a:xfrm>
            <a:off x="762095" y="3048000"/>
            <a:ext cx="7709864" cy="2082800"/>
          </a:xfrm>
          <a:prstGeom prst="rect">
            <a:avLst/>
          </a:prstGeom>
          <a:noFill/>
          <a:ln/>
        </p:spPr>
      </p:sp>
      <p:sp>
        <p:nvSpPr>
          <p:cNvPr id="17" name="Text 8"/>
          <p:cNvSpPr/>
          <p:nvPr/>
        </p:nvSpPr>
        <p:spPr>
          <a:xfrm>
            <a:off x="762095" y="3048000"/>
            <a:ext cx="7963895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Subtitle</a:t>
            </a:r>
            <a:endParaRPr lang="en-US" sz="6000" dirty="0"/>
          </a:p>
        </p:txBody>
      </p:sp>
      <p:sp>
        <p:nvSpPr>
          <p:cNvPr id="18" name="Text 9"/>
          <p:cNvSpPr/>
          <p:nvPr/>
        </p:nvSpPr>
        <p:spPr>
          <a:xfrm>
            <a:off x="762095" y="4267200"/>
            <a:ext cx="7811476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Add some subtitle description, something important that adds value. </a:t>
            </a:r>
            <a:endParaRPr lang="en-US" sz="2400" dirty="0"/>
          </a:p>
        </p:txBody>
      </p:sp>
      <p:pic>
        <p:nvPicPr>
          <p:cNvPr id="19" name="Image 7" descr=" 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21" name="Shape 1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22" name="Text 1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3" name="Text 1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4" name="Text 1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606060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25" name="Text 15"/>
          <p:cNvSpPr/>
          <p:nvPr/>
        </p:nvSpPr>
        <p:spPr>
          <a:xfrm>
            <a:off x="762095" y="8788400"/>
            <a:ext cx="9958045" cy="391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should be a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short text or phrase that brings great value </a:t>
            </a:r>
            <a:pPr algn="l" indent="0" marL="0">
              <a:lnSpc>
                <a:spcPts val="7200"/>
              </a:lnSpc>
              <a:buNone/>
            </a:pPr>
            <a:r>
              <a:rPr lang="en-US" sz="6000" dirty="0">
                <a:solidFill>
                  <a:srgbClr val="606060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the presentation.</a:t>
            </a:r>
            <a:endParaRPr lang="en-US" sz="6000" dirty="0"/>
          </a:p>
        </p:txBody>
      </p:sp>
      <p:pic>
        <p:nvPicPr>
          <p:cNvPr id="26" name="Image 8" descr=" 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574572" y="1803400"/>
            <a:ext cx="11050381" cy="4940300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14476591" y="375285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  <p:pic>
        <p:nvPicPr>
          <p:cNvPr id="28" name="Image 9" descr=" 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574572" y="7505700"/>
            <a:ext cx="11050381" cy="4940300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14476591" y="9455150"/>
            <a:ext cx="7246342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dirty="0">
                <a:solidFill>
                  <a:srgbClr val="D6D6D6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This should be a image that brings great value to the presentation.</a:t>
            </a:r>
            <a:endParaRPr lang="en-US" sz="3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7B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 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3" name="Image 1" descr=" 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29429" y="0"/>
            <a:ext cx="20957619" cy="13716000"/>
          </a:xfrm>
          <a:prstGeom prst="rect">
            <a:avLst/>
          </a:prstGeom>
        </p:spPr>
      </p:pic>
      <p:pic>
        <p:nvPicPr>
          <p:cNvPr id="4" name="Image 2" descr=" 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5" name="Image 3" descr=" 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24387048" cy="13716000"/>
          </a:xfrm>
          <a:prstGeom prst="rect">
            <a:avLst/>
          </a:prstGeom>
        </p:spPr>
      </p:pic>
      <p:pic>
        <p:nvPicPr>
          <p:cNvPr id="6" name="Image 4" descr=" 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0"/>
            <a:ext cx="24387048" cy="12954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62095" y="508000"/>
            <a:ext cx="893345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LOGO</a:t>
            </a:r>
            <a:endParaRPr lang="en-US" sz="2200" dirty="0"/>
          </a:p>
        </p:txBody>
      </p:sp>
      <p:sp>
        <p:nvSpPr>
          <p:cNvPr id="8" name="Shape 1"/>
          <p:cNvSpPr/>
          <p:nvPr/>
        </p:nvSpPr>
        <p:spPr>
          <a:xfrm>
            <a:off x="10745543" y="508000"/>
            <a:ext cx="12879410" cy="279400"/>
          </a:xfrm>
          <a:prstGeom prst="rect">
            <a:avLst/>
          </a:prstGeom>
          <a:noFill/>
          <a:ln/>
        </p:spPr>
      </p:sp>
      <p:sp>
        <p:nvSpPr>
          <p:cNvPr id="9" name="Text 2"/>
          <p:cNvSpPr/>
          <p:nvPr/>
        </p:nvSpPr>
        <p:spPr>
          <a:xfrm>
            <a:off x="10698971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10" name="Text 3"/>
          <p:cNvSpPr/>
          <p:nvPr/>
        </p:nvSpPr>
        <p:spPr>
          <a:xfrm>
            <a:off x="14992107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11" name="Text 4"/>
          <p:cNvSpPr/>
          <p:nvPr/>
        </p:nvSpPr>
        <p:spPr>
          <a:xfrm>
            <a:off x="19285244" y="508000"/>
            <a:ext cx="4386282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TITTLE</a:t>
            </a:r>
            <a:endParaRPr lang="en-US" sz="2200" dirty="0"/>
          </a:p>
        </p:txBody>
      </p:sp>
      <p:sp>
        <p:nvSpPr>
          <p:cNvPr id="12" name="Shape 5"/>
          <p:cNvSpPr/>
          <p:nvPr/>
        </p:nvSpPr>
        <p:spPr>
          <a:xfrm>
            <a:off x="3861283" y="4406900"/>
            <a:ext cx="16664483" cy="4902200"/>
          </a:xfrm>
          <a:prstGeom prst="rect">
            <a:avLst/>
          </a:prstGeom>
          <a:noFill/>
          <a:ln/>
        </p:spPr>
      </p:sp>
      <p:sp>
        <p:nvSpPr>
          <p:cNvPr id="13" name="Shape 6"/>
          <p:cNvSpPr/>
          <p:nvPr/>
        </p:nvSpPr>
        <p:spPr>
          <a:xfrm>
            <a:off x="11234554" y="4406900"/>
            <a:ext cx="1917940" cy="736600"/>
          </a:xfrm>
          <a:prstGeom prst="roundRect">
            <a:avLst>
              <a:gd name="adj" fmla="val 27310"/>
            </a:avLst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7"/>
          <p:cNvSpPr/>
          <p:nvPr/>
        </p:nvSpPr>
        <p:spPr>
          <a:xfrm>
            <a:off x="11442013" y="4635500"/>
            <a:ext cx="1503021" cy="3725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dirty="0">
                <a:solidFill>
                  <a:srgbClr val="FFFFFF">
                    <a:alpha val="100000"/>
                  </a:srgbClr>
                </a:solidFill>
                <a:latin typeface="Inter Regular" pitchFamily="34" charset="0"/>
                <a:ea typeface="Inter Regular" pitchFamily="34" charset="-122"/>
                <a:cs typeface="Inter Regular" pitchFamily="34" charset="-120"/>
              </a:rPr>
              <a:t>Some Title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3607251" y="5651500"/>
            <a:ext cx="17172546" cy="416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0"/>
              </a:lnSpc>
              <a:buNone/>
            </a:pPr>
            <a:r>
              <a:rPr lang="en-US" sz="12000" dirty="0">
                <a:solidFill>
                  <a:srgbClr val="FFFFFF">
                    <a:alpha val="100000"/>
                  </a:srgbClr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Add some subtitle description </a:t>
            </a:r>
            <a:endParaRPr lang="en-US" sz="1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2025-05-19T07:12:06Z</dcterms:created>
  <dcterms:modified xsi:type="dcterms:W3CDTF">2025-05-19T07:12:06Z</dcterms:modified>
</cp:coreProperties>
</file>