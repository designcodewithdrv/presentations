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Ex1.xml" ContentType="application/vnd.ms-office.chartex+xml"/>
  <Override PartName="/ppt/charts/style16.xml" ContentType="application/vnd.ms-office.chartstyle+xml"/>
  <Override PartName="/ppt/charts/colors16.xml" ContentType="application/vnd.ms-office.chartcolorstyle+xml"/>
  <Override PartName="/ppt/charts/chart16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7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8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57" r:id="rId3"/>
    <p:sldId id="258" r:id="rId4"/>
    <p:sldId id="259" r:id="rId5"/>
    <p:sldId id="261" r:id="rId6"/>
    <p:sldId id="260" r:id="rId7"/>
    <p:sldId id="266" r:id="rId8"/>
    <p:sldId id="265" r:id="rId9"/>
    <p:sldId id="267" r:id="rId10"/>
    <p:sldId id="277" r:id="rId11"/>
    <p:sldId id="276" r:id="rId12"/>
    <p:sldId id="274" r:id="rId13"/>
    <p:sldId id="268" r:id="rId14"/>
    <p:sldId id="272" r:id="rId15"/>
    <p:sldId id="278" r:id="rId16"/>
    <p:sldId id="280" r:id="rId17"/>
    <p:sldId id="269" r:id="rId18"/>
    <p:sldId id="279" r:id="rId19"/>
    <p:sldId id="282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293" r:id="rId28"/>
    <p:sldId id="291" r:id="rId29"/>
    <p:sldId id="294" r:id="rId30"/>
    <p:sldId id="290" r:id="rId31"/>
    <p:sldId id="297" r:id="rId32"/>
    <p:sldId id="296" r:id="rId33"/>
    <p:sldId id="295" r:id="rId34"/>
    <p:sldId id="298" r:id="rId35"/>
    <p:sldId id="303" r:id="rId36"/>
    <p:sldId id="302" r:id="rId37"/>
    <p:sldId id="301" r:id="rId38"/>
    <p:sldId id="304" r:id="rId39"/>
    <p:sldId id="306" r:id="rId40"/>
    <p:sldId id="310" r:id="rId41"/>
    <p:sldId id="308" r:id="rId42"/>
    <p:sldId id="312" r:id="rId43"/>
    <p:sldId id="309" r:id="rId44"/>
    <p:sldId id="313" r:id="rId45"/>
    <p:sldId id="317" r:id="rId46"/>
    <p:sldId id="316" r:id="rId47"/>
    <p:sldId id="319" r:id="rId48"/>
    <p:sldId id="320" r:id="rId49"/>
    <p:sldId id="321" r:id="rId50"/>
    <p:sldId id="323" r:id="rId51"/>
    <p:sldId id="325" r:id="rId52"/>
    <p:sldId id="326" r:id="rId53"/>
    <p:sldId id="327" r:id="rId54"/>
    <p:sldId id="329" r:id="rId55"/>
    <p:sldId id="332" r:id="rId56"/>
    <p:sldId id="331" r:id="rId57"/>
    <p:sldId id="334" r:id="rId58"/>
    <p:sldId id="335" r:id="rId59"/>
    <p:sldId id="336" r:id="rId60"/>
    <p:sldId id="339" r:id="rId61"/>
    <p:sldId id="337" r:id="rId62"/>
    <p:sldId id="338" r:id="rId6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0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160" userDrawn="1">
          <p15:clr>
            <a:srgbClr val="A4A3A4"/>
          </p15:clr>
        </p15:guide>
        <p15:guide id="4" orient="horz" pos="3816" userDrawn="1">
          <p15:clr>
            <a:srgbClr val="A4A3A4"/>
          </p15:clr>
        </p15:guide>
        <p15:guide id="5" pos="7152" userDrawn="1">
          <p15:clr>
            <a:srgbClr val="A4A3A4"/>
          </p15:clr>
        </p15:guide>
        <p15:guide id="7" pos="5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58" autoAdjust="0"/>
    <p:restoredTop sz="94660"/>
  </p:normalViewPr>
  <p:slideViewPr>
    <p:cSldViewPr snapToGrid="0">
      <p:cViewPr varScale="1">
        <p:scale>
          <a:sx n="67" d="100"/>
          <a:sy n="67" d="100"/>
        </p:scale>
        <p:origin x="84" y="192"/>
      </p:cViewPr>
      <p:guideLst>
        <p:guide orient="horz" pos="504"/>
        <p:guide pos="3840"/>
        <p:guide orient="horz" pos="2160"/>
        <p:guide orient="horz" pos="3816"/>
        <p:guide pos="7152"/>
        <p:guide pos="50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597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6.xml"/><Relationship Id="rId2" Type="http://schemas.microsoft.com/office/2011/relationships/chartStyle" Target="style16.xml"/><Relationship Id="rId1" Type="http://schemas.openxmlformats.org/officeDocument/2006/relationships/package" Target="../embeddings/Microsoft_Excel_Worksheet1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294-4D0C-976E-B05606C6F84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294-4D0C-976E-B05606C6F84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9294-4D0C-976E-B05606C6F84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9294-4D0C-976E-B05606C6F84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Poppins" panose="00000500000000000000" pitchFamily="50" charset="0"/>
                    <a:ea typeface="+mn-ea"/>
                    <a:cs typeface="Poppins" panose="00000500000000000000" pitchFamily="50" charset="0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Elements 1</c:v>
                </c:pt>
                <c:pt idx="1">
                  <c:v>Elements 2</c:v>
                </c:pt>
                <c:pt idx="2">
                  <c:v>Elements 3</c:v>
                </c:pt>
                <c:pt idx="3">
                  <c:v>Elements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4</c:v>
                </c:pt>
                <c:pt idx="2">
                  <c:v>3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294-4D0C-976E-B05606C6F847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7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ED4-4E15-8515-F8376C30982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ED4-4E15-8515-F8376C30982E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0ED4-4E15-8515-F8376C30982E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0ED4-4E15-8515-F8376C30982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Poppins" panose="00000500000000000000" pitchFamily="50" charset="0"/>
                    <a:ea typeface="+mn-ea"/>
                    <a:cs typeface="Poppins" panose="00000500000000000000" pitchFamily="50" charset="0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2"/>
                <c:pt idx="0">
                  <c:v>Elements 1</c:v>
                </c:pt>
                <c:pt idx="1">
                  <c:v>Elements 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ED4-4E15-8515-F8376C30982E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7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549-4C29-B395-D82005B4CA4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549-4C29-B395-D82005B4CA4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numCache>
            </c:num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549-4C29-B395-D82005B4CA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80"/>
        <c:overlap val="100"/>
        <c:axId val="404920752"/>
        <c:axId val="404921080"/>
      </c:barChart>
      <c:catAx>
        <c:axId val="4049207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Poppins" panose="00000500000000000000" pitchFamily="50" charset="0"/>
                <a:ea typeface="Roboto" panose="02000000000000000000" pitchFamily="2" charset="0"/>
                <a:cs typeface="Poppins" panose="00000500000000000000" pitchFamily="50" charset="0"/>
              </a:defRPr>
            </a:pPr>
            <a:endParaRPr lang="en-US"/>
          </a:p>
        </c:txPr>
        <c:crossAx val="404921080"/>
        <c:crosses val="autoZero"/>
        <c:auto val="1"/>
        <c:lblAlgn val="ctr"/>
        <c:lblOffset val="100"/>
        <c:noMultiLvlLbl val="0"/>
      </c:catAx>
      <c:valAx>
        <c:axId val="4049210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2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Poppins" panose="00000500000000000000" pitchFamily="50" charset="0"/>
                <a:ea typeface="Roboto" panose="02000000000000000000" pitchFamily="2" charset="0"/>
                <a:cs typeface="Poppins" panose="00000500000000000000" pitchFamily="50" charset="0"/>
              </a:defRPr>
            </a:pPr>
            <a:endParaRPr lang="en-US"/>
          </a:p>
        </c:txPr>
        <c:crossAx val="4049207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000">
          <a:solidFill>
            <a:schemeClr val="tx1"/>
          </a:solidFill>
          <a:latin typeface="Poppins" panose="00000500000000000000" pitchFamily="50" charset="0"/>
          <a:ea typeface="Roboto" panose="02000000000000000000" pitchFamily="2" charset="0"/>
          <a:cs typeface="Poppins" panose="00000500000000000000" pitchFamily="50" charset="0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78E-4F59-990C-83CE1B6EE48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78E-4F59-990C-83CE1B6EE48F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178E-4F59-990C-83CE1B6EE48F}"/>
              </c:ext>
            </c:extLst>
          </c:dPt>
          <c:dPt>
            <c:idx val="3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178E-4F59-990C-83CE1B6EE48F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178E-4F59-990C-83CE1B6EE48F}"/>
              </c:ext>
            </c:extLst>
          </c:dPt>
          <c:cat>
            <c:strRef>
              <c:f>Sheet1!$A$2:$A$6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3.2</c:v>
                </c:pt>
                <c:pt idx="2">
                  <c:v>2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78E-4F59-990C-83CE1B6EE4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000">
          <a:latin typeface="Poppins" panose="00000500000000000000" pitchFamily="50" charset="0"/>
          <a:cs typeface="Poppins" panose="00000500000000000000" pitchFamily="50" charset="0"/>
        </a:defRPr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3880274467981719E-2"/>
          <c:y val="6.052749023438897E-2"/>
          <c:w val="0.9005998004440503"/>
          <c:h val="0.82183059713248552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47-419F-873E-9377473E22B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447-419F-873E-9377473E22B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tx2">
                <a:lumMod val="10000"/>
                <a:lumOff val="90000"/>
              </a:schemeClr>
            </a:solidFill>
            <a:ln>
              <a:noFill/>
            </a:ln>
            <a:effectLst/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numCache>
            </c:num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447-419F-873E-9377473E22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0"/>
        <c:overlap val="100"/>
        <c:axId val="404920752"/>
        <c:axId val="404921080"/>
      </c:barChart>
      <c:catAx>
        <c:axId val="4049207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Poppins regular" panose="00000500000000000000" pitchFamily="2" charset="0"/>
                <a:ea typeface="Jost" pitchFamily="2" charset="0"/>
                <a:cs typeface="Poppins regular" panose="00000500000000000000" pitchFamily="2" charset="0"/>
              </a:defRPr>
            </a:pPr>
            <a:endParaRPr lang="en-US"/>
          </a:p>
        </c:txPr>
        <c:crossAx val="404921080"/>
        <c:crosses val="autoZero"/>
        <c:auto val="1"/>
        <c:lblAlgn val="ctr"/>
        <c:lblOffset val="100"/>
        <c:noMultiLvlLbl val="0"/>
      </c:catAx>
      <c:valAx>
        <c:axId val="4049210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Poppins regular" panose="00000500000000000000" pitchFamily="2" charset="0"/>
                <a:ea typeface="Jost" pitchFamily="2" charset="0"/>
                <a:cs typeface="Poppins regular" panose="00000500000000000000" pitchFamily="2" charset="0"/>
              </a:defRPr>
            </a:pPr>
            <a:endParaRPr lang="en-US"/>
          </a:p>
        </c:txPr>
        <c:crossAx val="4049207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>
          <a:latin typeface="Jost" pitchFamily="2" charset="0"/>
          <a:ea typeface="Jost" pitchFamily="2" charset="0"/>
          <a:cs typeface="Poppins Light" panose="00000400000000000000" pitchFamily="50" charset="0"/>
        </a:defRPr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EE6-4853-8D2F-AF0B0F9EE86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EE6-4853-8D2F-AF0B0F9EE86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/>
          </c:spP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EE6-4853-8D2F-AF0B0F9EE8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04920752"/>
        <c:axId val="404921080"/>
      </c:areaChart>
      <c:catAx>
        <c:axId val="40492075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04921080"/>
        <c:crosses val="autoZero"/>
        <c:auto val="1"/>
        <c:lblAlgn val="ctr"/>
        <c:lblOffset val="100"/>
        <c:noMultiLvlLbl val="0"/>
      </c:catAx>
      <c:valAx>
        <c:axId val="4049210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2"/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Poppins" panose="00000500000000000000" pitchFamily="50" charset="0"/>
                <a:ea typeface="Roboto" panose="02000000000000000000" pitchFamily="2" charset="0"/>
                <a:cs typeface="Poppins" panose="00000500000000000000" pitchFamily="50" charset="0"/>
              </a:defRPr>
            </a:pPr>
            <a:endParaRPr lang="en-US"/>
          </a:p>
        </c:txPr>
        <c:crossAx val="40492075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000">
          <a:solidFill>
            <a:schemeClr val="tx1"/>
          </a:solidFill>
          <a:latin typeface="Poppins" panose="00000500000000000000" pitchFamily="50" charset="0"/>
          <a:ea typeface="Roboto" panose="02000000000000000000" pitchFamily="2" charset="0"/>
          <a:cs typeface="Poppins" panose="00000500000000000000" pitchFamily="50" charset="0"/>
        </a:defRPr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numCache>
            </c:num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FB-4A7F-AFE1-E36E61E6E37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numCache>
            </c:num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2FB-4A7F-AFE1-E36E61E6E3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087825519"/>
        <c:axId val="153777871"/>
      </c:barChart>
      <c:catAx>
        <c:axId val="20878255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777871"/>
        <c:crosses val="autoZero"/>
        <c:auto val="1"/>
        <c:lblAlgn val="ctr"/>
        <c:lblOffset val="100"/>
        <c:noMultiLvlLbl val="0"/>
      </c:catAx>
      <c:valAx>
        <c:axId val="1537778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78255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</c:spPr>
          <c:dPt>
            <c:idx val="0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CD7-48AC-A395-971C200645D2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CD7-48AC-A395-971C200645D2}"/>
              </c:ext>
            </c:extLst>
          </c:dPt>
          <c:cat>
            <c:strRef>
              <c:f>Sheet1!$A$1:$A$3</c:f>
              <c:strCache>
                <c:ptCount val="3"/>
                <c:pt idx="0">
                  <c:v> </c:v>
                </c:pt>
                <c:pt idx="1">
                  <c:v>1st Qtr</c:v>
                </c:pt>
                <c:pt idx="2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8.1999999999999993</c:v>
                </c:pt>
                <c:pt idx="1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CD7-48AC-A395-971C200645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9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BD2-492F-9430-4E582B76353F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BD2-492F-9430-4E582B76353F}"/>
              </c:ext>
            </c:extLst>
          </c:dPt>
          <c:cat>
            <c:strRef>
              <c:f>Sheet1!$A$1:$A$3</c:f>
              <c:strCache>
                <c:ptCount val="3"/>
                <c:pt idx="0">
                  <c:v> </c:v>
                </c:pt>
                <c:pt idx="1">
                  <c:v>1st Qtr</c:v>
                </c:pt>
                <c:pt idx="2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</c:v>
                </c:pt>
                <c:pt idx="1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BD2-492F-9430-4E582B7635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9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D28-4185-A0E8-47F7C93CC692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D28-4185-A0E8-47F7C93CC692}"/>
              </c:ext>
            </c:extLst>
          </c:dPt>
          <c:cat>
            <c:strRef>
              <c:f>Sheet1!$A$1:$A$3</c:f>
              <c:strCache>
                <c:ptCount val="3"/>
                <c:pt idx="0">
                  <c:v> </c:v>
                </c:pt>
                <c:pt idx="1">
                  <c:v>1st Qtr</c:v>
                </c:pt>
                <c:pt idx="2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8.1999999999999993</c:v>
                </c:pt>
                <c:pt idx="1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D28-4185-A0E8-47F7C93CC6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05D-4D24-9ED0-9B753BD2E88A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05D-4D24-9ED0-9B753BD2E88A}"/>
              </c:ext>
            </c:extLst>
          </c:dPt>
          <c:cat>
            <c:strRef>
              <c:f>Sheet1!$A$1:$A$3</c:f>
              <c:strCache>
                <c:ptCount val="3"/>
                <c:pt idx="0">
                  <c:v> </c:v>
                </c:pt>
                <c:pt idx="1">
                  <c:v>1st Qtr</c:v>
                </c:pt>
                <c:pt idx="2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</c:v>
                </c:pt>
                <c:pt idx="1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05D-4D24-9ED0-9B753BD2E8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07B-491B-AE84-840FB89A1871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07B-491B-AE84-840FB89A1871}"/>
              </c:ext>
            </c:extLst>
          </c:dPt>
          <c:cat>
            <c:strRef>
              <c:f>Sheet1!$A$1:$A$3</c:f>
              <c:strCache>
                <c:ptCount val="3"/>
                <c:pt idx="0">
                  <c:v> </c:v>
                </c:pt>
                <c:pt idx="1">
                  <c:v>1st Qtr</c:v>
                </c:pt>
                <c:pt idx="2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</c:v>
                </c:pt>
                <c:pt idx="1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07B-491B-AE84-840FB89A18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893-4079-AAA6-774DAF6E3194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893-4079-AAA6-774DAF6E3194}"/>
              </c:ext>
            </c:extLst>
          </c:dPt>
          <c:cat>
            <c:strRef>
              <c:f>Sheet1!$A$1:$A$3</c:f>
              <c:strCache>
                <c:ptCount val="3"/>
                <c:pt idx="0">
                  <c:v> </c:v>
                </c:pt>
                <c:pt idx="1">
                  <c:v>1st Qtr</c:v>
                </c:pt>
                <c:pt idx="2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8.1999999999999993</c:v>
                </c:pt>
                <c:pt idx="1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893-4079-AAA6-774DAF6E31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9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EA1-4B72-B9DD-9A2356948967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EA1-4B72-B9DD-9A2356948967}"/>
              </c:ext>
            </c:extLst>
          </c:dPt>
          <c:cat>
            <c:strRef>
              <c:f>Sheet1!$A$1:$A$3</c:f>
              <c:strCache>
                <c:ptCount val="3"/>
                <c:pt idx="0">
                  <c:v> </c:v>
                </c:pt>
                <c:pt idx="1">
                  <c:v>1st Qtr</c:v>
                </c:pt>
                <c:pt idx="2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</c:v>
                </c:pt>
                <c:pt idx="1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EA1-4B72-B9DD-9A23569489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9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</c:spPr>
          <c:dPt>
            <c:idx val="0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BD0-450A-BA79-F1FB4F8507B2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BD0-450A-BA79-F1FB4F8507B2}"/>
              </c:ext>
            </c:extLst>
          </c:dPt>
          <c:cat>
            <c:strRef>
              <c:f>Sheet1!$A$1:$A$3</c:f>
              <c:strCache>
                <c:ptCount val="3"/>
                <c:pt idx="0">
                  <c:v> </c:v>
                </c:pt>
                <c:pt idx="1">
                  <c:v>1st Qtr</c:v>
                </c:pt>
                <c:pt idx="2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8.1999999999999993</c:v>
                </c:pt>
                <c:pt idx="1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BD0-450A-BA79-F1FB4F8507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9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5030011216123133E-2"/>
          <c:y val="7.0063694267515922E-2"/>
          <c:w val="0.96496998878387685"/>
          <c:h val="0.85987261146496818"/>
        </c:manualLayout>
      </c:layout>
      <c:barChart>
        <c:barDir val="bar"/>
        <c:grouping val="clustered"/>
        <c:varyColors val="0"/>
        <c:ser>
          <c:idx val="2"/>
          <c:order val="0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441-4592-83FE-E090C8989513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441-4592-83FE-E090C8989513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441-4592-83FE-E090C8989513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441-4592-83FE-E090C8989513}"/>
              </c:ext>
            </c:extLst>
          </c:dPt>
          <c:cat>
            <c:strRef>
              <c:f>Sheet1!$A$2:$A$5</c:f>
              <c:strCache>
                <c:ptCount val="4"/>
                <c:pt idx="0">
                  <c:v>Example</c:v>
                </c:pt>
                <c:pt idx="1">
                  <c:v>Example</c:v>
                </c:pt>
                <c:pt idx="2">
                  <c:v>Example</c:v>
                </c:pt>
                <c:pt idx="3">
                  <c:v>Example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441-4592-83FE-E090C89895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389073072"/>
        <c:axId val="389079960"/>
      </c:barChart>
      <c:catAx>
        <c:axId val="3890730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2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0000500000000000000" pitchFamily="50" charset="0"/>
                <a:ea typeface="+mn-ea"/>
                <a:cs typeface="Poppins" panose="00000500000000000000" pitchFamily="50" charset="0"/>
              </a:defRPr>
            </a:pPr>
            <a:endParaRPr lang="en-US"/>
          </a:p>
        </c:txPr>
        <c:crossAx val="389079960"/>
        <c:crosses val="autoZero"/>
        <c:auto val="1"/>
        <c:lblAlgn val="ctr"/>
        <c:lblOffset val="100"/>
        <c:noMultiLvlLbl val="0"/>
      </c:catAx>
      <c:valAx>
        <c:axId val="38907996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alpha val="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Poppins "/>
                <a:ea typeface="+mn-ea"/>
                <a:cs typeface="+mn-cs"/>
              </a:defRPr>
            </a:pPr>
            <a:endParaRPr lang="en-US"/>
          </a:p>
        </c:txPr>
        <c:crossAx val="3890730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regular" panose="00000500000000000000" pitchFamily="2" charset="0"/>
                <a:cs typeface="Poppins regular" panose="00000500000000000000" pitchFamily="2" charset="0"/>
              </a:rPr>
              <a:t>Total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Poppins regular" panose="00000500000000000000" pitchFamily="2" charset="0"/>
              <a:cs typeface="Poppins regular" panose="00000500000000000000" pitchFamily="2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A1D-4CE0-BB5C-BD8E400BD7EC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A1D-4CE0-BB5C-BD8E400BD7E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A1D-4CE0-BB5C-BD8E400BD7EC}"/>
              </c:ext>
            </c:extLst>
          </c:dPt>
          <c:dPt>
            <c:idx val="3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EA1D-4CE0-BB5C-BD8E400BD7EC}"/>
              </c:ext>
            </c:extLst>
          </c:dP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3</c:v>
                </c:pt>
                <c:pt idx="3">
                  <c:v>6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Sheet1!$A$2:$A$5</c15:sqref>
                        </c15:formulaRef>
                      </c:ext>
                    </c:extLst>
                    <c:strCache>
                      <c:ptCount val="4"/>
                      <c:pt idx="0">
                        <c:v>1st Qtr</c:v>
                      </c:pt>
                      <c:pt idx="1">
                        <c:v>2nd Qtr</c:v>
                      </c:pt>
                      <c:pt idx="2">
                        <c:v>3rd Qtr</c:v>
                      </c:pt>
                      <c:pt idx="3">
                        <c:v>4th Qtr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0-2588-40A1-989D-34655E0936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926837550629484E-2"/>
          <c:y val="0.10416052057323402"/>
          <c:w val="0.96146324898741031"/>
          <c:h val="0.69077355651658012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D7C-4272-9236-EB2D7ED13AA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D7C-4272-9236-EB2D7ED13AA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numCache>
            </c:num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D7C-4272-9236-EB2D7ED13A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5904920"/>
        <c:axId val="55905248"/>
      </c:barChart>
      <c:catAx>
        <c:axId val="5590492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pPr>
            <a:endParaRPr lang="en-US"/>
          </a:p>
        </c:txPr>
        <c:crossAx val="55905248"/>
        <c:crosses val="autoZero"/>
        <c:auto val="1"/>
        <c:lblAlgn val="ctr"/>
        <c:lblOffset val="100"/>
        <c:noMultiLvlLbl val="0"/>
      </c:catAx>
      <c:valAx>
        <c:axId val="5590524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pPr>
            <a:endParaRPr lang="en-US"/>
          </a:p>
        </c:txPr>
        <c:crossAx val="559049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 dir="row">Sheet1!$A$2:$A$5</cx:f>
        <cx:lvl ptCount="4">
          <cx:pt idx="0">Category 1</cx:pt>
          <cx:pt idx="1">Category 2</cx:pt>
          <cx:pt idx="2">Category 3</cx:pt>
          <cx:pt idx="3">Category 4</cx:pt>
        </cx:lvl>
      </cx:strDim>
      <cx:numDim type="size">
        <cx:f dir="row">Sheet1!$B$2:$B$5</cx:f>
        <cx:lvl ptCount="4" formatCode="General">
          <cx:pt idx="0">4.2999999999999998</cx:pt>
          <cx:pt idx="1">2.5</cx:pt>
          <cx:pt idx="2">3.5</cx:pt>
          <cx:pt idx="3">4.5</cx:pt>
        </cx:lvl>
      </cx:numDim>
    </cx:data>
    <cx:data id="1">
      <cx:strDim type="cat">
        <cx:f dir="row">Sheet1!$A$2:$A$5</cx:f>
        <cx:lvl ptCount="4">
          <cx:pt idx="0">Category 1</cx:pt>
          <cx:pt idx="1">Category 2</cx:pt>
          <cx:pt idx="2">Category 3</cx:pt>
          <cx:pt idx="3">Category 4</cx:pt>
        </cx:lvl>
      </cx:strDim>
      <cx:numDim type="size">
        <cx:f dir="row">Sheet1!$C$2:$C$5</cx:f>
        <cx:lvl ptCount="4" formatCode="General">
          <cx:pt idx="0">2.3999999999999999</cx:pt>
          <cx:pt idx="1">4.4000000000000004</cx:pt>
          <cx:pt idx="2">1.8</cx:pt>
          <cx:pt idx="3">2.7999999999999998</cx:pt>
        </cx:lvl>
      </cx:numDim>
    </cx:data>
    <cx:data id="2">
      <cx:strDim type="cat">
        <cx:f dir="row">Sheet1!$A$2:$A$5</cx:f>
        <cx:lvl ptCount="4">
          <cx:pt idx="0">Category 1</cx:pt>
          <cx:pt idx="1">Category 2</cx:pt>
          <cx:pt idx="2">Category 3</cx:pt>
          <cx:pt idx="3">Category 4</cx:pt>
        </cx:lvl>
      </cx:strDim>
      <cx:numDim type="size">
        <cx:f dir="row">Sheet1!$D$2:$D$5</cx:f>
        <cx:lvl ptCount="4" formatCode="General">
          <cx:pt idx="0">2</cx:pt>
          <cx:pt idx="1">2</cx:pt>
          <cx:pt idx="2">3</cx:pt>
          <cx:pt idx="3">5</cx:pt>
        </cx:lvl>
      </cx:numDim>
    </cx:data>
  </cx:chartData>
  <cx:chart>
    <cx:plotArea>
      <cx:plotAreaRegion>
        <cx:series layoutId="treemap" uniqueId="{751A0CA8-838A-4834-B530-C1461F4AF776}" formatIdx="0">
          <cx:tx>
            <cx:txData>
              <cx:f>Sheet1!$B$1</cx:f>
              <cx:v>Series 1</cx:v>
            </cx:txData>
          </cx:tx>
          <cx:dataId val="0"/>
          <cx:layoutPr/>
        </cx:series>
        <cx:series layoutId="treemap" hidden="1" uniqueId="{42FA9E77-B699-4726-8550-711A5C213B44}" formatIdx="1">
          <cx:tx>
            <cx:txData>
              <cx:f>Sheet1!$C$1</cx:f>
              <cx:v>Series 2</cx:v>
            </cx:txData>
          </cx:tx>
          <cx:dataId val="1"/>
          <cx:layoutPr/>
        </cx:series>
        <cx:series layoutId="treemap" hidden="1" uniqueId="{A954E2B7-9727-4018-B542-977724CF0D89}" formatIdx="2">
          <cx:tx>
            <cx:txData>
              <cx:f>Sheet1!$D$1</cx:f>
              <cx:v>Series 3</cx:v>
            </cx:txData>
          </cx:tx>
          <cx:dataId val="2"/>
          <cx:layoutPr/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6700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v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8F5B9C2-4108-4A37-9C6D-C6B1CEF8867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1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399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D180F86-0FFA-4408-B79E-1A7B1B790ED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63586" y="0"/>
            <a:ext cx="3828415" cy="6858000"/>
          </a:xfrm>
          <a:custGeom>
            <a:avLst/>
            <a:gdLst>
              <a:gd name="connsiteX0" fmla="*/ 0 w 3828415"/>
              <a:gd name="connsiteY0" fmla="*/ 0 h 6857994"/>
              <a:gd name="connsiteX1" fmla="*/ 3828415 w 3828415"/>
              <a:gd name="connsiteY1" fmla="*/ 0 h 6857994"/>
              <a:gd name="connsiteX2" fmla="*/ 3828415 w 3828415"/>
              <a:gd name="connsiteY2" fmla="*/ 6857994 h 6857994"/>
              <a:gd name="connsiteX3" fmla="*/ 0 w 3828415"/>
              <a:gd name="connsiteY3" fmla="*/ 6857994 h 6857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8415" h="6857994">
                <a:moveTo>
                  <a:pt x="0" y="0"/>
                </a:moveTo>
                <a:lnTo>
                  <a:pt x="3828415" y="0"/>
                </a:lnTo>
                <a:lnTo>
                  <a:pt x="3828415" y="6857994"/>
                </a:lnTo>
                <a:lnTo>
                  <a:pt x="0" y="685799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606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F94C256-17CE-4087-9FED-F92284570F8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8469" y="1309000"/>
            <a:ext cx="3503191" cy="4900912"/>
          </a:xfrm>
          <a:custGeom>
            <a:avLst/>
            <a:gdLst>
              <a:gd name="connsiteX0" fmla="*/ 0 w 5277524"/>
              <a:gd name="connsiteY0" fmla="*/ 0 h 5183112"/>
              <a:gd name="connsiteX1" fmla="*/ 5277524 w 5277524"/>
              <a:gd name="connsiteY1" fmla="*/ 0 h 5183112"/>
              <a:gd name="connsiteX2" fmla="*/ 5277524 w 5277524"/>
              <a:gd name="connsiteY2" fmla="*/ 5183112 h 5183112"/>
              <a:gd name="connsiteX3" fmla="*/ 0 w 5277524"/>
              <a:gd name="connsiteY3" fmla="*/ 5183112 h 5183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77524" h="5183112">
                <a:moveTo>
                  <a:pt x="0" y="0"/>
                </a:moveTo>
                <a:lnTo>
                  <a:pt x="5277524" y="0"/>
                </a:lnTo>
                <a:lnTo>
                  <a:pt x="5277524" y="5183112"/>
                </a:lnTo>
                <a:lnTo>
                  <a:pt x="0" y="5183112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589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67863ED-CFDE-4830-9197-6A156621E32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18468" y="2862263"/>
            <a:ext cx="1133474" cy="1133474"/>
          </a:xfrm>
          <a:custGeom>
            <a:avLst/>
            <a:gdLst>
              <a:gd name="connsiteX0" fmla="*/ 566737 w 1133474"/>
              <a:gd name="connsiteY0" fmla="*/ 0 h 1133474"/>
              <a:gd name="connsiteX1" fmla="*/ 1133474 w 1133474"/>
              <a:gd name="connsiteY1" fmla="*/ 566737 h 1133474"/>
              <a:gd name="connsiteX2" fmla="*/ 566737 w 1133474"/>
              <a:gd name="connsiteY2" fmla="*/ 1133474 h 1133474"/>
              <a:gd name="connsiteX3" fmla="*/ 0 w 1133474"/>
              <a:gd name="connsiteY3" fmla="*/ 566737 h 1133474"/>
              <a:gd name="connsiteX4" fmla="*/ 566737 w 1133474"/>
              <a:gd name="connsiteY4" fmla="*/ 0 h 1133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3474" h="1133474">
                <a:moveTo>
                  <a:pt x="566737" y="0"/>
                </a:moveTo>
                <a:cubicBezTo>
                  <a:pt x="879737" y="0"/>
                  <a:pt x="1133474" y="253737"/>
                  <a:pt x="1133474" y="566737"/>
                </a:cubicBezTo>
                <a:cubicBezTo>
                  <a:pt x="1133474" y="879737"/>
                  <a:pt x="879737" y="1133474"/>
                  <a:pt x="566737" y="1133474"/>
                </a:cubicBezTo>
                <a:cubicBezTo>
                  <a:pt x="253737" y="1133474"/>
                  <a:pt x="0" y="879737"/>
                  <a:pt x="0" y="566737"/>
                </a:cubicBezTo>
                <a:cubicBezTo>
                  <a:pt x="0" y="253737"/>
                  <a:pt x="253737" y="0"/>
                  <a:pt x="56673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10E097E-F1D8-4EA2-9A01-18D1808C5FC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72972" y="1674811"/>
            <a:ext cx="3521469" cy="3514921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14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2474AE07-C039-4747-BACD-9C25FCE1B3D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609933" y="2746792"/>
            <a:ext cx="2571750" cy="3333750"/>
          </a:xfrm>
          <a:custGeom>
            <a:avLst/>
            <a:gdLst>
              <a:gd name="connsiteX0" fmla="*/ 81576 w 2571750"/>
              <a:gd name="connsiteY0" fmla="*/ 0 h 3333750"/>
              <a:gd name="connsiteX1" fmla="*/ 2490174 w 2571750"/>
              <a:gd name="connsiteY1" fmla="*/ 0 h 3333750"/>
              <a:gd name="connsiteX2" fmla="*/ 2571750 w 2571750"/>
              <a:gd name="connsiteY2" fmla="*/ 81576 h 3333750"/>
              <a:gd name="connsiteX3" fmla="*/ 2571750 w 2571750"/>
              <a:gd name="connsiteY3" fmla="*/ 3252174 h 3333750"/>
              <a:gd name="connsiteX4" fmla="*/ 2490174 w 2571750"/>
              <a:gd name="connsiteY4" fmla="*/ 3333750 h 3333750"/>
              <a:gd name="connsiteX5" fmla="*/ 81576 w 2571750"/>
              <a:gd name="connsiteY5" fmla="*/ 3333750 h 3333750"/>
              <a:gd name="connsiteX6" fmla="*/ 0 w 2571750"/>
              <a:gd name="connsiteY6" fmla="*/ 3252174 h 3333750"/>
              <a:gd name="connsiteX7" fmla="*/ 0 w 2571750"/>
              <a:gd name="connsiteY7" fmla="*/ 81576 h 3333750"/>
              <a:gd name="connsiteX8" fmla="*/ 81576 w 2571750"/>
              <a:gd name="connsiteY8" fmla="*/ 0 h 3333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71750" h="3333750">
                <a:moveTo>
                  <a:pt x="81576" y="0"/>
                </a:moveTo>
                <a:lnTo>
                  <a:pt x="2490174" y="0"/>
                </a:lnTo>
                <a:cubicBezTo>
                  <a:pt x="2535227" y="0"/>
                  <a:pt x="2571750" y="36523"/>
                  <a:pt x="2571750" y="81576"/>
                </a:cubicBezTo>
                <a:lnTo>
                  <a:pt x="2571750" y="3252174"/>
                </a:lnTo>
                <a:cubicBezTo>
                  <a:pt x="2571750" y="3297227"/>
                  <a:pt x="2535227" y="3333750"/>
                  <a:pt x="2490174" y="3333750"/>
                </a:cubicBezTo>
                <a:lnTo>
                  <a:pt x="81576" y="3333750"/>
                </a:lnTo>
                <a:cubicBezTo>
                  <a:pt x="36523" y="3333750"/>
                  <a:pt x="0" y="3297227"/>
                  <a:pt x="0" y="3252174"/>
                </a:cubicBezTo>
                <a:lnTo>
                  <a:pt x="0" y="81576"/>
                </a:lnTo>
                <a:cubicBezTo>
                  <a:pt x="0" y="36523"/>
                  <a:pt x="36523" y="0"/>
                  <a:pt x="8157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495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D486012-68C6-48DD-8590-E7160AA2C0A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7062" y="1847850"/>
            <a:ext cx="4321190" cy="50101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0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079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C02FF2A4-AFEE-4B58-8898-7870FC7031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782495" y="808112"/>
            <a:ext cx="2590801" cy="1872912"/>
          </a:xfrm>
          <a:custGeom>
            <a:avLst/>
            <a:gdLst>
              <a:gd name="connsiteX0" fmla="*/ 0 w 2590801"/>
              <a:gd name="connsiteY0" fmla="*/ 0 h 1872912"/>
              <a:gd name="connsiteX1" fmla="*/ 2590801 w 2590801"/>
              <a:gd name="connsiteY1" fmla="*/ 0 h 1872912"/>
              <a:gd name="connsiteX2" fmla="*/ 2590801 w 2590801"/>
              <a:gd name="connsiteY2" fmla="*/ 1872912 h 1872912"/>
              <a:gd name="connsiteX3" fmla="*/ 0 w 2590801"/>
              <a:gd name="connsiteY3" fmla="*/ 1872912 h 187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90801" h="1872912">
                <a:moveTo>
                  <a:pt x="0" y="0"/>
                </a:moveTo>
                <a:lnTo>
                  <a:pt x="2590801" y="0"/>
                </a:lnTo>
                <a:lnTo>
                  <a:pt x="2590801" y="1872912"/>
                </a:lnTo>
                <a:lnTo>
                  <a:pt x="0" y="187291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21B09DD-10A4-4ED1-9386-30CEA558EE9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08982" y="4343200"/>
            <a:ext cx="2573514" cy="1696330"/>
          </a:xfrm>
          <a:custGeom>
            <a:avLst/>
            <a:gdLst>
              <a:gd name="connsiteX0" fmla="*/ 0 w 2573514"/>
              <a:gd name="connsiteY0" fmla="*/ 0 h 1696330"/>
              <a:gd name="connsiteX1" fmla="*/ 2573514 w 2573514"/>
              <a:gd name="connsiteY1" fmla="*/ 0 h 1696330"/>
              <a:gd name="connsiteX2" fmla="*/ 2573514 w 2573514"/>
              <a:gd name="connsiteY2" fmla="*/ 1696330 h 1696330"/>
              <a:gd name="connsiteX3" fmla="*/ 0 w 2573514"/>
              <a:gd name="connsiteY3" fmla="*/ 1696330 h 1696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73514" h="1696330">
                <a:moveTo>
                  <a:pt x="0" y="0"/>
                </a:moveTo>
                <a:lnTo>
                  <a:pt x="2573514" y="0"/>
                </a:lnTo>
                <a:lnTo>
                  <a:pt x="2573514" y="1696330"/>
                </a:lnTo>
                <a:lnTo>
                  <a:pt x="0" y="169633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155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E89D14F-254E-4E17-8370-E1A938D1651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31865" y="3465122"/>
            <a:ext cx="2514600" cy="3392878"/>
          </a:xfrm>
          <a:custGeom>
            <a:avLst/>
            <a:gdLst>
              <a:gd name="connsiteX0" fmla="*/ 0 w 2514600"/>
              <a:gd name="connsiteY0" fmla="*/ 0 h 3392878"/>
              <a:gd name="connsiteX1" fmla="*/ 2514600 w 2514600"/>
              <a:gd name="connsiteY1" fmla="*/ 0 h 3392878"/>
              <a:gd name="connsiteX2" fmla="*/ 2514600 w 2514600"/>
              <a:gd name="connsiteY2" fmla="*/ 3392878 h 3392878"/>
              <a:gd name="connsiteX3" fmla="*/ 0 w 2514600"/>
              <a:gd name="connsiteY3" fmla="*/ 3392878 h 3392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4600" h="3392878">
                <a:moveTo>
                  <a:pt x="0" y="0"/>
                </a:moveTo>
                <a:lnTo>
                  <a:pt x="2514600" y="0"/>
                </a:lnTo>
                <a:lnTo>
                  <a:pt x="2514600" y="3392878"/>
                </a:lnTo>
                <a:lnTo>
                  <a:pt x="0" y="33928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452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6C28525-A097-4CF2-B98A-1D18E44FE52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876059" y="2349057"/>
            <a:ext cx="1279056" cy="1279056"/>
          </a:xfrm>
          <a:prstGeom prst="roundRect">
            <a:avLst/>
          </a:prstGeom>
        </p:spPr>
        <p:txBody>
          <a:bodyPr wrap="square">
            <a:noAutofit/>
          </a:bodyPr>
          <a:lstStyle>
            <a:lvl1pPr>
              <a:defRPr sz="1600"/>
            </a:lvl1pPr>
          </a:lstStyle>
          <a:p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B239AFA-4C17-4ABB-BB53-BC86CB36ED8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50573" y="2349057"/>
            <a:ext cx="1279056" cy="1279056"/>
          </a:xfrm>
          <a:prstGeom prst="roundRect">
            <a:avLst/>
          </a:prstGeom>
        </p:spPr>
        <p:txBody>
          <a:bodyPr wrap="square">
            <a:noAutofit/>
          </a:bodyPr>
          <a:lstStyle>
            <a:lvl1pPr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6585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05714FE4-352F-4992-907D-FDFA54FE482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670728" y="2491771"/>
            <a:ext cx="1279056" cy="1279056"/>
          </a:xfrm>
          <a:custGeom>
            <a:avLst/>
            <a:gdLst>
              <a:gd name="connsiteX0" fmla="*/ 639528 w 1279056"/>
              <a:gd name="connsiteY0" fmla="*/ 0 h 1279056"/>
              <a:gd name="connsiteX1" fmla="*/ 1279056 w 1279056"/>
              <a:gd name="connsiteY1" fmla="*/ 639528 h 1279056"/>
              <a:gd name="connsiteX2" fmla="*/ 639528 w 1279056"/>
              <a:gd name="connsiteY2" fmla="*/ 1279056 h 1279056"/>
              <a:gd name="connsiteX3" fmla="*/ 0 w 1279056"/>
              <a:gd name="connsiteY3" fmla="*/ 639528 h 1279056"/>
              <a:gd name="connsiteX4" fmla="*/ 639528 w 1279056"/>
              <a:gd name="connsiteY4" fmla="*/ 0 h 1279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79056" h="1279056">
                <a:moveTo>
                  <a:pt x="639528" y="0"/>
                </a:moveTo>
                <a:cubicBezTo>
                  <a:pt x="992730" y="0"/>
                  <a:pt x="1279056" y="286326"/>
                  <a:pt x="1279056" y="639528"/>
                </a:cubicBezTo>
                <a:cubicBezTo>
                  <a:pt x="1279056" y="992730"/>
                  <a:pt x="992730" y="1279056"/>
                  <a:pt x="639528" y="1279056"/>
                </a:cubicBezTo>
                <a:cubicBezTo>
                  <a:pt x="286326" y="1279056"/>
                  <a:pt x="0" y="992730"/>
                  <a:pt x="0" y="639528"/>
                </a:cubicBezTo>
                <a:cubicBezTo>
                  <a:pt x="0" y="286326"/>
                  <a:pt x="286326" y="0"/>
                  <a:pt x="63952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600"/>
            </a:lvl1pPr>
          </a:lstStyle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C5D6A517-75F8-4E0D-A237-7698AACB031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868173" y="2491771"/>
            <a:ext cx="1279056" cy="1279056"/>
          </a:xfrm>
          <a:custGeom>
            <a:avLst/>
            <a:gdLst>
              <a:gd name="connsiteX0" fmla="*/ 639528 w 1279056"/>
              <a:gd name="connsiteY0" fmla="*/ 0 h 1279056"/>
              <a:gd name="connsiteX1" fmla="*/ 1279056 w 1279056"/>
              <a:gd name="connsiteY1" fmla="*/ 639528 h 1279056"/>
              <a:gd name="connsiteX2" fmla="*/ 639528 w 1279056"/>
              <a:gd name="connsiteY2" fmla="*/ 1279056 h 1279056"/>
              <a:gd name="connsiteX3" fmla="*/ 0 w 1279056"/>
              <a:gd name="connsiteY3" fmla="*/ 639528 h 1279056"/>
              <a:gd name="connsiteX4" fmla="*/ 639528 w 1279056"/>
              <a:gd name="connsiteY4" fmla="*/ 0 h 1279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79056" h="1279056">
                <a:moveTo>
                  <a:pt x="639528" y="0"/>
                </a:moveTo>
                <a:cubicBezTo>
                  <a:pt x="992730" y="0"/>
                  <a:pt x="1279056" y="286326"/>
                  <a:pt x="1279056" y="639528"/>
                </a:cubicBezTo>
                <a:cubicBezTo>
                  <a:pt x="1279056" y="992730"/>
                  <a:pt x="992730" y="1279056"/>
                  <a:pt x="639528" y="1279056"/>
                </a:cubicBezTo>
                <a:cubicBezTo>
                  <a:pt x="286326" y="1279056"/>
                  <a:pt x="0" y="992730"/>
                  <a:pt x="0" y="639528"/>
                </a:cubicBezTo>
                <a:cubicBezTo>
                  <a:pt x="0" y="286326"/>
                  <a:pt x="286326" y="0"/>
                  <a:pt x="63952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600"/>
            </a:lvl1pPr>
          </a:lstStyle>
          <a:p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136D4FED-9298-49C1-826F-CDF1A0B38B8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65618" y="2491771"/>
            <a:ext cx="1279056" cy="1279056"/>
          </a:xfrm>
          <a:custGeom>
            <a:avLst/>
            <a:gdLst>
              <a:gd name="connsiteX0" fmla="*/ 639528 w 1279056"/>
              <a:gd name="connsiteY0" fmla="*/ 0 h 1279056"/>
              <a:gd name="connsiteX1" fmla="*/ 1279056 w 1279056"/>
              <a:gd name="connsiteY1" fmla="*/ 639528 h 1279056"/>
              <a:gd name="connsiteX2" fmla="*/ 639528 w 1279056"/>
              <a:gd name="connsiteY2" fmla="*/ 1279056 h 1279056"/>
              <a:gd name="connsiteX3" fmla="*/ 0 w 1279056"/>
              <a:gd name="connsiteY3" fmla="*/ 639528 h 1279056"/>
              <a:gd name="connsiteX4" fmla="*/ 639528 w 1279056"/>
              <a:gd name="connsiteY4" fmla="*/ 0 h 1279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79056" h="1279056">
                <a:moveTo>
                  <a:pt x="639528" y="0"/>
                </a:moveTo>
                <a:cubicBezTo>
                  <a:pt x="992730" y="0"/>
                  <a:pt x="1279056" y="286326"/>
                  <a:pt x="1279056" y="639528"/>
                </a:cubicBezTo>
                <a:cubicBezTo>
                  <a:pt x="1279056" y="992730"/>
                  <a:pt x="992730" y="1279056"/>
                  <a:pt x="639528" y="1279056"/>
                </a:cubicBezTo>
                <a:cubicBezTo>
                  <a:pt x="286326" y="1279056"/>
                  <a:pt x="0" y="992730"/>
                  <a:pt x="0" y="639528"/>
                </a:cubicBezTo>
                <a:cubicBezTo>
                  <a:pt x="0" y="286326"/>
                  <a:pt x="286326" y="0"/>
                  <a:pt x="63952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600"/>
            </a:lvl1pPr>
          </a:lstStyle>
          <a:p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76E24E0-932A-4EBA-A124-43FB6260AA1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63063" y="2491771"/>
            <a:ext cx="1279056" cy="1279056"/>
          </a:xfrm>
          <a:custGeom>
            <a:avLst/>
            <a:gdLst>
              <a:gd name="connsiteX0" fmla="*/ 639528 w 1279056"/>
              <a:gd name="connsiteY0" fmla="*/ 0 h 1279056"/>
              <a:gd name="connsiteX1" fmla="*/ 1279056 w 1279056"/>
              <a:gd name="connsiteY1" fmla="*/ 639528 h 1279056"/>
              <a:gd name="connsiteX2" fmla="*/ 639528 w 1279056"/>
              <a:gd name="connsiteY2" fmla="*/ 1279056 h 1279056"/>
              <a:gd name="connsiteX3" fmla="*/ 0 w 1279056"/>
              <a:gd name="connsiteY3" fmla="*/ 639528 h 1279056"/>
              <a:gd name="connsiteX4" fmla="*/ 639528 w 1279056"/>
              <a:gd name="connsiteY4" fmla="*/ 0 h 1279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79056" h="1279056">
                <a:moveTo>
                  <a:pt x="639528" y="0"/>
                </a:moveTo>
                <a:cubicBezTo>
                  <a:pt x="992730" y="0"/>
                  <a:pt x="1279056" y="286326"/>
                  <a:pt x="1279056" y="639528"/>
                </a:cubicBezTo>
                <a:cubicBezTo>
                  <a:pt x="1279056" y="992730"/>
                  <a:pt x="992730" y="1279056"/>
                  <a:pt x="639528" y="1279056"/>
                </a:cubicBezTo>
                <a:cubicBezTo>
                  <a:pt x="286326" y="1279056"/>
                  <a:pt x="0" y="992730"/>
                  <a:pt x="0" y="639528"/>
                </a:cubicBezTo>
                <a:cubicBezTo>
                  <a:pt x="0" y="286326"/>
                  <a:pt x="286326" y="0"/>
                  <a:pt x="63952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63738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Cl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32595FC-AD1A-4F11-A8B9-0C3EA7948DF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16527" y="1499195"/>
            <a:ext cx="1158948" cy="1158948"/>
          </a:xfrm>
          <a:custGeom>
            <a:avLst/>
            <a:gdLst>
              <a:gd name="connsiteX0" fmla="*/ 579474 w 1158948"/>
              <a:gd name="connsiteY0" fmla="*/ 0 h 1158948"/>
              <a:gd name="connsiteX1" fmla="*/ 1158948 w 1158948"/>
              <a:gd name="connsiteY1" fmla="*/ 579474 h 1158948"/>
              <a:gd name="connsiteX2" fmla="*/ 579474 w 1158948"/>
              <a:gd name="connsiteY2" fmla="*/ 1158948 h 1158948"/>
              <a:gd name="connsiteX3" fmla="*/ 0 w 1158948"/>
              <a:gd name="connsiteY3" fmla="*/ 579474 h 1158948"/>
              <a:gd name="connsiteX4" fmla="*/ 579474 w 1158948"/>
              <a:gd name="connsiteY4" fmla="*/ 0 h 115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8948" h="1158948">
                <a:moveTo>
                  <a:pt x="579474" y="0"/>
                </a:moveTo>
                <a:cubicBezTo>
                  <a:pt x="899509" y="0"/>
                  <a:pt x="1158948" y="259439"/>
                  <a:pt x="1158948" y="579474"/>
                </a:cubicBezTo>
                <a:cubicBezTo>
                  <a:pt x="1158948" y="899509"/>
                  <a:pt x="899509" y="1158948"/>
                  <a:pt x="579474" y="1158948"/>
                </a:cubicBezTo>
                <a:cubicBezTo>
                  <a:pt x="259439" y="1158948"/>
                  <a:pt x="0" y="899509"/>
                  <a:pt x="0" y="579474"/>
                </a:cubicBezTo>
                <a:cubicBezTo>
                  <a:pt x="0" y="259439"/>
                  <a:pt x="259439" y="0"/>
                  <a:pt x="57947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13977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Awa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0D80136-3821-4157-8EC6-953C8B02079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7600" y="2286000"/>
            <a:ext cx="3188947" cy="3753256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0143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78378E4-10F3-4DB9-A79D-5B24CE78186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29101" y="2448210"/>
            <a:ext cx="2538894" cy="175469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9787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B3A674C-CA4E-49DE-8FBA-9A6E72C86D1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29101" y="2419775"/>
            <a:ext cx="2997493" cy="3619755"/>
          </a:xfrm>
          <a:custGeom>
            <a:avLst/>
            <a:gdLst>
              <a:gd name="connsiteX0" fmla="*/ 0 w 2997493"/>
              <a:gd name="connsiteY0" fmla="*/ 0 h 3619755"/>
              <a:gd name="connsiteX1" fmla="*/ 2997493 w 2997493"/>
              <a:gd name="connsiteY1" fmla="*/ 0 h 3619755"/>
              <a:gd name="connsiteX2" fmla="*/ 2997493 w 2997493"/>
              <a:gd name="connsiteY2" fmla="*/ 3619755 h 3619755"/>
              <a:gd name="connsiteX3" fmla="*/ 0 w 2997493"/>
              <a:gd name="connsiteY3" fmla="*/ 3619755 h 3619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97493" h="3619755">
                <a:moveTo>
                  <a:pt x="0" y="0"/>
                </a:moveTo>
                <a:lnTo>
                  <a:pt x="2997493" y="0"/>
                </a:lnTo>
                <a:lnTo>
                  <a:pt x="2997493" y="3619755"/>
                </a:lnTo>
                <a:lnTo>
                  <a:pt x="0" y="361975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09694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2A1D236-CFA9-485D-ACC0-D930815C5AA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82067" y="0"/>
            <a:ext cx="2514600" cy="3325036"/>
          </a:xfrm>
          <a:custGeom>
            <a:avLst/>
            <a:gdLst>
              <a:gd name="connsiteX0" fmla="*/ 0 w 2514600"/>
              <a:gd name="connsiteY0" fmla="*/ 0 h 3325036"/>
              <a:gd name="connsiteX1" fmla="*/ 2514600 w 2514600"/>
              <a:gd name="connsiteY1" fmla="*/ 0 h 3325036"/>
              <a:gd name="connsiteX2" fmla="*/ 2514600 w 2514600"/>
              <a:gd name="connsiteY2" fmla="*/ 3325036 h 3325036"/>
              <a:gd name="connsiteX3" fmla="*/ 0 w 2514600"/>
              <a:gd name="connsiteY3" fmla="*/ 3325036 h 3325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4600" h="3325036">
                <a:moveTo>
                  <a:pt x="0" y="0"/>
                </a:moveTo>
                <a:lnTo>
                  <a:pt x="2514600" y="0"/>
                </a:lnTo>
                <a:lnTo>
                  <a:pt x="2514600" y="3325036"/>
                </a:lnTo>
                <a:lnTo>
                  <a:pt x="0" y="332503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171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166BEB8-A020-4F6D-B5B9-AC0834349B4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4980" y="1871662"/>
            <a:ext cx="4322808" cy="4371975"/>
          </a:xfrm>
          <a:custGeom>
            <a:avLst/>
            <a:gdLst>
              <a:gd name="connsiteX0" fmla="*/ 0 w 5114681"/>
              <a:gd name="connsiteY0" fmla="*/ 0 h 5638800"/>
              <a:gd name="connsiteX1" fmla="*/ 5114681 w 5114681"/>
              <a:gd name="connsiteY1" fmla="*/ 0 h 5638800"/>
              <a:gd name="connsiteX2" fmla="*/ 5114681 w 5114681"/>
              <a:gd name="connsiteY2" fmla="*/ 5638800 h 5638800"/>
              <a:gd name="connsiteX3" fmla="*/ 0 w 5114681"/>
              <a:gd name="connsiteY3" fmla="*/ 5638800 h 563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14681" h="5638800">
                <a:moveTo>
                  <a:pt x="0" y="0"/>
                </a:moveTo>
                <a:lnTo>
                  <a:pt x="5114681" y="0"/>
                </a:lnTo>
                <a:lnTo>
                  <a:pt x="5114681" y="5638800"/>
                </a:lnTo>
                <a:lnTo>
                  <a:pt x="0" y="56388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0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0740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166BEB8-A020-4F6D-B5B9-AC0834349B4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4980" y="2195507"/>
            <a:ext cx="4550640" cy="4048130"/>
          </a:xfrm>
          <a:custGeom>
            <a:avLst/>
            <a:gdLst>
              <a:gd name="connsiteX0" fmla="*/ 0 w 5114681"/>
              <a:gd name="connsiteY0" fmla="*/ 0 h 5638800"/>
              <a:gd name="connsiteX1" fmla="*/ 5114681 w 5114681"/>
              <a:gd name="connsiteY1" fmla="*/ 0 h 5638800"/>
              <a:gd name="connsiteX2" fmla="*/ 5114681 w 5114681"/>
              <a:gd name="connsiteY2" fmla="*/ 5638800 h 5638800"/>
              <a:gd name="connsiteX3" fmla="*/ 0 w 5114681"/>
              <a:gd name="connsiteY3" fmla="*/ 5638800 h 563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14681" h="5638800">
                <a:moveTo>
                  <a:pt x="0" y="0"/>
                </a:moveTo>
                <a:lnTo>
                  <a:pt x="5114681" y="0"/>
                </a:lnTo>
                <a:lnTo>
                  <a:pt x="5114681" y="5638800"/>
                </a:lnTo>
                <a:lnTo>
                  <a:pt x="0" y="56388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0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257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166BEB8-A020-4F6D-B5B9-AC0834349B4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703772" y="1101622"/>
            <a:ext cx="3756058" cy="5064907"/>
          </a:xfrm>
          <a:custGeom>
            <a:avLst/>
            <a:gdLst>
              <a:gd name="connsiteX0" fmla="*/ 0 w 5114681"/>
              <a:gd name="connsiteY0" fmla="*/ 0 h 5638800"/>
              <a:gd name="connsiteX1" fmla="*/ 5114681 w 5114681"/>
              <a:gd name="connsiteY1" fmla="*/ 0 h 5638800"/>
              <a:gd name="connsiteX2" fmla="*/ 5114681 w 5114681"/>
              <a:gd name="connsiteY2" fmla="*/ 5638800 h 5638800"/>
              <a:gd name="connsiteX3" fmla="*/ 0 w 5114681"/>
              <a:gd name="connsiteY3" fmla="*/ 5638800 h 563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14681" h="5638800">
                <a:moveTo>
                  <a:pt x="0" y="0"/>
                </a:moveTo>
                <a:lnTo>
                  <a:pt x="5114681" y="0"/>
                </a:lnTo>
                <a:lnTo>
                  <a:pt x="5114681" y="5638800"/>
                </a:lnTo>
                <a:lnTo>
                  <a:pt x="0" y="56388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0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24781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D5F6A04-D4D4-4BB0-BA62-2DA5265D09E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43020" y="2622859"/>
            <a:ext cx="2705960" cy="2705960"/>
          </a:xfrm>
          <a:custGeom>
            <a:avLst/>
            <a:gdLst>
              <a:gd name="connsiteX0" fmla="*/ 1352980 w 2705960"/>
              <a:gd name="connsiteY0" fmla="*/ 0 h 2705960"/>
              <a:gd name="connsiteX1" fmla="*/ 2705960 w 2705960"/>
              <a:gd name="connsiteY1" fmla="*/ 1352980 h 2705960"/>
              <a:gd name="connsiteX2" fmla="*/ 1352980 w 2705960"/>
              <a:gd name="connsiteY2" fmla="*/ 2705960 h 2705960"/>
              <a:gd name="connsiteX3" fmla="*/ 0 w 2705960"/>
              <a:gd name="connsiteY3" fmla="*/ 1352980 h 2705960"/>
              <a:gd name="connsiteX4" fmla="*/ 1352980 w 2705960"/>
              <a:gd name="connsiteY4" fmla="*/ 0 h 2705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05960" h="2705960">
                <a:moveTo>
                  <a:pt x="1352980" y="0"/>
                </a:moveTo>
                <a:cubicBezTo>
                  <a:pt x="2100210" y="0"/>
                  <a:pt x="2705960" y="605750"/>
                  <a:pt x="2705960" y="1352980"/>
                </a:cubicBezTo>
                <a:cubicBezTo>
                  <a:pt x="2705960" y="2100210"/>
                  <a:pt x="2100210" y="2705960"/>
                  <a:pt x="1352980" y="2705960"/>
                </a:cubicBezTo>
                <a:cubicBezTo>
                  <a:pt x="605750" y="2705960"/>
                  <a:pt x="0" y="2100210"/>
                  <a:pt x="0" y="1352980"/>
                </a:cubicBezTo>
                <a:cubicBezTo>
                  <a:pt x="0" y="605750"/>
                  <a:pt x="605750" y="0"/>
                  <a:pt x="135298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92593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5AD6149E-F640-4102-92FC-D7297E5515C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814768" y="2670391"/>
            <a:ext cx="2590801" cy="3358506"/>
          </a:xfrm>
          <a:custGeom>
            <a:avLst/>
            <a:gdLst>
              <a:gd name="connsiteX0" fmla="*/ 0 w 2590801"/>
              <a:gd name="connsiteY0" fmla="*/ 0 h 3358506"/>
              <a:gd name="connsiteX1" fmla="*/ 2590801 w 2590801"/>
              <a:gd name="connsiteY1" fmla="*/ 0 h 3358506"/>
              <a:gd name="connsiteX2" fmla="*/ 2590801 w 2590801"/>
              <a:gd name="connsiteY2" fmla="*/ 3358506 h 3358506"/>
              <a:gd name="connsiteX3" fmla="*/ 0 w 2590801"/>
              <a:gd name="connsiteY3" fmla="*/ 3358506 h 3358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90801" h="3358506">
                <a:moveTo>
                  <a:pt x="0" y="0"/>
                </a:moveTo>
                <a:lnTo>
                  <a:pt x="2590801" y="0"/>
                </a:lnTo>
                <a:lnTo>
                  <a:pt x="2590801" y="3358506"/>
                </a:lnTo>
                <a:lnTo>
                  <a:pt x="0" y="335850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881FF06-984B-4CD0-B512-780AD9F131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41256" y="808112"/>
            <a:ext cx="2573514" cy="3535090"/>
          </a:xfrm>
          <a:custGeom>
            <a:avLst/>
            <a:gdLst>
              <a:gd name="connsiteX0" fmla="*/ 0 w 2573514"/>
              <a:gd name="connsiteY0" fmla="*/ 0 h 3535090"/>
              <a:gd name="connsiteX1" fmla="*/ 2573514 w 2573514"/>
              <a:gd name="connsiteY1" fmla="*/ 0 h 3535090"/>
              <a:gd name="connsiteX2" fmla="*/ 2573514 w 2573514"/>
              <a:gd name="connsiteY2" fmla="*/ 3535090 h 3535090"/>
              <a:gd name="connsiteX3" fmla="*/ 0 w 2573514"/>
              <a:gd name="connsiteY3" fmla="*/ 3535090 h 3535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73514" h="3535090">
                <a:moveTo>
                  <a:pt x="0" y="0"/>
                </a:moveTo>
                <a:lnTo>
                  <a:pt x="2573514" y="0"/>
                </a:lnTo>
                <a:lnTo>
                  <a:pt x="2573514" y="3535090"/>
                </a:lnTo>
                <a:lnTo>
                  <a:pt x="0" y="353509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25845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9F2E77B-F543-4041-ABC6-BD08076B81F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6630" y="2536520"/>
            <a:ext cx="3033470" cy="3561442"/>
          </a:xfrm>
          <a:custGeom>
            <a:avLst/>
            <a:gdLst>
              <a:gd name="connsiteX0" fmla="*/ 0 w 3033470"/>
              <a:gd name="connsiteY0" fmla="*/ 0 h 3561442"/>
              <a:gd name="connsiteX1" fmla="*/ 3033470 w 3033470"/>
              <a:gd name="connsiteY1" fmla="*/ 0 h 3561442"/>
              <a:gd name="connsiteX2" fmla="*/ 3033470 w 3033470"/>
              <a:gd name="connsiteY2" fmla="*/ 3561442 h 3561442"/>
              <a:gd name="connsiteX3" fmla="*/ 0 w 3033470"/>
              <a:gd name="connsiteY3" fmla="*/ 3561442 h 3561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33470" h="3561442">
                <a:moveTo>
                  <a:pt x="0" y="0"/>
                </a:moveTo>
                <a:lnTo>
                  <a:pt x="3033470" y="0"/>
                </a:lnTo>
                <a:lnTo>
                  <a:pt x="3033470" y="3561442"/>
                </a:lnTo>
                <a:lnTo>
                  <a:pt x="0" y="356144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718933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374C9CD-BDD2-4E1C-8E53-D2E7A36257D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319619" y="3336076"/>
            <a:ext cx="1402012" cy="2703037"/>
          </a:xfrm>
          <a:custGeom>
            <a:avLst/>
            <a:gdLst>
              <a:gd name="connsiteX0" fmla="*/ 149959 w 1402012"/>
              <a:gd name="connsiteY0" fmla="*/ 0 h 2703037"/>
              <a:gd name="connsiteX1" fmla="*/ 1252053 w 1402012"/>
              <a:gd name="connsiteY1" fmla="*/ 0 h 2703037"/>
              <a:gd name="connsiteX2" fmla="*/ 1402012 w 1402012"/>
              <a:gd name="connsiteY2" fmla="*/ 149959 h 2703037"/>
              <a:gd name="connsiteX3" fmla="*/ 1402012 w 1402012"/>
              <a:gd name="connsiteY3" fmla="*/ 2553078 h 2703037"/>
              <a:gd name="connsiteX4" fmla="*/ 1252053 w 1402012"/>
              <a:gd name="connsiteY4" fmla="*/ 2703037 h 2703037"/>
              <a:gd name="connsiteX5" fmla="*/ 149959 w 1402012"/>
              <a:gd name="connsiteY5" fmla="*/ 2703037 h 2703037"/>
              <a:gd name="connsiteX6" fmla="*/ 0 w 1402012"/>
              <a:gd name="connsiteY6" fmla="*/ 2553078 h 2703037"/>
              <a:gd name="connsiteX7" fmla="*/ 0 w 1402012"/>
              <a:gd name="connsiteY7" fmla="*/ 149959 h 2703037"/>
              <a:gd name="connsiteX8" fmla="*/ 149959 w 1402012"/>
              <a:gd name="connsiteY8" fmla="*/ 0 h 2703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02012" h="2703037">
                <a:moveTo>
                  <a:pt x="149959" y="0"/>
                </a:moveTo>
                <a:lnTo>
                  <a:pt x="1252053" y="0"/>
                </a:lnTo>
                <a:cubicBezTo>
                  <a:pt x="1334873" y="0"/>
                  <a:pt x="1402012" y="67139"/>
                  <a:pt x="1402012" y="149959"/>
                </a:cubicBezTo>
                <a:lnTo>
                  <a:pt x="1402012" y="2553078"/>
                </a:lnTo>
                <a:cubicBezTo>
                  <a:pt x="1402012" y="2635898"/>
                  <a:pt x="1334873" y="2703037"/>
                  <a:pt x="1252053" y="2703037"/>
                </a:cubicBezTo>
                <a:lnTo>
                  <a:pt x="149959" y="2703037"/>
                </a:lnTo>
                <a:cubicBezTo>
                  <a:pt x="67139" y="2703037"/>
                  <a:pt x="0" y="2635898"/>
                  <a:pt x="0" y="2553078"/>
                </a:cubicBezTo>
                <a:lnTo>
                  <a:pt x="0" y="149959"/>
                </a:lnTo>
                <a:cubicBezTo>
                  <a:pt x="0" y="67139"/>
                  <a:pt x="67139" y="0"/>
                  <a:pt x="14995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4EF9260-2895-4B81-AC02-597EE348A08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32999" y="2657178"/>
            <a:ext cx="4534364" cy="3174126"/>
          </a:xfrm>
          <a:custGeom>
            <a:avLst/>
            <a:gdLst>
              <a:gd name="connsiteX0" fmla="*/ 130806 w 4534364"/>
              <a:gd name="connsiteY0" fmla="*/ 0 h 3174126"/>
              <a:gd name="connsiteX1" fmla="*/ 4403558 w 4534364"/>
              <a:gd name="connsiteY1" fmla="*/ 0 h 3174126"/>
              <a:gd name="connsiteX2" fmla="*/ 4534364 w 4534364"/>
              <a:gd name="connsiteY2" fmla="*/ 130806 h 3174126"/>
              <a:gd name="connsiteX3" fmla="*/ 4534364 w 4534364"/>
              <a:gd name="connsiteY3" fmla="*/ 3043320 h 3174126"/>
              <a:gd name="connsiteX4" fmla="*/ 4403558 w 4534364"/>
              <a:gd name="connsiteY4" fmla="*/ 3174126 h 3174126"/>
              <a:gd name="connsiteX5" fmla="*/ 130806 w 4534364"/>
              <a:gd name="connsiteY5" fmla="*/ 3174126 h 3174126"/>
              <a:gd name="connsiteX6" fmla="*/ 0 w 4534364"/>
              <a:gd name="connsiteY6" fmla="*/ 3043320 h 3174126"/>
              <a:gd name="connsiteX7" fmla="*/ 0 w 4534364"/>
              <a:gd name="connsiteY7" fmla="*/ 130806 h 3174126"/>
              <a:gd name="connsiteX8" fmla="*/ 130806 w 4534364"/>
              <a:gd name="connsiteY8" fmla="*/ 0 h 3174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34364" h="3174126">
                <a:moveTo>
                  <a:pt x="130806" y="0"/>
                </a:moveTo>
                <a:lnTo>
                  <a:pt x="4403558" y="0"/>
                </a:lnTo>
                <a:cubicBezTo>
                  <a:pt x="4475800" y="0"/>
                  <a:pt x="4534364" y="58564"/>
                  <a:pt x="4534364" y="130806"/>
                </a:cubicBezTo>
                <a:lnTo>
                  <a:pt x="4534364" y="3043320"/>
                </a:lnTo>
                <a:cubicBezTo>
                  <a:pt x="4534364" y="3115562"/>
                  <a:pt x="4475800" y="3174126"/>
                  <a:pt x="4403558" y="3174126"/>
                </a:cubicBezTo>
                <a:lnTo>
                  <a:pt x="130806" y="3174126"/>
                </a:lnTo>
                <a:cubicBezTo>
                  <a:pt x="58564" y="3174126"/>
                  <a:pt x="0" y="3115562"/>
                  <a:pt x="0" y="3043320"/>
                </a:cubicBezTo>
                <a:lnTo>
                  <a:pt x="0" y="130806"/>
                </a:lnTo>
                <a:cubicBezTo>
                  <a:pt x="0" y="58564"/>
                  <a:pt x="58564" y="0"/>
                  <a:pt x="13080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05905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1C7D846-573E-4816-A5BE-DEA32401F2C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58153" y="3115176"/>
            <a:ext cx="3983824" cy="2405439"/>
          </a:xfrm>
          <a:custGeom>
            <a:avLst/>
            <a:gdLst>
              <a:gd name="connsiteX0" fmla="*/ 0 w 3983824"/>
              <a:gd name="connsiteY0" fmla="*/ 0 h 2405439"/>
              <a:gd name="connsiteX1" fmla="*/ 3983824 w 3983824"/>
              <a:gd name="connsiteY1" fmla="*/ 0 h 2405439"/>
              <a:gd name="connsiteX2" fmla="*/ 3983824 w 3983824"/>
              <a:gd name="connsiteY2" fmla="*/ 2405439 h 2405439"/>
              <a:gd name="connsiteX3" fmla="*/ 0 w 3983824"/>
              <a:gd name="connsiteY3" fmla="*/ 2405439 h 2405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83824" h="2405439">
                <a:moveTo>
                  <a:pt x="0" y="0"/>
                </a:moveTo>
                <a:lnTo>
                  <a:pt x="3983824" y="0"/>
                </a:lnTo>
                <a:lnTo>
                  <a:pt x="3983824" y="2405439"/>
                </a:lnTo>
                <a:lnTo>
                  <a:pt x="0" y="240543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90795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E441CC0-E279-45B0-AF2B-6139AE43EA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112583" y="3091193"/>
            <a:ext cx="2115698" cy="2115698"/>
          </a:xfrm>
          <a:custGeom>
            <a:avLst/>
            <a:gdLst>
              <a:gd name="connsiteX0" fmla="*/ 1057849 w 2115698"/>
              <a:gd name="connsiteY0" fmla="*/ 0 h 2115698"/>
              <a:gd name="connsiteX1" fmla="*/ 2115698 w 2115698"/>
              <a:gd name="connsiteY1" fmla="*/ 1057849 h 2115698"/>
              <a:gd name="connsiteX2" fmla="*/ 1057849 w 2115698"/>
              <a:gd name="connsiteY2" fmla="*/ 2115698 h 2115698"/>
              <a:gd name="connsiteX3" fmla="*/ 0 w 2115698"/>
              <a:gd name="connsiteY3" fmla="*/ 1057849 h 2115698"/>
              <a:gd name="connsiteX4" fmla="*/ 1057849 w 2115698"/>
              <a:gd name="connsiteY4" fmla="*/ 0 h 2115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15698" h="2115698">
                <a:moveTo>
                  <a:pt x="1057849" y="0"/>
                </a:moveTo>
                <a:cubicBezTo>
                  <a:pt x="1642083" y="0"/>
                  <a:pt x="2115698" y="473615"/>
                  <a:pt x="2115698" y="1057849"/>
                </a:cubicBezTo>
                <a:cubicBezTo>
                  <a:pt x="2115698" y="1642083"/>
                  <a:pt x="1642083" y="2115698"/>
                  <a:pt x="1057849" y="2115698"/>
                </a:cubicBezTo>
                <a:cubicBezTo>
                  <a:pt x="473615" y="2115698"/>
                  <a:pt x="0" y="1642083"/>
                  <a:pt x="0" y="1057849"/>
                </a:cubicBezTo>
                <a:cubicBezTo>
                  <a:pt x="0" y="473615"/>
                  <a:pt x="473615" y="0"/>
                  <a:pt x="105784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75401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5068AAF-060F-4A02-B0B0-EFB91B6E8C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90252" y="2466752"/>
            <a:ext cx="3726536" cy="3484138"/>
          </a:xfrm>
          <a:custGeom>
            <a:avLst/>
            <a:gdLst>
              <a:gd name="connsiteX0" fmla="*/ 0 w 3726536"/>
              <a:gd name="connsiteY0" fmla="*/ 0 h 3484138"/>
              <a:gd name="connsiteX1" fmla="*/ 3726536 w 3726536"/>
              <a:gd name="connsiteY1" fmla="*/ 0 h 3484138"/>
              <a:gd name="connsiteX2" fmla="*/ 3726536 w 3726536"/>
              <a:gd name="connsiteY2" fmla="*/ 3484138 h 3484138"/>
              <a:gd name="connsiteX3" fmla="*/ 0 w 3726536"/>
              <a:gd name="connsiteY3" fmla="*/ 3484138 h 3484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26536" h="3484138">
                <a:moveTo>
                  <a:pt x="0" y="0"/>
                </a:moveTo>
                <a:lnTo>
                  <a:pt x="3726536" y="0"/>
                </a:lnTo>
                <a:lnTo>
                  <a:pt x="3726536" y="3484138"/>
                </a:lnTo>
                <a:lnTo>
                  <a:pt x="0" y="348413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361032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4254525-B2EB-4A83-B6A1-F363708CD90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0270" y="2247902"/>
            <a:ext cx="4952576" cy="3899935"/>
          </a:xfrm>
          <a:custGeom>
            <a:avLst/>
            <a:gdLst>
              <a:gd name="connsiteX0" fmla="*/ 0 w 4952576"/>
              <a:gd name="connsiteY0" fmla="*/ 0 h 3535736"/>
              <a:gd name="connsiteX1" fmla="*/ 4952576 w 4952576"/>
              <a:gd name="connsiteY1" fmla="*/ 0 h 3535736"/>
              <a:gd name="connsiteX2" fmla="*/ 4952576 w 4952576"/>
              <a:gd name="connsiteY2" fmla="*/ 3535736 h 3535736"/>
              <a:gd name="connsiteX3" fmla="*/ 0 w 4952576"/>
              <a:gd name="connsiteY3" fmla="*/ 3535736 h 3535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52576" h="3535736">
                <a:moveTo>
                  <a:pt x="0" y="0"/>
                </a:moveTo>
                <a:lnTo>
                  <a:pt x="4952576" y="0"/>
                </a:lnTo>
                <a:lnTo>
                  <a:pt x="4952576" y="3535736"/>
                </a:lnTo>
                <a:lnTo>
                  <a:pt x="0" y="353573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1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62168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DFD442A-8385-4EE8-96CF-28909BF8A84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887135" y="2063990"/>
            <a:ext cx="5340461" cy="4794010"/>
          </a:xfrm>
          <a:custGeom>
            <a:avLst/>
            <a:gdLst>
              <a:gd name="connsiteX0" fmla="*/ 0 w 5445863"/>
              <a:gd name="connsiteY0" fmla="*/ 0 h 2903765"/>
              <a:gd name="connsiteX1" fmla="*/ 5445863 w 5445863"/>
              <a:gd name="connsiteY1" fmla="*/ 0 h 2903765"/>
              <a:gd name="connsiteX2" fmla="*/ 5445863 w 5445863"/>
              <a:gd name="connsiteY2" fmla="*/ 2903765 h 2903765"/>
              <a:gd name="connsiteX3" fmla="*/ 0 w 5445863"/>
              <a:gd name="connsiteY3" fmla="*/ 2903765 h 2903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5863" h="2903765">
                <a:moveTo>
                  <a:pt x="0" y="0"/>
                </a:moveTo>
                <a:lnTo>
                  <a:pt x="5445863" y="0"/>
                </a:lnTo>
                <a:lnTo>
                  <a:pt x="5445863" y="2903765"/>
                </a:lnTo>
                <a:lnTo>
                  <a:pt x="0" y="2903765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2576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10D7C-2DF0-44CC-84D8-A49D5AEAA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B078EF-77AE-41ED-89ED-4BCCBC3C9D3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0720E5F-823C-43AF-A2F1-32A8A6770997}" type="datetimeFigureOut">
              <a:rPr lang="en-US" smtClean="0"/>
              <a:t>12/4/2024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8A7FC5-B1A0-4A17-BC3F-CBB7E88EE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A99BF6-005C-4827-A099-885C90FFA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84B1CF0-3501-42FA-AEF9-D879BAC0F88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1070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5709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8" r:id="rId2"/>
    <p:sldLayoutId id="2147483675" r:id="rId3"/>
    <p:sldLayoutId id="2147483674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60" r:id="rId11"/>
    <p:sldLayoutId id="2147483661" r:id="rId12"/>
    <p:sldLayoutId id="2147483656" r:id="rId13"/>
    <p:sldLayoutId id="2147483657" r:id="rId14"/>
    <p:sldLayoutId id="2147483658" r:id="rId15"/>
    <p:sldLayoutId id="2147483659" r:id="rId16"/>
    <p:sldLayoutId id="2147483662" r:id="rId17"/>
    <p:sldLayoutId id="2147483677" r:id="rId18"/>
    <p:sldLayoutId id="2147483676" r:id="rId19"/>
    <p:sldLayoutId id="2147483663" r:id="rId20"/>
    <p:sldLayoutId id="2147483664" r:id="rId21"/>
    <p:sldLayoutId id="2147483665" r:id="rId22"/>
    <p:sldLayoutId id="2147483666" r:id="rId23"/>
    <p:sldLayoutId id="2147483667" r:id="rId24"/>
    <p:sldLayoutId id="2147483668" r:id="rId25"/>
    <p:sldLayoutId id="2147483669" r:id="rId26"/>
    <p:sldLayoutId id="2147483670" r:id="rId27"/>
    <p:sldLayoutId id="2147483671" r:id="rId28"/>
    <p:sldLayoutId id="2147483672" r:id="rId2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50ED9E09-B84F-474A-B77B-238A474FC716}"/>
              </a:ext>
            </a:extLst>
          </p:cNvPr>
          <p:cNvSpPr/>
          <p:nvPr/>
        </p:nvSpPr>
        <p:spPr>
          <a:xfrm>
            <a:off x="3503194" y="0"/>
            <a:ext cx="8688806" cy="6858000"/>
          </a:xfrm>
          <a:prstGeom prst="rect">
            <a:avLst/>
          </a:prstGeom>
          <a:solidFill>
            <a:schemeClr val="accent2">
              <a:lumMod val="60000"/>
              <a:lumOff val="4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5CD241F-BC6A-4C37-92FA-D9ECA16765A4}"/>
              </a:ext>
            </a:extLst>
          </p:cNvPr>
          <p:cNvSpPr/>
          <p:nvPr/>
        </p:nvSpPr>
        <p:spPr>
          <a:xfrm>
            <a:off x="2" y="0"/>
            <a:ext cx="350319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E36E01-216A-4B59-9B9D-BD6E0483A34F}"/>
              </a:ext>
            </a:extLst>
          </p:cNvPr>
          <p:cNvSpPr txBox="1"/>
          <p:nvPr/>
        </p:nvSpPr>
        <p:spPr>
          <a:xfrm>
            <a:off x="5303691" y="2237144"/>
            <a:ext cx="583719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 Medium" panose="00000600000000000000" pitchFamily="2" charset="0"/>
                <a:ea typeface="Jost" pitchFamily="2" charset="0"/>
                <a:cs typeface="Poppins Medium" panose="00000600000000000000" pitchFamily="2" charset="0"/>
              </a:rPr>
              <a:t>PROPOSAL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AB8580A-2CDA-4F87-A2B4-EB57249F956E}"/>
              </a:ext>
            </a:extLst>
          </p:cNvPr>
          <p:cNvSpPr txBox="1"/>
          <p:nvPr/>
        </p:nvSpPr>
        <p:spPr>
          <a:xfrm>
            <a:off x="5433120" y="4589554"/>
            <a:ext cx="13409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ea typeface="Jost" pitchFamily="2" charset="0"/>
                <a:cs typeface="Poppins" panose="00000500000000000000" pitchFamily="2" charset="0"/>
              </a:rPr>
              <a:t>Date: 07/06/25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7E8996D-D846-4A0A-ABC0-987755A84706}"/>
              </a:ext>
            </a:extLst>
          </p:cNvPr>
          <p:cNvGrpSpPr/>
          <p:nvPr/>
        </p:nvGrpSpPr>
        <p:grpSpPr>
          <a:xfrm>
            <a:off x="818469" y="567262"/>
            <a:ext cx="1017297" cy="237744"/>
            <a:chOff x="4919617" y="1078508"/>
            <a:chExt cx="1017297" cy="237744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63599AB0-C46B-4265-8846-A5204FA56DA0}"/>
                </a:ext>
              </a:extLst>
            </p:cNvPr>
            <p:cNvSpPr/>
            <p:nvPr/>
          </p:nvSpPr>
          <p:spPr>
            <a:xfrm>
              <a:off x="5309393" y="1078508"/>
              <a:ext cx="237744" cy="237744"/>
            </a:xfrm>
            <a:prstGeom prst="ellipse">
              <a:avLst/>
            </a:prstGeom>
            <a:noFill/>
            <a:ln w="19050"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9" name="AutoShape 1">
              <a:extLst>
                <a:ext uri="{FF2B5EF4-FFF2-40B4-BE49-F238E27FC236}">
                  <a16:creationId xmlns:a16="http://schemas.microsoft.com/office/drawing/2014/main" id="{9EE709E5-E5E7-49CB-9999-7725CC287F5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1217" y="1151017"/>
              <a:ext cx="114096" cy="92727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21600" y="2556"/>
                  </a:moveTo>
                  <a:cubicBezTo>
                    <a:pt x="20805" y="2990"/>
                    <a:pt x="19951" y="3284"/>
                    <a:pt x="19055" y="3415"/>
                  </a:cubicBezTo>
                  <a:cubicBezTo>
                    <a:pt x="19970" y="2740"/>
                    <a:pt x="20673" y="1672"/>
                    <a:pt x="21003" y="399"/>
                  </a:cubicBezTo>
                  <a:cubicBezTo>
                    <a:pt x="20147" y="1023"/>
                    <a:pt x="19199" y="1477"/>
                    <a:pt x="18189" y="1721"/>
                  </a:cubicBezTo>
                  <a:cubicBezTo>
                    <a:pt x="17381" y="662"/>
                    <a:pt x="16229" y="0"/>
                    <a:pt x="14954" y="0"/>
                  </a:cubicBezTo>
                  <a:cubicBezTo>
                    <a:pt x="12507" y="0"/>
                    <a:pt x="10523" y="2441"/>
                    <a:pt x="10523" y="5453"/>
                  </a:cubicBezTo>
                  <a:cubicBezTo>
                    <a:pt x="10523" y="5880"/>
                    <a:pt x="10562" y="6296"/>
                    <a:pt x="10638" y="6695"/>
                  </a:cubicBezTo>
                  <a:cubicBezTo>
                    <a:pt x="6955" y="6468"/>
                    <a:pt x="3690" y="4297"/>
                    <a:pt x="1504" y="998"/>
                  </a:cubicBezTo>
                  <a:cubicBezTo>
                    <a:pt x="1122" y="1803"/>
                    <a:pt x="904" y="2739"/>
                    <a:pt x="904" y="3739"/>
                  </a:cubicBezTo>
                  <a:cubicBezTo>
                    <a:pt x="904" y="5631"/>
                    <a:pt x="1686" y="7300"/>
                    <a:pt x="2876" y="8278"/>
                  </a:cubicBezTo>
                  <a:cubicBezTo>
                    <a:pt x="2149" y="8250"/>
                    <a:pt x="1466" y="8004"/>
                    <a:pt x="868" y="7596"/>
                  </a:cubicBezTo>
                  <a:cubicBezTo>
                    <a:pt x="867" y="7619"/>
                    <a:pt x="867" y="7642"/>
                    <a:pt x="867" y="7665"/>
                  </a:cubicBezTo>
                  <a:cubicBezTo>
                    <a:pt x="867" y="10307"/>
                    <a:pt x="2395" y="12510"/>
                    <a:pt x="4423" y="13011"/>
                  </a:cubicBezTo>
                  <a:cubicBezTo>
                    <a:pt x="4051" y="13136"/>
                    <a:pt x="3659" y="13203"/>
                    <a:pt x="3255" y="13203"/>
                  </a:cubicBezTo>
                  <a:cubicBezTo>
                    <a:pt x="2969" y="13203"/>
                    <a:pt x="2692" y="13169"/>
                    <a:pt x="2421" y="13105"/>
                  </a:cubicBezTo>
                  <a:cubicBezTo>
                    <a:pt x="2985" y="15271"/>
                    <a:pt x="4622" y="16848"/>
                    <a:pt x="6561" y="16892"/>
                  </a:cubicBezTo>
                  <a:cubicBezTo>
                    <a:pt x="5044" y="18355"/>
                    <a:pt x="3134" y="19226"/>
                    <a:pt x="1057" y="19226"/>
                  </a:cubicBezTo>
                  <a:cubicBezTo>
                    <a:pt x="699" y="19226"/>
                    <a:pt x="347" y="19201"/>
                    <a:pt x="0" y="19149"/>
                  </a:cubicBezTo>
                  <a:cubicBezTo>
                    <a:pt x="1961" y="20698"/>
                    <a:pt x="4291" y="21600"/>
                    <a:pt x="6793" y="21600"/>
                  </a:cubicBezTo>
                  <a:cubicBezTo>
                    <a:pt x="14944" y="21600"/>
                    <a:pt x="19401" y="13291"/>
                    <a:pt x="19401" y="6085"/>
                  </a:cubicBezTo>
                  <a:cubicBezTo>
                    <a:pt x="19401" y="5848"/>
                    <a:pt x="19397" y="5613"/>
                    <a:pt x="19389" y="5380"/>
                  </a:cubicBezTo>
                  <a:cubicBezTo>
                    <a:pt x="20255" y="4610"/>
                    <a:pt x="21006" y="3650"/>
                    <a:pt x="21600" y="2556"/>
                  </a:cubicBezTo>
                  <a:cubicBezTo>
                    <a:pt x="21600" y="2556"/>
                    <a:pt x="21600" y="2556"/>
                    <a:pt x="21600" y="2556"/>
                  </a:cubicBezTo>
                  <a:close/>
                  <a:moveTo>
                    <a:pt x="21600" y="2556"/>
                  </a:move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lIns="0" tIns="0" rIns="0" bIns="0"/>
            <a:lstStyle/>
            <a:p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FF42D453-6A89-4E50-AB81-38B05271E587}"/>
                </a:ext>
              </a:extLst>
            </p:cNvPr>
            <p:cNvSpPr/>
            <p:nvPr/>
          </p:nvSpPr>
          <p:spPr>
            <a:xfrm>
              <a:off x="4919617" y="1078508"/>
              <a:ext cx="237744" cy="237744"/>
            </a:xfrm>
            <a:prstGeom prst="ellipse">
              <a:avLst/>
            </a:prstGeom>
            <a:noFill/>
            <a:ln w="19050"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1" name="AutoShape 21">
              <a:extLst>
                <a:ext uri="{FF2B5EF4-FFF2-40B4-BE49-F238E27FC236}">
                  <a16:creationId xmlns:a16="http://schemas.microsoft.com/office/drawing/2014/main" id="{ED1B8766-80BA-4A5C-8831-F2A32E4B88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6541" y="1155431"/>
              <a:ext cx="83897" cy="83898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18362" y="2163"/>
                  </a:moveTo>
                  <a:lnTo>
                    <a:pt x="18362" y="5400"/>
                  </a:lnTo>
                  <a:lnTo>
                    <a:pt x="16200" y="5400"/>
                  </a:lnTo>
                  <a:cubicBezTo>
                    <a:pt x="15551" y="5400"/>
                    <a:pt x="15119" y="5832"/>
                    <a:pt x="15119" y="6482"/>
                  </a:cubicBezTo>
                  <a:lnTo>
                    <a:pt x="15119" y="8638"/>
                  </a:lnTo>
                  <a:lnTo>
                    <a:pt x="18362" y="8638"/>
                  </a:lnTo>
                  <a:lnTo>
                    <a:pt x="18362" y="11881"/>
                  </a:lnTo>
                  <a:lnTo>
                    <a:pt x="15119" y="11881"/>
                  </a:lnTo>
                  <a:lnTo>
                    <a:pt x="15119" y="19438"/>
                  </a:lnTo>
                  <a:lnTo>
                    <a:pt x="11881" y="19438"/>
                  </a:lnTo>
                  <a:lnTo>
                    <a:pt x="11881" y="11881"/>
                  </a:lnTo>
                  <a:lnTo>
                    <a:pt x="9719" y="11881"/>
                  </a:lnTo>
                  <a:lnTo>
                    <a:pt x="9719" y="8638"/>
                  </a:lnTo>
                  <a:lnTo>
                    <a:pt x="11881" y="8638"/>
                  </a:lnTo>
                  <a:lnTo>
                    <a:pt x="11881" y="5938"/>
                  </a:lnTo>
                  <a:cubicBezTo>
                    <a:pt x="11881" y="3888"/>
                    <a:pt x="13606" y="2163"/>
                    <a:pt x="15662" y="2163"/>
                  </a:cubicBezTo>
                  <a:cubicBezTo>
                    <a:pt x="15662" y="2163"/>
                    <a:pt x="18362" y="2163"/>
                    <a:pt x="18362" y="2163"/>
                  </a:cubicBezTo>
                  <a:close/>
                  <a:moveTo>
                    <a:pt x="19438" y="0"/>
                  </a:moveTo>
                  <a:lnTo>
                    <a:pt x="2163" y="0"/>
                  </a:lnTo>
                  <a:cubicBezTo>
                    <a:pt x="971" y="0"/>
                    <a:pt x="0" y="971"/>
                    <a:pt x="0" y="2163"/>
                  </a:cubicBezTo>
                  <a:lnTo>
                    <a:pt x="0" y="19438"/>
                  </a:lnTo>
                  <a:cubicBezTo>
                    <a:pt x="0" y="20630"/>
                    <a:pt x="971" y="21600"/>
                    <a:pt x="2163" y="21600"/>
                  </a:cubicBezTo>
                  <a:lnTo>
                    <a:pt x="19438" y="21600"/>
                  </a:lnTo>
                  <a:cubicBezTo>
                    <a:pt x="20630" y="21600"/>
                    <a:pt x="21600" y="20630"/>
                    <a:pt x="21600" y="19438"/>
                  </a:cubicBezTo>
                  <a:lnTo>
                    <a:pt x="21600" y="2163"/>
                  </a:lnTo>
                  <a:cubicBezTo>
                    <a:pt x="21600" y="971"/>
                    <a:pt x="20630" y="0"/>
                    <a:pt x="19438" y="0"/>
                  </a:cubicBezTo>
                  <a:cubicBezTo>
                    <a:pt x="19438" y="0"/>
                    <a:pt x="19438" y="0"/>
                    <a:pt x="19438" y="0"/>
                  </a:cubicBezTo>
                  <a:close/>
                  <a:moveTo>
                    <a:pt x="19438" y="0"/>
                  </a:move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lIns="0" tIns="0" rIns="0" bIns="0"/>
            <a:lstStyle/>
            <a:p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D401CEA2-B5DA-4B7B-B63D-1352163B5327}"/>
                </a:ext>
              </a:extLst>
            </p:cNvPr>
            <p:cNvSpPr/>
            <p:nvPr/>
          </p:nvSpPr>
          <p:spPr>
            <a:xfrm>
              <a:off x="5699170" y="1078508"/>
              <a:ext cx="237744" cy="237744"/>
            </a:xfrm>
            <a:prstGeom prst="ellipse">
              <a:avLst/>
            </a:prstGeom>
            <a:noFill/>
            <a:ln w="19050"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3" name="AutoShape 18">
              <a:extLst>
                <a:ext uri="{FF2B5EF4-FFF2-40B4-BE49-F238E27FC236}">
                  <a16:creationId xmlns:a16="http://schemas.microsoft.com/office/drawing/2014/main" id="{77901C83-1AF2-4F8E-B711-18C832D02E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5581" y="1157479"/>
              <a:ext cx="124922" cy="79803"/>
            </a:xfrm>
            <a:custGeom>
              <a:avLst/>
              <a:gdLst/>
              <a:ahLst/>
              <a:cxnLst/>
              <a:rect l="0" t="0" r="r" b="b"/>
              <a:pathLst>
                <a:path w="21574" h="21486">
                  <a:moveTo>
                    <a:pt x="21169" y="9121"/>
                  </a:moveTo>
                  <a:lnTo>
                    <a:pt x="19513" y="9121"/>
                  </a:lnTo>
                  <a:lnTo>
                    <a:pt x="19513" y="6544"/>
                  </a:lnTo>
                  <a:cubicBezTo>
                    <a:pt x="19513" y="6195"/>
                    <a:pt x="19331" y="5914"/>
                    <a:pt x="19108" y="5914"/>
                  </a:cubicBezTo>
                  <a:lnTo>
                    <a:pt x="17714" y="5914"/>
                  </a:lnTo>
                  <a:cubicBezTo>
                    <a:pt x="17491" y="5914"/>
                    <a:pt x="17309" y="6195"/>
                    <a:pt x="17309" y="6544"/>
                  </a:cubicBezTo>
                  <a:lnTo>
                    <a:pt x="17309" y="9121"/>
                  </a:lnTo>
                  <a:lnTo>
                    <a:pt x="15653" y="9121"/>
                  </a:lnTo>
                  <a:cubicBezTo>
                    <a:pt x="15428" y="9121"/>
                    <a:pt x="15247" y="9404"/>
                    <a:pt x="15247" y="9753"/>
                  </a:cubicBezTo>
                  <a:lnTo>
                    <a:pt x="15247" y="11921"/>
                  </a:lnTo>
                  <a:cubicBezTo>
                    <a:pt x="15247" y="12270"/>
                    <a:pt x="15428" y="12553"/>
                    <a:pt x="15653" y="12553"/>
                  </a:cubicBezTo>
                  <a:lnTo>
                    <a:pt x="17309" y="12553"/>
                  </a:lnTo>
                  <a:lnTo>
                    <a:pt x="17309" y="15130"/>
                  </a:lnTo>
                  <a:cubicBezTo>
                    <a:pt x="17309" y="15479"/>
                    <a:pt x="17491" y="15762"/>
                    <a:pt x="17714" y="15762"/>
                  </a:cubicBezTo>
                  <a:lnTo>
                    <a:pt x="19108" y="15762"/>
                  </a:lnTo>
                  <a:cubicBezTo>
                    <a:pt x="19331" y="15762"/>
                    <a:pt x="19513" y="15479"/>
                    <a:pt x="19513" y="15130"/>
                  </a:cubicBezTo>
                  <a:lnTo>
                    <a:pt x="19513" y="12553"/>
                  </a:lnTo>
                  <a:lnTo>
                    <a:pt x="21169" y="12553"/>
                  </a:lnTo>
                  <a:cubicBezTo>
                    <a:pt x="21393" y="12553"/>
                    <a:pt x="21574" y="12270"/>
                    <a:pt x="21574" y="11921"/>
                  </a:cubicBezTo>
                  <a:lnTo>
                    <a:pt x="21574" y="9753"/>
                  </a:lnTo>
                  <a:cubicBezTo>
                    <a:pt x="21574" y="9404"/>
                    <a:pt x="21393" y="9121"/>
                    <a:pt x="21169" y="9121"/>
                  </a:cubicBezTo>
                  <a:close/>
                  <a:moveTo>
                    <a:pt x="7107" y="9603"/>
                  </a:moveTo>
                  <a:lnTo>
                    <a:pt x="7107" y="12241"/>
                  </a:lnTo>
                  <a:cubicBezTo>
                    <a:pt x="7107" y="12637"/>
                    <a:pt x="7314" y="12960"/>
                    <a:pt x="7569" y="12960"/>
                  </a:cubicBezTo>
                  <a:lnTo>
                    <a:pt x="10940" y="12960"/>
                  </a:lnTo>
                  <a:cubicBezTo>
                    <a:pt x="10349" y="15563"/>
                    <a:pt x="8746" y="17430"/>
                    <a:pt x="6870" y="17408"/>
                  </a:cubicBezTo>
                  <a:cubicBezTo>
                    <a:pt x="4594" y="17382"/>
                    <a:pt x="2712" y="14548"/>
                    <a:pt x="2623" y="11008"/>
                  </a:cubicBezTo>
                  <a:cubicBezTo>
                    <a:pt x="2529" y="7212"/>
                    <a:pt x="4485" y="4078"/>
                    <a:pt x="6902" y="4078"/>
                  </a:cubicBezTo>
                  <a:cubicBezTo>
                    <a:pt x="8007" y="4078"/>
                    <a:pt x="9016" y="4733"/>
                    <a:pt x="9776" y="5808"/>
                  </a:cubicBezTo>
                  <a:cubicBezTo>
                    <a:pt x="9957" y="6063"/>
                    <a:pt x="10231" y="6064"/>
                    <a:pt x="10409" y="5804"/>
                  </a:cubicBezTo>
                  <a:lnTo>
                    <a:pt x="11647" y="3991"/>
                  </a:lnTo>
                  <a:cubicBezTo>
                    <a:pt x="11840" y="3707"/>
                    <a:pt x="11840" y="3228"/>
                    <a:pt x="11648" y="2944"/>
                  </a:cubicBezTo>
                  <a:cubicBezTo>
                    <a:pt x="10442" y="1165"/>
                    <a:pt x="8824" y="57"/>
                    <a:pt x="7040" y="2"/>
                  </a:cubicBezTo>
                  <a:cubicBezTo>
                    <a:pt x="3235" y="-114"/>
                    <a:pt x="27" y="4743"/>
                    <a:pt x="0" y="10667"/>
                  </a:cubicBezTo>
                  <a:cubicBezTo>
                    <a:pt x="-26" y="16636"/>
                    <a:pt x="3074" y="21486"/>
                    <a:pt x="6902" y="21486"/>
                  </a:cubicBezTo>
                  <a:cubicBezTo>
                    <a:pt x="10584" y="21486"/>
                    <a:pt x="13591" y="16999"/>
                    <a:pt x="13793" y="11347"/>
                  </a:cubicBezTo>
                  <a:cubicBezTo>
                    <a:pt x="13798" y="11277"/>
                    <a:pt x="13802" y="8882"/>
                    <a:pt x="13802" y="8882"/>
                  </a:cubicBezTo>
                  <a:lnTo>
                    <a:pt x="7569" y="8882"/>
                  </a:lnTo>
                  <a:cubicBezTo>
                    <a:pt x="7314" y="8882"/>
                    <a:pt x="7107" y="9205"/>
                    <a:pt x="7107" y="9603"/>
                  </a:cubicBezTo>
                  <a:close/>
                  <a:moveTo>
                    <a:pt x="7107" y="9603"/>
                  </a:move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lIns="0" tIns="0" rIns="0" bIns="0"/>
            <a:lstStyle/>
            <a:p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pic>
        <p:nvPicPr>
          <p:cNvPr id="34" name="Graphic 33">
            <a:extLst>
              <a:ext uri="{FF2B5EF4-FFF2-40B4-BE49-F238E27FC236}">
                <a16:creationId xmlns:a16="http://schemas.microsoft.com/office/drawing/2014/main" id="{93970B47-507D-4502-998F-B901D83D4E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59020" y="5575262"/>
            <a:ext cx="1586624" cy="63465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668D9016-6F99-45D6-9EFB-221F890132D3}"/>
              </a:ext>
            </a:extLst>
          </p:cNvPr>
          <p:cNvSpPr txBox="1"/>
          <p:nvPr/>
        </p:nvSpPr>
        <p:spPr>
          <a:xfrm>
            <a:off x="10924936" y="481841"/>
            <a:ext cx="69220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Jost" pitchFamily="2" charset="0"/>
                <a:ea typeface="Jost" pitchFamily="2" charset="0"/>
              </a:rPr>
              <a:t>2025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5FB85DB-9F27-4EF6-BCAB-F884F930DD0B}"/>
              </a:ext>
            </a:extLst>
          </p:cNvPr>
          <p:cNvSpPr txBox="1"/>
          <p:nvPr/>
        </p:nvSpPr>
        <p:spPr>
          <a:xfrm>
            <a:off x="5370076" y="6071413"/>
            <a:ext cx="25317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40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www.example.com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E64EF02-23CC-43A9-A01D-70057FC52707}"/>
              </a:ext>
            </a:extLst>
          </p:cNvPr>
          <p:cNvSpPr/>
          <p:nvPr/>
        </p:nvSpPr>
        <p:spPr>
          <a:xfrm>
            <a:off x="5433121" y="3889393"/>
            <a:ext cx="4034730" cy="4720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</a:pPr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There are many variations of passages of Lorem alteration in some form, by injected humor.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C64DBA-4B27-4B2B-9766-897D2A16DA4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8B26F17-6B82-4188-ABF2-B906154C7935}"/>
              </a:ext>
            </a:extLst>
          </p:cNvPr>
          <p:cNvGrpSpPr/>
          <p:nvPr/>
        </p:nvGrpSpPr>
        <p:grpSpPr>
          <a:xfrm>
            <a:off x="5437188" y="1568450"/>
            <a:ext cx="2663825" cy="809625"/>
            <a:chOff x="5437188" y="1568450"/>
            <a:chExt cx="2663825" cy="809625"/>
          </a:xfrm>
          <a:solidFill>
            <a:schemeClr val="accent2"/>
          </a:solidFill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45AF90BA-EBA1-4CDD-BDEE-469E20E632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37188" y="1568450"/>
              <a:ext cx="465138" cy="809625"/>
            </a:xfrm>
            <a:custGeom>
              <a:avLst/>
              <a:gdLst>
                <a:gd name="T0" fmla="*/ 132 w 146"/>
                <a:gd name="T1" fmla="*/ 2 h 228"/>
                <a:gd name="T2" fmla="*/ 141 w 146"/>
                <a:gd name="T3" fmla="*/ 5 h 228"/>
                <a:gd name="T4" fmla="*/ 145 w 146"/>
                <a:gd name="T5" fmla="*/ 14 h 228"/>
                <a:gd name="T6" fmla="*/ 55 w 146"/>
                <a:gd name="T7" fmla="*/ 159 h 228"/>
                <a:gd name="T8" fmla="*/ 101 w 146"/>
                <a:gd name="T9" fmla="*/ 124 h 228"/>
                <a:gd name="T10" fmla="*/ 119 w 146"/>
                <a:gd name="T11" fmla="*/ 125 h 228"/>
                <a:gd name="T12" fmla="*/ 119 w 146"/>
                <a:gd name="T13" fmla="*/ 126 h 228"/>
                <a:gd name="T14" fmla="*/ 128 w 146"/>
                <a:gd name="T15" fmla="*/ 144 h 228"/>
                <a:gd name="T16" fmla="*/ 126 w 146"/>
                <a:gd name="T17" fmla="*/ 160 h 228"/>
                <a:gd name="T18" fmla="*/ 85 w 146"/>
                <a:gd name="T19" fmla="*/ 211 h 228"/>
                <a:gd name="T20" fmla="*/ 47 w 146"/>
                <a:gd name="T21" fmla="*/ 190 h 228"/>
                <a:gd name="T22" fmla="*/ 13 w 146"/>
                <a:gd name="T23" fmla="*/ 226 h 228"/>
                <a:gd name="T24" fmla="*/ 5 w 146"/>
                <a:gd name="T25" fmla="*/ 224 h 228"/>
                <a:gd name="T26" fmla="*/ 1 w 146"/>
                <a:gd name="T27" fmla="*/ 214 h 228"/>
                <a:gd name="T28" fmla="*/ 132 w 146"/>
                <a:gd name="T29" fmla="*/ 2 h 228"/>
                <a:gd name="T30" fmla="*/ 112 w 146"/>
                <a:gd name="T31" fmla="*/ 138 h 228"/>
                <a:gd name="T32" fmla="*/ 58 w 146"/>
                <a:gd name="T33" fmla="*/ 180 h 228"/>
                <a:gd name="T34" fmla="*/ 76 w 146"/>
                <a:gd name="T35" fmla="*/ 198 h 228"/>
                <a:gd name="T36" fmla="*/ 113 w 146"/>
                <a:gd name="T37" fmla="*/ 150 h 228"/>
                <a:gd name="T38" fmla="*/ 115 w 146"/>
                <a:gd name="T39" fmla="*/ 136 h 228"/>
                <a:gd name="T40" fmla="*/ 112 w 146"/>
                <a:gd name="T41" fmla="*/ 138 h 228"/>
                <a:gd name="T42" fmla="*/ 118 w 146"/>
                <a:gd name="T43" fmla="*/ 135 h 228"/>
                <a:gd name="T44" fmla="*/ 117 w 146"/>
                <a:gd name="T45" fmla="*/ 136 h 228"/>
                <a:gd name="T46" fmla="*/ 118 w 146"/>
                <a:gd name="T47" fmla="*/ 136 h 228"/>
                <a:gd name="T48" fmla="*/ 118 w 146"/>
                <a:gd name="T49" fmla="*/ 135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46" h="228">
                  <a:moveTo>
                    <a:pt x="132" y="2"/>
                  </a:moveTo>
                  <a:cubicBezTo>
                    <a:pt x="133" y="0"/>
                    <a:pt x="137" y="2"/>
                    <a:pt x="141" y="5"/>
                  </a:cubicBezTo>
                  <a:cubicBezTo>
                    <a:pt x="144" y="8"/>
                    <a:pt x="146" y="12"/>
                    <a:pt x="145" y="14"/>
                  </a:cubicBezTo>
                  <a:cubicBezTo>
                    <a:pt x="55" y="159"/>
                    <a:pt x="55" y="159"/>
                    <a:pt x="55" y="159"/>
                  </a:cubicBezTo>
                  <a:cubicBezTo>
                    <a:pt x="71" y="144"/>
                    <a:pt x="88" y="130"/>
                    <a:pt x="101" y="124"/>
                  </a:cubicBezTo>
                  <a:cubicBezTo>
                    <a:pt x="108" y="121"/>
                    <a:pt x="114" y="122"/>
                    <a:pt x="119" y="125"/>
                  </a:cubicBezTo>
                  <a:cubicBezTo>
                    <a:pt x="119" y="126"/>
                    <a:pt x="119" y="126"/>
                    <a:pt x="119" y="126"/>
                  </a:cubicBezTo>
                  <a:cubicBezTo>
                    <a:pt x="125" y="130"/>
                    <a:pt x="128" y="137"/>
                    <a:pt x="128" y="144"/>
                  </a:cubicBezTo>
                  <a:cubicBezTo>
                    <a:pt x="129" y="149"/>
                    <a:pt x="127" y="154"/>
                    <a:pt x="126" y="160"/>
                  </a:cubicBezTo>
                  <a:cubicBezTo>
                    <a:pt x="119" y="181"/>
                    <a:pt x="103" y="207"/>
                    <a:pt x="85" y="211"/>
                  </a:cubicBezTo>
                  <a:cubicBezTo>
                    <a:pt x="61" y="217"/>
                    <a:pt x="51" y="204"/>
                    <a:pt x="47" y="190"/>
                  </a:cubicBezTo>
                  <a:cubicBezTo>
                    <a:pt x="28" y="210"/>
                    <a:pt x="14" y="226"/>
                    <a:pt x="13" y="226"/>
                  </a:cubicBezTo>
                  <a:cubicBezTo>
                    <a:pt x="12" y="228"/>
                    <a:pt x="9" y="227"/>
                    <a:pt x="5" y="224"/>
                  </a:cubicBezTo>
                  <a:cubicBezTo>
                    <a:pt x="2" y="220"/>
                    <a:pt x="0" y="216"/>
                    <a:pt x="1" y="214"/>
                  </a:cubicBezTo>
                  <a:lnTo>
                    <a:pt x="132" y="2"/>
                  </a:lnTo>
                  <a:close/>
                  <a:moveTo>
                    <a:pt x="112" y="138"/>
                  </a:moveTo>
                  <a:cubicBezTo>
                    <a:pt x="97" y="144"/>
                    <a:pt x="77" y="162"/>
                    <a:pt x="58" y="180"/>
                  </a:cubicBezTo>
                  <a:cubicBezTo>
                    <a:pt x="58" y="184"/>
                    <a:pt x="59" y="202"/>
                    <a:pt x="76" y="198"/>
                  </a:cubicBezTo>
                  <a:cubicBezTo>
                    <a:pt x="91" y="194"/>
                    <a:pt x="107" y="169"/>
                    <a:pt x="113" y="150"/>
                  </a:cubicBezTo>
                  <a:cubicBezTo>
                    <a:pt x="114" y="145"/>
                    <a:pt x="115" y="140"/>
                    <a:pt x="115" y="136"/>
                  </a:cubicBezTo>
                  <a:cubicBezTo>
                    <a:pt x="114" y="136"/>
                    <a:pt x="113" y="137"/>
                    <a:pt x="112" y="138"/>
                  </a:cubicBezTo>
                  <a:close/>
                  <a:moveTo>
                    <a:pt x="118" y="135"/>
                  </a:moveTo>
                  <a:cubicBezTo>
                    <a:pt x="118" y="135"/>
                    <a:pt x="117" y="135"/>
                    <a:pt x="117" y="136"/>
                  </a:cubicBezTo>
                  <a:cubicBezTo>
                    <a:pt x="118" y="136"/>
                    <a:pt x="118" y="136"/>
                    <a:pt x="118" y="136"/>
                  </a:cubicBezTo>
                  <a:lnTo>
                    <a:pt x="118" y="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33F8C428-5872-4A8E-8CA4-77E1F26D93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810251" y="1973263"/>
              <a:ext cx="482600" cy="358775"/>
            </a:xfrm>
            <a:custGeom>
              <a:avLst/>
              <a:gdLst>
                <a:gd name="T0" fmla="*/ 53 w 152"/>
                <a:gd name="T1" fmla="*/ 1 h 101"/>
                <a:gd name="T2" fmla="*/ 62 w 152"/>
                <a:gd name="T3" fmla="*/ 4 h 101"/>
                <a:gd name="T4" fmla="*/ 65 w 152"/>
                <a:gd name="T5" fmla="*/ 14 h 101"/>
                <a:gd name="T6" fmla="*/ 35 w 152"/>
                <a:gd name="T7" fmla="*/ 75 h 101"/>
                <a:gd name="T8" fmla="*/ 92 w 152"/>
                <a:gd name="T9" fmla="*/ 23 h 101"/>
                <a:gd name="T10" fmla="*/ 94 w 152"/>
                <a:gd name="T11" fmla="*/ 22 h 101"/>
                <a:gd name="T12" fmla="*/ 102 w 152"/>
                <a:gd name="T13" fmla="*/ 25 h 101"/>
                <a:gd name="T14" fmla="*/ 106 w 152"/>
                <a:gd name="T15" fmla="*/ 34 h 101"/>
                <a:gd name="T16" fmla="*/ 103 w 152"/>
                <a:gd name="T17" fmla="*/ 37 h 101"/>
                <a:gd name="T18" fmla="*/ 98 w 152"/>
                <a:gd name="T19" fmla="*/ 71 h 101"/>
                <a:gd name="T20" fmla="*/ 142 w 152"/>
                <a:gd name="T21" fmla="*/ 35 h 101"/>
                <a:gd name="T22" fmla="*/ 149 w 152"/>
                <a:gd name="T23" fmla="*/ 33 h 101"/>
                <a:gd name="T24" fmla="*/ 148 w 152"/>
                <a:gd name="T25" fmla="*/ 40 h 101"/>
                <a:gd name="T26" fmla="*/ 106 w 152"/>
                <a:gd name="T27" fmla="*/ 80 h 101"/>
                <a:gd name="T28" fmla="*/ 72 w 152"/>
                <a:gd name="T29" fmla="*/ 67 h 101"/>
                <a:gd name="T30" fmla="*/ 22 w 152"/>
                <a:gd name="T31" fmla="*/ 46 h 101"/>
                <a:gd name="T32" fmla="*/ 53 w 152"/>
                <a:gd name="T33" fmla="*/ 1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2" h="101">
                  <a:moveTo>
                    <a:pt x="53" y="1"/>
                  </a:moveTo>
                  <a:cubicBezTo>
                    <a:pt x="55" y="0"/>
                    <a:pt x="59" y="1"/>
                    <a:pt x="62" y="4"/>
                  </a:cubicBezTo>
                  <a:cubicBezTo>
                    <a:pt x="65" y="8"/>
                    <a:pt x="66" y="12"/>
                    <a:pt x="65" y="14"/>
                  </a:cubicBezTo>
                  <a:cubicBezTo>
                    <a:pt x="35" y="49"/>
                    <a:pt x="32" y="73"/>
                    <a:pt x="35" y="75"/>
                  </a:cubicBezTo>
                  <a:cubicBezTo>
                    <a:pt x="40" y="79"/>
                    <a:pt x="71" y="60"/>
                    <a:pt x="92" y="23"/>
                  </a:cubicBezTo>
                  <a:cubicBezTo>
                    <a:pt x="94" y="22"/>
                    <a:pt x="94" y="22"/>
                    <a:pt x="94" y="22"/>
                  </a:cubicBezTo>
                  <a:cubicBezTo>
                    <a:pt x="95" y="20"/>
                    <a:pt x="99" y="21"/>
                    <a:pt x="102" y="25"/>
                  </a:cubicBezTo>
                  <a:cubicBezTo>
                    <a:pt x="106" y="28"/>
                    <a:pt x="107" y="32"/>
                    <a:pt x="106" y="34"/>
                  </a:cubicBezTo>
                  <a:cubicBezTo>
                    <a:pt x="106" y="34"/>
                    <a:pt x="105" y="35"/>
                    <a:pt x="103" y="37"/>
                  </a:cubicBezTo>
                  <a:cubicBezTo>
                    <a:pt x="98" y="43"/>
                    <a:pt x="68" y="86"/>
                    <a:pt x="98" y="71"/>
                  </a:cubicBezTo>
                  <a:cubicBezTo>
                    <a:pt x="113" y="64"/>
                    <a:pt x="132" y="49"/>
                    <a:pt x="142" y="35"/>
                  </a:cubicBezTo>
                  <a:cubicBezTo>
                    <a:pt x="144" y="33"/>
                    <a:pt x="145" y="29"/>
                    <a:pt x="149" y="33"/>
                  </a:cubicBezTo>
                  <a:cubicBezTo>
                    <a:pt x="152" y="36"/>
                    <a:pt x="150" y="38"/>
                    <a:pt x="148" y="40"/>
                  </a:cubicBezTo>
                  <a:cubicBezTo>
                    <a:pt x="138" y="54"/>
                    <a:pt x="122" y="73"/>
                    <a:pt x="106" y="80"/>
                  </a:cubicBezTo>
                  <a:cubicBezTo>
                    <a:pt x="92" y="87"/>
                    <a:pt x="75" y="84"/>
                    <a:pt x="72" y="67"/>
                  </a:cubicBezTo>
                  <a:cubicBezTo>
                    <a:pt x="33" y="101"/>
                    <a:pt x="0" y="94"/>
                    <a:pt x="22" y="46"/>
                  </a:cubicBezTo>
                  <a:cubicBezTo>
                    <a:pt x="30" y="30"/>
                    <a:pt x="43" y="12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E405A00-265B-45D1-95C0-B0C7F58D0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6153151" y="1941513"/>
              <a:ext cx="266700" cy="393700"/>
            </a:xfrm>
            <a:custGeom>
              <a:avLst/>
              <a:gdLst>
                <a:gd name="T0" fmla="*/ 34 w 84"/>
                <a:gd name="T1" fmla="*/ 58 h 111"/>
                <a:gd name="T2" fmla="*/ 24 w 84"/>
                <a:gd name="T3" fmla="*/ 59 h 111"/>
                <a:gd name="T4" fmla="*/ 31 w 84"/>
                <a:gd name="T5" fmla="*/ 47 h 111"/>
                <a:gd name="T6" fmla="*/ 61 w 84"/>
                <a:gd name="T7" fmla="*/ 10 h 111"/>
                <a:gd name="T8" fmla="*/ 70 w 84"/>
                <a:gd name="T9" fmla="*/ 1 h 111"/>
                <a:gd name="T10" fmla="*/ 79 w 84"/>
                <a:gd name="T11" fmla="*/ 5 h 111"/>
                <a:gd name="T12" fmla="*/ 82 w 84"/>
                <a:gd name="T13" fmla="*/ 14 h 111"/>
                <a:gd name="T14" fmla="*/ 72 w 84"/>
                <a:gd name="T15" fmla="*/ 23 h 111"/>
                <a:gd name="T16" fmla="*/ 57 w 84"/>
                <a:gd name="T17" fmla="*/ 69 h 111"/>
                <a:gd name="T18" fmla="*/ 55 w 84"/>
                <a:gd name="T19" fmla="*/ 96 h 111"/>
                <a:gd name="T20" fmla="*/ 48 w 84"/>
                <a:gd name="T21" fmla="*/ 105 h 111"/>
                <a:gd name="T22" fmla="*/ 38 w 84"/>
                <a:gd name="T23" fmla="*/ 109 h 111"/>
                <a:gd name="T24" fmla="*/ 23 w 84"/>
                <a:gd name="T25" fmla="*/ 107 h 111"/>
                <a:gd name="T26" fmla="*/ 12 w 84"/>
                <a:gd name="T27" fmla="*/ 73 h 111"/>
                <a:gd name="T28" fmla="*/ 21 w 84"/>
                <a:gd name="T29" fmla="*/ 75 h 111"/>
                <a:gd name="T30" fmla="*/ 25 w 84"/>
                <a:gd name="T31" fmla="*/ 85 h 111"/>
                <a:gd name="T32" fmla="*/ 20 w 84"/>
                <a:gd name="T33" fmla="*/ 95 h 111"/>
                <a:gd name="T34" fmla="*/ 28 w 84"/>
                <a:gd name="T35" fmla="*/ 95 h 111"/>
                <a:gd name="T36" fmla="*/ 36 w 84"/>
                <a:gd name="T37" fmla="*/ 92 h 111"/>
                <a:gd name="T38" fmla="*/ 42 w 84"/>
                <a:gd name="T39" fmla="*/ 85 h 111"/>
                <a:gd name="T40" fmla="*/ 44 w 84"/>
                <a:gd name="T41" fmla="*/ 63 h 111"/>
                <a:gd name="T42" fmla="*/ 50 w 84"/>
                <a:gd name="T43" fmla="*/ 39 h 111"/>
                <a:gd name="T44" fmla="*/ 34 w 84"/>
                <a:gd name="T45" fmla="*/ 58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4" h="111">
                  <a:moveTo>
                    <a:pt x="34" y="58"/>
                  </a:moveTo>
                  <a:cubicBezTo>
                    <a:pt x="32" y="60"/>
                    <a:pt x="28" y="62"/>
                    <a:pt x="24" y="59"/>
                  </a:cubicBezTo>
                  <a:cubicBezTo>
                    <a:pt x="21" y="55"/>
                    <a:pt x="30" y="48"/>
                    <a:pt x="31" y="47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6" y="5"/>
                    <a:pt x="70" y="1"/>
                    <a:pt x="70" y="1"/>
                  </a:cubicBezTo>
                  <a:cubicBezTo>
                    <a:pt x="72" y="0"/>
                    <a:pt x="76" y="1"/>
                    <a:pt x="79" y="5"/>
                  </a:cubicBezTo>
                  <a:cubicBezTo>
                    <a:pt x="82" y="8"/>
                    <a:pt x="84" y="13"/>
                    <a:pt x="82" y="14"/>
                  </a:cubicBezTo>
                  <a:cubicBezTo>
                    <a:pt x="72" y="23"/>
                    <a:pt x="72" y="23"/>
                    <a:pt x="72" y="23"/>
                  </a:cubicBezTo>
                  <a:cubicBezTo>
                    <a:pt x="64" y="33"/>
                    <a:pt x="53" y="50"/>
                    <a:pt x="57" y="69"/>
                  </a:cubicBezTo>
                  <a:cubicBezTo>
                    <a:pt x="60" y="80"/>
                    <a:pt x="58" y="89"/>
                    <a:pt x="55" y="96"/>
                  </a:cubicBezTo>
                  <a:cubicBezTo>
                    <a:pt x="53" y="100"/>
                    <a:pt x="50" y="103"/>
                    <a:pt x="48" y="105"/>
                  </a:cubicBezTo>
                  <a:cubicBezTo>
                    <a:pt x="45" y="107"/>
                    <a:pt x="42" y="109"/>
                    <a:pt x="38" y="109"/>
                  </a:cubicBezTo>
                  <a:cubicBezTo>
                    <a:pt x="33" y="111"/>
                    <a:pt x="27" y="110"/>
                    <a:pt x="23" y="107"/>
                  </a:cubicBezTo>
                  <a:cubicBezTo>
                    <a:pt x="0" y="96"/>
                    <a:pt x="12" y="73"/>
                    <a:pt x="12" y="73"/>
                  </a:cubicBezTo>
                  <a:cubicBezTo>
                    <a:pt x="14" y="71"/>
                    <a:pt x="17" y="72"/>
                    <a:pt x="21" y="75"/>
                  </a:cubicBezTo>
                  <a:cubicBezTo>
                    <a:pt x="24" y="78"/>
                    <a:pt x="26" y="83"/>
                    <a:pt x="25" y="85"/>
                  </a:cubicBezTo>
                  <a:cubicBezTo>
                    <a:pt x="25" y="85"/>
                    <a:pt x="20" y="95"/>
                    <a:pt x="20" y="95"/>
                  </a:cubicBezTo>
                  <a:cubicBezTo>
                    <a:pt x="22" y="96"/>
                    <a:pt x="25" y="96"/>
                    <a:pt x="28" y="95"/>
                  </a:cubicBezTo>
                  <a:cubicBezTo>
                    <a:pt x="31" y="95"/>
                    <a:pt x="34" y="94"/>
                    <a:pt x="36" y="92"/>
                  </a:cubicBezTo>
                  <a:cubicBezTo>
                    <a:pt x="39" y="90"/>
                    <a:pt x="41" y="87"/>
                    <a:pt x="42" y="85"/>
                  </a:cubicBezTo>
                  <a:cubicBezTo>
                    <a:pt x="45" y="79"/>
                    <a:pt x="46" y="72"/>
                    <a:pt x="44" y="63"/>
                  </a:cubicBezTo>
                  <a:cubicBezTo>
                    <a:pt x="44" y="57"/>
                    <a:pt x="41" y="57"/>
                    <a:pt x="50" y="39"/>
                  </a:cubicBezTo>
                  <a:lnTo>
                    <a:pt x="34" y="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71DAD86B-2D32-4B5D-8A34-7288DFAA90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07151" y="1806575"/>
              <a:ext cx="296863" cy="571500"/>
            </a:xfrm>
            <a:custGeom>
              <a:avLst/>
              <a:gdLst>
                <a:gd name="T0" fmla="*/ 43 w 93"/>
                <a:gd name="T1" fmla="*/ 51 h 161"/>
                <a:gd name="T2" fmla="*/ 52 w 93"/>
                <a:gd name="T3" fmla="*/ 55 h 161"/>
                <a:gd name="T4" fmla="*/ 54 w 93"/>
                <a:gd name="T5" fmla="*/ 64 h 161"/>
                <a:gd name="T6" fmla="*/ 22 w 93"/>
                <a:gd name="T7" fmla="*/ 106 h 161"/>
                <a:gd name="T8" fmla="*/ 21 w 93"/>
                <a:gd name="T9" fmla="*/ 125 h 161"/>
                <a:gd name="T10" fmla="*/ 82 w 93"/>
                <a:gd name="T11" fmla="*/ 84 h 161"/>
                <a:gd name="T12" fmla="*/ 90 w 93"/>
                <a:gd name="T13" fmla="*/ 83 h 161"/>
                <a:gd name="T14" fmla="*/ 90 w 93"/>
                <a:gd name="T15" fmla="*/ 89 h 161"/>
                <a:gd name="T16" fmla="*/ 6 w 93"/>
                <a:gd name="T17" fmla="*/ 131 h 161"/>
                <a:gd name="T18" fmla="*/ 10 w 93"/>
                <a:gd name="T19" fmla="*/ 94 h 161"/>
                <a:gd name="T20" fmla="*/ 43 w 93"/>
                <a:gd name="T21" fmla="*/ 51 h 161"/>
                <a:gd name="T22" fmla="*/ 68 w 93"/>
                <a:gd name="T23" fmla="*/ 40 h 161"/>
                <a:gd name="T24" fmla="*/ 59 w 93"/>
                <a:gd name="T25" fmla="*/ 37 h 161"/>
                <a:gd name="T26" fmla="*/ 56 w 93"/>
                <a:gd name="T27" fmla="*/ 27 h 161"/>
                <a:gd name="T28" fmla="*/ 78 w 93"/>
                <a:gd name="T29" fmla="*/ 2 h 161"/>
                <a:gd name="T30" fmla="*/ 87 w 93"/>
                <a:gd name="T31" fmla="*/ 5 h 161"/>
                <a:gd name="T32" fmla="*/ 90 w 93"/>
                <a:gd name="T33" fmla="*/ 14 h 161"/>
                <a:gd name="T34" fmla="*/ 68 w 93"/>
                <a:gd name="T35" fmla="*/ 4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" h="161">
                  <a:moveTo>
                    <a:pt x="43" y="51"/>
                  </a:moveTo>
                  <a:cubicBezTo>
                    <a:pt x="45" y="50"/>
                    <a:pt x="49" y="51"/>
                    <a:pt x="52" y="55"/>
                  </a:cubicBezTo>
                  <a:cubicBezTo>
                    <a:pt x="55" y="59"/>
                    <a:pt x="56" y="63"/>
                    <a:pt x="54" y="64"/>
                  </a:cubicBezTo>
                  <a:cubicBezTo>
                    <a:pt x="46" y="72"/>
                    <a:pt x="31" y="89"/>
                    <a:pt x="22" y="106"/>
                  </a:cubicBezTo>
                  <a:cubicBezTo>
                    <a:pt x="17" y="117"/>
                    <a:pt x="17" y="123"/>
                    <a:pt x="21" y="125"/>
                  </a:cubicBezTo>
                  <a:cubicBezTo>
                    <a:pt x="38" y="128"/>
                    <a:pt x="82" y="85"/>
                    <a:pt x="82" y="84"/>
                  </a:cubicBezTo>
                  <a:cubicBezTo>
                    <a:pt x="84" y="83"/>
                    <a:pt x="86" y="79"/>
                    <a:pt x="90" y="83"/>
                  </a:cubicBezTo>
                  <a:cubicBezTo>
                    <a:pt x="93" y="87"/>
                    <a:pt x="92" y="88"/>
                    <a:pt x="90" y="89"/>
                  </a:cubicBezTo>
                  <a:cubicBezTo>
                    <a:pt x="90" y="89"/>
                    <a:pt x="23" y="161"/>
                    <a:pt x="6" y="131"/>
                  </a:cubicBezTo>
                  <a:cubicBezTo>
                    <a:pt x="0" y="121"/>
                    <a:pt x="3" y="108"/>
                    <a:pt x="10" y="94"/>
                  </a:cubicBezTo>
                  <a:cubicBezTo>
                    <a:pt x="19" y="77"/>
                    <a:pt x="34" y="59"/>
                    <a:pt x="43" y="51"/>
                  </a:cubicBezTo>
                  <a:close/>
                  <a:moveTo>
                    <a:pt x="68" y="40"/>
                  </a:moveTo>
                  <a:cubicBezTo>
                    <a:pt x="66" y="42"/>
                    <a:pt x="62" y="40"/>
                    <a:pt x="59" y="37"/>
                  </a:cubicBezTo>
                  <a:cubicBezTo>
                    <a:pt x="56" y="33"/>
                    <a:pt x="54" y="29"/>
                    <a:pt x="56" y="27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80" y="0"/>
                    <a:pt x="83" y="1"/>
                    <a:pt x="87" y="5"/>
                  </a:cubicBezTo>
                  <a:cubicBezTo>
                    <a:pt x="90" y="8"/>
                    <a:pt x="91" y="12"/>
                    <a:pt x="90" y="14"/>
                  </a:cubicBezTo>
                  <a:lnTo>
                    <a:pt x="68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AF4B8455-D467-45AE-834C-1D082551C94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92888" y="1998663"/>
              <a:ext cx="496888" cy="304800"/>
            </a:xfrm>
            <a:custGeom>
              <a:avLst/>
              <a:gdLst>
                <a:gd name="T0" fmla="*/ 37 w 156"/>
                <a:gd name="T1" fmla="*/ 6 h 86"/>
                <a:gd name="T2" fmla="*/ 45 w 156"/>
                <a:gd name="T3" fmla="*/ 8 h 86"/>
                <a:gd name="T4" fmla="*/ 49 w 156"/>
                <a:gd name="T5" fmla="*/ 18 h 86"/>
                <a:gd name="T6" fmla="*/ 39 w 156"/>
                <a:gd name="T7" fmla="*/ 36 h 86"/>
                <a:gd name="T8" fmla="*/ 93 w 156"/>
                <a:gd name="T9" fmla="*/ 3 h 86"/>
                <a:gd name="T10" fmla="*/ 94 w 156"/>
                <a:gd name="T11" fmla="*/ 3 h 86"/>
                <a:gd name="T12" fmla="*/ 105 w 156"/>
                <a:gd name="T13" fmla="*/ 24 h 86"/>
                <a:gd name="T14" fmla="*/ 98 w 156"/>
                <a:gd name="T15" fmla="*/ 39 h 86"/>
                <a:gd name="T16" fmla="*/ 87 w 156"/>
                <a:gd name="T17" fmla="*/ 61 h 86"/>
                <a:gd name="T18" fmla="*/ 143 w 156"/>
                <a:gd name="T19" fmla="*/ 32 h 86"/>
                <a:gd name="T20" fmla="*/ 152 w 156"/>
                <a:gd name="T21" fmla="*/ 29 h 86"/>
                <a:gd name="T22" fmla="*/ 152 w 156"/>
                <a:gd name="T23" fmla="*/ 35 h 86"/>
                <a:gd name="T24" fmla="*/ 88 w 156"/>
                <a:gd name="T25" fmla="*/ 73 h 86"/>
                <a:gd name="T26" fmla="*/ 86 w 156"/>
                <a:gd name="T27" fmla="*/ 28 h 86"/>
                <a:gd name="T28" fmla="*/ 90 w 156"/>
                <a:gd name="T29" fmla="*/ 18 h 86"/>
                <a:gd name="T30" fmla="*/ 13 w 156"/>
                <a:gd name="T31" fmla="*/ 83 h 86"/>
                <a:gd name="T32" fmla="*/ 5 w 156"/>
                <a:gd name="T33" fmla="*/ 80 h 86"/>
                <a:gd name="T34" fmla="*/ 1 w 156"/>
                <a:gd name="T35" fmla="*/ 71 h 86"/>
                <a:gd name="T36" fmla="*/ 37 w 156"/>
                <a:gd name="T37" fmla="*/ 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6" h="86">
                  <a:moveTo>
                    <a:pt x="37" y="6"/>
                  </a:moveTo>
                  <a:cubicBezTo>
                    <a:pt x="38" y="4"/>
                    <a:pt x="42" y="5"/>
                    <a:pt x="45" y="8"/>
                  </a:cubicBezTo>
                  <a:cubicBezTo>
                    <a:pt x="49" y="11"/>
                    <a:pt x="50" y="16"/>
                    <a:pt x="49" y="18"/>
                  </a:cubicBezTo>
                  <a:cubicBezTo>
                    <a:pt x="39" y="36"/>
                    <a:pt x="39" y="36"/>
                    <a:pt x="39" y="36"/>
                  </a:cubicBezTo>
                  <a:cubicBezTo>
                    <a:pt x="61" y="18"/>
                    <a:pt x="84" y="0"/>
                    <a:pt x="93" y="3"/>
                  </a:cubicBezTo>
                  <a:cubicBezTo>
                    <a:pt x="94" y="3"/>
                    <a:pt x="94" y="3"/>
                    <a:pt x="94" y="3"/>
                  </a:cubicBezTo>
                  <a:cubicBezTo>
                    <a:pt x="106" y="6"/>
                    <a:pt x="108" y="14"/>
                    <a:pt x="105" y="24"/>
                  </a:cubicBezTo>
                  <a:cubicBezTo>
                    <a:pt x="104" y="28"/>
                    <a:pt x="101" y="33"/>
                    <a:pt x="98" y="39"/>
                  </a:cubicBezTo>
                  <a:cubicBezTo>
                    <a:pt x="93" y="50"/>
                    <a:pt x="87" y="61"/>
                    <a:pt x="87" y="61"/>
                  </a:cubicBezTo>
                  <a:cubicBezTo>
                    <a:pt x="100" y="70"/>
                    <a:pt x="143" y="32"/>
                    <a:pt x="143" y="32"/>
                  </a:cubicBezTo>
                  <a:cubicBezTo>
                    <a:pt x="145" y="30"/>
                    <a:pt x="149" y="25"/>
                    <a:pt x="152" y="29"/>
                  </a:cubicBezTo>
                  <a:cubicBezTo>
                    <a:pt x="156" y="32"/>
                    <a:pt x="153" y="33"/>
                    <a:pt x="152" y="35"/>
                  </a:cubicBezTo>
                  <a:cubicBezTo>
                    <a:pt x="152" y="35"/>
                    <a:pt x="108" y="86"/>
                    <a:pt x="88" y="73"/>
                  </a:cubicBezTo>
                  <a:cubicBezTo>
                    <a:pt x="70" y="61"/>
                    <a:pt x="78" y="43"/>
                    <a:pt x="86" y="28"/>
                  </a:cubicBezTo>
                  <a:cubicBezTo>
                    <a:pt x="88" y="25"/>
                    <a:pt x="89" y="21"/>
                    <a:pt x="90" y="18"/>
                  </a:cubicBezTo>
                  <a:cubicBezTo>
                    <a:pt x="68" y="30"/>
                    <a:pt x="14" y="81"/>
                    <a:pt x="13" y="83"/>
                  </a:cubicBezTo>
                  <a:cubicBezTo>
                    <a:pt x="12" y="84"/>
                    <a:pt x="8" y="83"/>
                    <a:pt x="5" y="80"/>
                  </a:cubicBezTo>
                  <a:cubicBezTo>
                    <a:pt x="2" y="77"/>
                    <a:pt x="0" y="73"/>
                    <a:pt x="1" y="71"/>
                  </a:cubicBezTo>
                  <a:lnTo>
                    <a:pt x="37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650E25AF-14C7-490F-8823-C578EF598E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70713" y="1919288"/>
              <a:ext cx="423863" cy="444500"/>
            </a:xfrm>
            <a:custGeom>
              <a:avLst/>
              <a:gdLst>
                <a:gd name="T0" fmla="*/ 69 w 133"/>
                <a:gd name="T1" fmla="*/ 55 h 125"/>
                <a:gd name="T2" fmla="*/ 28 w 133"/>
                <a:gd name="T3" fmla="*/ 67 h 125"/>
                <a:gd name="T4" fmla="*/ 121 w 133"/>
                <a:gd name="T5" fmla="*/ 53 h 125"/>
                <a:gd name="T6" fmla="*/ 130 w 133"/>
                <a:gd name="T7" fmla="*/ 51 h 125"/>
                <a:gd name="T8" fmla="*/ 132 w 133"/>
                <a:gd name="T9" fmla="*/ 58 h 125"/>
                <a:gd name="T10" fmla="*/ 30 w 133"/>
                <a:gd name="T11" fmla="*/ 105 h 125"/>
                <a:gd name="T12" fmla="*/ 12 w 133"/>
                <a:gd name="T13" fmla="*/ 66 h 125"/>
                <a:gd name="T14" fmla="*/ 28 w 133"/>
                <a:gd name="T15" fmla="*/ 37 h 125"/>
                <a:gd name="T16" fmla="*/ 54 w 133"/>
                <a:gd name="T17" fmla="*/ 13 h 125"/>
                <a:gd name="T18" fmla="*/ 80 w 133"/>
                <a:gd name="T19" fmla="*/ 1 h 125"/>
                <a:gd name="T20" fmla="*/ 90 w 133"/>
                <a:gd name="T21" fmla="*/ 7 h 125"/>
                <a:gd name="T22" fmla="*/ 95 w 133"/>
                <a:gd name="T23" fmla="*/ 21 h 125"/>
                <a:gd name="T24" fmla="*/ 91 w 133"/>
                <a:gd name="T25" fmla="*/ 33 h 125"/>
                <a:gd name="T26" fmla="*/ 69 w 133"/>
                <a:gd name="T27" fmla="*/ 55 h 125"/>
                <a:gd name="T28" fmla="*/ 40 w 133"/>
                <a:gd name="T29" fmla="*/ 48 h 125"/>
                <a:gd name="T30" fmla="*/ 58 w 133"/>
                <a:gd name="T31" fmla="*/ 41 h 125"/>
                <a:gd name="T32" fmla="*/ 78 w 133"/>
                <a:gd name="T33" fmla="*/ 21 h 125"/>
                <a:gd name="T34" fmla="*/ 80 w 133"/>
                <a:gd name="T35" fmla="*/ 17 h 125"/>
                <a:gd name="T36" fmla="*/ 65 w 133"/>
                <a:gd name="T37" fmla="*/ 26 h 125"/>
                <a:gd name="T38" fmla="*/ 40 w 133"/>
                <a:gd name="T39" fmla="*/ 48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3" h="125">
                  <a:moveTo>
                    <a:pt x="69" y="55"/>
                  </a:moveTo>
                  <a:cubicBezTo>
                    <a:pt x="50" y="64"/>
                    <a:pt x="29" y="67"/>
                    <a:pt x="28" y="67"/>
                  </a:cubicBezTo>
                  <a:cubicBezTo>
                    <a:pt x="0" y="125"/>
                    <a:pt x="108" y="75"/>
                    <a:pt x="121" y="53"/>
                  </a:cubicBezTo>
                  <a:cubicBezTo>
                    <a:pt x="122" y="51"/>
                    <a:pt x="126" y="48"/>
                    <a:pt x="130" y="51"/>
                  </a:cubicBezTo>
                  <a:cubicBezTo>
                    <a:pt x="133" y="54"/>
                    <a:pt x="133" y="56"/>
                    <a:pt x="132" y="58"/>
                  </a:cubicBezTo>
                  <a:cubicBezTo>
                    <a:pt x="120" y="78"/>
                    <a:pt x="58" y="121"/>
                    <a:pt x="30" y="105"/>
                  </a:cubicBezTo>
                  <a:cubicBezTo>
                    <a:pt x="17" y="98"/>
                    <a:pt x="8" y="82"/>
                    <a:pt x="12" y="66"/>
                  </a:cubicBezTo>
                  <a:cubicBezTo>
                    <a:pt x="14" y="56"/>
                    <a:pt x="20" y="46"/>
                    <a:pt x="28" y="37"/>
                  </a:cubicBezTo>
                  <a:cubicBezTo>
                    <a:pt x="36" y="28"/>
                    <a:pt x="45" y="19"/>
                    <a:pt x="54" y="13"/>
                  </a:cubicBezTo>
                  <a:cubicBezTo>
                    <a:pt x="65" y="5"/>
                    <a:pt x="76" y="0"/>
                    <a:pt x="80" y="1"/>
                  </a:cubicBezTo>
                  <a:cubicBezTo>
                    <a:pt x="84" y="2"/>
                    <a:pt x="87" y="4"/>
                    <a:pt x="90" y="7"/>
                  </a:cubicBezTo>
                  <a:cubicBezTo>
                    <a:pt x="94" y="11"/>
                    <a:pt x="96" y="17"/>
                    <a:pt x="95" y="21"/>
                  </a:cubicBezTo>
                  <a:cubicBezTo>
                    <a:pt x="94" y="25"/>
                    <a:pt x="93" y="29"/>
                    <a:pt x="91" y="33"/>
                  </a:cubicBezTo>
                  <a:cubicBezTo>
                    <a:pt x="86" y="41"/>
                    <a:pt x="78" y="50"/>
                    <a:pt x="69" y="55"/>
                  </a:cubicBezTo>
                  <a:close/>
                  <a:moveTo>
                    <a:pt x="40" y="48"/>
                  </a:moveTo>
                  <a:cubicBezTo>
                    <a:pt x="46" y="47"/>
                    <a:pt x="52" y="44"/>
                    <a:pt x="58" y="41"/>
                  </a:cubicBezTo>
                  <a:cubicBezTo>
                    <a:pt x="67" y="37"/>
                    <a:pt x="74" y="29"/>
                    <a:pt x="78" y="21"/>
                  </a:cubicBezTo>
                  <a:cubicBezTo>
                    <a:pt x="79" y="19"/>
                    <a:pt x="80" y="18"/>
                    <a:pt x="80" y="17"/>
                  </a:cubicBezTo>
                  <a:cubicBezTo>
                    <a:pt x="76" y="19"/>
                    <a:pt x="71" y="22"/>
                    <a:pt x="65" y="26"/>
                  </a:cubicBezTo>
                  <a:cubicBezTo>
                    <a:pt x="57" y="32"/>
                    <a:pt x="48" y="40"/>
                    <a:pt x="40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9E2FF40A-5416-464C-B866-AB5D1AD6E07E}"/>
                </a:ext>
              </a:extLst>
            </p:cNvPr>
            <p:cNvSpPr>
              <a:spLocks/>
            </p:cNvSpPr>
            <p:nvPr/>
          </p:nvSpPr>
          <p:spPr bwMode="auto">
            <a:xfrm>
              <a:off x="7254876" y="1941513"/>
              <a:ext cx="263525" cy="393700"/>
            </a:xfrm>
            <a:custGeom>
              <a:avLst/>
              <a:gdLst>
                <a:gd name="T0" fmla="*/ 34 w 83"/>
                <a:gd name="T1" fmla="*/ 58 h 111"/>
                <a:gd name="T2" fmla="*/ 24 w 83"/>
                <a:gd name="T3" fmla="*/ 59 h 111"/>
                <a:gd name="T4" fmla="*/ 31 w 83"/>
                <a:gd name="T5" fmla="*/ 47 h 111"/>
                <a:gd name="T6" fmla="*/ 61 w 83"/>
                <a:gd name="T7" fmla="*/ 10 h 111"/>
                <a:gd name="T8" fmla="*/ 70 w 83"/>
                <a:gd name="T9" fmla="*/ 1 h 111"/>
                <a:gd name="T10" fmla="*/ 79 w 83"/>
                <a:gd name="T11" fmla="*/ 5 h 111"/>
                <a:gd name="T12" fmla="*/ 82 w 83"/>
                <a:gd name="T13" fmla="*/ 14 h 111"/>
                <a:gd name="T14" fmla="*/ 72 w 83"/>
                <a:gd name="T15" fmla="*/ 23 h 111"/>
                <a:gd name="T16" fmla="*/ 57 w 83"/>
                <a:gd name="T17" fmla="*/ 69 h 111"/>
                <a:gd name="T18" fmla="*/ 55 w 83"/>
                <a:gd name="T19" fmla="*/ 96 h 111"/>
                <a:gd name="T20" fmla="*/ 47 w 83"/>
                <a:gd name="T21" fmla="*/ 105 h 111"/>
                <a:gd name="T22" fmla="*/ 38 w 83"/>
                <a:gd name="T23" fmla="*/ 109 h 111"/>
                <a:gd name="T24" fmla="*/ 23 w 83"/>
                <a:gd name="T25" fmla="*/ 107 h 111"/>
                <a:gd name="T26" fmla="*/ 12 w 83"/>
                <a:gd name="T27" fmla="*/ 73 h 111"/>
                <a:gd name="T28" fmla="*/ 21 w 83"/>
                <a:gd name="T29" fmla="*/ 75 h 111"/>
                <a:gd name="T30" fmla="*/ 25 w 83"/>
                <a:gd name="T31" fmla="*/ 85 h 111"/>
                <a:gd name="T32" fmla="*/ 20 w 83"/>
                <a:gd name="T33" fmla="*/ 95 h 111"/>
                <a:gd name="T34" fmla="*/ 28 w 83"/>
                <a:gd name="T35" fmla="*/ 95 h 111"/>
                <a:gd name="T36" fmla="*/ 36 w 83"/>
                <a:gd name="T37" fmla="*/ 92 h 111"/>
                <a:gd name="T38" fmla="*/ 42 w 83"/>
                <a:gd name="T39" fmla="*/ 85 h 111"/>
                <a:gd name="T40" fmla="*/ 44 w 83"/>
                <a:gd name="T41" fmla="*/ 63 h 111"/>
                <a:gd name="T42" fmla="*/ 50 w 83"/>
                <a:gd name="T43" fmla="*/ 39 h 111"/>
                <a:gd name="T44" fmla="*/ 34 w 83"/>
                <a:gd name="T45" fmla="*/ 58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3" h="111">
                  <a:moveTo>
                    <a:pt x="34" y="58"/>
                  </a:moveTo>
                  <a:cubicBezTo>
                    <a:pt x="32" y="60"/>
                    <a:pt x="27" y="62"/>
                    <a:pt x="24" y="59"/>
                  </a:cubicBezTo>
                  <a:cubicBezTo>
                    <a:pt x="21" y="55"/>
                    <a:pt x="29" y="48"/>
                    <a:pt x="31" y="47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6" y="5"/>
                    <a:pt x="70" y="1"/>
                    <a:pt x="70" y="1"/>
                  </a:cubicBezTo>
                  <a:cubicBezTo>
                    <a:pt x="72" y="0"/>
                    <a:pt x="76" y="1"/>
                    <a:pt x="79" y="5"/>
                  </a:cubicBezTo>
                  <a:cubicBezTo>
                    <a:pt x="82" y="8"/>
                    <a:pt x="83" y="13"/>
                    <a:pt x="82" y="14"/>
                  </a:cubicBezTo>
                  <a:cubicBezTo>
                    <a:pt x="72" y="23"/>
                    <a:pt x="72" y="23"/>
                    <a:pt x="72" y="23"/>
                  </a:cubicBezTo>
                  <a:cubicBezTo>
                    <a:pt x="64" y="33"/>
                    <a:pt x="53" y="50"/>
                    <a:pt x="57" y="69"/>
                  </a:cubicBezTo>
                  <a:cubicBezTo>
                    <a:pt x="59" y="80"/>
                    <a:pt x="58" y="89"/>
                    <a:pt x="55" y="96"/>
                  </a:cubicBezTo>
                  <a:cubicBezTo>
                    <a:pt x="53" y="100"/>
                    <a:pt x="50" y="103"/>
                    <a:pt x="47" y="105"/>
                  </a:cubicBezTo>
                  <a:cubicBezTo>
                    <a:pt x="45" y="107"/>
                    <a:pt x="41" y="109"/>
                    <a:pt x="38" y="109"/>
                  </a:cubicBezTo>
                  <a:cubicBezTo>
                    <a:pt x="33" y="111"/>
                    <a:pt x="27" y="110"/>
                    <a:pt x="23" y="107"/>
                  </a:cubicBezTo>
                  <a:cubicBezTo>
                    <a:pt x="0" y="96"/>
                    <a:pt x="12" y="73"/>
                    <a:pt x="12" y="73"/>
                  </a:cubicBezTo>
                  <a:cubicBezTo>
                    <a:pt x="13" y="71"/>
                    <a:pt x="17" y="72"/>
                    <a:pt x="21" y="75"/>
                  </a:cubicBezTo>
                  <a:cubicBezTo>
                    <a:pt x="24" y="78"/>
                    <a:pt x="26" y="83"/>
                    <a:pt x="25" y="85"/>
                  </a:cubicBezTo>
                  <a:cubicBezTo>
                    <a:pt x="25" y="85"/>
                    <a:pt x="19" y="95"/>
                    <a:pt x="20" y="95"/>
                  </a:cubicBezTo>
                  <a:cubicBezTo>
                    <a:pt x="22" y="96"/>
                    <a:pt x="25" y="96"/>
                    <a:pt x="28" y="95"/>
                  </a:cubicBezTo>
                  <a:cubicBezTo>
                    <a:pt x="31" y="95"/>
                    <a:pt x="34" y="94"/>
                    <a:pt x="36" y="92"/>
                  </a:cubicBezTo>
                  <a:cubicBezTo>
                    <a:pt x="39" y="90"/>
                    <a:pt x="41" y="87"/>
                    <a:pt x="42" y="85"/>
                  </a:cubicBezTo>
                  <a:cubicBezTo>
                    <a:pt x="45" y="79"/>
                    <a:pt x="46" y="72"/>
                    <a:pt x="44" y="63"/>
                  </a:cubicBezTo>
                  <a:cubicBezTo>
                    <a:pt x="44" y="57"/>
                    <a:pt x="41" y="57"/>
                    <a:pt x="50" y="39"/>
                  </a:cubicBezTo>
                  <a:lnTo>
                    <a:pt x="34" y="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62C2208E-A70C-4D76-8E85-CFE82851562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076" y="1941513"/>
              <a:ext cx="265113" cy="393700"/>
            </a:xfrm>
            <a:custGeom>
              <a:avLst/>
              <a:gdLst>
                <a:gd name="T0" fmla="*/ 34 w 83"/>
                <a:gd name="T1" fmla="*/ 58 h 111"/>
                <a:gd name="T2" fmla="*/ 24 w 83"/>
                <a:gd name="T3" fmla="*/ 59 h 111"/>
                <a:gd name="T4" fmla="*/ 31 w 83"/>
                <a:gd name="T5" fmla="*/ 47 h 111"/>
                <a:gd name="T6" fmla="*/ 61 w 83"/>
                <a:gd name="T7" fmla="*/ 10 h 111"/>
                <a:gd name="T8" fmla="*/ 70 w 83"/>
                <a:gd name="T9" fmla="*/ 1 h 111"/>
                <a:gd name="T10" fmla="*/ 79 w 83"/>
                <a:gd name="T11" fmla="*/ 5 h 111"/>
                <a:gd name="T12" fmla="*/ 82 w 83"/>
                <a:gd name="T13" fmla="*/ 14 h 111"/>
                <a:gd name="T14" fmla="*/ 72 w 83"/>
                <a:gd name="T15" fmla="*/ 23 h 111"/>
                <a:gd name="T16" fmla="*/ 57 w 83"/>
                <a:gd name="T17" fmla="*/ 69 h 111"/>
                <a:gd name="T18" fmla="*/ 55 w 83"/>
                <a:gd name="T19" fmla="*/ 96 h 111"/>
                <a:gd name="T20" fmla="*/ 47 w 83"/>
                <a:gd name="T21" fmla="*/ 105 h 111"/>
                <a:gd name="T22" fmla="*/ 38 w 83"/>
                <a:gd name="T23" fmla="*/ 109 h 111"/>
                <a:gd name="T24" fmla="*/ 23 w 83"/>
                <a:gd name="T25" fmla="*/ 107 h 111"/>
                <a:gd name="T26" fmla="*/ 12 w 83"/>
                <a:gd name="T27" fmla="*/ 73 h 111"/>
                <a:gd name="T28" fmla="*/ 21 w 83"/>
                <a:gd name="T29" fmla="*/ 75 h 111"/>
                <a:gd name="T30" fmla="*/ 25 w 83"/>
                <a:gd name="T31" fmla="*/ 85 h 111"/>
                <a:gd name="T32" fmla="*/ 20 w 83"/>
                <a:gd name="T33" fmla="*/ 95 h 111"/>
                <a:gd name="T34" fmla="*/ 28 w 83"/>
                <a:gd name="T35" fmla="*/ 95 h 111"/>
                <a:gd name="T36" fmla="*/ 36 w 83"/>
                <a:gd name="T37" fmla="*/ 92 h 111"/>
                <a:gd name="T38" fmla="*/ 42 w 83"/>
                <a:gd name="T39" fmla="*/ 85 h 111"/>
                <a:gd name="T40" fmla="*/ 44 w 83"/>
                <a:gd name="T41" fmla="*/ 63 h 111"/>
                <a:gd name="T42" fmla="*/ 50 w 83"/>
                <a:gd name="T43" fmla="*/ 39 h 111"/>
                <a:gd name="T44" fmla="*/ 34 w 83"/>
                <a:gd name="T45" fmla="*/ 58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3" h="111">
                  <a:moveTo>
                    <a:pt x="34" y="58"/>
                  </a:moveTo>
                  <a:cubicBezTo>
                    <a:pt x="32" y="60"/>
                    <a:pt x="27" y="62"/>
                    <a:pt x="24" y="59"/>
                  </a:cubicBezTo>
                  <a:cubicBezTo>
                    <a:pt x="21" y="55"/>
                    <a:pt x="29" y="48"/>
                    <a:pt x="31" y="47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6" y="5"/>
                    <a:pt x="70" y="1"/>
                    <a:pt x="70" y="1"/>
                  </a:cubicBezTo>
                  <a:cubicBezTo>
                    <a:pt x="72" y="0"/>
                    <a:pt x="76" y="1"/>
                    <a:pt x="79" y="5"/>
                  </a:cubicBezTo>
                  <a:cubicBezTo>
                    <a:pt x="82" y="8"/>
                    <a:pt x="83" y="13"/>
                    <a:pt x="82" y="14"/>
                  </a:cubicBezTo>
                  <a:cubicBezTo>
                    <a:pt x="72" y="23"/>
                    <a:pt x="72" y="23"/>
                    <a:pt x="72" y="23"/>
                  </a:cubicBezTo>
                  <a:cubicBezTo>
                    <a:pt x="64" y="33"/>
                    <a:pt x="53" y="50"/>
                    <a:pt x="57" y="69"/>
                  </a:cubicBezTo>
                  <a:cubicBezTo>
                    <a:pt x="59" y="80"/>
                    <a:pt x="58" y="89"/>
                    <a:pt x="55" y="96"/>
                  </a:cubicBezTo>
                  <a:cubicBezTo>
                    <a:pt x="53" y="100"/>
                    <a:pt x="50" y="103"/>
                    <a:pt x="47" y="105"/>
                  </a:cubicBezTo>
                  <a:cubicBezTo>
                    <a:pt x="45" y="107"/>
                    <a:pt x="41" y="109"/>
                    <a:pt x="38" y="109"/>
                  </a:cubicBezTo>
                  <a:cubicBezTo>
                    <a:pt x="33" y="111"/>
                    <a:pt x="27" y="110"/>
                    <a:pt x="23" y="107"/>
                  </a:cubicBezTo>
                  <a:cubicBezTo>
                    <a:pt x="0" y="96"/>
                    <a:pt x="12" y="73"/>
                    <a:pt x="12" y="73"/>
                  </a:cubicBezTo>
                  <a:cubicBezTo>
                    <a:pt x="13" y="71"/>
                    <a:pt x="17" y="72"/>
                    <a:pt x="21" y="75"/>
                  </a:cubicBezTo>
                  <a:cubicBezTo>
                    <a:pt x="24" y="78"/>
                    <a:pt x="26" y="83"/>
                    <a:pt x="25" y="85"/>
                  </a:cubicBezTo>
                  <a:cubicBezTo>
                    <a:pt x="25" y="85"/>
                    <a:pt x="19" y="95"/>
                    <a:pt x="20" y="95"/>
                  </a:cubicBezTo>
                  <a:cubicBezTo>
                    <a:pt x="22" y="96"/>
                    <a:pt x="25" y="96"/>
                    <a:pt x="28" y="95"/>
                  </a:cubicBezTo>
                  <a:cubicBezTo>
                    <a:pt x="31" y="95"/>
                    <a:pt x="34" y="94"/>
                    <a:pt x="36" y="92"/>
                  </a:cubicBezTo>
                  <a:cubicBezTo>
                    <a:pt x="39" y="90"/>
                    <a:pt x="41" y="87"/>
                    <a:pt x="42" y="85"/>
                  </a:cubicBezTo>
                  <a:cubicBezTo>
                    <a:pt x="45" y="79"/>
                    <a:pt x="46" y="72"/>
                    <a:pt x="44" y="63"/>
                  </a:cubicBezTo>
                  <a:cubicBezTo>
                    <a:pt x="44" y="57"/>
                    <a:pt x="41" y="57"/>
                    <a:pt x="50" y="39"/>
                  </a:cubicBezTo>
                  <a:lnTo>
                    <a:pt x="34" y="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B3355518-5286-4DB7-A3AD-F97AF73B0C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786688" y="2320925"/>
              <a:ext cx="314325" cy="50800"/>
            </a:xfrm>
            <a:custGeom>
              <a:avLst/>
              <a:gdLst>
                <a:gd name="T0" fmla="*/ 12 w 99"/>
                <a:gd name="T1" fmla="*/ 14 h 14"/>
                <a:gd name="T2" fmla="*/ 3 w 99"/>
                <a:gd name="T3" fmla="*/ 7 h 14"/>
                <a:gd name="T4" fmla="*/ 4 w 99"/>
                <a:gd name="T5" fmla="*/ 0 h 14"/>
                <a:gd name="T6" fmla="*/ 88 w 99"/>
                <a:gd name="T7" fmla="*/ 0 h 14"/>
                <a:gd name="T8" fmla="*/ 97 w 99"/>
                <a:gd name="T9" fmla="*/ 7 h 14"/>
                <a:gd name="T10" fmla="*/ 96 w 99"/>
                <a:gd name="T11" fmla="*/ 14 h 14"/>
                <a:gd name="T12" fmla="*/ 12 w 99"/>
                <a:gd name="T13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9" h="14">
                  <a:moveTo>
                    <a:pt x="12" y="14"/>
                  </a:moveTo>
                  <a:cubicBezTo>
                    <a:pt x="9" y="14"/>
                    <a:pt x="5" y="11"/>
                    <a:pt x="3" y="7"/>
                  </a:cubicBezTo>
                  <a:cubicBezTo>
                    <a:pt x="0" y="4"/>
                    <a:pt x="1" y="0"/>
                    <a:pt x="4" y="0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91" y="0"/>
                    <a:pt x="95" y="4"/>
                    <a:pt x="97" y="7"/>
                  </a:cubicBezTo>
                  <a:cubicBezTo>
                    <a:pt x="99" y="11"/>
                    <a:pt x="99" y="14"/>
                    <a:pt x="96" y="14"/>
                  </a:cubicBezTo>
                  <a:lnTo>
                    <a:pt x="12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51137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10FA1F9E-B16E-4D7C-AF2F-F6E726BA5931}"/>
              </a:ext>
            </a:extLst>
          </p:cNvPr>
          <p:cNvSpPr/>
          <p:nvPr/>
        </p:nvSpPr>
        <p:spPr>
          <a:xfrm>
            <a:off x="6277062" y="0"/>
            <a:ext cx="5914938" cy="6858000"/>
          </a:xfrm>
          <a:prstGeom prst="rect">
            <a:avLst/>
          </a:prstGeom>
          <a:solidFill>
            <a:schemeClr val="accent2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48FB6F-378B-4140-A073-5009855979E3}"/>
              </a:ext>
            </a:extLst>
          </p:cNvPr>
          <p:cNvSpPr txBox="1"/>
          <p:nvPr/>
        </p:nvSpPr>
        <p:spPr>
          <a:xfrm>
            <a:off x="714289" y="776213"/>
            <a:ext cx="3114761" cy="12279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500" dirty="0">
                <a:solidFill>
                  <a:schemeClr val="accent2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Welcome</a:t>
            </a:r>
            <a:r>
              <a:rPr lang="en-US" sz="3500" dirty="0">
                <a:latin typeface="Poppins SemiBold" panose="00000700000000000000" pitchFamily="50" charset="0"/>
                <a:cs typeface="Poppins SemiBold" panose="00000700000000000000" pitchFamily="50" charset="0"/>
              </a:rPr>
              <a:t> Message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A675D9-A348-49B8-BE52-69DC9F5578F8}"/>
              </a:ext>
            </a:extLst>
          </p:cNvPr>
          <p:cNvSpPr txBox="1"/>
          <p:nvPr/>
        </p:nvSpPr>
        <p:spPr>
          <a:xfrm>
            <a:off x="726475" y="4457378"/>
            <a:ext cx="3114762" cy="595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600" dirty="0">
                <a:latin typeface="Poppins Medium" panose="00000600000000000000" pitchFamily="50" charset="0"/>
                <a:cs typeface="Poppins Medium" panose="00000600000000000000" pitchFamily="50" charset="0"/>
              </a:rPr>
              <a:t>The creative studio your pro</a:t>
            </a:r>
          </a:p>
          <a:p>
            <a:pPr>
              <a:lnSpc>
                <a:spcPts val="2000"/>
              </a:lnSpc>
            </a:pPr>
            <a:r>
              <a:rPr lang="en-US" sz="1600" dirty="0">
                <a:latin typeface="Poppins Medium" panose="00000600000000000000" pitchFamily="50" charset="0"/>
                <a:cs typeface="Poppins Medium" panose="00000600000000000000" pitchFamily="50" charset="0"/>
              </a:rPr>
              <a:t>fessional project.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997DDD-E923-4EF6-ADA7-14A6DF2E14A3}"/>
              </a:ext>
            </a:extLst>
          </p:cNvPr>
          <p:cNvSpPr txBox="1"/>
          <p:nvPr/>
        </p:nvSpPr>
        <p:spPr>
          <a:xfrm>
            <a:off x="715842" y="5392111"/>
            <a:ext cx="4068809" cy="6896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variations of passages of Lorem Ipsum available, but the have suffered alteration in some form, by injected humor, or randomized words which.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2958073-5F60-4CAB-9527-455A45258F8C}"/>
              </a:ext>
            </a:extLst>
          </p:cNvPr>
          <p:cNvSpPr txBox="1"/>
          <p:nvPr/>
        </p:nvSpPr>
        <p:spPr>
          <a:xfrm>
            <a:off x="7388379" y="5804788"/>
            <a:ext cx="25317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400" dirty="0">
                <a:solidFill>
                  <a:schemeClr val="accent1"/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www.example.com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F28EB4-70FF-41B8-8402-1E48EB57AC6E}"/>
              </a:ext>
            </a:extLst>
          </p:cNvPr>
          <p:cNvSpPr/>
          <p:nvPr/>
        </p:nvSpPr>
        <p:spPr>
          <a:xfrm>
            <a:off x="7053944" y="1233714"/>
            <a:ext cx="3521469" cy="351492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2A267D8-CFE2-4960-8440-9F55D6B5180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2924202-1320-4CD7-B5CD-654E5DB678E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</p:spTree>
    <p:extLst>
      <p:ext uri="{BB962C8B-B14F-4D97-AF65-F5344CB8AC3E}">
        <p14:creationId xmlns:p14="http://schemas.microsoft.com/office/powerpoint/2010/main" val="2086858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F5A3F-8E49-4DA8-A0A2-B660D2EB3D78}"/>
              </a:ext>
            </a:extLst>
          </p:cNvPr>
          <p:cNvSpPr/>
          <p:nvPr/>
        </p:nvSpPr>
        <p:spPr>
          <a:xfrm>
            <a:off x="0" y="0"/>
            <a:ext cx="4576858" cy="4393388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E807C3-EF74-4279-800C-0020631E0190}"/>
              </a:ext>
            </a:extLst>
          </p:cNvPr>
          <p:cNvSpPr txBox="1"/>
          <p:nvPr/>
        </p:nvSpPr>
        <p:spPr>
          <a:xfrm>
            <a:off x="714289" y="776213"/>
            <a:ext cx="3148873" cy="65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500" dirty="0">
                <a:solidFill>
                  <a:schemeClr val="bg1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Introduction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A4A406-B628-42D1-9A2E-59F9D475804A}"/>
              </a:ext>
            </a:extLst>
          </p:cNvPr>
          <p:cNvSpPr txBox="1"/>
          <p:nvPr/>
        </p:nvSpPr>
        <p:spPr>
          <a:xfrm>
            <a:off x="6818929" y="2406872"/>
            <a:ext cx="2571750" cy="598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6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Best Option To Start Your Business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6513F2-01B3-41B2-AD68-0F4E259DE923}"/>
              </a:ext>
            </a:extLst>
          </p:cNvPr>
          <p:cNvSpPr txBox="1"/>
          <p:nvPr/>
        </p:nvSpPr>
        <p:spPr>
          <a:xfrm>
            <a:off x="6818928" y="4533272"/>
            <a:ext cx="4609297" cy="1343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ts val="2000"/>
              </a:lnSpc>
              <a:buFont typeface="Wingdings" panose="05000000000000000000" pitchFamily="2" charset="2"/>
              <a:buChar char="§"/>
            </a:pPr>
            <a:r>
              <a:rPr lang="en-US" sz="10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variations of passages of Lorem Ipsum available, but</a:t>
            </a:r>
          </a:p>
          <a:p>
            <a:pPr marL="171450" indent="-171450">
              <a:lnSpc>
                <a:spcPts val="2000"/>
              </a:lnSpc>
              <a:buFont typeface="Wingdings" panose="05000000000000000000" pitchFamily="2" charset="2"/>
              <a:buChar char="§"/>
            </a:pPr>
            <a:r>
              <a:rPr lang="en-US" sz="10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majority have suffered alteration in some form, by injected</a:t>
            </a:r>
          </a:p>
          <a:p>
            <a:pPr marL="171450" indent="-171450">
              <a:lnSpc>
                <a:spcPts val="2000"/>
              </a:lnSpc>
              <a:buFont typeface="Wingdings" panose="05000000000000000000" pitchFamily="2" charset="2"/>
              <a:buChar char="§"/>
            </a:pPr>
            <a:r>
              <a:rPr lang="en-US" sz="10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humor, or randomized words which don't look even slightly believable.</a:t>
            </a:r>
          </a:p>
          <a:p>
            <a:pPr marL="171450" indent="-171450">
              <a:lnSpc>
                <a:spcPts val="2000"/>
              </a:lnSpc>
              <a:buFont typeface="Wingdings" panose="05000000000000000000" pitchFamily="2" charset="2"/>
              <a:buChar char="§"/>
            </a:pPr>
            <a:r>
              <a:rPr lang="en-US" sz="10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If you are going to use a passage of Lorem Ipsum, you need to</a:t>
            </a:r>
          </a:p>
          <a:p>
            <a:pPr marL="171450" indent="-171450">
              <a:lnSpc>
                <a:spcPts val="2000"/>
              </a:lnSpc>
              <a:buFont typeface="Wingdings" panose="05000000000000000000" pitchFamily="2" charset="2"/>
              <a:buChar char="§"/>
            </a:pPr>
            <a:r>
              <a:rPr lang="en-US" sz="10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 sure there isn't anything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257FFC-0558-4278-A443-575E1809D869}"/>
              </a:ext>
            </a:extLst>
          </p:cNvPr>
          <p:cNvSpPr txBox="1"/>
          <p:nvPr/>
        </p:nvSpPr>
        <p:spPr>
          <a:xfrm>
            <a:off x="6818928" y="3320186"/>
            <a:ext cx="4609297" cy="580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20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variations of passages of Lorem Ipsum available, but the or randomized words which</a:t>
            </a:r>
            <a:endParaRPr lang="en-US" sz="1200" i="1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36" name="Graphic 35">
            <a:extLst>
              <a:ext uri="{FF2B5EF4-FFF2-40B4-BE49-F238E27FC236}">
                <a16:creationId xmlns:a16="http://schemas.microsoft.com/office/drawing/2014/main" id="{9BCFC12A-AE71-40B1-A538-C3685D5DE8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58200" y="5566292"/>
            <a:ext cx="1586624" cy="6346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42C7D30-AE0E-4975-940A-0132CD918889}"/>
              </a:ext>
            </a:extLst>
          </p:cNvPr>
          <p:cNvSpPr txBox="1"/>
          <p:nvPr/>
        </p:nvSpPr>
        <p:spPr>
          <a:xfrm>
            <a:off x="10963036" y="481841"/>
            <a:ext cx="69220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Jost" pitchFamily="2" charset="0"/>
                <a:ea typeface="Jost" pitchFamily="2" charset="0"/>
              </a:rPr>
              <a:t>2025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76C2B29-A5EC-4E54-ADB0-C8D48803D871}"/>
              </a:ext>
            </a:extLst>
          </p:cNvPr>
          <p:cNvCxnSpPr/>
          <p:nvPr/>
        </p:nvCxnSpPr>
        <p:spPr>
          <a:xfrm>
            <a:off x="6876984" y="0"/>
            <a:ext cx="0" cy="2090057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D3BA1A-C560-4714-BBBF-0BA3869151A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4292823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E409686E-F2A5-4054-9A68-35BF476D94BF}"/>
              </a:ext>
            </a:extLst>
          </p:cNvPr>
          <p:cNvSpPr/>
          <p:nvPr/>
        </p:nvSpPr>
        <p:spPr>
          <a:xfrm>
            <a:off x="6277062" y="0"/>
            <a:ext cx="5914938" cy="6858000"/>
          </a:xfrm>
          <a:prstGeom prst="rect">
            <a:avLst/>
          </a:prstGeom>
          <a:solidFill>
            <a:schemeClr val="accent2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AFDCB9-7CB0-45DF-A812-958AD476434A}"/>
              </a:ext>
            </a:extLst>
          </p:cNvPr>
          <p:cNvSpPr txBox="1"/>
          <p:nvPr/>
        </p:nvSpPr>
        <p:spPr>
          <a:xfrm>
            <a:off x="714289" y="776213"/>
            <a:ext cx="3549367" cy="65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500" dirty="0">
                <a:solidFill>
                  <a:schemeClr val="accent2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CO.</a:t>
            </a:r>
            <a:r>
              <a:rPr lang="en-US" sz="3500" dirty="0">
                <a:latin typeface="Poppins SemiBold" panose="00000700000000000000" pitchFamily="50" charset="0"/>
                <a:cs typeface="Poppins SemiBold" panose="00000700000000000000" pitchFamily="50" charset="0"/>
              </a:rPr>
              <a:t>Overview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6B0B72C-E445-43C0-94BB-3D1FEA8E3CFE}"/>
              </a:ext>
            </a:extLst>
          </p:cNvPr>
          <p:cNvSpPr txBox="1"/>
          <p:nvPr/>
        </p:nvSpPr>
        <p:spPr>
          <a:xfrm>
            <a:off x="767451" y="2429986"/>
            <a:ext cx="2443140" cy="598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6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Summary Purpose Template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56C98BC-C88A-495B-B039-39AAF501663F}"/>
              </a:ext>
            </a:extLst>
          </p:cNvPr>
          <p:cNvSpPr txBox="1"/>
          <p:nvPr/>
        </p:nvSpPr>
        <p:spPr>
          <a:xfrm>
            <a:off x="767451" y="3991261"/>
            <a:ext cx="4166055" cy="6896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variations of passages of Lorem Ipsum available, but the have suffered alteration in some form, by injected humor, or randomized  which don't look  slightly believable.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35E4874-3E76-49AC-830E-A60B8F584489}"/>
              </a:ext>
            </a:extLst>
          </p:cNvPr>
          <p:cNvSpPr txBox="1"/>
          <p:nvPr/>
        </p:nvSpPr>
        <p:spPr>
          <a:xfrm>
            <a:off x="767451" y="3242676"/>
            <a:ext cx="4609297" cy="580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20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variations of passages of Lorem Ipsum available, but the or randomized words which</a:t>
            </a:r>
            <a:endParaRPr lang="en-US" sz="1200" i="1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94471BC-D8E6-4693-B3F3-629115571723}"/>
              </a:ext>
            </a:extLst>
          </p:cNvPr>
          <p:cNvSpPr txBox="1"/>
          <p:nvPr/>
        </p:nvSpPr>
        <p:spPr>
          <a:xfrm>
            <a:off x="850367" y="5804788"/>
            <a:ext cx="25317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400" dirty="0">
                <a:solidFill>
                  <a:schemeClr val="accent1"/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www.example.com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2247BD-4A20-4598-84E1-7D298D671D5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2784427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BA6833F-5116-4F7E-8E45-C6D6BBEAB713}"/>
              </a:ext>
            </a:extLst>
          </p:cNvPr>
          <p:cNvSpPr txBox="1"/>
          <p:nvPr/>
        </p:nvSpPr>
        <p:spPr>
          <a:xfrm>
            <a:off x="714289" y="776213"/>
            <a:ext cx="3549367" cy="632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000" dirty="0">
                <a:solidFill>
                  <a:schemeClr val="accent2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Company</a:t>
            </a:r>
            <a:r>
              <a:rPr lang="en-US" sz="3000" dirty="0">
                <a:latin typeface="Poppins SemiBold" panose="00000700000000000000" pitchFamily="50" charset="0"/>
                <a:cs typeface="Poppins SemiBold" panose="00000700000000000000" pitchFamily="50" charset="0"/>
              </a:rPr>
              <a:t> Profile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B69C84-E23B-4B3B-9F2D-FDCD5F24CC3C}"/>
              </a:ext>
            </a:extLst>
          </p:cNvPr>
          <p:cNvSpPr txBox="1"/>
          <p:nvPr/>
        </p:nvSpPr>
        <p:spPr>
          <a:xfrm>
            <a:off x="767450" y="2363321"/>
            <a:ext cx="2850731" cy="342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6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Summary Purpose Profile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71B3D0-6161-4218-99E3-36DE86D69150}"/>
              </a:ext>
            </a:extLst>
          </p:cNvPr>
          <p:cNvSpPr txBox="1"/>
          <p:nvPr/>
        </p:nvSpPr>
        <p:spPr>
          <a:xfrm>
            <a:off x="767451" y="3771482"/>
            <a:ext cx="4166055" cy="6896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variations of passages of Lorem Ipsum available, but the have suffered alteration in some form, by injected humor, which don't look  slightly believable.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58D084-3190-487E-92CF-B1B0EEB66F70}"/>
              </a:ext>
            </a:extLst>
          </p:cNvPr>
          <p:cNvSpPr txBox="1"/>
          <p:nvPr/>
        </p:nvSpPr>
        <p:spPr>
          <a:xfrm>
            <a:off x="767451" y="2831299"/>
            <a:ext cx="4609297" cy="580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20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variations of passages of Lorem Ipsum available, but the or randomized words which</a:t>
            </a:r>
            <a:endParaRPr lang="en-US" sz="1200" i="1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5C2DE4-BA4B-412E-8336-0643F4EED583}"/>
              </a:ext>
            </a:extLst>
          </p:cNvPr>
          <p:cNvSpPr txBox="1"/>
          <p:nvPr/>
        </p:nvSpPr>
        <p:spPr>
          <a:xfrm>
            <a:off x="767451" y="5901030"/>
            <a:ext cx="25317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400" dirty="0">
                <a:solidFill>
                  <a:schemeClr val="accent1"/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www.example.com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EEC44D5-D8A0-470E-8BE0-A3C3E4E4AEEB}"/>
              </a:ext>
            </a:extLst>
          </p:cNvPr>
          <p:cNvSpPr/>
          <p:nvPr/>
        </p:nvSpPr>
        <p:spPr>
          <a:xfrm>
            <a:off x="6208982" y="808112"/>
            <a:ext cx="2573514" cy="35350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1BB2813-0FD3-4F82-A99C-3E7701CBA09B}"/>
              </a:ext>
            </a:extLst>
          </p:cNvPr>
          <p:cNvSpPr/>
          <p:nvPr/>
        </p:nvSpPr>
        <p:spPr>
          <a:xfrm flipV="1">
            <a:off x="8782494" y="2670391"/>
            <a:ext cx="2590801" cy="3358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C292CEB-AD71-4C7D-9036-872821F2E8D5}"/>
              </a:ext>
            </a:extLst>
          </p:cNvPr>
          <p:cNvSpPr txBox="1"/>
          <p:nvPr/>
        </p:nvSpPr>
        <p:spPr>
          <a:xfrm>
            <a:off x="6567100" y="2208695"/>
            <a:ext cx="1125474" cy="327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ts val="2000"/>
              </a:lnSpc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History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1271E8B-3843-4EAC-9C3A-23F79FF569D5}"/>
              </a:ext>
            </a:extLst>
          </p:cNvPr>
          <p:cNvSpPr txBox="1"/>
          <p:nvPr/>
        </p:nvSpPr>
        <p:spPr>
          <a:xfrm>
            <a:off x="6567100" y="2508323"/>
            <a:ext cx="2037907" cy="334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ts val="2000"/>
              </a:lnSpc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Industry Experience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9C7A17E-9DBC-4D9A-A187-E658EC266DCA}"/>
              </a:ext>
            </a:extLst>
          </p:cNvPr>
          <p:cNvSpPr txBox="1"/>
          <p:nvPr/>
        </p:nvSpPr>
        <p:spPr>
          <a:xfrm>
            <a:off x="6567100" y="2807951"/>
            <a:ext cx="1857050" cy="334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ts val="2000"/>
              </a:lnSpc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Product Range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011621B-F3E5-4182-A789-EF9B01E77A32}"/>
              </a:ext>
            </a:extLst>
          </p:cNvPr>
          <p:cNvSpPr txBox="1"/>
          <p:nvPr/>
        </p:nvSpPr>
        <p:spPr>
          <a:xfrm>
            <a:off x="6567100" y="3107579"/>
            <a:ext cx="2037907" cy="334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ts val="2000"/>
              </a:lnSpc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Services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18E88A6-4DD6-4CA7-8B6C-A843CCF99EA8}"/>
              </a:ext>
            </a:extLst>
          </p:cNvPr>
          <p:cNvSpPr txBox="1"/>
          <p:nvPr/>
        </p:nvSpPr>
        <p:spPr>
          <a:xfrm>
            <a:off x="9034889" y="4129374"/>
            <a:ext cx="2086010" cy="3662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12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Partner Service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18DEB22-BFDF-404F-80C7-F41B832510DE}"/>
              </a:ext>
            </a:extLst>
          </p:cNvPr>
          <p:cNvSpPr txBox="1"/>
          <p:nvPr/>
        </p:nvSpPr>
        <p:spPr>
          <a:xfrm>
            <a:off x="9069974" y="4554168"/>
            <a:ext cx="2015840" cy="439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sz="10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Nam tempus leo enim. Cras vel quam tincidunt,.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9DE427C-323C-4428-8DD1-FAFC3A958E42}"/>
              </a:ext>
            </a:extLst>
          </p:cNvPr>
          <p:cNvSpPr/>
          <p:nvPr/>
        </p:nvSpPr>
        <p:spPr>
          <a:xfrm>
            <a:off x="9212394" y="3620448"/>
            <a:ext cx="173099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spc="9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94</a:t>
            </a:r>
            <a:r>
              <a:rPr lang="en-US" sz="1100" spc="9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%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7DA54FE-97EA-40D9-A294-664EEAF8C0DD}"/>
              </a:ext>
            </a:extLst>
          </p:cNvPr>
          <p:cNvSpPr txBox="1"/>
          <p:nvPr/>
        </p:nvSpPr>
        <p:spPr>
          <a:xfrm>
            <a:off x="767451" y="4559817"/>
            <a:ext cx="4166055" cy="484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Shere are many variations of passages of Lorem Ipsum available, but the have suffered alteration in some form, by injected.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2BBFC8-6DEB-4A74-93F2-9A716C83BE3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40E0A7F-16C5-4607-9EE7-B0579CDE8D9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2663091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68E4F956-CE41-4D93-A306-9B181203F820}"/>
              </a:ext>
            </a:extLst>
          </p:cNvPr>
          <p:cNvSpPr/>
          <p:nvPr/>
        </p:nvSpPr>
        <p:spPr>
          <a:xfrm>
            <a:off x="8848064" y="3465122"/>
            <a:ext cx="2514600" cy="24022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17FFB6-4BAE-4F27-893B-EF2B38360C01}"/>
              </a:ext>
            </a:extLst>
          </p:cNvPr>
          <p:cNvSpPr txBox="1"/>
          <p:nvPr/>
        </p:nvSpPr>
        <p:spPr>
          <a:xfrm>
            <a:off x="714289" y="776213"/>
            <a:ext cx="3117701" cy="65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500" dirty="0">
                <a:solidFill>
                  <a:schemeClr val="accent2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Our</a:t>
            </a:r>
            <a:r>
              <a:rPr lang="en-US" sz="3500" dirty="0">
                <a:latin typeface="Poppins SemiBold" panose="00000700000000000000" pitchFamily="50" charset="0"/>
                <a:cs typeface="Poppins SemiBold" panose="00000700000000000000" pitchFamily="50" charset="0"/>
              </a:rPr>
              <a:t> Goals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F8787B-663A-4B2E-B30E-94807B43187D}"/>
              </a:ext>
            </a:extLst>
          </p:cNvPr>
          <p:cNvSpPr/>
          <p:nvPr/>
        </p:nvSpPr>
        <p:spPr>
          <a:xfrm>
            <a:off x="6202837" y="3465122"/>
            <a:ext cx="2514600" cy="2402275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7E8A2A3-82B0-4871-BAE7-00AAA50143FD}"/>
              </a:ext>
            </a:extLst>
          </p:cNvPr>
          <p:cNvSpPr/>
          <p:nvPr/>
        </p:nvSpPr>
        <p:spPr>
          <a:xfrm>
            <a:off x="3557609" y="3465122"/>
            <a:ext cx="2514600" cy="2402276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91502B1-F7DD-4722-90B1-49C0B5933B99}"/>
              </a:ext>
            </a:extLst>
          </p:cNvPr>
          <p:cNvSpPr/>
          <p:nvPr/>
        </p:nvSpPr>
        <p:spPr>
          <a:xfrm>
            <a:off x="8848064" y="946898"/>
            <a:ext cx="2514600" cy="2402275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A475FB6-C7B2-4542-B7A4-0BAEFE0A34EF}"/>
              </a:ext>
            </a:extLst>
          </p:cNvPr>
          <p:cNvSpPr/>
          <p:nvPr/>
        </p:nvSpPr>
        <p:spPr>
          <a:xfrm>
            <a:off x="6202837" y="946897"/>
            <a:ext cx="2514600" cy="24022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Shape">
            <a:extLst>
              <a:ext uri="{FF2B5EF4-FFF2-40B4-BE49-F238E27FC236}">
                <a16:creationId xmlns:a16="http://schemas.microsoft.com/office/drawing/2014/main" id="{AC6C6BB2-998A-4873-87E1-552AB9EC74F7}"/>
              </a:ext>
            </a:extLst>
          </p:cNvPr>
          <p:cNvSpPr/>
          <p:nvPr/>
        </p:nvSpPr>
        <p:spPr>
          <a:xfrm>
            <a:off x="7282345" y="1254514"/>
            <a:ext cx="355584" cy="3555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8345" y="10309"/>
                </a:moveTo>
                <a:lnTo>
                  <a:pt x="7899" y="10309"/>
                </a:lnTo>
                <a:cubicBezTo>
                  <a:pt x="7974" y="9863"/>
                  <a:pt x="8153" y="9453"/>
                  <a:pt x="8405" y="9099"/>
                </a:cubicBezTo>
                <a:lnTo>
                  <a:pt x="8717" y="9412"/>
                </a:lnTo>
                <a:cubicBezTo>
                  <a:pt x="8909" y="9604"/>
                  <a:pt x="9220" y="9604"/>
                  <a:pt x="9412" y="9412"/>
                </a:cubicBezTo>
                <a:cubicBezTo>
                  <a:pt x="9603" y="9220"/>
                  <a:pt x="9603" y="8909"/>
                  <a:pt x="9412" y="8717"/>
                </a:cubicBezTo>
                <a:lnTo>
                  <a:pt x="9101" y="8407"/>
                </a:lnTo>
                <a:cubicBezTo>
                  <a:pt x="9454" y="8157"/>
                  <a:pt x="9864" y="7979"/>
                  <a:pt x="10309" y="7904"/>
                </a:cubicBezTo>
                <a:lnTo>
                  <a:pt x="10309" y="8345"/>
                </a:lnTo>
                <a:cubicBezTo>
                  <a:pt x="10309" y="8617"/>
                  <a:pt x="10529" y="8836"/>
                  <a:pt x="10800" y="8836"/>
                </a:cubicBezTo>
                <a:cubicBezTo>
                  <a:pt x="11071" y="8836"/>
                  <a:pt x="11291" y="8617"/>
                  <a:pt x="11291" y="8345"/>
                </a:cubicBezTo>
                <a:lnTo>
                  <a:pt x="11291" y="7904"/>
                </a:lnTo>
                <a:cubicBezTo>
                  <a:pt x="11737" y="7979"/>
                  <a:pt x="12146" y="8157"/>
                  <a:pt x="12499" y="8407"/>
                </a:cubicBezTo>
                <a:lnTo>
                  <a:pt x="12188" y="8717"/>
                </a:lnTo>
                <a:cubicBezTo>
                  <a:pt x="11997" y="8909"/>
                  <a:pt x="11997" y="9220"/>
                  <a:pt x="12188" y="9412"/>
                </a:cubicBezTo>
                <a:cubicBezTo>
                  <a:pt x="12380" y="9604"/>
                  <a:pt x="12691" y="9604"/>
                  <a:pt x="12883" y="9412"/>
                </a:cubicBezTo>
                <a:lnTo>
                  <a:pt x="13195" y="9099"/>
                </a:lnTo>
                <a:cubicBezTo>
                  <a:pt x="13447" y="9453"/>
                  <a:pt x="13626" y="9863"/>
                  <a:pt x="13701" y="10309"/>
                </a:cubicBezTo>
                <a:lnTo>
                  <a:pt x="13255" y="10309"/>
                </a:lnTo>
                <a:cubicBezTo>
                  <a:pt x="12983" y="10309"/>
                  <a:pt x="12764" y="10529"/>
                  <a:pt x="12764" y="10800"/>
                </a:cubicBezTo>
                <a:cubicBezTo>
                  <a:pt x="12764" y="11071"/>
                  <a:pt x="12983" y="11291"/>
                  <a:pt x="13255" y="11291"/>
                </a:cubicBezTo>
                <a:lnTo>
                  <a:pt x="13701" y="11291"/>
                </a:lnTo>
                <a:cubicBezTo>
                  <a:pt x="13626" y="11738"/>
                  <a:pt x="13447" y="12147"/>
                  <a:pt x="13195" y="12501"/>
                </a:cubicBezTo>
                <a:lnTo>
                  <a:pt x="12883" y="12188"/>
                </a:lnTo>
                <a:cubicBezTo>
                  <a:pt x="12691" y="11997"/>
                  <a:pt x="12380" y="11997"/>
                  <a:pt x="12188" y="12188"/>
                </a:cubicBezTo>
                <a:cubicBezTo>
                  <a:pt x="11997" y="12380"/>
                  <a:pt x="11997" y="12691"/>
                  <a:pt x="12188" y="12883"/>
                </a:cubicBezTo>
                <a:lnTo>
                  <a:pt x="12499" y="13193"/>
                </a:lnTo>
                <a:cubicBezTo>
                  <a:pt x="12146" y="13444"/>
                  <a:pt x="11737" y="13621"/>
                  <a:pt x="11291" y="13696"/>
                </a:cubicBezTo>
                <a:lnTo>
                  <a:pt x="11291" y="13255"/>
                </a:lnTo>
                <a:cubicBezTo>
                  <a:pt x="11291" y="12983"/>
                  <a:pt x="11071" y="12764"/>
                  <a:pt x="10800" y="12764"/>
                </a:cubicBezTo>
                <a:cubicBezTo>
                  <a:pt x="10529" y="12764"/>
                  <a:pt x="10309" y="12983"/>
                  <a:pt x="10309" y="13255"/>
                </a:cubicBezTo>
                <a:lnTo>
                  <a:pt x="10309" y="13696"/>
                </a:lnTo>
                <a:cubicBezTo>
                  <a:pt x="9864" y="13621"/>
                  <a:pt x="9454" y="13444"/>
                  <a:pt x="9101" y="13193"/>
                </a:cubicBezTo>
                <a:lnTo>
                  <a:pt x="9412" y="12883"/>
                </a:lnTo>
                <a:cubicBezTo>
                  <a:pt x="9603" y="12691"/>
                  <a:pt x="9603" y="12380"/>
                  <a:pt x="9412" y="12188"/>
                </a:cubicBezTo>
                <a:cubicBezTo>
                  <a:pt x="9220" y="11997"/>
                  <a:pt x="8909" y="11997"/>
                  <a:pt x="8717" y="12188"/>
                </a:cubicBezTo>
                <a:lnTo>
                  <a:pt x="8405" y="12501"/>
                </a:lnTo>
                <a:cubicBezTo>
                  <a:pt x="8153" y="12147"/>
                  <a:pt x="7974" y="11738"/>
                  <a:pt x="7899" y="11291"/>
                </a:cubicBezTo>
                <a:lnTo>
                  <a:pt x="8345" y="11291"/>
                </a:lnTo>
                <a:cubicBezTo>
                  <a:pt x="8617" y="11291"/>
                  <a:pt x="8836" y="11071"/>
                  <a:pt x="8836" y="10800"/>
                </a:cubicBezTo>
                <a:cubicBezTo>
                  <a:pt x="8836" y="10529"/>
                  <a:pt x="8617" y="10309"/>
                  <a:pt x="8345" y="10309"/>
                </a:cubicBezTo>
                <a:moveTo>
                  <a:pt x="8023" y="13577"/>
                </a:moveTo>
                <a:lnTo>
                  <a:pt x="8023" y="13578"/>
                </a:lnTo>
                <a:cubicBezTo>
                  <a:pt x="8734" y="14288"/>
                  <a:pt x="9716" y="14727"/>
                  <a:pt x="10800" y="14727"/>
                </a:cubicBezTo>
                <a:cubicBezTo>
                  <a:pt x="11884" y="14727"/>
                  <a:pt x="12866" y="14288"/>
                  <a:pt x="13577" y="13578"/>
                </a:cubicBezTo>
                <a:lnTo>
                  <a:pt x="13577" y="13577"/>
                </a:lnTo>
                <a:lnTo>
                  <a:pt x="13577" y="13577"/>
                </a:lnTo>
                <a:cubicBezTo>
                  <a:pt x="14288" y="12866"/>
                  <a:pt x="14727" y="11884"/>
                  <a:pt x="14727" y="10800"/>
                </a:cubicBezTo>
                <a:cubicBezTo>
                  <a:pt x="14727" y="8631"/>
                  <a:pt x="12969" y="6873"/>
                  <a:pt x="10800" y="6873"/>
                </a:cubicBezTo>
                <a:cubicBezTo>
                  <a:pt x="8631" y="6873"/>
                  <a:pt x="6873" y="8631"/>
                  <a:pt x="6873" y="10800"/>
                </a:cubicBezTo>
                <a:cubicBezTo>
                  <a:pt x="6873" y="11884"/>
                  <a:pt x="7311" y="12866"/>
                  <a:pt x="8023" y="13577"/>
                </a:cubicBezTo>
                <a:cubicBezTo>
                  <a:pt x="8023" y="13577"/>
                  <a:pt x="8023" y="13577"/>
                  <a:pt x="8023" y="13577"/>
                </a:cubicBezTo>
                <a:close/>
                <a:moveTo>
                  <a:pt x="10800" y="11782"/>
                </a:moveTo>
                <a:cubicBezTo>
                  <a:pt x="11342" y="11782"/>
                  <a:pt x="11782" y="11342"/>
                  <a:pt x="11782" y="10800"/>
                </a:cubicBezTo>
                <a:cubicBezTo>
                  <a:pt x="11782" y="10258"/>
                  <a:pt x="11342" y="9818"/>
                  <a:pt x="10800" y="9818"/>
                </a:cubicBezTo>
                <a:cubicBezTo>
                  <a:pt x="10258" y="9818"/>
                  <a:pt x="9818" y="10258"/>
                  <a:pt x="9818" y="10800"/>
                </a:cubicBezTo>
                <a:cubicBezTo>
                  <a:pt x="9818" y="11342"/>
                  <a:pt x="10258" y="11782"/>
                  <a:pt x="10800" y="11782"/>
                </a:cubicBezTo>
                <a:moveTo>
                  <a:pt x="17673" y="5891"/>
                </a:moveTo>
                <a:cubicBezTo>
                  <a:pt x="17131" y="5891"/>
                  <a:pt x="16691" y="6331"/>
                  <a:pt x="16691" y="6873"/>
                </a:cubicBezTo>
                <a:lnTo>
                  <a:pt x="16691" y="7855"/>
                </a:lnTo>
                <a:cubicBezTo>
                  <a:pt x="16691" y="8396"/>
                  <a:pt x="17131" y="8836"/>
                  <a:pt x="17673" y="8836"/>
                </a:cubicBezTo>
                <a:lnTo>
                  <a:pt x="17673" y="12764"/>
                </a:lnTo>
                <a:cubicBezTo>
                  <a:pt x="17131" y="12764"/>
                  <a:pt x="16691" y="13204"/>
                  <a:pt x="16691" y="13745"/>
                </a:cubicBezTo>
                <a:lnTo>
                  <a:pt x="16691" y="14727"/>
                </a:lnTo>
                <a:cubicBezTo>
                  <a:pt x="16691" y="15270"/>
                  <a:pt x="17131" y="15709"/>
                  <a:pt x="17673" y="15709"/>
                </a:cubicBezTo>
                <a:lnTo>
                  <a:pt x="17673" y="17673"/>
                </a:lnTo>
                <a:lnTo>
                  <a:pt x="3927" y="17673"/>
                </a:lnTo>
                <a:lnTo>
                  <a:pt x="3927" y="3927"/>
                </a:lnTo>
                <a:lnTo>
                  <a:pt x="17673" y="3927"/>
                </a:lnTo>
                <a:cubicBezTo>
                  <a:pt x="17673" y="3927"/>
                  <a:pt x="17673" y="5891"/>
                  <a:pt x="17673" y="5891"/>
                </a:cubicBezTo>
                <a:close/>
                <a:moveTo>
                  <a:pt x="18655" y="5891"/>
                </a:moveTo>
                <a:lnTo>
                  <a:pt x="18655" y="2945"/>
                </a:lnTo>
                <a:lnTo>
                  <a:pt x="2945" y="2945"/>
                </a:lnTo>
                <a:lnTo>
                  <a:pt x="2945" y="18655"/>
                </a:lnTo>
                <a:lnTo>
                  <a:pt x="18655" y="18655"/>
                </a:lnTo>
                <a:lnTo>
                  <a:pt x="18655" y="15709"/>
                </a:lnTo>
                <a:cubicBezTo>
                  <a:pt x="19196" y="15709"/>
                  <a:pt x="19636" y="15270"/>
                  <a:pt x="19636" y="14727"/>
                </a:cubicBezTo>
                <a:lnTo>
                  <a:pt x="19636" y="13745"/>
                </a:lnTo>
                <a:cubicBezTo>
                  <a:pt x="19636" y="13204"/>
                  <a:pt x="19196" y="12764"/>
                  <a:pt x="18655" y="12764"/>
                </a:cubicBezTo>
                <a:lnTo>
                  <a:pt x="18655" y="8836"/>
                </a:lnTo>
                <a:cubicBezTo>
                  <a:pt x="19196" y="8836"/>
                  <a:pt x="19636" y="8396"/>
                  <a:pt x="19636" y="7855"/>
                </a:cubicBezTo>
                <a:lnTo>
                  <a:pt x="19636" y="6873"/>
                </a:lnTo>
                <a:cubicBezTo>
                  <a:pt x="19636" y="6331"/>
                  <a:pt x="19196" y="5891"/>
                  <a:pt x="18655" y="5891"/>
                </a:cubicBezTo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defTabSz="457200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">
            <a:extLst>
              <a:ext uri="{FF2B5EF4-FFF2-40B4-BE49-F238E27FC236}">
                <a16:creationId xmlns:a16="http://schemas.microsoft.com/office/drawing/2014/main" id="{7995FBBC-D906-4D6E-9C48-B330C0D33EB3}"/>
              </a:ext>
            </a:extLst>
          </p:cNvPr>
          <p:cNvSpPr/>
          <p:nvPr/>
        </p:nvSpPr>
        <p:spPr>
          <a:xfrm>
            <a:off x="7285541" y="3754719"/>
            <a:ext cx="349193" cy="34919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429" y="14128"/>
                </a:moveTo>
                <a:cubicBezTo>
                  <a:pt x="17041" y="13430"/>
                  <a:pt x="15777" y="12523"/>
                  <a:pt x="14684" y="11440"/>
                </a:cubicBezTo>
                <a:cubicBezTo>
                  <a:pt x="15214" y="10618"/>
                  <a:pt x="15664" y="9739"/>
                  <a:pt x="16034" y="8820"/>
                </a:cubicBezTo>
                <a:cubicBezTo>
                  <a:pt x="16089" y="8826"/>
                  <a:pt x="16143" y="8836"/>
                  <a:pt x="16200" y="8836"/>
                </a:cubicBezTo>
                <a:cubicBezTo>
                  <a:pt x="17013" y="8836"/>
                  <a:pt x="17673" y="8177"/>
                  <a:pt x="17673" y="7364"/>
                </a:cubicBezTo>
                <a:cubicBezTo>
                  <a:pt x="17673" y="6787"/>
                  <a:pt x="17339" y="6294"/>
                  <a:pt x="16856" y="6052"/>
                </a:cubicBezTo>
                <a:cubicBezTo>
                  <a:pt x="17033" y="5170"/>
                  <a:pt x="17144" y="4264"/>
                  <a:pt x="17167" y="3336"/>
                </a:cubicBezTo>
                <a:cubicBezTo>
                  <a:pt x="19277" y="5136"/>
                  <a:pt x="20618" y="7809"/>
                  <a:pt x="20618" y="10800"/>
                </a:cubicBezTo>
                <a:cubicBezTo>
                  <a:pt x="20618" y="11764"/>
                  <a:pt x="20469" y="12689"/>
                  <a:pt x="20209" y="13568"/>
                </a:cubicBezTo>
                <a:cubicBezTo>
                  <a:pt x="19628" y="13783"/>
                  <a:pt x="19034" y="13971"/>
                  <a:pt x="18429" y="14128"/>
                </a:cubicBezTo>
                <a:moveTo>
                  <a:pt x="10800" y="20618"/>
                </a:moveTo>
                <a:cubicBezTo>
                  <a:pt x="8406" y="20618"/>
                  <a:pt x="6213" y="19759"/>
                  <a:pt x="4509" y="18335"/>
                </a:cubicBezTo>
                <a:cubicBezTo>
                  <a:pt x="6552" y="17934"/>
                  <a:pt x="8450" y="17135"/>
                  <a:pt x="10128" y="16031"/>
                </a:cubicBezTo>
                <a:cubicBezTo>
                  <a:pt x="10330" y="16135"/>
                  <a:pt x="10556" y="16200"/>
                  <a:pt x="10800" y="16200"/>
                </a:cubicBezTo>
                <a:cubicBezTo>
                  <a:pt x="11273" y="16200"/>
                  <a:pt x="11689" y="15973"/>
                  <a:pt x="11959" y="15627"/>
                </a:cubicBezTo>
                <a:cubicBezTo>
                  <a:pt x="12547" y="15680"/>
                  <a:pt x="13142" y="15709"/>
                  <a:pt x="13745" y="15709"/>
                </a:cubicBezTo>
                <a:cubicBezTo>
                  <a:pt x="15323" y="15709"/>
                  <a:pt x="16852" y="15508"/>
                  <a:pt x="18322" y="15156"/>
                </a:cubicBezTo>
                <a:cubicBezTo>
                  <a:pt x="18660" y="15317"/>
                  <a:pt x="18998" y="15480"/>
                  <a:pt x="19350" y="15618"/>
                </a:cubicBezTo>
                <a:cubicBezTo>
                  <a:pt x="17665" y="18601"/>
                  <a:pt x="14470" y="20618"/>
                  <a:pt x="10800" y="20618"/>
                </a:cubicBezTo>
                <a:moveTo>
                  <a:pt x="3539" y="17392"/>
                </a:moveTo>
                <a:cubicBezTo>
                  <a:pt x="3476" y="16840"/>
                  <a:pt x="3436" y="16279"/>
                  <a:pt x="3436" y="15709"/>
                </a:cubicBezTo>
                <a:cubicBezTo>
                  <a:pt x="3436" y="14763"/>
                  <a:pt x="3536" y="13842"/>
                  <a:pt x="3707" y="12946"/>
                </a:cubicBezTo>
                <a:cubicBezTo>
                  <a:pt x="5455" y="13988"/>
                  <a:pt x="7377" y="14767"/>
                  <a:pt x="9421" y="15226"/>
                </a:cubicBezTo>
                <a:cubicBezTo>
                  <a:pt x="9431" y="15253"/>
                  <a:pt x="9436" y="15282"/>
                  <a:pt x="9447" y="15308"/>
                </a:cubicBezTo>
                <a:cubicBezTo>
                  <a:pt x="7724" y="16421"/>
                  <a:pt x="5761" y="17193"/>
                  <a:pt x="3643" y="17506"/>
                </a:cubicBezTo>
                <a:cubicBezTo>
                  <a:pt x="3608" y="17469"/>
                  <a:pt x="3573" y="17430"/>
                  <a:pt x="3539" y="17392"/>
                </a:cubicBezTo>
                <a:moveTo>
                  <a:pt x="3075" y="11369"/>
                </a:moveTo>
                <a:cubicBezTo>
                  <a:pt x="2361" y="10869"/>
                  <a:pt x="1683" y="10321"/>
                  <a:pt x="1046" y="9729"/>
                </a:cubicBezTo>
                <a:cubicBezTo>
                  <a:pt x="1528" y="5299"/>
                  <a:pt x="4955" y="1762"/>
                  <a:pt x="9331" y="1104"/>
                </a:cubicBezTo>
                <a:cubicBezTo>
                  <a:pt x="9335" y="1629"/>
                  <a:pt x="9363" y="2148"/>
                  <a:pt x="9417" y="2660"/>
                </a:cubicBezTo>
                <a:cubicBezTo>
                  <a:pt x="8572" y="3227"/>
                  <a:pt x="7787" y="3879"/>
                  <a:pt x="7069" y="4596"/>
                </a:cubicBezTo>
                <a:cubicBezTo>
                  <a:pt x="6863" y="4486"/>
                  <a:pt x="6632" y="4418"/>
                  <a:pt x="6382" y="4418"/>
                </a:cubicBezTo>
                <a:cubicBezTo>
                  <a:pt x="5569" y="4418"/>
                  <a:pt x="4909" y="5078"/>
                  <a:pt x="4909" y="5891"/>
                </a:cubicBezTo>
                <a:cubicBezTo>
                  <a:pt x="4909" y="6236"/>
                  <a:pt x="5033" y="6549"/>
                  <a:pt x="5231" y="6800"/>
                </a:cubicBezTo>
                <a:cubicBezTo>
                  <a:pt x="4279" y="8179"/>
                  <a:pt x="3550" y="9719"/>
                  <a:pt x="3075" y="11369"/>
                </a:cubicBezTo>
                <a:moveTo>
                  <a:pt x="2466" y="15973"/>
                </a:moveTo>
                <a:cubicBezTo>
                  <a:pt x="1563" y="14521"/>
                  <a:pt x="1025" y="12821"/>
                  <a:pt x="989" y="10995"/>
                </a:cubicBezTo>
                <a:cubicBezTo>
                  <a:pt x="1570" y="11492"/>
                  <a:pt x="2180" y="11955"/>
                  <a:pt x="2817" y="12383"/>
                </a:cubicBezTo>
                <a:cubicBezTo>
                  <a:pt x="2585" y="13456"/>
                  <a:pt x="2455" y="14567"/>
                  <a:pt x="2455" y="15709"/>
                </a:cubicBezTo>
                <a:cubicBezTo>
                  <a:pt x="2455" y="15798"/>
                  <a:pt x="2464" y="15885"/>
                  <a:pt x="2466" y="15973"/>
                </a:cubicBezTo>
                <a:moveTo>
                  <a:pt x="13428" y="11540"/>
                </a:moveTo>
                <a:cubicBezTo>
                  <a:pt x="12907" y="12264"/>
                  <a:pt x="12315" y="12931"/>
                  <a:pt x="11674" y="13548"/>
                </a:cubicBezTo>
                <a:cubicBezTo>
                  <a:pt x="11429" y="13366"/>
                  <a:pt x="11129" y="13255"/>
                  <a:pt x="10800" y="13255"/>
                </a:cubicBezTo>
                <a:cubicBezTo>
                  <a:pt x="10166" y="13255"/>
                  <a:pt x="9631" y="13657"/>
                  <a:pt x="9423" y="14218"/>
                </a:cubicBezTo>
                <a:cubicBezTo>
                  <a:pt x="7455" y="13751"/>
                  <a:pt x="5607" y="12973"/>
                  <a:pt x="3936" y="11937"/>
                </a:cubicBezTo>
                <a:cubicBezTo>
                  <a:pt x="4379" y="10266"/>
                  <a:pt x="5100" y="8708"/>
                  <a:pt x="6060" y="7326"/>
                </a:cubicBezTo>
                <a:cubicBezTo>
                  <a:pt x="6164" y="7349"/>
                  <a:pt x="6271" y="7364"/>
                  <a:pt x="6382" y="7364"/>
                </a:cubicBezTo>
                <a:cubicBezTo>
                  <a:pt x="7195" y="7364"/>
                  <a:pt x="7855" y="6704"/>
                  <a:pt x="7855" y="5891"/>
                </a:cubicBezTo>
                <a:cubicBezTo>
                  <a:pt x="7855" y="5688"/>
                  <a:pt x="7813" y="5493"/>
                  <a:pt x="7739" y="5317"/>
                </a:cubicBezTo>
                <a:cubicBezTo>
                  <a:pt x="8307" y="4747"/>
                  <a:pt x="8920" y="4221"/>
                  <a:pt x="9575" y="3749"/>
                </a:cubicBezTo>
                <a:cubicBezTo>
                  <a:pt x="10104" y="6723"/>
                  <a:pt x="11479" y="9397"/>
                  <a:pt x="13428" y="11540"/>
                </a:cubicBezTo>
                <a:moveTo>
                  <a:pt x="10800" y="982"/>
                </a:moveTo>
                <a:cubicBezTo>
                  <a:pt x="11347" y="982"/>
                  <a:pt x="11881" y="1038"/>
                  <a:pt x="12403" y="1125"/>
                </a:cubicBezTo>
                <a:cubicBezTo>
                  <a:pt x="11696" y="1400"/>
                  <a:pt x="11005" y="1707"/>
                  <a:pt x="10354" y="2081"/>
                </a:cubicBezTo>
                <a:cubicBezTo>
                  <a:pt x="10328" y="1726"/>
                  <a:pt x="10311" y="1368"/>
                  <a:pt x="10310" y="1007"/>
                </a:cubicBezTo>
                <a:cubicBezTo>
                  <a:pt x="10474" y="999"/>
                  <a:pt x="10635" y="982"/>
                  <a:pt x="10800" y="982"/>
                </a:cubicBezTo>
                <a:moveTo>
                  <a:pt x="14120" y="12262"/>
                </a:moveTo>
                <a:cubicBezTo>
                  <a:pt x="14982" y="13097"/>
                  <a:pt x="15950" y="13819"/>
                  <a:pt x="16986" y="14440"/>
                </a:cubicBezTo>
                <a:cubicBezTo>
                  <a:pt x="15933" y="14626"/>
                  <a:pt x="14852" y="14727"/>
                  <a:pt x="13745" y="14727"/>
                </a:cubicBezTo>
                <a:cubicBezTo>
                  <a:pt x="13246" y="14727"/>
                  <a:pt x="12754" y="14702"/>
                  <a:pt x="12265" y="14664"/>
                </a:cubicBezTo>
                <a:cubicBezTo>
                  <a:pt x="12259" y="14569"/>
                  <a:pt x="12250" y="14475"/>
                  <a:pt x="12229" y="14385"/>
                </a:cubicBezTo>
                <a:cubicBezTo>
                  <a:pt x="12921" y="13737"/>
                  <a:pt x="13555" y="13027"/>
                  <a:pt x="14120" y="12262"/>
                </a:cubicBezTo>
                <a:moveTo>
                  <a:pt x="16188" y="2597"/>
                </a:moveTo>
                <a:cubicBezTo>
                  <a:pt x="16191" y="2713"/>
                  <a:pt x="16200" y="2828"/>
                  <a:pt x="16200" y="2945"/>
                </a:cubicBezTo>
                <a:cubicBezTo>
                  <a:pt x="16200" y="3967"/>
                  <a:pt x="16092" y="4962"/>
                  <a:pt x="15894" y="5924"/>
                </a:cubicBezTo>
                <a:cubicBezTo>
                  <a:pt x="15227" y="6065"/>
                  <a:pt x="14727" y="6656"/>
                  <a:pt x="14727" y="7364"/>
                </a:cubicBezTo>
                <a:cubicBezTo>
                  <a:pt x="14727" y="7765"/>
                  <a:pt x="14888" y="8127"/>
                  <a:pt x="15149" y="8393"/>
                </a:cubicBezTo>
                <a:cubicBezTo>
                  <a:pt x="14827" y="9199"/>
                  <a:pt x="14443" y="9973"/>
                  <a:pt x="13991" y="10701"/>
                </a:cubicBezTo>
                <a:cubicBezTo>
                  <a:pt x="12159" y="8620"/>
                  <a:pt x="10894" y="6025"/>
                  <a:pt x="10469" y="3152"/>
                </a:cubicBezTo>
                <a:cubicBezTo>
                  <a:pt x="11590" y="2463"/>
                  <a:pt x="12813" y="1934"/>
                  <a:pt x="14106" y="1565"/>
                </a:cubicBezTo>
                <a:cubicBezTo>
                  <a:pt x="14844" y="1829"/>
                  <a:pt x="15544" y="2173"/>
                  <a:pt x="16188" y="2597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defTabSz="457200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">
            <a:extLst>
              <a:ext uri="{FF2B5EF4-FFF2-40B4-BE49-F238E27FC236}">
                <a16:creationId xmlns:a16="http://schemas.microsoft.com/office/drawing/2014/main" id="{5C0A4056-5FF7-4BBE-932B-ED6FCF89EC16}"/>
              </a:ext>
            </a:extLst>
          </p:cNvPr>
          <p:cNvSpPr/>
          <p:nvPr/>
        </p:nvSpPr>
        <p:spPr>
          <a:xfrm>
            <a:off x="4638219" y="3750531"/>
            <a:ext cx="353381" cy="3533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8280" y="18579"/>
                </a:moveTo>
                <a:cubicBezTo>
                  <a:pt x="20323" y="16614"/>
                  <a:pt x="21600" y="13859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cubicBezTo>
                  <a:pt x="4836" y="0"/>
                  <a:pt x="0" y="4835"/>
                  <a:pt x="0" y="10800"/>
                </a:cubicBezTo>
                <a:cubicBezTo>
                  <a:pt x="0" y="13859"/>
                  <a:pt x="1277" y="16614"/>
                  <a:pt x="3320" y="18579"/>
                </a:cubicBezTo>
                <a:lnTo>
                  <a:pt x="2107" y="20762"/>
                </a:lnTo>
                <a:cubicBezTo>
                  <a:pt x="2019" y="20851"/>
                  <a:pt x="1964" y="20974"/>
                  <a:pt x="1964" y="21109"/>
                </a:cubicBezTo>
                <a:cubicBezTo>
                  <a:pt x="1964" y="21380"/>
                  <a:pt x="2184" y="21600"/>
                  <a:pt x="2455" y="21600"/>
                </a:cubicBezTo>
                <a:cubicBezTo>
                  <a:pt x="2590" y="21600"/>
                  <a:pt x="2713" y="21545"/>
                  <a:pt x="2802" y="21456"/>
                </a:cubicBezTo>
                <a:cubicBezTo>
                  <a:pt x="2858" y="21400"/>
                  <a:pt x="2894" y="21327"/>
                  <a:pt x="2917" y="21248"/>
                </a:cubicBezTo>
                <a:lnTo>
                  <a:pt x="4044" y="19219"/>
                </a:lnTo>
                <a:cubicBezTo>
                  <a:pt x="5895" y="20706"/>
                  <a:pt x="8242" y="21600"/>
                  <a:pt x="10800" y="21600"/>
                </a:cubicBezTo>
                <a:cubicBezTo>
                  <a:pt x="13358" y="21600"/>
                  <a:pt x="15705" y="20706"/>
                  <a:pt x="17555" y="19219"/>
                </a:cubicBezTo>
                <a:lnTo>
                  <a:pt x="18683" y="21248"/>
                </a:lnTo>
                <a:cubicBezTo>
                  <a:pt x="18743" y="21450"/>
                  <a:pt x="18923" y="21600"/>
                  <a:pt x="19145" y="21600"/>
                </a:cubicBezTo>
                <a:cubicBezTo>
                  <a:pt x="19416" y="21600"/>
                  <a:pt x="19636" y="21380"/>
                  <a:pt x="19636" y="21109"/>
                </a:cubicBezTo>
                <a:cubicBezTo>
                  <a:pt x="19636" y="20974"/>
                  <a:pt x="19581" y="20851"/>
                  <a:pt x="19493" y="20762"/>
                </a:cubicBezTo>
                <a:cubicBezTo>
                  <a:pt x="19493" y="20762"/>
                  <a:pt x="18280" y="18579"/>
                  <a:pt x="18280" y="18579"/>
                </a:cubicBezTo>
                <a:close/>
                <a:moveTo>
                  <a:pt x="10800" y="16691"/>
                </a:moveTo>
                <a:cubicBezTo>
                  <a:pt x="7547" y="16691"/>
                  <a:pt x="4909" y="14053"/>
                  <a:pt x="4909" y="10800"/>
                </a:cubicBezTo>
                <a:cubicBezTo>
                  <a:pt x="4909" y="7547"/>
                  <a:pt x="7547" y="4909"/>
                  <a:pt x="10800" y="4909"/>
                </a:cubicBezTo>
                <a:cubicBezTo>
                  <a:pt x="14053" y="4909"/>
                  <a:pt x="16691" y="7547"/>
                  <a:pt x="16691" y="10800"/>
                </a:cubicBezTo>
                <a:cubicBezTo>
                  <a:pt x="16691" y="14053"/>
                  <a:pt x="14053" y="16691"/>
                  <a:pt x="10800" y="16691"/>
                </a:cubicBezTo>
                <a:moveTo>
                  <a:pt x="10800" y="3927"/>
                </a:moveTo>
                <a:cubicBezTo>
                  <a:pt x="7004" y="3927"/>
                  <a:pt x="3927" y="7004"/>
                  <a:pt x="3927" y="10800"/>
                </a:cubicBezTo>
                <a:cubicBezTo>
                  <a:pt x="3927" y="14596"/>
                  <a:pt x="7004" y="17673"/>
                  <a:pt x="10800" y="17673"/>
                </a:cubicBezTo>
                <a:cubicBezTo>
                  <a:pt x="14596" y="17673"/>
                  <a:pt x="17673" y="14596"/>
                  <a:pt x="17673" y="10800"/>
                </a:cubicBezTo>
                <a:cubicBezTo>
                  <a:pt x="17673" y="7004"/>
                  <a:pt x="14596" y="3927"/>
                  <a:pt x="10800" y="3927"/>
                </a:cubicBezTo>
                <a:moveTo>
                  <a:pt x="10800" y="12764"/>
                </a:moveTo>
                <a:cubicBezTo>
                  <a:pt x="9716" y="12764"/>
                  <a:pt x="8836" y="11884"/>
                  <a:pt x="8836" y="10800"/>
                </a:cubicBezTo>
                <a:cubicBezTo>
                  <a:pt x="8836" y="9716"/>
                  <a:pt x="9716" y="8836"/>
                  <a:pt x="10800" y="8836"/>
                </a:cubicBezTo>
                <a:cubicBezTo>
                  <a:pt x="11884" y="8836"/>
                  <a:pt x="12764" y="9716"/>
                  <a:pt x="12764" y="10800"/>
                </a:cubicBezTo>
                <a:cubicBezTo>
                  <a:pt x="12764" y="11884"/>
                  <a:pt x="11884" y="12764"/>
                  <a:pt x="10800" y="12764"/>
                </a:cubicBezTo>
                <a:moveTo>
                  <a:pt x="10800" y="7855"/>
                </a:moveTo>
                <a:cubicBezTo>
                  <a:pt x="9173" y="7855"/>
                  <a:pt x="7855" y="9173"/>
                  <a:pt x="7855" y="10800"/>
                </a:cubicBezTo>
                <a:cubicBezTo>
                  <a:pt x="7855" y="12427"/>
                  <a:pt x="9173" y="13745"/>
                  <a:pt x="10800" y="13745"/>
                </a:cubicBezTo>
                <a:cubicBezTo>
                  <a:pt x="12427" y="13745"/>
                  <a:pt x="13745" y="12427"/>
                  <a:pt x="13745" y="10800"/>
                </a:cubicBezTo>
                <a:cubicBezTo>
                  <a:pt x="13745" y="9173"/>
                  <a:pt x="12427" y="7855"/>
                  <a:pt x="10800" y="7855"/>
                </a:cubicBezTo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defTabSz="457200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">
            <a:extLst>
              <a:ext uri="{FF2B5EF4-FFF2-40B4-BE49-F238E27FC236}">
                <a16:creationId xmlns:a16="http://schemas.microsoft.com/office/drawing/2014/main" id="{A3ADAA83-9D3D-4323-930B-6A37B2A68A65}"/>
              </a:ext>
            </a:extLst>
          </p:cNvPr>
          <p:cNvSpPr/>
          <p:nvPr/>
        </p:nvSpPr>
        <p:spPr>
          <a:xfrm>
            <a:off x="9911073" y="1221516"/>
            <a:ext cx="388582" cy="388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587" y="18100"/>
                </a:moveTo>
                <a:lnTo>
                  <a:pt x="21596" y="18099"/>
                </a:lnTo>
                <a:lnTo>
                  <a:pt x="20614" y="5335"/>
                </a:lnTo>
                <a:lnTo>
                  <a:pt x="20605" y="5337"/>
                </a:lnTo>
                <a:cubicBezTo>
                  <a:pt x="20573" y="5097"/>
                  <a:pt x="20376" y="4909"/>
                  <a:pt x="20127" y="4909"/>
                </a:cubicBezTo>
                <a:lnTo>
                  <a:pt x="16691" y="4909"/>
                </a:lnTo>
                <a:lnTo>
                  <a:pt x="16691" y="3927"/>
                </a:lnTo>
                <a:cubicBezTo>
                  <a:pt x="16691" y="1758"/>
                  <a:pt x="14932" y="0"/>
                  <a:pt x="12764" y="0"/>
                </a:cubicBezTo>
                <a:cubicBezTo>
                  <a:pt x="11300" y="0"/>
                  <a:pt x="10025" y="803"/>
                  <a:pt x="9350" y="1991"/>
                </a:cubicBezTo>
                <a:cubicBezTo>
                  <a:pt x="9705" y="2027"/>
                  <a:pt x="10048" y="2105"/>
                  <a:pt x="10377" y="2214"/>
                </a:cubicBezTo>
                <a:cubicBezTo>
                  <a:pt x="10911" y="1470"/>
                  <a:pt x="11778" y="982"/>
                  <a:pt x="12764" y="982"/>
                </a:cubicBezTo>
                <a:cubicBezTo>
                  <a:pt x="14390" y="982"/>
                  <a:pt x="15709" y="2301"/>
                  <a:pt x="15709" y="3927"/>
                </a:cubicBezTo>
                <a:lnTo>
                  <a:pt x="15709" y="4909"/>
                </a:lnTo>
                <a:lnTo>
                  <a:pt x="13337" y="4909"/>
                </a:lnTo>
                <a:cubicBezTo>
                  <a:pt x="13474" y="5221"/>
                  <a:pt x="13581" y="5549"/>
                  <a:pt x="13651" y="5891"/>
                </a:cubicBezTo>
                <a:lnTo>
                  <a:pt x="15709" y="5891"/>
                </a:lnTo>
                <a:lnTo>
                  <a:pt x="15709" y="6873"/>
                </a:lnTo>
                <a:lnTo>
                  <a:pt x="16204" y="6873"/>
                </a:lnTo>
                <a:cubicBezTo>
                  <a:pt x="16374" y="6873"/>
                  <a:pt x="16538" y="6905"/>
                  <a:pt x="16691" y="6961"/>
                </a:cubicBezTo>
                <a:lnTo>
                  <a:pt x="16691" y="5891"/>
                </a:lnTo>
                <a:lnTo>
                  <a:pt x="19674" y="5891"/>
                </a:lnTo>
                <a:lnTo>
                  <a:pt x="20429" y="15709"/>
                </a:lnTo>
                <a:lnTo>
                  <a:pt x="18247" y="15709"/>
                </a:lnTo>
                <a:lnTo>
                  <a:pt x="18323" y="16691"/>
                </a:lnTo>
                <a:lnTo>
                  <a:pt x="20504" y="16691"/>
                </a:lnTo>
                <a:lnTo>
                  <a:pt x="20580" y="17673"/>
                </a:lnTo>
                <a:lnTo>
                  <a:pt x="18398" y="17673"/>
                </a:lnTo>
                <a:lnTo>
                  <a:pt x="18474" y="18655"/>
                </a:lnTo>
                <a:lnTo>
                  <a:pt x="21109" y="18655"/>
                </a:lnTo>
                <a:cubicBezTo>
                  <a:pt x="21380" y="18655"/>
                  <a:pt x="21600" y="18435"/>
                  <a:pt x="21600" y="18164"/>
                </a:cubicBezTo>
                <a:cubicBezTo>
                  <a:pt x="21600" y="18141"/>
                  <a:pt x="21590" y="18122"/>
                  <a:pt x="21587" y="18100"/>
                </a:cubicBezTo>
                <a:moveTo>
                  <a:pt x="1020" y="20618"/>
                </a:moveTo>
                <a:lnTo>
                  <a:pt x="1096" y="19636"/>
                </a:lnTo>
                <a:lnTo>
                  <a:pt x="16577" y="19636"/>
                </a:lnTo>
                <a:lnTo>
                  <a:pt x="16653" y="20618"/>
                </a:lnTo>
                <a:cubicBezTo>
                  <a:pt x="16653" y="20618"/>
                  <a:pt x="1020" y="20618"/>
                  <a:pt x="1020" y="20618"/>
                </a:cubicBezTo>
                <a:close/>
                <a:moveTo>
                  <a:pt x="1926" y="8836"/>
                </a:moveTo>
                <a:lnTo>
                  <a:pt x="4909" y="8836"/>
                </a:lnTo>
                <a:lnTo>
                  <a:pt x="4909" y="10936"/>
                </a:lnTo>
                <a:cubicBezTo>
                  <a:pt x="4617" y="11106"/>
                  <a:pt x="4418" y="11420"/>
                  <a:pt x="4418" y="11782"/>
                </a:cubicBezTo>
                <a:cubicBezTo>
                  <a:pt x="4418" y="12324"/>
                  <a:pt x="4858" y="12764"/>
                  <a:pt x="5400" y="12764"/>
                </a:cubicBezTo>
                <a:cubicBezTo>
                  <a:pt x="5942" y="12764"/>
                  <a:pt x="6382" y="12324"/>
                  <a:pt x="6382" y="11782"/>
                </a:cubicBezTo>
                <a:cubicBezTo>
                  <a:pt x="6382" y="11420"/>
                  <a:pt x="6183" y="11106"/>
                  <a:pt x="5891" y="10936"/>
                </a:cubicBezTo>
                <a:lnTo>
                  <a:pt x="5891" y="8836"/>
                </a:lnTo>
                <a:lnTo>
                  <a:pt x="11782" y="8836"/>
                </a:lnTo>
                <a:lnTo>
                  <a:pt x="11782" y="10936"/>
                </a:lnTo>
                <a:cubicBezTo>
                  <a:pt x="11489" y="11106"/>
                  <a:pt x="11291" y="11420"/>
                  <a:pt x="11291" y="11782"/>
                </a:cubicBezTo>
                <a:cubicBezTo>
                  <a:pt x="11291" y="12324"/>
                  <a:pt x="11731" y="12764"/>
                  <a:pt x="12273" y="12764"/>
                </a:cubicBezTo>
                <a:cubicBezTo>
                  <a:pt x="12815" y="12764"/>
                  <a:pt x="13255" y="12324"/>
                  <a:pt x="13255" y="11782"/>
                </a:cubicBezTo>
                <a:cubicBezTo>
                  <a:pt x="13255" y="11420"/>
                  <a:pt x="13056" y="11106"/>
                  <a:pt x="12764" y="10936"/>
                </a:cubicBezTo>
                <a:lnTo>
                  <a:pt x="12764" y="8836"/>
                </a:lnTo>
                <a:lnTo>
                  <a:pt x="15746" y="8836"/>
                </a:lnTo>
                <a:lnTo>
                  <a:pt x="16502" y="18655"/>
                </a:lnTo>
                <a:lnTo>
                  <a:pt x="1172" y="18655"/>
                </a:lnTo>
                <a:cubicBezTo>
                  <a:pt x="1172" y="18655"/>
                  <a:pt x="1926" y="8836"/>
                  <a:pt x="1926" y="8836"/>
                </a:cubicBezTo>
                <a:close/>
                <a:moveTo>
                  <a:pt x="5891" y="6873"/>
                </a:moveTo>
                <a:cubicBezTo>
                  <a:pt x="5891" y="5246"/>
                  <a:pt x="7210" y="3927"/>
                  <a:pt x="8836" y="3927"/>
                </a:cubicBezTo>
                <a:cubicBezTo>
                  <a:pt x="10463" y="3927"/>
                  <a:pt x="11782" y="5246"/>
                  <a:pt x="11782" y="6873"/>
                </a:cubicBezTo>
                <a:lnTo>
                  <a:pt x="11782" y="7855"/>
                </a:lnTo>
                <a:lnTo>
                  <a:pt x="5891" y="7855"/>
                </a:lnTo>
                <a:cubicBezTo>
                  <a:pt x="5891" y="7855"/>
                  <a:pt x="5891" y="6873"/>
                  <a:pt x="5891" y="6873"/>
                </a:cubicBezTo>
                <a:close/>
                <a:moveTo>
                  <a:pt x="17668" y="21044"/>
                </a:moveTo>
                <a:lnTo>
                  <a:pt x="16687" y="8281"/>
                </a:lnTo>
                <a:lnTo>
                  <a:pt x="16678" y="8282"/>
                </a:lnTo>
                <a:cubicBezTo>
                  <a:pt x="16646" y="8043"/>
                  <a:pt x="16448" y="7855"/>
                  <a:pt x="16200" y="7855"/>
                </a:cubicBezTo>
                <a:lnTo>
                  <a:pt x="12764" y="7855"/>
                </a:lnTo>
                <a:lnTo>
                  <a:pt x="12764" y="6873"/>
                </a:lnTo>
                <a:cubicBezTo>
                  <a:pt x="12764" y="4704"/>
                  <a:pt x="11005" y="2945"/>
                  <a:pt x="8836" y="2945"/>
                </a:cubicBezTo>
                <a:cubicBezTo>
                  <a:pt x="6668" y="2945"/>
                  <a:pt x="4909" y="4704"/>
                  <a:pt x="4909" y="6873"/>
                </a:cubicBezTo>
                <a:lnTo>
                  <a:pt x="4909" y="7855"/>
                </a:lnTo>
                <a:lnTo>
                  <a:pt x="1473" y="7855"/>
                </a:lnTo>
                <a:cubicBezTo>
                  <a:pt x="1224" y="7855"/>
                  <a:pt x="1027" y="8043"/>
                  <a:pt x="995" y="8282"/>
                </a:cubicBezTo>
                <a:lnTo>
                  <a:pt x="986" y="8281"/>
                </a:lnTo>
                <a:lnTo>
                  <a:pt x="4" y="21044"/>
                </a:lnTo>
                <a:lnTo>
                  <a:pt x="13" y="21045"/>
                </a:lnTo>
                <a:cubicBezTo>
                  <a:pt x="10" y="21067"/>
                  <a:pt x="0" y="21087"/>
                  <a:pt x="0" y="21109"/>
                </a:cubicBezTo>
                <a:cubicBezTo>
                  <a:pt x="0" y="21381"/>
                  <a:pt x="220" y="21600"/>
                  <a:pt x="491" y="21600"/>
                </a:cubicBezTo>
                <a:lnTo>
                  <a:pt x="17182" y="21600"/>
                </a:lnTo>
                <a:cubicBezTo>
                  <a:pt x="17453" y="21600"/>
                  <a:pt x="17673" y="21381"/>
                  <a:pt x="17673" y="21109"/>
                </a:cubicBezTo>
                <a:cubicBezTo>
                  <a:pt x="17673" y="21087"/>
                  <a:pt x="17663" y="21067"/>
                  <a:pt x="17660" y="21045"/>
                </a:cubicBezTo>
                <a:cubicBezTo>
                  <a:pt x="17660" y="21045"/>
                  <a:pt x="17668" y="21044"/>
                  <a:pt x="17668" y="21044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defTabSz="457200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Prevalence">
            <a:extLst>
              <a:ext uri="{FF2B5EF4-FFF2-40B4-BE49-F238E27FC236}">
                <a16:creationId xmlns:a16="http://schemas.microsoft.com/office/drawing/2014/main" id="{8F8986DA-D593-4F98-9B60-323933BDA46E}"/>
              </a:ext>
            </a:extLst>
          </p:cNvPr>
          <p:cNvSpPr/>
          <p:nvPr/>
        </p:nvSpPr>
        <p:spPr>
          <a:xfrm>
            <a:off x="6849424" y="4393508"/>
            <a:ext cx="1221426" cy="19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sz="1400" dirty="0">
                <a:solidFill>
                  <a:schemeClr val="accent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Prevalence</a:t>
            </a:r>
          </a:p>
        </p:txBody>
      </p:sp>
      <p:sp>
        <p:nvSpPr>
          <p:cNvPr id="26" name="Reliability">
            <a:extLst>
              <a:ext uri="{FF2B5EF4-FFF2-40B4-BE49-F238E27FC236}">
                <a16:creationId xmlns:a16="http://schemas.microsoft.com/office/drawing/2014/main" id="{12F56CA6-3188-42C7-98A0-D4843AA0A9F2}"/>
              </a:ext>
            </a:extLst>
          </p:cNvPr>
          <p:cNvSpPr/>
          <p:nvPr/>
        </p:nvSpPr>
        <p:spPr>
          <a:xfrm>
            <a:off x="6849425" y="1899695"/>
            <a:ext cx="1221426" cy="19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sz="14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Reliability</a:t>
            </a:r>
          </a:p>
        </p:txBody>
      </p:sp>
      <p:sp>
        <p:nvSpPr>
          <p:cNvPr id="27" name="Superior Quality">
            <a:extLst>
              <a:ext uri="{FF2B5EF4-FFF2-40B4-BE49-F238E27FC236}">
                <a16:creationId xmlns:a16="http://schemas.microsoft.com/office/drawing/2014/main" id="{0FBA7CED-F28E-4371-B33C-6165FAEAE5AD}"/>
              </a:ext>
            </a:extLst>
          </p:cNvPr>
          <p:cNvSpPr/>
          <p:nvPr/>
        </p:nvSpPr>
        <p:spPr>
          <a:xfrm>
            <a:off x="3954165" y="4393508"/>
            <a:ext cx="1721490" cy="19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sz="1400" dirty="0">
                <a:solidFill>
                  <a:schemeClr val="accent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Superior Quality</a:t>
            </a:r>
          </a:p>
        </p:txBody>
      </p:sp>
      <p:sp>
        <p:nvSpPr>
          <p:cNvPr id="28" name="Happy Customers">
            <a:extLst>
              <a:ext uri="{FF2B5EF4-FFF2-40B4-BE49-F238E27FC236}">
                <a16:creationId xmlns:a16="http://schemas.microsoft.com/office/drawing/2014/main" id="{A94D0FD8-ED53-4D61-A7A8-333E00086897}"/>
              </a:ext>
            </a:extLst>
          </p:cNvPr>
          <p:cNvSpPr/>
          <p:nvPr/>
        </p:nvSpPr>
        <p:spPr>
          <a:xfrm>
            <a:off x="9147302" y="1867958"/>
            <a:ext cx="1916124" cy="19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sz="1400" dirty="0">
                <a:solidFill>
                  <a:schemeClr val="accent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Happy Customers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88100A3-0060-4D87-ABC7-33343D4CDCD5}"/>
              </a:ext>
            </a:extLst>
          </p:cNvPr>
          <p:cNvSpPr txBox="1"/>
          <p:nvPr/>
        </p:nvSpPr>
        <p:spPr>
          <a:xfrm>
            <a:off x="767451" y="2153387"/>
            <a:ext cx="3064540" cy="342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6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Our goals and objectives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E5E0272-5B5A-4F5A-B2E1-991E81FF66D7}"/>
              </a:ext>
            </a:extLst>
          </p:cNvPr>
          <p:cNvSpPr txBox="1"/>
          <p:nvPr/>
        </p:nvSpPr>
        <p:spPr>
          <a:xfrm>
            <a:off x="767451" y="2600331"/>
            <a:ext cx="4609297" cy="580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20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variations of passages of Lorem Ipsum available, but the or randomized words.</a:t>
            </a:r>
            <a:endParaRPr lang="en-US" sz="1200" i="1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838E1FA-4A8F-4E20-860B-F1B7829EA67C}"/>
              </a:ext>
            </a:extLst>
          </p:cNvPr>
          <p:cNvSpPr/>
          <p:nvPr/>
        </p:nvSpPr>
        <p:spPr>
          <a:xfrm>
            <a:off x="9285819" y="3676101"/>
            <a:ext cx="173099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spc="9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97</a:t>
            </a:r>
            <a:r>
              <a:rPr lang="en-US" sz="1100" spc="9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%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6BE457C-2149-4D43-A378-8DEF7D435EAD}"/>
              </a:ext>
            </a:extLst>
          </p:cNvPr>
          <p:cNvSpPr txBox="1"/>
          <p:nvPr/>
        </p:nvSpPr>
        <p:spPr>
          <a:xfrm>
            <a:off x="6477219" y="2194936"/>
            <a:ext cx="1965837" cy="894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000" i="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passages of Lorem Ipsum suffered randomized  which don't look  slightly believable.</a:t>
            </a:r>
            <a:endParaRPr lang="en-US" sz="10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2D00993-126B-416C-8AF5-E20BA032DEB9}"/>
              </a:ext>
            </a:extLst>
          </p:cNvPr>
          <p:cNvSpPr txBox="1"/>
          <p:nvPr/>
        </p:nvSpPr>
        <p:spPr>
          <a:xfrm>
            <a:off x="9122446" y="2194936"/>
            <a:ext cx="1965837" cy="894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passages of Lorem Ipsum suffered randomized  which don't look  slightly believable.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E7B0382-3394-4C61-8AE5-9DF9CFEE6BE8}"/>
              </a:ext>
            </a:extLst>
          </p:cNvPr>
          <p:cNvSpPr txBox="1"/>
          <p:nvPr/>
        </p:nvSpPr>
        <p:spPr>
          <a:xfrm>
            <a:off x="3831991" y="4689216"/>
            <a:ext cx="1965837" cy="894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passages of Lorem Ipsum suffered randomized  which don't look  slightly believable.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3E675C7-F874-432D-A30E-ED6C57FE3E10}"/>
              </a:ext>
            </a:extLst>
          </p:cNvPr>
          <p:cNvSpPr txBox="1"/>
          <p:nvPr/>
        </p:nvSpPr>
        <p:spPr>
          <a:xfrm>
            <a:off x="6477219" y="4689216"/>
            <a:ext cx="1965837" cy="894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passages of Lorem Ipsum suffered randomized  which don't look  slightly believable.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B193BAD-6A61-4CEE-8ED4-6761F0CC1284}"/>
              </a:ext>
            </a:extLst>
          </p:cNvPr>
          <p:cNvSpPr txBox="1"/>
          <p:nvPr/>
        </p:nvSpPr>
        <p:spPr>
          <a:xfrm>
            <a:off x="9122446" y="4710403"/>
            <a:ext cx="1965837" cy="894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000" i="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passages of Lorem Ipsum suffered randomized  which don't look  slightly believable.</a:t>
            </a:r>
            <a:endParaRPr lang="en-US" sz="10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4" name="Prevalence">
            <a:extLst>
              <a:ext uri="{FF2B5EF4-FFF2-40B4-BE49-F238E27FC236}">
                <a16:creationId xmlns:a16="http://schemas.microsoft.com/office/drawing/2014/main" id="{1E3F6570-FBAA-4DBA-BF67-D043CE13CCBC}"/>
              </a:ext>
            </a:extLst>
          </p:cNvPr>
          <p:cNvSpPr/>
          <p:nvPr/>
        </p:nvSpPr>
        <p:spPr>
          <a:xfrm>
            <a:off x="9219296" y="4393508"/>
            <a:ext cx="1772136" cy="19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en-US" sz="14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Partner Services</a:t>
            </a:r>
            <a:endParaRPr sz="1400" dirty="0">
              <a:solidFill>
                <a:schemeClr val="bg1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0B3AE657-C9BD-4D95-A782-C8C2EA1C73F6}"/>
              </a:ext>
            </a:extLst>
          </p:cNvPr>
          <p:cNvGrpSpPr/>
          <p:nvPr/>
        </p:nvGrpSpPr>
        <p:grpSpPr>
          <a:xfrm>
            <a:off x="825129" y="5824866"/>
            <a:ext cx="478467" cy="85061"/>
            <a:chOff x="4997302" y="2397641"/>
            <a:chExt cx="478467" cy="85061"/>
          </a:xfrm>
        </p:grpSpPr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FB792530-734B-40C2-BC70-A81157B1F63E}"/>
                </a:ext>
              </a:extLst>
            </p:cNvPr>
            <p:cNvSpPr/>
            <p:nvPr/>
          </p:nvSpPr>
          <p:spPr>
            <a:xfrm>
              <a:off x="4997302" y="2397641"/>
              <a:ext cx="85061" cy="8506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D0A82BC3-71B4-409E-B8FE-407FC5FD80D8}"/>
                </a:ext>
              </a:extLst>
            </p:cNvPr>
            <p:cNvSpPr/>
            <p:nvPr/>
          </p:nvSpPr>
          <p:spPr>
            <a:xfrm>
              <a:off x="5128437" y="2397641"/>
              <a:ext cx="85061" cy="8506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F468A650-25D5-43C0-AFBD-D688EBE3C48A}"/>
                </a:ext>
              </a:extLst>
            </p:cNvPr>
            <p:cNvSpPr/>
            <p:nvPr/>
          </p:nvSpPr>
          <p:spPr>
            <a:xfrm>
              <a:off x="5259572" y="2397641"/>
              <a:ext cx="85061" cy="8506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53B5F53D-2D0C-42D6-977F-77F4DE79BF17}"/>
                </a:ext>
              </a:extLst>
            </p:cNvPr>
            <p:cNvSpPr/>
            <p:nvPr/>
          </p:nvSpPr>
          <p:spPr>
            <a:xfrm>
              <a:off x="5390708" y="2397641"/>
              <a:ext cx="85061" cy="85061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786269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4C53786D-4EE1-4BFE-9241-8671DAF9E662}"/>
              </a:ext>
            </a:extLst>
          </p:cNvPr>
          <p:cNvSpPr txBox="1"/>
          <p:nvPr/>
        </p:nvSpPr>
        <p:spPr>
          <a:xfrm>
            <a:off x="714289" y="575836"/>
            <a:ext cx="4125959" cy="65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500" dirty="0">
                <a:solidFill>
                  <a:schemeClr val="accent2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Our</a:t>
            </a:r>
            <a:r>
              <a:rPr lang="en-US" sz="3500" dirty="0">
                <a:latin typeface="Poppins SemiBold" panose="00000700000000000000" pitchFamily="50" charset="0"/>
                <a:cs typeface="Poppins SemiBold" panose="00000700000000000000" pitchFamily="50" charset="0"/>
              </a:rPr>
              <a:t> Strengths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A771A93-E914-46F3-A99C-6E15F8DC8431}"/>
              </a:ext>
            </a:extLst>
          </p:cNvPr>
          <p:cNvSpPr txBox="1"/>
          <p:nvPr/>
        </p:nvSpPr>
        <p:spPr>
          <a:xfrm>
            <a:off x="756817" y="2079274"/>
            <a:ext cx="2363749" cy="342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6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Our achievements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60E6310-1989-4F97-8CB1-D96103216742}"/>
              </a:ext>
            </a:extLst>
          </p:cNvPr>
          <p:cNvSpPr/>
          <p:nvPr/>
        </p:nvSpPr>
        <p:spPr>
          <a:xfrm>
            <a:off x="5000299" y="2777499"/>
            <a:ext cx="2252918" cy="580928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41183FF-2146-42D7-BBDA-2BA1BFD0A45D}"/>
              </a:ext>
            </a:extLst>
          </p:cNvPr>
          <p:cNvSpPr/>
          <p:nvPr/>
        </p:nvSpPr>
        <p:spPr>
          <a:xfrm>
            <a:off x="5000299" y="3990812"/>
            <a:ext cx="2252918" cy="5809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F85E5CC-D7E3-4107-9866-A4730C1E1D24}"/>
              </a:ext>
            </a:extLst>
          </p:cNvPr>
          <p:cNvSpPr/>
          <p:nvPr/>
        </p:nvSpPr>
        <p:spPr>
          <a:xfrm>
            <a:off x="5000299" y="5201723"/>
            <a:ext cx="2252918" cy="580928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61BD540-E526-4473-B9F8-B736DFBA1FCC}"/>
              </a:ext>
            </a:extLst>
          </p:cNvPr>
          <p:cNvSpPr/>
          <p:nvPr/>
        </p:nvSpPr>
        <p:spPr>
          <a:xfrm>
            <a:off x="8520817" y="3990812"/>
            <a:ext cx="2252918" cy="580928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2A06BCF-67FC-4F1E-B7B7-6B0480163935}"/>
              </a:ext>
            </a:extLst>
          </p:cNvPr>
          <p:cNvSpPr/>
          <p:nvPr/>
        </p:nvSpPr>
        <p:spPr>
          <a:xfrm>
            <a:off x="1482063" y="3990812"/>
            <a:ext cx="2252918" cy="580928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858E3AD-8731-44C1-A802-19E2B9C6BC69}"/>
              </a:ext>
            </a:extLst>
          </p:cNvPr>
          <p:cNvCxnSpPr>
            <a:cxnSpLocks/>
          </p:cNvCxnSpPr>
          <p:nvPr/>
        </p:nvCxnSpPr>
        <p:spPr>
          <a:xfrm>
            <a:off x="6126758" y="2258055"/>
            <a:ext cx="0" cy="381974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24F02E6-7DB2-49B6-81B9-5B29D2D86FC3}"/>
              </a:ext>
            </a:extLst>
          </p:cNvPr>
          <p:cNvCxnSpPr>
            <a:cxnSpLocks/>
          </p:cNvCxnSpPr>
          <p:nvPr/>
        </p:nvCxnSpPr>
        <p:spPr>
          <a:xfrm>
            <a:off x="6126758" y="3482710"/>
            <a:ext cx="0" cy="381974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065A7DE-7127-44DA-AB65-C2808751961D}"/>
              </a:ext>
            </a:extLst>
          </p:cNvPr>
          <p:cNvCxnSpPr>
            <a:cxnSpLocks/>
          </p:cNvCxnSpPr>
          <p:nvPr/>
        </p:nvCxnSpPr>
        <p:spPr>
          <a:xfrm>
            <a:off x="6126758" y="4708396"/>
            <a:ext cx="0" cy="381974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46FD9C5-EE4E-4BBB-8319-EE40815E5B00}"/>
              </a:ext>
            </a:extLst>
          </p:cNvPr>
          <p:cNvCxnSpPr>
            <a:cxnSpLocks/>
          </p:cNvCxnSpPr>
          <p:nvPr/>
        </p:nvCxnSpPr>
        <p:spPr>
          <a:xfrm flipH="1">
            <a:off x="3954296" y="4281276"/>
            <a:ext cx="729573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4214B62B-D847-4260-AA9D-85C1F1836A67}"/>
              </a:ext>
            </a:extLst>
          </p:cNvPr>
          <p:cNvSpPr txBox="1"/>
          <p:nvPr/>
        </p:nvSpPr>
        <p:spPr>
          <a:xfrm>
            <a:off x="767451" y="2509803"/>
            <a:ext cx="2964577" cy="580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20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variations of passages of, the or randomized words.</a:t>
            </a:r>
            <a:endParaRPr lang="en-US" sz="1200" i="1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81E1E38-1953-4D5C-8119-40173C5FC61A}"/>
              </a:ext>
            </a:extLst>
          </p:cNvPr>
          <p:cNvSpPr/>
          <p:nvPr/>
        </p:nvSpPr>
        <p:spPr>
          <a:xfrm>
            <a:off x="4999159" y="1552356"/>
            <a:ext cx="2255199" cy="5635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F23EAEF9-FE95-4944-A85E-BEA99788F5BF}"/>
              </a:ext>
            </a:extLst>
          </p:cNvPr>
          <p:cNvCxnSpPr>
            <a:cxnSpLocks/>
          </p:cNvCxnSpPr>
          <p:nvPr/>
        </p:nvCxnSpPr>
        <p:spPr>
          <a:xfrm flipH="1">
            <a:off x="7515077" y="4281276"/>
            <a:ext cx="729573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Prevalence">
            <a:extLst>
              <a:ext uri="{FF2B5EF4-FFF2-40B4-BE49-F238E27FC236}">
                <a16:creationId xmlns:a16="http://schemas.microsoft.com/office/drawing/2014/main" id="{12216334-2CFA-48C1-AF74-29494EFC2600}"/>
              </a:ext>
            </a:extLst>
          </p:cNvPr>
          <p:cNvSpPr/>
          <p:nvPr/>
        </p:nvSpPr>
        <p:spPr>
          <a:xfrm>
            <a:off x="5158068" y="2970115"/>
            <a:ext cx="1937380" cy="19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400" dirty="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Communications</a:t>
            </a:r>
            <a:endParaRPr sz="1400" dirty="0">
              <a:solidFill>
                <a:schemeClr val="tx1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58" name="Prevalence">
            <a:extLst>
              <a:ext uri="{FF2B5EF4-FFF2-40B4-BE49-F238E27FC236}">
                <a16:creationId xmlns:a16="http://schemas.microsoft.com/office/drawing/2014/main" id="{E7235E43-FF7D-4638-85CB-423C2893692E}"/>
              </a:ext>
            </a:extLst>
          </p:cNvPr>
          <p:cNvSpPr/>
          <p:nvPr/>
        </p:nvSpPr>
        <p:spPr>
          <a:xfrm>
            <a:off x="2094158" y="4183429"/>
            <a:ext cx="1028730" cy="19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400" dirty="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Thinking</a:t>
            </a:r>
            <a:endParaRPr sz="1400" dirty="0">
              <a:solidFill>
                <a:schemeClr val="tx1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59" name="Prevalence">
            <a:extLst>
              <a:ext uri="{FF2B5EF4-FFF2-40B4-BE49-F238E27FC236}">
                <a16:creationId xmlns:a16="http://schemas.microsoft.com/office/drawing/2014/main" id="{F1F30802-D9DE-4E4B-B7C2-E01BDF97E116}"/>
              </a:ext>
            </a:extLst>
          </p:cNvPr>
          <p:cNvSpPr/>
          <p:nvPr/>
        </p:nvSpPr>
        <p:spPr>
          <a:xfrm>
            <a:off x="5358371" y="4183428"/>
            <a:ext cx="1536776" cy="19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4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Personal Split</a:t>
            </a:r>
            <a:endParaRPr sz="1400" dirty="0">
              <a:solidFill>
                <a:schemeClr val="bg1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60" name="Prevalence">
            <a:extLst>
              <a:ext uri="{FF2B5EF4-FFF2-40B4-BE49-F238E27FC236}">
                <a16:creationId xmlns:a16="http://schemas.microsoft.com/office/drawing/2014/main" id="{C00DFC4D-E3B9-4280-BEF6-719F1CDA6696}"/>
              </a:ext>
            </a:extLst>
          </p:cNvPr>
          <p:cNvSpPr/>
          <p:nvPr/>
        </p:nvSpPr>
        <p:spPr>
          <a:xfrm>
            <a:off x="8781634" y="4183428"/>
            <a:ext cx="1731286" cy="19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400" dirty="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Problem Solving</a:t>
            </a:r>
            <a:endParaRPr sz="1400" dirty="0">
              <a:solidFill>
                <a:schemeClr val="tx1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61" name="Prevalence">
            <a:extLst>
              <a:ext uri="{FF2B5EF4-FFF2-40B4-BE49-F238E27FC236}">
                <a16:creationId xmlns:a16="http://schemas.microsoft.com/office/drawing/2014/main" id="{676D8A8B-67F4-4F58-BADC-9A346AF45010}"/>
              </a:ext>
            </a:extLst>
          </p:cNvPr>
          <p:cNvSpPr/>
          <p:nvPr/>
        </p:nvSpPr>
        <p:spPr>
          <a:xfrm>
            <a:off x="5525573" y="5394339"/>
            <a:ext cx="1202372" cy="19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400" dirty="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Teamwork</a:t>
            </a:r>
            <a:endParaRPr sz="1400" dirty="0">
              <a:solidFill>
                <a:schemeClr val="tx1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62" name="Prevalence">
            <a:extLst>
              <a:ext uri="{FF2B5EF4-FFF2-40B4-BE49-F238E27FC236}">
                <a16:creationId xmlns:a16="http://schemas.microsoft.com/office/drawing/2014/main" id="{3CA8FDB2-6A8A-408E-9D2F-83067787962E}"/>
              </a:ext>
            </a:extLst>
          </p:cNvPr>
          <p:cNvSpPr/>
          <p:nvPr/>
        </p:nvSpPr>
        <p:spPr>
          <a:xfrm>
            <a:off x="5158068" y="1736270"/>
            <a:ext cx="1937380" cy="19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4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Focus Strengths</a:t>
            </a:r>
            <a:endParaRPr sz="1400" dirty="0">
              <a:solidFill>
                <a:schemeClr val="bg1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0323D6B-C08A-4603-98DF-80FB14273B65}"/>
              </a:ext>
            </a:extLst>
          </p:cNvPr>
          <p:cNvSpPr txBox="1"/>
          <p:nvPr/>
        </p:nvSpPr>
        <p:spPr>
          <a:xfrm>
            <a:off x="8415876" y="2079274"/>
            <a:ext cx="2569129" cy="1087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passages of Lorem Ipsum available, or randomized</a:t>
            </a:r>
          </a:p>
          <a:p>
            <a:pPr>
              <a:lnSpc>
                <a:spcPts val="20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words which don't look even slightly </a:t>
            </a:r>
            <a:r>
              <a:rPr lang="en-US" sz="100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believable.there</a:t>
            </a: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isn't anything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CC1D465-76DA-442F-8A0D-F2403701C2BA}"/>
              </a:ext>
            </a:extLst>
          </p:cNvPr>
          <p:cNvSpPr txBox="1"/>
          <p:nvPr/>
        </p:nvSpPr>
        <p:spPr>
          <a:xfrm>
            <a:off x="767451" y="5405835"/>
            <a:ext cx="2569129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passages of Lorem</a:t>
            </a:r>
          </a:p>
          <a:p>
            <a:pPr>
              <a:lnSpc>
                <a:spcPts val="20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Ipsum available, or randomized</a:t>
            </a:r>
          </a:p>
          <a:p>
            <a:pPr>
              <a:lnSpc>
                <a:spcPts val="20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isn't anything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48A2E63-7EDD-4F4A-938E-6325E3B2E59E}"/>
              </a:ext>
            </a:extLst>
          </p:cNvPr>
          <p:cNvSpPr txBox="1"/>
          <p:nvPr/>
        </p:nvSpPr>
        <p:spPr>
          <a:xfrm>
            <a:off x="8415876" y="5662315"/>
            <a:ext cx="2569129" cy="574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passages of Lorem</a:t>
            </a:r>
          </a:p>
          <a:p>
            <a:pPr>
              <a:lnSpc>
                <a:spcPts val="20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Ipsum available, or randomized</a:t>
            </a:r>
          </a:p>
        </p:txBody>
      </p:sp>
    </p:spTree>
    <p:extLst>
      <p:ext uri="{BB962C8B-B14F-4D97-AF65-F5344CB8AC3E}">
        <p14:creationId xmlns:p14="http://schemas.microsoft.com/office/powerpoint/2010/main" val="507400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ED7907D2-C5F1-4E3A-BA26-DE5363AD9133}"/>
              </a:ext>
            </a:extLst>
          </p:cNvPr>
          <p:cNvSpPr txBox="1"/>
          <p:nvPr/>
        </p:nvSpPr>
        <p:spPr>
          <a:xfrm>
            <a:off x="714290" y="761699"/>
            <a:ext cx="3467358" cy="65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500" dirty="0">
                <a:solidFill>
                  <a:schemeClr val="accent2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Key</a:t>
            </a:r>
            <a:r>
              <a:rPr lang="en-US" sz="3500" dirty="0">
                <a:latin typeface="Poppins SemiBold" panose="00000700000000000000" pitchFamily="50" charset="0"/>
                <a:cs typeface="Poppins SemiBold" panose="00000700000000000000" pitchFamily="50" charset="0"/>
              </a:rPr>
              <a:t> Figures</a:t>
            </a: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A76086F9-B352-4A61-86B8-2BDF857868EC}"/>
              </a:ext>
            </a:extLst>
          </p:cNvPr>
          <p:cNvSpPr/>
          <p:nvPr/>
        </p:nvSpPr>
        <p:spPr>
          <a:xfrm>
            <a:off x="6253263" y="2788046"/>
            <a:ext cx="2387332" cy="1636279"/>
          </a:xfrm>
          <a:prstGeom prst="roundRect">
            <a:avLst>
              <a:gd name="adj" fmla="val 5136"/>
            </a:avLst>
          </a:prstGeom>
          <a:noFill/>
          <a:ln>
            <a:solidFill>
              <a:schemeClr val="accent3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Freeform 110">
            <a:extLst>
              <a:ext uri="{FF2B5EF4-FFF2-40B4-BE49-F238E27FC236}">
                <a16:creationId xmlns:a16="http://schemas.microsoft.com/office/drawing/2014/main" id="{0BB8999D-F2E0-4B29-89CF-5832AA609660}"/>
              </a:ext>
            </a:extLst>
          </p:cNvPr>
          <p:cNvSpPr>
            <a:spLocks noEditPoints="1"/>
          </p:cNvSpPr>
          <p:nvPr/>
        </p:nvSpPr>
        <p:spPr bwMode="auto">
          <a:xfrm>
            <a:off x="7234042" y="3056899"/>
            <a:ext cx="425775" cy="412872"/>
          </a:xfrm>
          <a:custGeom>
            <a:avLst/>
            <a:gdLst>
              <a:gd name="T0" fmla="*/ 150 w 165"/>
              <a:gd name="T1" fmla="*/ 107 h 160"/>
              <a:gd name="T2" fmla="*/ 83 w 165"/>
              <a:gd name="T3" fmla="*/ 76 h 160"/>
              <a:gd name="T4" fmla="*/ 45 w 165"/>
              <a:gd name="T5" fmla="*/ 13 h 160"/>
              <a:gd name="T6" fmla="*/ 41 w 165"/>
              <a:gd name="T7" fmla="*/ 11 h 160"/>
              <a:gd name="T8" fmla="*/ 39 w 165"/>
              <a:gd name="T9" fmla="*/ 12 h 160"/>
              <a:gd name="T10" fmla="*/ 11 w 165"/>
              <a:gd name="T11" fmla="*/ 40 h 160"/>
              <a:gd name="T12" fmla="*/ 0 w 165"/>
              <a:gd name="T13" fmla="*/ 80 h 160"/>
              <a:gd name="T14" fmla="*/ 23 w 165"/>
              <a:gd name="T15" fmla="*/ 137 h 160"/>
              <a:gd name="T16" fmla="*/ 80 w 165"/>
              <a:gd name="T17" fmla="*/ 160 h 160"/>
              <a:gd name="T18" fmla="*/ 152 w 165"/>
              <a:gd name="T19" fmla="*/ 113 h 160"/>
              <a:gd name="T20" fmla="*/ 150 w 165"/>
              <a:gd name="T21" fmla="*/ 107 h 160"/>
              <a:gd name="T22" fmla="*/ 80 w 165"/>
              <a:gd name="T23" fmla="*/ 151 h 160"/>
              <a:gd name="T24" fmla="*/ 9 w 165"/>
              <a:gd name="T25" fmla="*/ 80 h 160"/>
              <a:gd name="T26" fmla="*/ 40 w 165"/>
              <a:gd name="T27" fmla="*/ 22 h 160"/>
              <a:gd name="T28" fmla="*/ 76 w 165"/>
              <a:gd name="T29" fmla="*/ 82 h 160"/>
              <a:gd name="T30" fmla="*/ 78 w 165"/>
              <a:gd name="T31" fmla="*/ 84 h 160"/>
              <a:gd name="T32" fmla="*/ 141 w 165"/>
              <a:gd name="T33" fmla="*/ 113 h 160"/>
              <a:gd name="T34" fmla="*/ 80 w 165"/>
              <a:gd name="T35" fmla="*/ 151 h 160"/>
              <a:gd name="T36" fmla="*/ 133 w 165"/>
              <a:gd name="T37" fmla="*/ 16 h 160"/>
              <a:gd name="T38" fmla="*/ 130 w 165"/>
              <a:gd name="T39" fmla="*/ 15 h 160"/>
              <a:gd name="T40" fmla="*/ 126 w 165"/>
              <a:gd name="T41" fmla="*/ 17 h 160"/>
              <a:gd name="T42" fmla="*/ 98 w 165"/>
              <a:gd name="T43" fmla="*/ 65 h 160"/>
              <a:gd name="T44" fmla="*/ 100 w 165"/>
              <a:gd name="T45" fmla="*/ 71 h 160"/>
              <a:gd name="T46" fmla="*/ 150 w 165"/>
              <a:gd name="T47" fmla="*/ 94 h 160"/>
              <a:gd name="T48" fmla="*/ 152 w 165"/>
              <a:gd name="T49" fmla="*/ 95 h 160"/>
              <a:gd name="T50" fmla="*/ 157 w 165"/>
              <a:gd name="T51" fmla="*/ 91 h 160"/>
              <a:gd name="T52" fmla="*/ 133 w 165"/>
              <a:gd name="T53" fmla="*/ 16 h 160"/>
              <a:gd name="T54" fmla="*/ 149 w 165"/>
              <a:gd name="T55" fmla="*/ 83 h 160"/>
              <a:gd name="T56" fmla="*/ 109 w 165"/>
              <a:gd name="T57" fmla="*/ 65 h 160"/>
              <a:gd name="T58" fmla="*/ 131 w 165"/>
              <a:gd name="T59" fmla="*/ 26 h 160"/>
              <a:gd name="T60" fmla="*/ 151 w 165"/>
              <a:gd name="T61" fmla="*/ 71 h 160"/>
              <a:gd name="T62" fmla="*/ 149 w 165"/>
              <a:gd name="T63" fmla="*/ 83 h 160"/>
              <a:gd name="T64" fmla="*/ 84 w 165"/>
              <a:gd name="T65" fmla="*/ 55 h 160"/>
              <a:gd name="T66" fmla="*/ 88 w 165"/>
              <a:gd name="T67" fmla="*/ 57 h 160"/>
              <a:gd name="T68" fmla="*/ 88 w 165"/>
              <a:gd name="T69" fmla="*/ 57 h 160"/>
              <a:gd name="T70" fmla="*/ 92 w 165"/>
              <a:gd name="T71" fmla="*/ 55 h 160"/>
              <a:gd name="T72" fmla="*/ 118 w 165"/>
              <a:gd name="T73" fmla="*/ 12 h 160"/>
              <a:gd name="T74" fmla="*/ 115 w 165"/>
              <a:gd name="T75" fmla="*/ 5 h 160"/>
              <a:gd name="T76" fmla="*/ 89 w 165"/>
              <a:gd name="T77" fmla="*/ 0 h 160"/>
              <a:gd name="T78" fmla="*/ 61 w 165"/>
              <a:gd name="T79" fmla="*/ 6 h 160"/>
              <a:gd name="T80" fmla="*/ 59 w 165"/>
              <a:gd name="T81" fmla="*/ 13 h 160"/>
              <a:gd name="T82" fmla="*/ 84 w 165"/>
              <a:gd name="T83" fmla="*/ 55 h 160"/>
              <a:gd name="T84" fmla="*/ 89 w 165"/>
              <a:gd name="T85" fmla="*/ 9 h 160"/>
              <a:gd name="T86" fmla="*/ 107 w 165"/>
              <a:gd name="T87" fmla="*/ 12 h 160"/>
              <a:gd name="T88" fmla="*/ 88 w 165"/>
              <a:gd name="T89" fmla="*/ 44 h 160"/>
              <a:gd name="T90" fmla="*/ 69 w 165"/>
              <a:gd name="T91" fmla="*/ 13 h 160"/>
              <a:gd name="T92" fmla="*/ 89 w 165"/>
              <a:gd name="T93" fmla="*/ 9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65" h="160">
                <a:moveTo>
                  <a:pt x="150" y="107"/>
                </a:moveTo>
                <a:cubicBezTo>
                  <a:pt x="83" y="76"/>
                  <a:pt x="83" y="76"/>
                  <a:pt x="83" y="76"/>
                </a:cubicBezTo>
                <a:cubicBezTo>
                  <a:pt x="45" y="13"/>
                  <a:pt x="45" y="13"/>
                  <a:pt x="45" y="13"/>
                </a:cubicBezTo>
                <a:cubicBezTo>
                  <a:pt x="44" y="12"/>
                  <a:pt x="43" y="11"/>
                  <a:pt x="41" y="11"/>
                </a:cubicBezTo>
                <a:cubicBezTo>
                  <a:pt x="40" y="11"/>
                  <a:pt x="40" y="11"/>
                  <a:pt x="39" y="12"/>
                </a:cubicBezTo>
                <a:cubicBezTo>
                  <a:pt x="27" y="19"/>
                  <a:pt x="18" y="29"/>
                  <a:pt x="11" y="40"/>
                </a:cubicBezTo>
                <a:cubicBezTo>
                  <a:pt x="4" y="52"/>
                  <a:pt x="0" y="66"/>
                  <a:pt x="0" y="80"/>
                </a:cubicBezTo>
                <a:cubicBezTo>
                  <a:pt x="0" y="101"/>
                  <a:pt x="8" y="121"/>
                  <a:pt x="23" y="137"/>
                </a:cubicBezTo>
                <a:cubicBezTo>
                  <a:pt x="38" y="152"/>
                  <a:pt x="58" y="160"/>
                  <a:pt x="80" y="160"/>
                </a:cubicBezTo>
                <a:cubicBezTo>
                  <a:pt x="111" y="160"/>
                  <a:pt x="139" y="142"/>
                  <a:pt x="152" y="113"/>
                </a:cubicBezTo>
                <a:cubicBezTo>
                  <a:pt x="153" y="111"/>
                  <a:pt x="152" y="108"/>
                  <a:pt x="150" y="107"/>
                </a:cubicBezTo>
                <a:close/>
                <a:moveTo>
                  <a:pt x="80" y="151"/>
                </a:moveTo>
                <a:cubicBezTo>
                  <a:pt x="41" y="151"/>
                  <a:pt x="9" y="119"/>
                  <a:pt x="9" y="80"/>
                </a:cubicBezTo>
                <a:cubicBezTo>
                  <a:pt x="9" y="57"/>
                  <a:pt x="21" y="36"/>
                  <a:pt x="40" y="22"/>
                </a:cubicBezTo>
                <a:cubicBezTo>
                  <a:pt x="76" y="82"/>
                  <a:pt x="76" y="82"/>
                  <a:pt x="76" y="82"/>
                </a:cubicBezTo>
                <a:cubicBezTo>
                  <a:pt x="76" y="83"/>
                  <a:pt x="77" y="84"/>
                  <a:pt x="78" y="84"/>
                </a:cubicBezTo>
                <a:cubicBezTo>
                  <a:pt x="141" y="113"/>
                  <a:pt x="141" y="113"/>
                  <a:pt x="141" y="113"/>
                </a:cubicBezTo>
                <a:cubicBezTo>
                  <a:pt x="129" y="136"/>
                  <a:pt x="105" y="151"/>
                  <a:pt x="80" y="151"/>
                </a:cubicBezTo>
                <a:close/>
                <a:moveTo>
                  <a:pt x="133" y="16"/>
                </a:moveTo>
                <a:cubicBezTo>
                  <a:pt x="132" y="15"/>
                  <a:pt x="131" y="15"/>
                  <a:pt x="130" y="15"/>
                </a:cubicBezTo>
                <a:cubicBezTo>
                  <a:pt x="129" y="15"/>
                  <a:pt x="127" y="15"/>
                  <a:pt x="126" y="17"/>
                </a:cubicBezTo>
                <a:cubicBezTo>
                  <a:pt x="98" y="65"/>
                  <a:pt x="98" y="65"/>
                  <a:pt x="98" y="65"/>
                </a:cubicBezTo>
                <a:cubicBezTo>
                  <a:pt x="96" y="67"/>
                  <a:pt x="97" y="70"/>
                  <a:pt x="100" y="71"/>
                </a:cubicBezTo>
                <a:cubicBezTo>
                  <a:pt x="150" y="94"/>
                  <a:pt x="150" y="94"/>
                  <a:pt x="150" y="94"/>
                </a:cubicBezTo>
                <a:cubicBezTo>
                  <a:pt x="151" y="94"/>
                  <a:pt x="152" y="95"/>
                  <a:pt x="152" y="95"/>
                </a:cubicBezTo>
                <a:cubicBezTo>
                  <a:pt x="154" y="95"/>
                  <a:pt x="156" y="93"/>
                  <a:pt x="157" y="91"/>
                </a:cubicBezTo>
                <a:cubicBezTo>
                  <a:pt x="165" y="64"/>
                  <a:pt x="156" y="34"/>
                  <a:pt x="133" y="16"/>
                </a:cubicBezTo>
                <a:close/>
                <a:moveTo>
                  <a:pt x="149" y="83"/>
                </a:moveTo>
                <a:cubicBezTo>
                  <a:pt x="109" y="65"/>
                  <a:pt x="109" y="65"/>
                  <a:pt x="109" y="65"/>
                </a:cubicBezTo>
                <a:cubicBezTo>
                  <a:pt x="131" y="26"/>
                  <a:pt x="131" y="26"/>
                  <a:pt x="131" y="26"/>
                </a:cubicBezTo>
                <a:cubicBezTo>
                  <a:pt x="144" y="38"/>
                  <a:pt x="151" y="54"/>
                  <a:pt x="151" y="71"/>
                </a:cubicBezTo>
                <a:cubicBezTo>
                  <a:pt x="151" y="75"/>
                  <a:pt x="150" y="79"/>
                  <a:pt x="149" y="83"/>
                </a:cubicBezTo>
                <a:close/>
                <a:moveTo>
                  <a:pt x="84" y="55"/>
                </a:moveTo>
                <a:cubicBezTo>
                  <a:pt x="85" y="56"/>
                  <a:pt x="86" y="57"/>
                  <a:pt x="88" y="57"/>
                </a:cubicBezTo>
                <a:cubicBezTo>
                  <a:pt x="88" y="57"/>
                  <a:pt x="88" y="57"/>
                  <a:pt x="88" y="57"/>
                </a:cubicBezTo>
                <a:cubicBezTo>
                  <a:pt x="90" y="57"/>
                  <a:pt x="91" y="56"/>
                  <a:pt x="92" y="55"/>
                </a:cubicBezTo>
                <a:cubicBezTo>
                  <a:pt x="118" y="12"/>
                  <a:pt x="118" y="12"/>
                  <a:pt x="118" y="12"/>
                </a:cubicBezTo>
                <a:cubicBezTo>
                  <a:pt x="119" y="9"/>
                  <a:pt x="118" y="6"/>
                  <a:pt x="115" y="5"/>
                </a:cubicBezTo>
                <a:cubicBezTo>
                  <a:pt x="107" y="2"/>
                  <a:pt x="98" y="0"/>
                  <a:pt x="89" y="0"/>
                </a:cubicBezTo>
                <a:cubicBezTo>
                  <a:pt x="79" y="0"/>
                  <a:pt x="70" y="2"/>
                  <a:pt x="61" y="6"/>
                </a:cubicBezTo>
                <a:cubicBezTo>
                  <a:pt x="58" y="7"/>
                  <a:pt x="57" y="10"/>
                  <a:pt x="59" y="13"/>
                </a:cubicBezTo>
                <a:lnTo>
                  <a:pt x="84" y="55"/>
                </a:lnTo>
                <a:close/>
                <a:moveTo>
                  <a:pt x="89" y="9"/>
                </a:moveTo>
                <a:cubicBezTo>
                  <a:pt x="95" y="9"/>
                  <a:pt x="101" y="10"/>
                  <a:pt x="107" y="12"/>
                </a:cubicBezTo>
                <a:cubicBezTo>
                  <a:pt x="88" y="44"/>
                  <a:pt x="88" y="44"/>
                  <a:pt x="88" y="44"/>
                </a:cubicBezTo>
                <a:cubicBezTo>
                  <a:pt x="69" y="13"/>
                  <a:pt x="69" y="13"/>
                  <a:pt x="69" y="13"/>
                </a:cubicBezTo>
                <a:cubicBezTo>
                  <a:pt x="76" y="11"/>
                  <a:pt x="83" y="9"/>
                  <a:pt x="89" y="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EACEE5C0-A892-4DB9-A5BD-E064E4F69CFA}"/>
              </a:ext>
            </a:extLst>
          </p:cNvPr>
          <p:cNvSpPr/>
          <p:nvPr/>
        </p:nvSpPr>
        <p:spPr>
          <a:xfrm>
            <a:off x="8970949" y="2788046"/>
            <a:ext cx="2387332" cy="1636279"/>
          </a:xfrm>
          <a:prstGeom prst="roundRect">
            <a:avLst>
              <a:gd name="adj" fmla="val 513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Freeform 114">
            <a:extLst>
              <a:ext uri="{FF2B5EF4-FFF2-40B4-BE49-F238E27FC236}">
                <a16:creationId xmlns:a16="http://schemas.microsoft.com/office/drawing/2014/main" id="{DBA9726A-F4EC-40A9-A2AD-EE236742E03C}"/>
              </a:ext>
            </a:extLst>
          </p:cNvPr>
          <p:cNvSpPr>
            <a:spLocks noEditPoints="1"/>
          </p:cNvSpPr>
          <p:nvPr/>
        </p:nvSpPr>
        <p:spPr bwMode="auto">
          <a:xfrm>
            <a:off x="9936115" y="3067478"/>
            <a:ext cx="457000" cy="391714"/>
          </a:xfrm>
          <a:custGeom>
            <a:avLst/>
            <a:gdLst>
              <a:gd name="T0" fmla="*/ 70 w 161"/>
              <a:gd name="T1" fmla="*/ 57 h 138"/>
              <a:gd name="T2" fmla="*/ 38 w 161"/>
              <a:gd name="T3" fmla="*/ 35 h 138"/>
              <a:gd name="T4" fmla="*/ 105 w 161"/>
              <a:gd name="T5" fmla="*/ 35 h 138"/>
              <a:gd name="T6" fmla="*/ 80 w 161"/>
              <a:gd name="T7" fmla="*/ 57 h 138"/>
              <a:gd name="T8" fmla="*/ 105 w 161"/>
              <a:gd name="T9" fmla="*/ 35 h 138"/>
              <a:gd name="T10" fmla="*/ 143 w 161"/>
              <a:gd name="T11" fmla="*/ 57 h 138"/>
              <a:gd name="T12" fmla="*/ 115 w 161"/>
              <a:gd name="T13" fmla="*/ 35 h 138"/>
              <a:gd name="T14" fmla="*/ 70 w 161"/>
              <a:gd name="T15" fmla="*/ 66 h 138"/>
              <a:gd name="T16" fmla="*/ 54 w 161"/>
              <a:gd name="T17" fmla="*/ 88 h 138"/>
              <a:gd name="T18" fmla="*/ 70 w 161"/>
              <a:gd name="T19" fmla="*/ 66 h 138"/>
              <a:gd name="T20" fmla="*/ 105 w 161"/>
              <a:gd name="T21" fmla="*/ 88 h 138"/>
              <a:gd name="T22" fmla="*/ 80 w 161"/>
              <a:gd name="T23" fmla="*/ 66 h 138"/>
              <a:gd name="T24" fmla="*/ 140 w 161"/>
              <a:gd name="T25" fmla="*/ 66 h 138"/>
              <a:gd name="T26" fmla="*/ 115 w 161"/>
              <a:gd name="T27" fmla="*/ 88 h 138"/>
              <a:gd name="T28" fmla="*/ 140 w 161"/>
              <a:gd name="T29" fmla="*/ 66 h 138"/>
              <a:gd name="T30" fmla="*/ 71 w 161"/>
              <a:gd name="T31" fmla="*/ 126 h 138"/>
              <a:gd name="T32" fmla="*/ 59 w 161"/>
              <a:gd name="T33" fmla="*/ 121 h 138"/>
              <a:gd name="T34" fmla="*/ 124 w 161"/>
              <a:gd name="T35" fmla="*/ 113 h 138"/>
              <a:gd name="T36" fmla="*/ 124 w 161"/>
              <a:gd name="T37" fmla="*/ 128 h 138"/>
              <a:gd name="T38" fmla="*/ 124 w 161"/>
              <a:gd name="T39" fmla="*/ 113 h 138"/>
              <a:gd name="T40" fmla="*/ 0 w 161"/>
              <a:gd name="T41" fmla="*/ 5 h 138"/>
              <a:gd name="T42" fmla="*/ 21 w 161"/>
              <a:gd name="T43" fmla="*/ 10 h 138"/>
              <a:gd name="T44" fmla="*/ 27 w 161"/>
              <a:gd name="T45" fmla="*/ 32 h 138"/>
              <a:gd name="T46" fmla="*/ 27 w 161"/>
              <a:gd name="T47" fmla="*/ 107 h 138"/>
              <a:gd name="T48" fmla="*/ 50 w 161"/>
              <a:gd name="T49" fmla="*/ 125 h 138"/>
              <a:gd name="T50" fmla="*/ 82 w 161"/>
              <a:gd name="T51" fmla="*/ 125 h 138"/>
              <a:gd name="T52" fmla="*/ 124 w 161"/>
              <a:gd name="T53" fmla="*/ 138 h 138"/>
              <a:gd name="T54" fmla="*/ 146 w 161"/>
              <a:gd name="T55" fmla="*/ 125 h 138"/>
              <a:gd name="T56" fmla="*/ 146 w 161"/>
              <a:gd name="T57" fmla="*/ 116 h 138"/>
              <a:gd name="T58" fmla="*/ 124 w 161"/>
              <a:gd name="T59" fmla="*/ 104 h 138"/>
              <a:gd name="T60" fmla="*/ 82 w 161"/>
              <a:gd name="T61" fmla="*/ 116 h 138"/>
              <a:gd name="T62" fmla="*/ 50 w 161"/>
              <a:gd name="T63" fmla="*/ 116 h 138"/>
              <a:gd name="T64" fmla="*/ 36 w 161"/>
              <a:gd name="T65" fmla="*/ 107 h 138"/>
              <a:gd name="T66" fmla="*/ 137 w 161"/>
              <a:gd name="T67" fmla="*/ 98 h 138"/>
              <a:gd name="T68" fmla="*/ 160 w 161"/>
              <a:gd name="T69" fmla="*/ 31 h 138"/>
              <a:gd name="T70" fmla="*/ 156 w 161"/>
              <a:gd name="T71" fmla="*/ 25 h 138"/>
              <a:gd name="T72" fmla="*/ 29 w 161"/>
              <a:gd name="T73" fmla="*/ 4 h 138"/>
              <a:gd name="T74" fmla="*/ 5 w 161"/>
              <a:gd name="T75" fmla="*/ 0 h 1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61" h="138">
                <a:moveTo>
                  <a:pt x="70" y="35"/>
                </a:moveTo>
                <a:cubicBezTo>
                  <a:pt x="70" y="57"/>
                  <a:pt x="70" y="57"/>
                  <a:pt x="70" y="57"/>
                </a:cubicBezTo>
                <a:cubicBezTo>
                  <a:pt x="44" y="57"/>
                  <a:pt x="44" y="57"/>
                  <a:pt x="44" y="57"/>
                </a:cubicBezTo>
                <a:cubicBezTo>
                  <a:pt x="38" y="35"/>
                  <a:pt x="38" y="35"/>
                  <a:pt x="38" y="35"/>
                </a:cubicBezTo>
                <a:cubicBezTo>
                  <a:pt x="70" y="35"/>
                  <a:pt x="70" y="35"/>
                  <a:pt x="70" y="35"/>
                </a:cubicBezTo>
                <a:close/>
                <a:moveTo>
                  <a:pt x="105" y="35"/>
                </a:moveTo>
                <a:cubicBezTo>
                  <a:pt x="105" y="57"/>
                  <a:pt x="105" y="57"/>
                  <a:pt x="105" y="57"/>
                </a:cubicBezTo>
                <a:cubicBezTo>
                  <a:pt x="80" y="57"/>
                  <a:pt x="80" y="57"/>
                  <a:pt x="80" y="57"/>
                </a:cubicBezTo>
                <a:cubicBezTo>
                  <a:pt x="80" y="35"/>
                  <a:pt x="80" y="35"/>
                  <a:pt x="80" y="35"/>
                </a:cubicBezTo>
                <a:cubicBezTo>
                  <a:pt x="105" y="35"/>
                  <a:pt x="105" y="35"/>
                  <a:pt x="105" y="35"/>
                </a:cubicBezTo>
                <a:close/>
                <a:moveTo>
                  <a:pt x="149" y="35"/>
                </a:moveTo>
                <a:cubicBezTo>
                  <a:pt x="143" y="57"/>
                  <a:pt x="143" y="57"/>
                  <a:pt x="143" y="57"/>
                </a:cubicBezTo>
                <a:cubicBezTo>
                  <a:pt x="115" y="57"/>
                  <a:pt x="115" y="57"/>
                  <a:pt x="115" y="57"/>
                </a:cubicBezTo>
                <a:cubicBezTo>
                  <a:pt x="115" y="35"/>
                  <a:pt x="115" y="35"/>
                  <a:pt x="115" y="35"/>
                </a:cubicBezTo>
                <a:cubicBezTo>
                  <a:pt x="149" y="35"/>
                  <a:pt x="149" y="35"/>
                  <a:pt x="149" y="35"/>
                </a:cubicBezTo>
                <a:close/>
                <a:moveTo>
                  <a:pt x="70" y="66"/>
                </a:moveTo>
                <a:cubicBezTo>
                  <a:pt x="70" y="88"/>
                  <a:pt x="70" y="88"/>
                  <a:pt x="70" y="88"/>
                </a:cubicBezTo>
                <a:cubicBezTo>
                  <a:pt x="54" y="88"/>
                  <a:pt x="54" y="88"/>
                  <a:pt x="54" y="88"/>
                </a:cubicBezTo>
                <a:cubicBezTo>
                  <a:pt x="47" y="66"/>
                  <a:pt x="47" y="66"/>
                  <a:pt x="47" y="66"/>
                </a:cubicBezTo>
                <a:cubicBezTo>
                  <a:pt x="70" y="66"/>
                  <a:pt x="70" y="66"/>
                  <a:pt x="70" y="66"/>
                </a:cubicBezTo>
                <a:close/>
                <a:moveTo>
                  <a:pt x="105" y="66"/>
                </a:moveTo>
                <a:cubicBezTo>
                  <a:pt x="105" y="88"/>
                  <a:pt x="105" y="88"/>
                  <a:pt x="105" y="88"/>
                </a:cubicBezTo>
                <a:cubicBezTo>
                  <a:pt x="80" y="88"/>
                  <a:pt x="80" y="88"/>
                  <a:pt x="80" y="88"/>
                </a:cubicBezTo>
                <a:cubicBezTo>
                  <a:pt x="80" y="66"/>
                  <a:pt x="80" y="66"/>
                  <a:pt x="80" y="66"/>
                </a:cubicBezTo>
                <a:cubicBezTo>
                  <a:pt x="105" y="66"/>
                  <a:pt x="105" y="66"/>
                  <a:pt x="105" y="66"/>
                </a:cubicBezTo>
                <a:close/>
                <a:moveTo>
                  <a:pt x="140" y="66"/>
                </a:moveTo>
                <a:cubicBezTo>
                  <a:pt x="134" y="88"/>
                  <a:pt x="134" y="88"/>
                  <a:pt x="134" y="88"/>
                </a:cubicBezTo>
                <a:cubicBezTo>
                  <a:pt x="115" y="88"/>
                  <a:pt x="115" y="88"/>
                  <a:pt x="115" y="88"/>
                </a:cubicBezTo>
                <a:cubicBezTo>
                  <a:pt x="115" y="66"/>
                  <a:pt x="115" y="66"/>
                  <a:pt x="115" y="66"/>
                </a:cubicBezTo>
                <a:cubicBezTo>
                  <a:pt x="140" y="66"/>
                  <a:pt x="140" y="66"/>
                  <a:pt x="140" y="66"/>
                </a:cubicBezTo>
                <a:close/>
                <a:moveTo>
                  <a:pt x="66" y="113"/>
                </a:moveTo>
                <a:cubicBezTo>
                  <a:pt x="73" y="113"/>
                  <a:pt x="76" y="121"/>
                  <a:pt x="71" y="126"/>
                </a:cubicBezTo>
                <a:cubicBezTo>
                  <a:pt x="70" y="128"/>
                  <a:pt x="68" y="128"/>
                  <a:pt x="66" y="128"/>
                </a:cubicBezTo>
                <a:cubicBezTo>
                  <a:pt x="62" y="128"/>
                  <a:pt x="59" y="125"/>
                  <a:pt x="59" y="121"/>
                </a:cubicBezTo>
                <a:cubicBezTo>
                  <a:pt x="59" y="116"/>
                  <a:pt x="62" y="113"/>
                  <a:pt x="66" y="113"/>
                </a:cubicBezTo>
                <a:close/>
                <a:moveTo>
                  <a:pt x="124" y="113"/>
                </a:moveTo>
                <a:cubicBezTo>
                  <a:pt x="131" y="113"/>
                  <a:pt x="134" y="121"/>
                  <a:pt x="129" y="126"/>
                </a:cubicBezTo>
                <a:cubicBezTo>
                  <a:pt x="128" y="128"/>
                  <a:pt x="126" y="128"/>
                  <a:pt x="124" y="128"/>
                </a:cubicBezTo>
                <a:cubicBezTo>
                  <a:pt x="120" y="128"/>
                  <a:pt x="116" y="125"/>
                  <a:pt x="116" y="121"/>
                </a:cubicBezTo>
                <a:cubicBezTo>
                  <a:pt x="116" y="116"/>
                  <a:pt x="120" y="113"/>
                  <a:pt x="124" y="113"/>
                </a:cubicBezTo>
                <a:close/>
                <a:moveTo>
                  <a:pt x="5" y="0"/>
                </a:moveTo>
                <a:cubicBezTo>
                  <a:pt x="3" y="0"/>
                  <a:pt x="0" y="3"/>
                  <a:pt x="0" y="5"/>
                </a:cubicBezTo>
                <a:cubicBezTo>
                  <a:pt x="0" y="8"/>
                  <a:pt x="3" y="10"/>
                  <a:pt x="5" y="10"/>
                </a:cubicBezTo>
                <a:cubicBezTo>
                  <a:pt x="21" y="10"/>
                  <a:pt x="21" y="10"/>
                  <a:pt x="21" y="10"/>
                </a:cubicBezTo>
                <a:cubicBezTo>
                  <a:pt x="27" y="31"/>
                  <a:pt x="27" y="31"/>
                  <a:pt x="27" y="31"/>
                </a:cubicBezTo>
                <a:cubicBezTo>
                  <a:pt x="27" y="31"/>
                  <a:pt x="27" y="31"/>
                  <a:pt x="27" y="32"/>
                </a:cubicBezTo>
                <a:cubicBezTo>
                  <a:pt x="44" y="88"/>
                  <a:pt x="44" y="88"/>
                  <a:pt x="44" y="88"/>
                </a:cubicBezTo>
                <a:cubicBezTo>
                  <a:pt x="34" y="89"/>
                  <a:pt x="26" y="97"/>
                  <a:pt x="27" y="107"/>
                </a:cubicBezTo>
                <a:cubicBezTo>
                  <a:pt x="27" y="117"/>
                  <a:pt x="35" y="125"/>
                  <a:pt x="45" y="125"/>
                </a:cubicBezTo>
                <a:cubicBezTo>
                  <a:pt x="50" y="125"/>
                  <a:pt x="50" y="125"/>
                  <a:pt x="50" y="125"/>
                </a:cubicBezTo>
                <a:cubicBezTo>
                  <a:pt x="52" y="133"/>
                  <a:pt x="59" y="138"/>
                  <a:pt x="66" y="138"/>
                </a:cubicBezTo>
                <a:cubicBezTo>
                  <a:pt x="74" y="138"/>
                  <a:pt x="80" y="133"/>
                  <a:pt x="82" y="125"/>
                </a:cubicBezTo>
                <a:cubicBezTo>
                  <a:pt x="108" y="125"/>
                  <a:pt x="108" y="125"/>
                  <a:pt x="108" y="125"/>
                </a:cubicBezTo>
                <a:cubicBezTo>
                  <a:pt x="110" y="133"/>
                  <a:pt x="116" y="138"/>
                  <a:pt x="124" y="138"/>
                </a:cubicBezTo>
                <a:cubicBezTo>
                  <a:pt x="131" y="138"/>
                  <a:pt x="138" y="133"/>
                  <a:pt x="140" y="125"/>
                </a:cubicBezTo>
                <a:cubicBezTo>
                  <a:pt x="146" y="125"/>
                  <a:pt x="146" y="125"/>
                  <a:pt x="146" y="125"/>
                </a:cubicBezTo>
                <a:cubicBezTo>
                  <a:pt x="149" y="125"/>
                  <a:pt x="151" y="123"/>
                  <a:pt x="151" y="121"/>
                </a:cubicBezTo>
                <a:cubicBezTo>
                  <a:pt x="151" y="118"/>
                  <a:pt x="149" y="116"/>
                  <a:pt x="146" y="116"/>
                </a:cubicBezTo>
                <a:cubicBezTo>
                  <a:pt x="140" y="116"/>
                  <a:pt x="140" y="116"/>
                  <a:pt x="140" y="116"/>
                </a:cubicBezTo>
                <a:cubicBezTo>
                  <a:pt x="138" y="109"/>
                  <a:pt x="131" y="104"/>
                  <a:pt x="124" y="104"/>
                </a:cubicBezTo>
                <a:cubicBezTo>
                  <a:pt x="116" y="104"/>
                  <a:pt x="110" y="109"/>
                  <a:pt x="108" y="116"/>
                </a:cubicBezTo>
                <a:cubicBezTo>
                  <a:pt x="82" y="116"/>
                  <a:pt x="82" y="116"/>
                  <a:pt x="82" y="116"/>
                </a:cubicBezTo>
                <a:cubicBezTo>
                  <a:pt x="80" y="109"/>
                  <a:pt x="74" y="104"/>
                  <a:pt x="66" y="104"/>
                </a:cubicBezTo>
                <a:cubicBezTo>
                  <a:pt x="59" y="104"/>
                  <a:pt x="52" y="109"/>
                  <a:pt x="50" y="116"/>
                </a:cubicBezTo>
                <a:cubicBezTo>
                  <a:pt x="45" y="116"/>
                  <a:pt x="45" y="116"/>
                  <a:pt x="45" y="116"/>
                </a:cubicBezTo>
                <a:cubicBezTo>
                  <a:pt x="40" y="116"/>
                  <a:pt x="36" y="112"/>
                  <a:pt x="36" y="107"/>
                </a:cubicBezTo>
                <a:cubicBezTo>
                  <a:pt x="36" y="102"/>
                  <a:pt x="40" y="98"/>
                  <a:pt x="45" y="98"/>
                </a:cubicBezTo>
                <a:cubicBezTo>
                  <a:pt x="137" y="98"/>
                  <a:pt x="137" y="98"/>
                  <a:pt x="137" y="98"/>
                </a:cubicBezTo>
                <a:cubicBezTo>
                  <a:pt x="139" y="98"/>
                  <a:pt x="141" y="96"/>
                  <a:pt x="142" y="94"/>
                </a:cubicBezTo>
                <a:cubicBezTo>
                  <a:pt x="160" y="31"/>
                  <a:pt x="160" y="31"/>
                  <a:pt x="160" y="31"/>
                </a:cubicBezTo>
                <a:cubicBezTo>
                  <a:pt x="161" y="28"/>
                  <a:pt x="159" y="25"/>
                  <a:pt x="156" y="25"/>
                </a:cubicBezTo>
                <a:cubicBezTo>
                  <a:pt x="156" y="25"/>
                  <a:pt x="156" y="25"/>
                  <a:pt x="156" y="25"/>
                </a:cubicBezTo>
                <a:cubicBezTo>
                  <a:pt x="35" y="25"/>
                  <a:pt x="35" y="25"/>
                  <a:pt x="35" y="25"/>
                </a:cubicBezTo>
                <a:cubicBezTo>
                  <a:pt x="29" y="4"/>
                  <a:pt x="29" y="4"/>
                  <a:pt x="29" y="4"/>
                </a:cubicBezTo>
                <a:cubicBezTo>
                  <a:pt x="28" y="2"/>
                  <a:pt x="26" y="0"/>
                  <a:pt x="24" y="0"/>
                </a:cubicBezTo>
                <a:lnTo>
                  <a:pt x="5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9CF85E5C-9884-4442-8D3B-8AE6762F8244}"/>
              </a:ext>
            </a:extLst>
          </p:cNvPr>
          <p:cNvSpPr/>
          <p:nvPr/>
        </p:nvSpPr>
        <p:spPr>
          <a:xfrm>
            <a:off x="817889" y="2788045"/>
            <a:ext cx="2387332" cy="1636279"/>
          </a:xfrm>
          <a:prstGeom prst="roundRect">
            <a:avLst>
              <a:gd name="adj" fmla="val 6910"/>
            </a:avLst>
          </a:prstGeom>
          <a:noFill/>
          <a:ln>
            <a:solidFill>
              <a:schemeClr val="accent1">
                <a:alpha val="9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Freeform 124">
            <a:extLst>
              <a:ext uri="{FF2B5EF4-FFF2-40B4-BE49-F238E27FC236}">
                <a16:creationId xmlns:a16="http://schemas.microsoft.com/office/drawing/2014/main" id="{1B91EFA5-63FB-43A5-8CB3-34893DBC6DAB}"/>
              </a:ext>
            </a:extLst>
          </p:cNvPr>
          <p:cNvSpPr>
            <a:spLocks noEditPoints="1"/>
          </p:cNvSpPr>
          <p:nvPr/>
        </p:nvSpPr>
        <p:spPr bwMode="auto">
          <a:xfrm>
            <a:off x="1803328" y="3055108"/>
            <a:ext cx="416454" cy="416454"/>
          </a:xfrm>
          <a:custGeom>
            <a:avLst/>
            <a:gdLst>
              <a:gd name="T0" fmla="*/ 61 w 160"/>
              <a:gd name="T1" fmla="*/ 68 h 160"/>
              <a:gd name="T2" fmla="*/ 67 w 160"/>
              <a:gd name="T3" fmla="*/ 73 h 160"/>
              <a:gd name="T4" fmla="*/ 92 w 160"/>
              <a:gd name="T5" fmla="*/ 73 h 160"/>
              <a:gd name="T6" fmla="*/ 99 w 160"/>
              <a:gd name="T7" fmla="*/ 68 h 160"/>
              <a:gd name="T8" fmla="*/ 107 w 160"/>
              <a:gd name="T9" fmla="*/ 45 h 160"/>
              <a:gd name="T10" fmla="*/ 90 w 160"/>
              <a:gd name="T11" fmla="*/ 35 h 160"/>
              <a:gd name="T12" fmla="*/ 80 w 160"/>
              <a:gd name="T13" fmla="*/ 20 h 160"/>
              <a:gd name="T14" fmla="*/ 69 w 160"/>
              <a:gd name="T15" fmla="*/ 35 h 160"/>
              <a:gd name="T16" fmla="*/ 53 w 160"/>
              <a:gd name="T17" fmla="*/ 45 h 160"/>
              <a:gd name="T18" fmla="*/ 73 w 160"/>
              <a:gd name="T19" fmla="*/ 43 h 160"/>
              <a:gd name="T20" fmla="*/ 80 w 160"/>
              <a:gd name="T21" fmla="*/ 35 h 160"/>
              <a:gd name="T22" fmla="*/ 86 w 160"/>
              <a:gd name="T23" fmla="*/ 43 h 160"/>
              <a:gd name="T24" fmla="*/ 88 w 160"/>
              <a:gd name="T25" fmla="*/ 49 h 160"/>
              <a:gd name="T26" fmla="*/ 88 w 160"/>
              <a:gd name="T27" fmla="*/ 60 h 160"/>
              <a:gd name="T28" fmla="*/ 80 w 160"/>
              <a:gd name="T29" fmla="*/ 56 h 160"/>
              <a:gd name="T30" fmla="*/ 71 w 160"/>
              <a:gd name="T31" fmla="*/ 60 h 160"/>
              <a:gd name="T32" fmla="*/ 71 w 160"/>
              <a:gd name="T33" fmla="*/ 49 h 160"/>
              <a:gd name="T34" fmla="*/ 73 w 160"/>
              <a:gd name="T35" fmla="*/ 43 h 160"/>
              <a:gd name="T36" fmla="*/ 132 w 160"/>
              <a:gd name="T37" fmla="*/ 12 h 160"/>
              <a:gd name="T38" fmla="*/ 127 w 160"/>
              <a:gd name="T39" fmla="*/ 0 h 160"/>
              <a:gd name="T40" fmla="*/ 28 w 160"/>
              <a:gd name="T41" fmla="*/ 5 h 160"/>
              <a:gd name="T42" fmla="*/ 18 w 160"/>
              <a:gd name="T43" fmla="*/ 10 h 160"/>
              <a:gd name="T44" fmla="*/ 0 w 160"/>
              <a:gd name="T45" fmla="*/ 45 h 160"/>
              <a:gd name="T46" fmla="*/ 30 w 160"/>
              <a:gd name="T47" fmla="*/ 75 h 160"/>
              <a:gd name="T48" fmla="*/ 52 w 160"/>
              <a:gd name="T49" fmla="*/ 97 h 160"/>
              <a:gd name="T50" fmla="*/ 61 w 160"/>
              <a:gd name="T51" fmla="*/ 113 h 160"/>
              <a:gd name="T52" fmla="*/ 47 w 160"/>
              <a:gd name="T53" fmla="*/ 133 h 160"/>
              <a:gd name="T54" fmla="*/ 38 w 160"/>
              <a:gd name="T55" fmla="*/ 156 h 160"/>
              <a:gd name="T56" fmla="*/ 117 w 160"/>
              <a:gd name="T57" fmla="*/ 160 h 160"/>
              <a:gd name="T58" fmla="*/ 122 w 160"/>
              <a:gd name="T59" fmla="*/ 146 h 160"/>
              <a:gd name="T60" fmla="*/ 113 w 160"/>
              <a:gd name="T61" fmla="*/ 127 h 160"/>
              <a:gd name="T62" fmla="*/ 94 w 160"/>
              <a:gd name="T63" fmla="*/ 113 h 160"/>
              <a:gd name="T64" fmla="*/ 129 w 160"/>
              <a:gd name="T65" fmla="*/ 75 h 160"/>
              <a:gd name="T66" fmla="*/ 151 w 160"/>
              <a:gd name="T67" fmla="*/ 60 h 160"/>
              <a:gd name="T68" fmla="*/ 160 w 160"/>
              <a:gd name="T69" fmla="*/ 29 h 160"/>
              <a:gd name="T70" fmla="*/ 28 w 160"/>
              <a:gd name="T71" fmla="*/ 62 h 160"/>
              <a:gd name="T72" fmla="*/ 9 w 160"/>
              <a:gd name="T73" fmla="*/ 45 h 160"/>
              <a:gd name="T74" fmla="*/ 18 w 160"/>
              <a:gd name="T75" fmla="*/ 19 h 160"/>
              <a:gd name="T76" fmla="*/ 28 w 160"/>
              <a:gd name="T77" fmla="*/ 62 h 160"/>
              <a:gd name="T78" fmla="*/ 103 w 160"/>
              <a:gd name="T79" fmla="*/ 127 h 160"/>
              <a:gd name="T80" fmla="*/ 89 w 160"/>
              <a:gd name="T81" fmla="*/ 132 h 160"/>
              <a:gd name="T82" fmla="*/ 89 w 160"/>
              <a:gd name="T83" fmla="*/ 141 h 160"/>
              <a:gd name="T84" fmla="*/ 113 w 160"/>
              <a:gd name="T85" fmla="*/ 146 h 160"/>
              <a:gd name="T86" fmla="*/ 47 w 160"/>
              <a:gd name="T87" fmla="*/ 151 h 160"/>
              <a:gd name="T88" fmla="*/ 52 w 160"/>
              <a:gd name="T89" fmla="*/ 141 h 160"/>
              <a:gd name="T90" fmla="*/ 75 w 160"/>
              <a:gd name="T91" fmla="*/ 136 h 160"/>
              <a:gd name="T92" fmla="*/ 56 w 160"/>
              <a:gd name="T93" fmla="*/ 132 h 160"/>
              <a:gd name="T94" fmla="*/ 61 w 160"/>
              <a:gd name="T95" fmla="*/ 122 h 160"/>
              <a:gd name="T96" fmla="*/ 122 w 160"/>
              <a:gd name="T97" fmla="*/ 61 h 160"/>
              <a:gd name="T98" fmla="*/ 85 w 160"/>
              <a:gd name="T99" fmla="*/ 113 h 160"/>
              <a:gd name="T100" fmla="*/ 56 w 160"/>
              <a:gd name="T101" fmla="*/ 89 h 160"/>
              <a:gd name="T102" fmla="*/ 37 w 160"/>
              <a:gd name="T103" fmla="*/ 10 h 160"/>
              <a:gd name="T104" fmla="*/ 122 w 160"/>
              <a:gd name="T105" fmla="*/ 61 h 160"/>
              <a:gd name="T106" fmla="*/ 146 w 160"/>
              <a:gd name="T107" fmla="*/ 52 h 160"/>
              <a:gd name="T108" fmla="*/ 132 w 160"/>
              <a:gd name="T109" fmla="*/ 29 h 160"/>
              <a:gd name="T110" fmla="*/ 150 w 160"/>
              <a:gd name="T111" fmla="*/ 29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60" h="160">
                <a:moveTo>
                  <a:pt x="63" y="54"/>
                </a:moveTo>
                <a:cubicBezTo>
                  <a:pt x="61" y="68"/>
                  <a:pt x="61" y="68"/>
                  <a:pt x="61" y="68"/>
                </a:cubicBezTo>
                <a:cubicBezTo>
                  <a:pt x="60" y="71"/>
                  <a:pt x="62" y="73"/>
                  <a:pt x="65" y="73"/>
                </a:cubicBezTo>
                <a:cubicBezTo>
                  <a:pt x="66" y="73"/>
                  <a:pt x="67" y="73"/>
                  <a:pt x="67" y="73"/>
                </a:cubicBezTo>
                <a:cubicBezTo>
                  <a:pt x="80" y="66"/>
                  <a:pt x="80" y="66"/>
                  <a:pt x="80" y="66"/>
                </a:cubicBezTo>
                <a:cubicBezTo>
                  <a:pt x="92" y="73"/>
                  <a:pt x="92" y="73"/>
                  <a:pt x="92" y="73"/>
                </a:cubicBezTo>
                <a:cubicBezTo>
                  <a:pt x="93" y="73"/>
                  <a:pt x="94" y="73"/>
                  <a:pt x="94" y="73"/>
                </a:cubicBezTo>
                <a:cubicBezTo>
                  <a:pt x="97" y="73"/>
                  <a:pt x="99" y="71"/>
                  <a:pt x="99" y="68"/>
                </a:cubicBezTo>
                <a:cubicBezTo>
                  <a:pt x="97" y="54"/>
                  <a:pt x="97" y="54"/>
                  <a:pt x="97" y="54"/>
                </a:cubicBezTo>
                <a:cubicBezTo>
                  <a:pt x="107" y="45"/>
                  <a:pt x="107" y="45"/>
                  <a:pt x="107" y="45"/>
                </a:cubicBezTo>
                <a:cubicBezTo>
                  <a:pt x="109" y="42"/>
                  <a:pt x="108" y="37"/>
                  <a:pt x="104" y="37"/>
                </a:cubicBezTo>
                <a:cubicBezTo>
                  <a:pt x="90" y="35"/>
                  <a:pt x="90" y="35"/>
                  <a:pt x="90" y="35"/>
                </a:cubicBezTo>
                <a:cubicBezTo>
                  <a:pt x="84" y="22"/>
                  <a:pt x="84" y="22"/>
                  <a:pt x="84" y="22"/>
                </a:cubicBezTo>
                <a:cubicBezTo>
                  <a:pt x="83" y="20"/>
                  <a:pt x="81" y="20"/>
                  <a:pt x="80" y="20"/>
                </a:cubicBezTo>
                <a:cubicBezTo>
                  <a:pt x="78" y="20"/>
                  <a:pt x="76" y="20"/>
                  <a:pt x="75" y="22"/>
                </a:cubicBezTo>
                <a:cubicBezTo>
                  <a:pt x="69" y="35"/>
                  <a:pt x="69" y="35"/>
                  <a:pt x="69" y="35"/>
                </a:cubicBezTo>
                <a:cubicBezTo>
                  <a:pt x="56" y="37"/>
                  <a:pt x="56" y="37"/>
                  <a:pt x="56" y="37"/>
                </a:cubicBezTo>
                <a:cubicBezTo>
                  <a:pt x="52" y="37"/>
                  <a:pt x="50" y="42"/>
                  <a:pt x="53" y="45"/>
                </a:cubicBezTo>
                <a:lnTo>
                  <a:pt x="63" y="54"/>
                </a:lnTo>
                <a:close/>
                <a:moveTo>
                  <a:pt x="73" y="43"/>
                </a:moveTo>
                <a:cubicBezTo>
                  <a:pt x="75" y="43"/>
                  <a:pt x="76" y="42"/>
                  <a:pt x="77" y="41"/>
                </a:cubicBezTo>
                <a:cubicBezTo>
                  <a:pt x="80" y="35"/>
                  <a:pt x="80" y="35"/>
                  <a:pt x="80" y="35"/>
                </a:cubicBezTo>
                <a:cubicBezTo>
                  <a:pt x="83" y="41"/>
                  <a:pt x="83" y="41"/>
                  <a:pt x="83" y="41"/>
                </a:cubicBezTo>
                <a:cubicBezTo>
                  <a:pt x="83" y="42"/>
                  <a:pt x="85" y="43"/>
                  <a:pt x="86" y="43"/>
                </a:cubicBezTo>
                <a:cubicBezTo>
                  <a:pt x="93" y="44"/>
                  <a:pt x="93" y="44"/>
                  <a:pt x="93" y="44"/>
                </a:cubicBezTo>
                <a:cubicBezTo>
                  <a:pt x="88" y="49"/>
                  <a:pt x="88" y="49"/>
                  <a:pt x="88" y="49"/>
                </a:cubicBezTo>
                <a:cubicBezTo>
                  <a:pt x="87" y="50"/>
                  <a:pt x="87" y="52"/>
                  <a:pt x="87" y="53"/>
                </a:cubicBezTo>
                <a:cubicBezTo>
                  <a:pt x="88" y="60"/>
                  <a:pt x="88" y="60"/>
                  <a:pt x="88" y="60"/>
                </a:cubicBezTo>
                <a:cubicBezTo>
                  <a:pt x="82" y="57"/>
                  <a:pt x="82" y="57"/>
                  <a:pt x="82" y="57"/>
                </a:cubicBezTo>
                <a:cubicBezTo>
                  <a:pt x="81" y="57"/>
                  <a:pt x="80" y="56"/>
                  <a:pt x="80" y="56"/>
                </a:cubicBezTo>
                <a:cubicBezTo>
                  <a:pt x="79" y="56"/>
                  <a:pt x="78" y="57"/>
                  <a:pt x="78" y="57"/>
                </a:cubicBezTo>
                <a:cubicBezTo>
                  <a:pt x="71" y="60"/>
                  <a:pt x="71" y="60"/>
                  <a:pt x="71" y="60"/>
                </a:cubicBezTo>
                <a:cubicBezTo>
                  <a:pt x="73" y="53"/>
                  <a:pt x="73" y="53"/>
                  <a:pt x="73" y="53"/>
                </a:cubicBezTo>
                <a:cubicBezTo>
                  <a:pt x="73" y="52"/>
                  <a:pt x="72" y="50"/>
                  <a:pt x="71" y="49"/>
                </a:cubicBezTo>
                <a:cubicBezTo>
                  <a:pt x="66" y="44"/>
                  <a:pt x="66" y="44"/>
                  <a:pt x="66" y="44"/>
                </a:cubicBezTo>
                <a:lnTo>
                  <a:pt x="73" y="43"/>
                </a:lnTo>
                <a:close/>
                <a:moveTo>
                  <a:pt x="141" y="10"/>
                </a:moveTo>
                <a:cubicBezTo>
                  <a:pt x="138" y="10"/>
                  <a:pt x="135" y="11"/>
                  <a:pt x="132" y="12"/>
                </a:cubicBezTo>
                <a:cubicBezTo>
                  <a:pt x="132" y="5"/>
                  <a:pt x="132" y="5"/>
                  <a:pt x="132" y="5"/>
                </a:cubicBezTo>
                <a:cubicBezTo>
                  <a:pt x="132" y="2"/>
                  <a:pt x="129" y="0"/>
                  <a:pt x="127" y="0"/>
                </a:cubicBezTo>
                <a:cubicBezTo>
                  <a:pt x="33" y="0"/>
                  <a:pt x="33" y="0"/>
                  <a:pt x="33" y="0"/>
                </a:cubicBezTo>
                <a:cubicBezTo>
                  <a:pt x="30" y="0"/>
                  <a:pt x="28" y="2"/>
                  <a:pt x="28" y="5"/>
                </a:cubicBezTo>
                <a:cubicBezTo>
                  <a:pt x="28" y="12"/>
                  <a:pt x="28" y="12"/>
                  <a:pt x="28" y="12"/>
                </a:cubicBezTo>
                <a:cubicBezTo>
                  <a:pt x="25" y="11"/>
                  <a:pt x="22" y="10"/>
                  <a:pt x="18" y="10"/>
                </a:cubicBezTo>
                <a:cubicBezTo>
                  <a:pt x="9" y="10"/>
                  <a:pt x="0" y="18"/>
                  <a:pt x="0" y="29"/>
                </a:cubicBezTo>
                <a:cubicBezTo>
                  <a:pt x="0" y="45"/>
                  <a:pt x="0" y="45"/>
                  <a:pt x="0" y="45"/>
                </a:cubicBezTo>
                <a:cubicBezTo>
                  <a:pt x="0" y="51"/>
                  <a:pt x="3" y="57"/>
                  <a:pt x="8" y="60"/>
                </a:cubicBezTo>
                <a:cubicBezTo>
                  <a:pt x="30" y="75"/>
                  <a:pt x="30" y="75"/>
                  <a:pt x="30" y="75"/>
                </a:cubicBezTo>
                <a:cubicBezTo>
                  <a:pt x="30" y="75"/>
                  <a:pt x="30" y="75"/>
                  <a:pt x="30" y="75"/>
                </a:cubicBezTo>
                <a:cubicBezTo>
                  <a:pt x="34" y="84"/>
                  <a:pt x="41" y="92"/>
                  <a:pt x="52" y="97"/>
                </a:cubicBezTo>
                <a:cubicBezTo>
                  <a:pt x="59" y="100"/>
                  <a:pt x="64" y="106"/>
                  <a:pt x="65" y="113"/>
                </a:cubicBezTo>
                <a:cubicBezTo>
                  <a:pt x="61" y="113"/>
                  <a:pt x="61" y="113"/>
                  <a:pt x="61" y="113"/>
                </a:cubicBezTo>
                <a:cubicBezTo>
                  <a:pt x="53" y="113"/>
                  <a:pt x="47" y="119"/>
                  <a:pt x="47" y="127"/>
                </a:cubicBezTo>
                <a:cubicBezTo>
                  <a:pt x="47" y="133"/>
                  <a:pt x="47" y="133"/>
                  <a:pt x="47" y="133"/>
                </a:cubicBezTo>
                <a:cubicBezTo>
                  <a:pt x="41" y="135"/>
                  <a:pt x="38" y="140"/>
                  <a:pt x="38" y="146"/>
                </a:cubicBezTo>
                <a:cubicBezTo>
                  <a:pt x="38" y="156"/>
                  <a:pt x="38" y="156"/>
                  <a:pt x="38" y="156"/>
                </a:cubicBezTo>
                <a:cubicBezTo>
                  <a:pt x="38" y="158"/>
                  <a:pt x="40" y="160"/>
                  <a:pt x="42" y="160"/>
                </a:cubicBezTo>
                <a:cubicBezTo>
                  <a:pt x="117" y="160"/>
                  <a:pt x="117" y="160"/>
                  <a:pt x="117" y="160"/>
                </a:cubicBezTo>
                <a:cubicBezTo>
                  <a:pt x="120" y="160"/>
                  <a:pt x="122" y="158"/>
                  <a:pt x="122" y="156"/>
                </a:cubicBezTo>
                <a:cubicBezTo>
                  <a:pt x="122" y="146"/>
                  <a:pt x="122" y="146"/>
                  <a:pt x="122" y="146"/>
                </a:cubicBezTo>
                <a:cubicBezTo>
                  <a:pt x="122" y="140"/>
                  <a:pt x="118" y="135"/>
                  <a:pt x="113" y="133"/>
                </a:cubicBezTo>
                <a:cubicBezTo>
                  <a:pt x="113" y="127"/>
                  <a:pt x="113" y="127"/>
                  <a:pt x="113" y="127"/>
                </a:cubicBezTo>
                <a:cubicBezTo>
                  <a:pt x="112" y="119"/>
                  <a:pt x="106" y="113"/>
                  <a:pt x="98" y="113"/>
                </a:cubicBezTo>
                <a:cubicBezTo>
                  <a:pt x="94" y="113"/>
                  <a:pt x="94" y="113"/>
                  <a:pt x="94" y="113"/>
                </a:cubicBezTo>
                <a:cubicBezTo>
                  <a:pt x="95" y="106"/>
                  <a:pt x="99" y="101"/>
                  <a:pt x="105" y="97"/>
                </a:cubicBezTo>
                <a:cubicBezTo>
                  <a:pt x="116" y="91"/>
                  <a:pt x="125" y="84"/>
                  <a:pt x="129" y="75"/>
                </a:cubicBezTo>
                <a:cubicBezTo>
                  <a:pt x="129" y="75"/>
                  <a:pt x="129" y="75"/>
                  <a:pt x="129" y="75"/>
                </a:cubicBezTo>
                <a:cubicBezTo>
                  <a:pt x="151" y="60"/>
                  <a:pt x="151" y="60"/>
                  <a:pt x="151" y="60"/>
                </a:cubicBezTo>
                <a:cubicBezTo>
                  <a:pt x="157" y="57"/>
                  <a:pt x="160" y="51"/>
                  <a:pt x="160" y="45"/>
                </a:cubicBezTo>
                <a:cubicBezTo>
                  <a:pt x="160" y="29"/>
                  <a:pt x="160" y="29"/>
                  <a:pt x="160" y="29"/>
                </a:cubicBezTo>
                <a:cubicBezTo>
                  <a:pt x="160" y="18"/>
                  <a:pt x="151" y="10"/>
                  <a:pt x="141" y="10"/>
                </a:cubicBezTo>
                <a:close/>
                <a:moveTo>
                  <a:pt x="28" y="62"/>
                </a:moveTo>
                <a:cubicBezTo>
                  <a:pt x="13" y="52"/>
                  <a:pt x="13" y="52"/>
                  <a:pt x="13" y="52"/>
                </a:cubicBezTo>
                <a:cubicBezTo>
                  <a:pt x="11" y="51"/>
                  <a:pt x="9" y="48"/>
                  <a:pt x="9" y="45"/>
                </a:cubicBezTo>
                <a:cubicBezTo>
                  <a:pt x="9" y="29"/>
                  <a:pt x="9" y="29"/>
                  <a:pt x="9" y="29"/>
                </a:cubicBezTo>
                <a:cubicBezTo>
                  <a:pt x="9" y="23"/>
                  <a:pt x="13" y="19"/>
                  <a:pt x="18" y="19"/>
                </a:cubicBezTo>
                <a:cubicBezTo>
                  <a:pt x="24" y="19"/>
                  <a:pt x="28" y="23"/>
                  <a:pt x="28" y="29"/>
                </a:cubicBezTo>
                <a:lnTo>
                  <a:pt x="28" y="62"/>
                </a:lnTo>
                <a:close/>
                <a:moveTo>
                  <a:pt x="98" y="122"/>
                </a:moveTo>
                <a:cubicBezTo>
                  <a:pt x="101" y="122"/>
                  <a:pt x="103" y="125"/>
                  <a:pt x="103" y="127"/>
                </a:cubicBezTo>
                <a:cubicBezTo>
                  <a:pt x="103" y="132"/>
                  <a:pt x="103" y="132"/>
                  <a:pt x="103" y="132"/>
                </a:cubicBezTo>
                <a:cubicBezTo>
                  <a:pt x="89" y="132"/>
                  <a:pt x="89" y="132"/>
                  <a:pt x="89" y="132"/>
                </a:cubicBezTo>
                <a:cubicBezTo>
                  <a:pt x="86" y="132"/>
                  <a:pt x="84" y="134"/>
                  <a:pt x="84" y="136"/>
                </a:cubicBezTo>
                <a:cubicBezTo>
                  <a:pt x="84" y="139"/>
                  <a:pt x="86" y="141"/>
                  <a:pt x="89" y="141"/>
                </a:cubicBezTo>
                <a:cubicBezTo>
                  <a:pt x="108" y="141"/>
                  <a:pt x="108" y="141"/>
                  <a:pt x="108" y="141"/>
                </a:cubicBezTo>
                <a:cubicBezTo>
                  <a:pt x="110" y="141"/>
                  <a:pt x="113" y="143"/>
                  <a:pt x="113" y="146"/>
                </a:cubicBezTo>
                <a:cubicBezTo>
                  <a:pt x="113" y="151"/>
                  <a:pt x="113" y="151"/>
                  <a:pt x="113" y="151"/>
                </a:cubicBezTo>
                <a:cubicBezTo>
                  <a:pt x="47" y="151"/>
                  <a:pt x="47" y="151"/>
                  <a:pt x="47" y="151"/>
                </a:cubicBezTo>
                <a:cubicBezTo>
                  <a:pt x="47" y="146"/>
                  <a:pt x="47" y="146"/>
                  <a:pt x="47" y="146"/>
                </a:cubicBezTo>
                <a:cubicBezTo>
                  <a:pt x="47" y="143"/>
                  <a:pt x="49" y="141"/>
                  <a:pt x="52" y="141"/>
                </a:cubicBezTo>
                <a:cubicBezTo>
                  <a:pt x="70" y="141"/>
                  <a:pt x="70" y="141"/>
                  <a:pt x="70" y="141"/>
                </a:cubicBezTo>
                <a:cubicBezTo>
                  <a:pt x="73" y="141"/>
                  <a:pt x="75" y="139"/>
                  <a:pt x="75" y="136"/>
                </a:cubicBezTo>
                <a:cubicBezTo>
                  <a:pt x="75" y="134"/>
                  <a:pt x="73" y="132"/>
                  <a:pt x="70" y="132"/>
                </a:cubicBezTo>
                <a:cubicBezTo>
                  <a:pt x="56" y="132"/>
                  <a:pt x="56" y="132"/>
                  <a:pt x="56" y="132"/>
                </a:cubicBezTo>
                <a:cubicBezTo>
                  <a:pt x="56" y="127"/>
                  <a:pt x="56" y="127"/>
                  <a:pt x="56" y="127"/>
                </a:cubicBezTo>
                <a:cubicBezTo>
                  <a:pt x="56" y="125"/>
                  <a:pt x="58" y="122"/>
                  <a:pt x="61" y="122"/>
                </a:cubicBezTo>
                <a:lnTo>
                  <a:pt x="98" y="122"/>
                </a:lnTo>
                <a:close/>
                <a:moveTo>
                  <a:pt x="122" y="61"/>
                </a:moveTo>
                <a:cubicBezTo>
                  <a:pt x="122" y="73"/>
                  <a:pt x="116" y="80"/>
                  <a:pt x="100" y="89"/>
                </a:cubicBezTo>
                <a:cubicBezTo>
                  <a:pt x="91" y="94"/>
                  <a:pt x="86" y="103"/>
                  <a:pt x="85" y="113"/>
                </a:cubicBezTo>
                <a:cubicBezTo>
                  <a:pt x="75" y="113"/>
                  <a:pt x="75" y="113"/>
                  <a:pt x="75" y="113"/>
                </a:cubicBezTo>
                <a:cubicBezTo>
                  <a:pt x="73" y="103"/>
                  <a:pt x="66" y="94"/>
                  <a:pt x="56" y="89"/>
                </a:cubicBezTo>
                <a:cubicBezTo>
                  <a:pt x="44" y="83"/>
                  <a:pt x="37" y="73"/>
                  <a:pt x="37" y="61"/>
                </a:cubicBezTo>
                <a:cubicBezTo>
                  <a:pt x="37" y="10"/>
                  <a:pt x="37" y="10"/>
                  <a:pt x="37" y="10"/>
                </a:cubicBezTo>
                <a:cubicBezTo>
                  <a:pt x="122" y="10"/>
                  <a:pt x="122" y="10"/>
                  <a:pt x="122" y="10"/>
                </a:cubicBezTo>
                <a:lnTo>
                  <a:pt x="122" y="61"/>
                </a:lnTo>
                <a:close/>
                <a:moveTo>
                  <a:pt x="150" y="45"/>
                </a:moveTo>
                <a:cubicBezTo>
                  <a:pt x="150" y="48"/>
                  <a:pt x="149" y="51"/>
                  <a:pt x="146" y="52"/>
                </a:cubicBezTo>
                <a:cubicBezTo>
                  <a:pt x="132" y="62"/>
                  <a:pt x="132" y="62"/>
                  <a:pt x="132" y="62"/>
                </a:cubicBezTo>
                <a:cubicBezTo>
                  <a:pt x="132" y="29"/>
                  <a:pt x="132" y="29"/>
                  <a:pt x="132" y="29"/>
                </a:cubicBezTo>
                <a:cubicBezTo>
                  <a:pt x="132" y="23"/>
                  <a:pt x="136" y="19"/>
                  <a:pt x="141" y="19"/>
                </a:cubicBezTo>
                <a:cubicBezTo>
                  <a:pt x="146" y="19"/>
                  <a:pt x="150" y="23"/>
                  <a:pt x="150" y="29"/>
                </a:cubicBezTo>
                <a:lnTo>
                  <a:pt x="150" y="4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C1373210-A83F-4FAE-B1A2-A20FBF1C19DF}"/>
              </a:ext>
            </a:extLst>
          </p:cNvPr>
          <p:cNvSpPr/>
          <p:nvPr/>
        </p:nvSpPr>
        <p:spPr>
          <a:xfrm>
            <a:off x="3535576" y="2788046"/>
            <a:ext cx="2387332" cy="1636279"/>
          </a:xfrm>
          <a:prstGeom prst="roundRect">
            <a:avLst>
              <a:gd name="adj" fmla="val 691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C030F63-E5FE-47BA-AA58-28A35337A95A}"/>
              </a:ext>
            </a:extLst>
          </p:cNvPr>
          <p:cNvSpPr txBox="1"/>
          <p:nvPr/>
        </p:nvSpPr>
        <p:spPr>
          <a:xfrm>
            <a:off x="726990" y="4955718"/>
            <a:ext cx="2569129" cy="1087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ts val="2000"/>
              </a:lnSpc>
              <a:buFont typeface="Wingdings" panose="05000000000000000000" pitchFamily="2" charset="2"/>
              <a:buChar char="ü"/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passages of Lorem Ipsum available, or randomized</a:t>
            </a:r>
          </a:p>
          <a:p>
            <a:pPr marL="171450" indent="-171450">
              <a:lnSpc>
                <a:spcPts val="2000"/>
              </a:lnSpc>
              <a:buFont typeface="Wingdings" panose="05000000000000000000" pitchFamily="2" charset="2"/>
              <a:buChar char="ü"/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words which don't look even slightly there isn't anything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60CE12B-45D0-4A2D-97CF-7F4C7359F5B5}"/>
              </a:ext>
            </a:extLst>
          </p:cNvPr>
          <p:cNvSpPr txBox="1"/>
          <p:nvPr/>
        </p:nvSpPr>
        <p:spPr>
          <a:xfrm>
            <a:off x="3444677" y="4955718"/>
            <a:ext cx="2569129" cy="1087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ts val="2000"/>
              </a:lnSpc>
              <a:buFont typeface="Wingdings" panose="05000000000000000000" pitchFamily="2" charset="2"/>
              <a:buChar char="ü"/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passages of Lorem Ipsum available, or randomized</a:t>
            </a:r>
          </a:p>
          <a:p>
            <a:pPr marL="171450" indent="-171450">
              <a:lnSpc>
                <a:spcPts val="2000"/>
              </a:lnSpc>
              <a:buFont typeface="Wingdings" panose="05000000000000000000" pitchFamily="2" charset="2"/>
              <a:buChar char="ü"/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words which don't look even slightly there isn't anything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5D75548-4993-47BE-954A-8F9A6E1EDB61}"/>
              </a:ext>
            </a:extLst>
          </p:cNvPr>
          <p:cNvSpPr txBox="1"/>
          <p:nvPr/>
        </p:nvSpPr>
        <p:spPr>
          <a:xfrm>
            <a:off x="6156565" y="4955718"/>
            <a:ext cx="2569129" cy="1087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ts val="2000"/>
              </a:lnSpc>
              <a:buFont typeface="Wingdings" panose="05000000000000000000" pitchFamily="2" charset="2"/>
              <a:buChar char="ü"/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passages of Lorem Ipsum available, or randomized</a:t>
            </a:r>
          </a:p>
          <a:p>
            <a:pPr marL="171450" indent="-171450">
              <a:lnSpc>
                <a:spcPts val="2000"/>
              </a:lnSpc>
              <a:buFont typeface="Wingdings" panose="05000000000000000000" pitchFamily="2" charset="2"/>
              <a:buChar char="ü"/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words which don't look even slightly there isn't anything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C3BC9E7-2C8F-47D8-A9FF-9118D21D43A1}"/>
              </a:ext>
            </a:extLst>
          </p:cNvPr>
          <p:cNvSpPr txBox="1"/>
          <p:nvPr/>
        </p:nvSpPr>
        <p:spPr>
          <a:xfrm>
            <a:off x="8879592" y="4955718"/>
            <a:ext cx="2569129" cy="1087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ts val="2000"/>
              </a:lnSpc>
              <a:buFont typeface="Wingdings" panose="05000000000000000000" pitchFamily="2" charset="2"/>
              <a:buChar char="ü"/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passages of Lorem Ipsum available, or randomized</a:t>
            </a:r>
          </a:p>
          <a:p>
            <a:pPr marL="171450" indent="-171450">
              <a:lnSpc>
                <a:spcPts val="2000"/>
              </a:lnSpc>
              <a:buFont typeface="Wingdings" panose="05000000000000000000" pitchFamily="2" charset="2"/>
              <a:buChar char="ü"/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words which don't look even slightly there isn't anything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9" name="Freeform 6">
            <a:extLst>
              <a:ext uri="{FF2B5EF4-FFF2-40B4-BE49-F238E27FC236}">
                <a16:creationId xmlns:a16="http://schemas.microsoft.com/office/drawing/2014/main" id="{6F497586-F265-4587-92BB-813D6C7428DF}"/>
              </a:ext>
            </a:extLst>
          </p:cNvPr>
          <p:cNvSpPr>
            <a:spLocks noEditPoints="1"/>
          </p:cNvSpPr>
          <p:nvPr/>
        </p:nvSpPr>
        <p:spPr bwMode="auto">
          <a:xfrm>
            <a:off x="4523918" y="3081096"/>
            <a:ext cx="410648" cy="364479"/>
          </a:xfrm>
          <a:custGeom>
            <a:avLst/>
            <a:gdLst>
              <a:gd name="T0" fmla="*/ 151 w 169"/>
              <a:gd name="T1" fmla="*/ 15 h 150"/>
              <a:gd name="T2" fmla="*/ 119 w 169"/>
              <a:gd name="T3" fmla="*/ 0 h 150"/>
              <a:gd name="T4" fmla="*/ 89 w 169"/>
              <a:gd name="T5" fmla="*/ 15 h 150"/>
              <a:gd name="T6" fmla="*/ 85 w 169"/>
              <a:gd name="T7" fmla="*/ 19 h 150"/>
              <a:gd name="T8" fmla="*/ 80 w 169"/>
              <a:gd name="T9" fmla="*/ 15 h 150"/>
              <a:gd name="T10" fmla="*/ 49 w 169"/>
              <a:gd name="T11" fmla="*/ 0 h 150"/>
              <a:gd name="T12" fmla="*/ 17 w 169"/>
              <a:gd name="T13" fmla="*/ 15 h 150"/>
              <a:gd name="T14" fmla="*/ 17 w 169"/>
              <a:gd name="T15" fmla="*/ 81 h 150"/>
              <a:gd name="T16" fmla="*/ 80 w 169"/>
              <a:gd name="T17" fmla="*/ 148 h 150"/>
              <a:gd name="T18" fmla="*/ 84 w 169"/>
              <a:gd name="T19" fmla="*/ 150 h 150"/>
              <a:gd name="T20" fmla="*/ 85 w 169"/>
              <a:gd name="T21" fmla="*/ 150 h 150"/>
              <a:gd name="T22" fmla="*/ 89 w 169"/>
              <a:gd name="T23" fmla="*/ 148 h 150"/>
              <a:gd name="T24" fmla="*/ 151 w 169"/>
              <a:gd name="T25" fmla="*/ 81 h 150"/>
              <a:gd name="T26" fmla="*/ 151 w 169"/>
              <a:gd name="T27" fmla="*/ 15 h 150"/>
              <a:gd name="T28" fmla="*/ 141 w 169"/>
              <a:gd name="T29" fmla="*/ 71 h 150"/>
              <a:gd name="T30" fmla="*/ 85 w 169"/>
              <a:gd name="T31" fmla="*/ 133 h 150"/>
              <a:gd name="T32" fmla="*/ 28 w 169"/>
              <a:gd name="T33" fmla="*/ 71 h 150"/>
              <a:gd name="T34" fmla="*/ 28 w 169"/>
              <a:gd name="T35" fmla="*/ 24 h 150"/>
              <a:gd name="T36" fmla="*/ 49 w 169"/>
              <a:gd name="T37" fmla="*/ 15 h 150"/>
              <a:gd name="T38" fmla="*/ 70 w 169"/>
              <a:gd name="T39" fmla="*/ 24 h 150"/>
              <a:gd name="T40" fmla="*/ 80 w 169"/>
              <a:gd name="T41" fmla="*/ 34 h 150"/>
              <a:gd name="T42" fmla="*/ 89 w 169"/>
              <a:gd name="T43" fmla="*/ 34 h 150"/>
              <a:gd name="T44" fmla="*/ 98 w 169"/>
              <a:gd name="T45" fmla="*/ 24 h 150"/>
              <a:gd name="T46" fmla="*/ 119 w 169"/>
              <a:gd name="T47" fmla="*/ 15 h 150"/>
              <a:gd name="T48" fmla="*/ 141 w 169"/>
              <a:gd name="T49" fmla="*/ 24 h 150"/>
              <a:gd name="T50" fmla="*/ 141 w 169"/>
              <a:gd name="T51" fmla="*/ 71 h 150"/>
              <a:gd name="T52" fmla="*/ 141 w 169"/>
              <a:gd name="T53" fmla="*/ 71 h 150"/>
              <a:gd name="T54" fmla="*/ 141 w 169"/>
              <a:gd name="T55" fmla="*/ 71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169" h="150">
                <a:moveTo>
                  <a:pt x="151" y="15"/>
                </a:moveTo>
                <a:cubicBezTo>
                  <a:pt x="142" y="6"/>
                  <a:pt x="131" y="0"/>
                  <a:pt x="119" y="0"/>
                </a:cubicBezTo>
                <a:cubicBezTo>
                  <a:pt x="107" y="0"/>
                  <a:pt x="97" y="6"/>
                  <a:pt x="89" y="15"/>
                </a:cubicBezTo>
                <a:cubicBezTo>
                  <a:pt x="85" y="19"/>
                  <a:pt x="85" y="19"/>
                  <a:pt x="85" y="19"/>
                </a:cubicBezTo>
                <a:cubicBezTo>
                  <a:pt x="80" y="15"/>
                  <a:pt x="80" y="15"/>
                  <a:pt x="80" y="15"/>
                </a:cubicBezTo>
                <a:cubicBezTo>
                  <a:pt x="72" y="6"/>
                  <a:pt x="61" y="0"/>
                  <a:pt x="49" y="0"/>
                </a:cubicBezTo>
                <a:cubicBezTo>
                  <a:pt x="37" y="0"/>
                  <a:pt x="26" y="6"/>
                  <a:pt x="17" y="15"/>
                </a:cubicBezTo>
                <a:cubicBezTo>
                  <a:pt x="0" y="33"/>
                  <a:pt x="0" y="63"/>
                  <a:pt x="17" y="81"/>
                </a:cubicBezTo>
                <a:cubicBezTo>
                  <a:pt x="80" y="148"/>
                  <a:pt x="80" y="148"/>
                  <a:pt x="80" y="148"/>
                </a:cubicBezTo>
                <a:cubicBezTo>
                  <a:pt x="81" y="148"/>
                  <a:pt x="82" y="150"/>
                  <a:pt x="84" y="150"/>
                </a:cubicBezTo>
                <a:cubicBezTo>
                  <a:pt x="84" y="150"/>
                  <a:pt x="84" y="150"/>
                  <a:pt x="85" y="150"/>
                </a:cubicBezTo>
                <a:cubicBezTo>
                  <a:pt x="86" y="150"/>
                  <a:pt x="88" y="150"/>
                  <a:pt x="89" y="148"/>
                </a:cubicBezTo>
                <a:cubicBezTo>
                  <a:pt x="151" y="81"/>
                  <a:pt x="151" y="81"/>
                  <a:pt x="151" y="81"/>
                </a:cubicBezTo>
                <a:cubicBezTo>
                  <a:pt x="169" y="63"/>
                  <a:pt x="169" y="33"/>
                  <a:pt x="151" y="15"/>
                </a:cubicBezTo>
                <a:close/>
                <a:moveTo>
                  <a:pt x="141" y="71"/>
                </a:moveTo>
                <a:cubicBezTo>
                  <a:pt x="85" y="133"/>
                  <a:pt x="85" y="133"/>
                  <a:pt x="85" y="133"/>
                </a:cubicBezTo>
                <a:cubicBezTo>
                  <a:pt x="28" y="71"/>
                  <a:pt x="28" y="71"/>
                  <a:pt x="28" y="71"/>
                </a:cubicBezTo>
                <a:cubicBezTo>
                  <a:pt x="16" y="59"/>
                  <a:pt x="16" y="37"/>
                  <a:pt x="28" y="24"/>
                </a:cubicBezTo>
                <a:cubicBezTo>
                  <a:pt x="33" y="19"/>
                  <a:pt x="41" y="15"/>
                  <a:pt x="49" y="15"/>
                </a:cubicBezTo>
                <a:cubicBezTo>
                  <a:pt x="57" y="15"/>
                  <a:pt x="65" y="19"/>
                  <a:pt x="70" y="24"/>
                </a:cubicBezTo>
                <a:cubicBezTo>
                  <a:pt x="80" y="34"/>
                  <a:pt x="80" y="34"/>
                  <a:pt x="80" y="34"/>
                </a:cubicBezTo>
                <a:cubicBezTo>
                  <a:pt x="82" y="37"/>
                  <a:pt x="86" y="37"/>
                  <a:pt x="89" y="34"/>
                </a:cubicBezTo>
                <a:cubicBezTo>
                  <a:pt x="98" y="24"/>
                  <a:pt x="98" y="24"/>
                  <a:pt x="98" y="24"/>
                </a:cubicBezTo>
                <a:cubicBezTo>
                  <a:pt x="103" y="19"/>
                  <a:pt x="111" y="15"/>
                  <a:pt x="119" y="15"/>
                </a:cubicBezTo>
                <a:cubicBezTo>
                  <a:pt x="127" y="15"/>
                  <a:pt x="135" y="19"/>
                  <a:pt x="141" y="24"/>
                </a:cubicBezTo>
                <a:cubicBezTo>
                  <a:pt x="153" y="37"/>
                  <a:pt x="153" y="59"/>
                  <a:pt x="141" y="71"/>
                </a:cubicBezTo>
                <a:close/>
                <a:moveTo>
                  <a:pt x="141" y="71"/>
                </a:moveTo>
                <a:cubicBezTo>
                  <a:pt x="141" y="71"/>
                  <a:pt x="141" y="71"/>
                  <a:pt x="141" y="71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7BC41F52-5BC2-4349-9FAE-F4A48C4EEADA}"/>
              </a:ext>
            </a:extLst>
          </p:cNvPr>
          <p:cNvSpPr txBox="1"/>
          <p:nvPr/>
        </p:nvSpPr>
        <p:spPr>
          <a:xfrm>
            <a:off x="1685588" y="3584793"/>
            <a:ext cx="651931" cy="632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3000" dirty="0">
                <a:latin typeface="Poppins regular" panose="00000500000000000000" pitchFamily="2" charset="0"/>
                <a:cs typeface="Poppins regular" panose="00000500000000000000" pitchFamily="2" charset="0"/>
              </a:rPr>
              <a:t>28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C678912-3437-43BD-84C9-3C7DA164663C}"/>
              </a:ext>
            </a:extLst>
          </p:cNvPr>
          <p:cNvSpPr txBox="1"/>
          <p:nvPr/>
        </p:nvSpPr>
        <p:spPr>
          <a:xfrm>
            <a:off x="4181648" y="3584793"/>
            <a:ext cx="1095189" cy="632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3000" dirty="0">
                <a:solidFill>
                  <a:schemeClr val="bg1"/>
                </a:solidFill>
                <a:latin typeface="Poppins regular" panose="00000500000000000000" pitchFamily="2" charset="0"/>
                <a:cs typeface="Poppins regular" panose="00000500000000000000" pitchFamily="2" charset="0"/>
              </a:rPr>
              <a:t>245k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5A0EE328-5DE5-4F6A-AFD3-40E8E9D74BB7}"/>
              </a:ext>
            </a:extLst>
          </p:cNvPr>
          <p:cNvSpPr txBox="1"/>
          <p:nvPr/>
        </p:nvSpPr>
        <p:spPr>
          <a:xfrm>
            <a:off x="6992818" y="3584793"/>
            <a:ext cx="908222" cy="632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af-ZA" sz="3000" dirty="0">
                <a:latin typeface="Poppins regular" panose="00000500000000000000" pitchFamily="2" charset="0"/>
                <a:cs typeface="Poppins regular" panose="00000500000000000000" pitchFamily="2" charset="0"/>
              </a:rPr>
              <a:t>945</a:t>
            </a:r>
            <a:endParaRPr lang="en-US" sz="3000" dirty="0">
              <a:latin typeface="Poppins regular" panose="00000500000000000000" pitchFamily="2" charset="0"/>
              <a:cs typeface="Poppins regular" panose="00000500000000000000" pitchFamily="2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64FCF88-F566-4855-9DD5-42BA2C2D81B4}"/>
              </a:ext>
            </a:extLst>
          </p:cNvPr>
          <p:cNvSpPr txBox="1"/>
          <p:nvPr/>
        </p:nvSpPr>
        <p:spPr>
          <a:xfrm>
            <a:off x="9786236" y="3584793"/>
            <a:ext cx="756759" cy="632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3000" dirty="0">
                <a:solidFill>
                  <a:schemeClr val="bg1"/>
                </a:solidFill>
                <a:latin typeface="Poppins regular" panose="00000500000000000000" pitchFamily="2" charset="0"/>
                <a:cs typeface="Poppins regular" panose="00000500000000000000" pitchFamily="2" charset="0"/>
              </a:rPr>
              <a:t>7M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C06FD5CB-234B-48BB-9531-03AB7D3CA810}"/>
              </a:ext>
            </a:extLst>
          </p:cNvPr>
          <p:cNvSpPr txBox="1"/>
          <p:nvPr/>
        </p:nvSpPr>
        <p:spPr>
          <a:xfrm>
            <a:off x="6992817" y="846104"/>
            <a:ext cx="4365464" cy="580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20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variations of passages of, the or randomized words</a:t>
            </a:r>
            <a:r>
              <a:rPr lang="en-US" sz="12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There are many variations randomized words.</a:t>
            </a:r>
          </a:p>
        </p:txBody>
      </p:sp>
    </p:spTree>
    <p:extLst>
      <p:ext uri="{BB962C8B-B14F-4D97-AF65-F5344CB8AC3E}">
        <p14:creationId xmlns:p14="http://schemas.microsoft.com/office/powerpoint/2010/main" val="3604165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31B5281C-FD13-4FBF-B0C4-7FF7F0523E93}"/>
              </a:ext>
            </a:extLst>
          </p:cNvPr>
          <p:cNvSpPr txBox="1"/>
          <p:nvPr/>
        </p:nvSpPr>
        <p:spPr>
          <a:xfrm>
            <a:off x="714289" y="703643"/>
            <a:ext cx="3861699" cy="65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500" dirty="0">
                <a:solidFill>
                  <a:schemeClr val="accent2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Team</a:t>
            </a:r>
            <a:r>
              <a:rPr lang="en-US" sz="3500" dirty="0">
                <a:solidFill>
                  <a:schemeClr val="bg1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 Leaders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18EFF8-B015-481B-934D-5EA66004A74A}"/>
              </a:ext>
            </a:extLst>
          </p:cNvPr>
          <p:cNvSpPr txBox="1"/>
          <p:nvPr/>
        </p:nvSpPr>
        <p:spPr>
          <a:xfrm>
            <a:off x="767450" y="2544286"/>
            <a:ext cx="3730122" cy="342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6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Team Members found in </a:t>
            </a:r>
            <a:r>
              <a:rPr lang="en-US" sz="14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: Leaders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A10FCC-03D5-4D08-9F9D-63C77D351B28}"/>
              </a:ext>
            </a:extLst>
          </p:cNvPr>
          <p:cNvSpPr txBox="1"/>
          <p:nvPr/>
        </p:nvSpPr>
        <p:spPr>
          <a:xfrm>
            <a:off x="767451" y="3876961"/>
            <a:ext cx="3861699" cy="6896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variations of passages of Lorem Ipsum available, but the have suffered alteration </a:t>
            </a:r>
            <a:r>
              <a:rPr lang="en-US" sz="10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</a:t>
            </a:r>
            <a:r>
              <a:rPr lang="en-US" sz="1000" i="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randomizd</a:t>
            </a:r>
            <a:endParaRPr lang="en-US" sz="10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which don't look  slightly believable.</a:t>
            </a:r>
            <a:endParaRPr lang="en-US" sz="10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B6E9A9-9C49-416B-8FCF-DBEAE47312D2}"/>
              </a:ext>
            </a:extLst>
          </p:cNvPr>
          <p:cNvSpPr txBox="1"/>
          <p:nvPr/>
        </p:nvSpPr>
        <p:spPr>
          <a:xfrm>
            <a:off x="767452" y="3128376"/>
            <a:ext cx="3536312" cy="580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200" i="1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variations of passages of, but the or randomized words which</a:t>
            </a:r>
            <a:endParaRPr lang="en-US" sz="1200" i="1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0" name="Prevalence">
            <a:extLst>
              <a:ext uri="{FF2B5EF4-FFF2-40B4-BE49-F238E27FC236}">
                <a16:creationId xmlns:a16="http://schemas.microsoft.com/office/drawing/2014/main" id="{6287BF42-DBAA-4DDD-BE96-69CC31111DDD}"/>
              </a:ext>
            </a:extLst>
          </p:cNvPr>
          <p:cNvSpPr/>
          <p:nvPr/>
        </p:nvSpPr>
        <p:spPr>
          <a:xfrm>
            <a:off x="5769990" y="4042588"/>
            <a:ext cx="1716236" cy="2516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rPr lang="af-ZA" sz="18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Your Name</a:t>
            </a:r>
            <a:endParaRPr sz="1800" dirty="0">
              <a:solidFill>
                <a:schemeClr val="bg1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4CED56E-1BD1-4BF9-B47A-E9A5395B338D}"/>
              </a:ext>
            </a:extLst>
          </p:cNvPr>
          <p:cNvSpPr/>
          <p:nvPr/>
        </p:nvSpPr>
        <p:spPr>
          <a:xfrm>
            <a:off x="5772937" y="4441579"/>
            <a:ext cx="639622" cy="251607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Prevalence">
            <a:extLst>
              <a:ext uri="{FF2B5EF4-FFF2-40B4-BE49-F238E27FC236}">
                <a16:creationId xmlns:a16="http://schemas.microsoft.com/office/drawing/2014/main" id="{709AF086-296C-442A-983C-9696C27BA181}"/>
              </a:ext>
            </a:extLst>
          </p:cNvPr>
          <p:cNvSpPr/>
          <p:nvPr/>
        </p:nvSpPr>
        <p:spPr>
          <a:xfrm>
            <a:off x="5924935" y="4497670"/>
            <a:ext cx="350866" cy="1677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rPr lang="af-ZA" sz="12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CEO</a:t>
            </a:r>
            <a:endParaRPr sz="1200" dirty="0">
              <a:solidFill>
                <a:schemeClr val="bg1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A90FEF9-F9E1-400E-9071-295561BB2107}"/>
              </a:ext>
            </a:extLst>
          </p:cNvPr>
          <p:cNvSpPr txBox="1"/>
          <p:nvPr/>
        </p:nvSpPr>
        <p:spPr>
          <a:xfrm>
            <a:off x="5657595" y="4927004"/>
            <a:ext cx="2569129" cy="1087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ts val="2000"/>
              </a:lnSpc>
              <a:buFont typeface="Wingdings" panose="05000000000000000000" pitchFamily="2" charset="2"/>
              <a:buChar char="ü"/>
            </a:pPr>
            <a:r>
              <a:rPr lang="en-US" sz="1000" i="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passages of Lorem Ipsum available, or randomized</a:t>
            </a:r>
          </a:p>
          <a:p>
            <a:pPr marL="171450" indent="-171450">
              <a:lnSpc>
                <a:spcPts val="2000"/>
              </a:lnSpc>
              <a:buFont typeface="Wingdings" panose="05000000000000000000" pitchFamily="2" charset="2"/>
              <a:buChar char="ü"/>
            </a:pPr>
            <a:r>
              <a:rPr lang="en-US" sz="1000" i="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words which don't look even slightly there isn't anything</a:t>
            </a:r>
            <a:endParaRPr lang="en-US" sz="10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2" name="Prevalence">
            <a:extLst>
              <a:ext uri="{FF2B5EF4-FFF2-40B4-BE49-F238E27FC236}">
                <a16:creationId xmlns:a16="http://schemas.microsoft.com/office/drawing/2014/main" id="{88E1B9C5-F11F-4569-B14B-1560A8B35C32}"/>
              </a:ext>
            </a:extLst>
          </p:cNvPr>
          <p:cNvSpPr/>
          <p:nvPr/>
        </p:nvSpPr>
        <p:spPr>
          <a:xfrm>
            <a:off x="8884046" y="4042588"/>
            <a:ext cx="1716236" cy="2516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rPr lang="af-ZA" sz="18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Your Name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D705B1EF-C152-4887-BF7D-CDD7797638E4}"/>
              </a:ext>
            </a:extLst>
          </p:cNvPr>
          <p:cNvSpPr/>
          <p:nvPr/>
        </p:nvSpPr>
        <p:spPr>
          <a:xfrm>
            <a:off x="8886993" y="4441579"/>
            <a:ext cx="980502" cy="25160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4" name="Prevalence">
            <a:extLst>
              <a:ext uri="{FF2B5EF4-FFF2-40B4-BE49-F238E27FC236}">
                <a16:creationId xmlns:a16="http://schemas.microsoft.com/office/drawing/2014/main" id="{84A0BCA9-E7D3-459A-9231-C930A592A78F}"/>
              </a:ext>
            </a:extLst>
          </p:cNvPr>
          <p:cNvSpPr/>
          <p:nvPr/>
        </p:nvSpPr>
        <p:spPr>
          <a:xfrm>
            <a:off x="9079604" y="4487145"/>
            <a:ext cx="639621" cy="1677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rPr lang="af-ZA" sz="12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Product</a:t>
            </a:r>
            <a:endParaRPr sz="1200" dirty="0">
              <a:solidFill>
                <a:schemeClr val="bg1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7503741-9157-4E88-BC2F-7A2C69EA1200}"/>
              </a:ext>
            </a:extLst>
          </p:cNvPr>
          <p:cNvSpPr txBox="1"/>
          <p:nvPr/>
        </p:nvSpPr>
        <p:spPr>
          <a:xfrm>
            <a:off x="8783081" y="4927004"/>
            <a:ext cx="2569129" cy="1087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ts val="2000"/>
              </a:lnSpc>
              <a:buFont typeface="Wingdings" panose="05000000000000000000" pitchFamily="2" charset="2"/>
              <a:buChar char="ü"/>
            </a:pPr>
            <a:r>
              <a:rPr lang="en-US" sz="1000" i="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passages of Lorem Ipsum available, or randomized</a:t>
            </a:r>
          </a:p>
          <a:p>
            <a:pPr marL="171450" indent="-171450">
              <a:lnSpc>
                <a:spcPts val="2000"/>
              </a:lnSpc>
              <a:buFont typeface="Wingdings" panose="05000000000000000000" pitchFamily="2" charset="2"/>
              <a:buChar char="ü"/>
            </a:pPr>
            <a:r>
              <a:rPr lang="en-US" sz="1000" i="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words which don't look even slightly there isn't anything</a:t>
            </a:r>
            <a:endParaRPr lang="en-US" sz="10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03301DE-8A10-4A5D-A5E6-9B836F135A08}"/>
              </a:ext>
            </a:extLst>
          </p:cNvPr>
          <p:cNvSpPr txBox="1"/>
          <p:nvPr/>
        </p:nvSpPr>
        <p:spPr>
          <a:xfrm>
            <a:off x="839790" y="5877358"/>
            <a:ext cx="25317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400" dirty="0">
                <a:solidFill>
                  <a:schemeClr val="bg1"/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www.example.com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84DAC6-2371-4B3F-BD6D-0134E79A53E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08FB14B-1A89-4D85-84F5-986DD3A860E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</p:spTree>
    <p:extLst>
      <p:ext uri="{BB962C8B-B14F-4D97-AF65-F5344CB8AC3E}">
        <p14:creationId xmlns:p14="http://schemas.microsoft.com/office/powerpoint/2010/main" val="1303331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C15E6A0-0797-4D35-9CAE-6665A6B1D7CE}"/>
              </a:ext>
            </a:extLst>
          </p:cNvPr>
          <p:cNvSpPr txBox="1"/>
          <p:nvPr/>
        </p:nvSpPr>
        <p:spPr>
          <a:xfrm>
            <a:off x="4029260" y="642863"/>
            <a:ext cx="4133481" cy="65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3500" dirty="0">
                <a:solidFill>
                  <a:schemeClr val="accent2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Team</a:t>
            </a:r>
            <a:r>
              <a:rPr lang="en-US" sz="3500" dirty="0">
                <a:latin typeface="Poppins SemiBold" panose="00000700000000000000" pitchFamily="50" charset="0"/>
                <a:cs typeface="Poppins SemiBold" panose="00000700000000000000" pitchFamily="50" charset="0"/>
              </a:rPr>
              <a:t> member</a:t>
            </a:r>
          </a:p>
        </p:txBody>
      </p:sp>
      <p:sp>
        <p:nvSpPr>
          <p:cNvPr id="59" name="Prevalence">
            <a:extLst>
              <a:ext uri="{FF2B5EF4-FFF2-40B4-BE49-F238E27FC236}">
                <a16:creationId xmlns:a16="http://schemas.microsoft.com/office/drawing/2014/main" id="{3C67E33D-8592-4970-A853-03D6E1CEC271}"/>
              </a:ext>
            </a:extLst>
          </p:cNvPr>
          <p:cNvSpPr/>
          <p:nvPr/>
        </p:nvSpPr>
        <p:spPr>
          <a:xfrm>
            <a:off x="1044473" y="4255578"/>
            <a:ext cx="1716236" cy="2516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8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Darrin Warner</a:t>
            </a:r>
            <a:endParaRPr sz="1800" dirty="0">
              <a:solidFill>
                <a:schemeClr val="tx1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A73CB46A-C0DC-485E-8343-19E048EB6222}"/>
              </a:ext>
            </a:extLst>
          </p:cNvPr>
          <p:cNvSpPr/>
          <p:nvPr/>
        </p:nvSpPr>
        <p:spPr>
          <a:xfrm>
            <a:off x="1391074" y="4698110"/>
            <a:ext cx="105156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1" name="Prevalence">
            <a:extLst>
              <a:ext uri="{FF2B5EF4-FFF2-40B4-BE49-F238E27FC236}">
                <a16:creationId xmlns:a16="http://schemas.microsoft.com/office/drawing/2014/main" id="{46BD4206-DFDF-4F3C-8DCD-7BDEFFF0EE91}"/>
              </a:ext>
            </a:extLst>
          </p:cNvPr>
          <p:cNvSpPr/>
          <p:nvPr/>
        </p:nvSpPr>
        <p:spPr>
          <a:xfrm>
            <a:off x="1577564" y="4764942"/>
            <a:ext cx="692586" cy="1677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2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Business</a:t>
            </a:r>
            <a:endParaRPr sz="1200" dirty="0">
              <a:solidFill>
                <a:schemeClr val="bg1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3D0B760-518C-4CC0-8D25-DB82FED895B5}"/>
              </a:ext>
            </a:extLst>
          </p:cNvPr>
          <p:cNvSpPr txBox="1"/>
          <p:nvPr/>
        </p:nvSpPr>
        <p:spPr>
          <a:xfrm>
            <a:off x="831251" y="5227078"/>
            <a:ext cx="2142681" cy="76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Lorem randomized words which don’t example look even</a:t>
            </a:r>
          </a:p>
        </p:txBody>
      </p:sp>
      <p:sp>
        <p:nvSpPr>
          <p:cNvPr id="14" name="Prevalence">
            <a:extLst>
              <a:ext uri="{FF2B5EF4-FFF2-40B4-BE49-F238E27FC236}">
                <a16:creationId xmlns:a16="http://schemas.microsoft.com/office/drawing/2014/main" id="{4B04EA53-D77B-47DE-9F4C-558FDCA9352A}"/>
              </a:ext>
            </a:extLst>
          </p:cNvPr>
          <p:cNvSpPr/>
          <p:nvPr/>
        </p:nvSpPr>
        <p:spPr>
          <a:xfrm>
            <a:off x="3847028" y="4255578"/>
            <a:ext cx="1716236" cy="2516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8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Darrin Warner</a:t>
            </a:r>
            <a:endParaRPr sz="1800" dirty="0">
              <a:solidFill>
                <a:schemeClr val="tx1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54B7487-368B-45B0-BD05-4C8A40DC69C5}"/>
              </a:ext>
            </a:extLst>
          </p:cNvPr>
          <p:cNvSpPr/>
          <p:nvPr/>
        </p:nvSpPr>
        <p:spPr>
          <a:xfrm>
            <a:off x="4214895" y="4698110"/>
            <a:ext cx="1051560" cy="292608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Prevalence">
            <a:extLst>
              <a:ext uri="{FF2B5EF4-FFF2-40B4-BE49-F238E27FC236}">
                <a16:creationId xmlns:a16="http://schemas.microsoft.com/office/drawing/2014/main" id="{38253006-E544-4523-BAF7-81DBB76142AF}"/>
              </a:ext>
            </a:extLst>
          </p:cNvPr>
          <p:cNvSpPr/>
          <p:nvPr/>
        </p:nvSpPr>
        <p:spPr>
          <a:xfrm>
            <a:off x="4363704" y="4764942"/>
            <a:ext cx="789215" cy="1677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2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Marketing</a:t>
            </a:r>
            <a:endParaRPr sz="1200" dirty="0">
              <a:solidFill>
                <a:schemeClr val="tx1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F08BC7-2E26-41E1-9EFF-9886175915B3}"/>
              </a:ext>
            </a:extLst>
          </p:cNvPr>
          <p:cNvSpPr txBox="1"/>
          <p:nvPr/>
        </p:nvSpPr>
        <p:spPr>
          <a:xfrm>
            <a:off x="3633806" y="5227078"/>
            <a:ext cx="2142681" cy="76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Lorem randomized words which don’t example look even</a:t>
            </a:r>
          </a:p>
        </p:txBody>
      </p:sp>
      <p:sp>
        <p:nvSpPr>
          <p:cNvPr id="19" name="Prevalence">
            <a:extLst>
              <a:ext uri="{FF2B5EF4-FFF2-40B4-BE49-F238E27FC236}">
                <a16:creationId xmlns:a16="http://schemas.microsoft.com/office/drawing/2014/main" id="{FC859CD9-A488-4592-B82B-B511308BADB3}"/>
              </a:ext>
            </a:extLst>
          </p:cNvPr>
          <p:cNvSpPr/>
          <p:nvPr/>
        </p:nvSpPr>
        <p:spPr>
          <a:xfrm>
            <a:off x="6649583" y="4255578"/>
            <a:ext cx="1716236" cy="2516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8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Darrin Warner</a:t>
            </a:r>
            <a:endParaRPr sz="1800" dirty="0">
              <a:solidFill>
                <a:schemeClr val="tx1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39EB38B-73DF-497A-8DDF-6902D4D4AAD4}"/>
              </a:ext>
            </a:extLst>
          </p:cNvPr>
          <p:cNvSpPr/>
          <p:nvPr/>
        </p:nvSpPr>
        <p:spPr>
          <a:xfrm>
            <a:off x="7017450" y="4698110"/>
            <a:ext cx="105156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" name="Prevalence">
            <a:extLst>
              <a:ext uri="{FF2B5EF4-FFF2-40B4-BE49-F238E27FC236}">
                <a16:creationId xmlns:a16="http://schemas.microsoft.com/office/drawing/2014/main" id="{514DF94E-65C9-4B6B-839B-DE74E3334EAE}"/>
              </a:ext>
            </a:extLst>
          </p:cNvPr>
          <p:cNvSpPr/>
          <p:nvPr/>
        </p:nvSpPr>
        <p:spPr>
          <a:xfrm>
            <a:off x="7251687" y="4764942"/>
            <a:ext cx="639621" cy="1677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2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Social</a:t>
            </a:r>
            <a:endParaRPr sz="1200" dirty="0">
              <a:solidFill>
                <a:schemeClr val="bg1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A478F67-B4C3-4201-ADAE-9DE717ABD456}"/>
              </a:ext>
            </a:extLst>
          </p:cNvPr>
          <p:cNvSpPr txBox="1"/>
          <p:nvPr/>
        </p:nvSpPr>
        <p:spPr>
          <a:xfrm>
            <a:off x="6436361" y="5227078"/>
            <a:ext cx="2142681" cy="76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Lorem randomized words which don’t example look even</a:t>
            </a:r>
          </a:p>
        </p:txBody>
      </p:sp>
      <p:sp>
        <p:nvSpPr>
          <p:cNvPr id="24" name="Prevalence">
            <a:extLst>
              <a:ext uri="{FF2B5EF4-FFF2-40B4-BE49-F238E27FC236}">
                <a16:creationId xmlns:a16="http://schemas.microsoft.com/office/drawing/2014/main" id="{6F13351F-B035-45FA-92C5-E6D2BBE70BD4}"/>
              </a:ext>
            </a:extLst>
          </p:cNvPr>
          <p:cNvSpPr/>
          <p:nvPr/>
        </p:nvSpPr>
        <p:spPr>
          <a:xfrm>
            <a:off x="9452138" y="4255578"/>
            <a:ext cx="1716236" cy="2516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8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Darrin Warner</a:t>
            </a:r>
            <a:endParaRPr sz="1800" dirty="0">
              <a:solidFill>
                <a:schemeClr val="tx1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A4C17E9-1553-4DDB-BB7C-469D3F5EB27A}"/>
              </a:ext>
            </a:extLst>
          </p:cNvPr>
          <p:cNvSpPr/>
          <p:nvPr/>
        </p:nvSpPr>
        <p:spPr>
          <a:xfrm>
            <a:off x="9820005" y="4698110"/>
            <a:ext cx="1051560" cy="292608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6" name="Prevalence">
            <a:extLst>
              <a:ext uri="{FF2B5EF4-FFF2-40B4-BE49-F238E27FC236}">
                <a16:creationId xmlns:a16="http://schemas.microsoft.com/office/drawing/2014/main" id="{E0A3445B-39BF-42F6-882E-EC55619927DD}"/>
              </a:ext>
            </a:extLst>
          </p:cNvPr>
          <p:cNvSpPr/>
          <p:nvPr/>
        </p:nvSpPr>
        <p:spPr>
          <a:xfrm>
            <a:off x="10064877" y="4764942"/>
            <a:ext cx="639621" cy="1677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en-US" sz="12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Plan</a:t>
            </a:r>
            <a:endParaRPr sz="1200" dirty="0">
              <a:solidFill>
                <a:schemeClr val="tx1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E228077-9374-46FF-9828-3582DC9D58F9}"/>
              </a:ext>
            </a:extLst>
          </p:cNvPr>
          <p:cNvSpPr txBox="1"/>
          <p:nvPr/>
        </p:nvSpPr>
        <p:spPr>
          <a:xfrm>
            <a:off x="9238916" y="5227078"/>
            <a:ext cx="2142681" cy="76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Lorem randomized words which don’t example look even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EC60B9B-E1B4-466D-B111-AAA044665958}"/>
              </a:ext>
            </a:extLst>
          </p:cNvPr>
          <p:cNvSpPr txBox="1"/>
          <p:nvPr/>
        </p:nvSpPr>
        <p:spPr>
          <a:xfrm>
            <a:off x="3011325" y="1265776"/>
            <a:ext cx="616935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variations of passages of, the or randomized words</a:t>
            </a:r>
            <a:r>
              <a:rPr lang="en-US" sz="11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There are many variations of passages of, the or randomized words.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E36060-F04A-48F1-A147-28AE0DB3F5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22AE222-7AE3-4CBB-AEA3-3296CCB302D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AF6A3A8-A5D0-4A9F-8741-3C3621A52B7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A87129C-81E6-4008-9947-101FEE2486E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851344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9D6B2E59-0C27-404D-9085-2D098E9D21D3}"/>
              </a:ext>
            </a:extLst>
          </p:cNvPr>
          <p:cNvSpPr/>
          <p:nvPr/>
        </p:nvSpPr>
        <p:spPr>
          <a:xfrm>
            <a:off x="4591050" y="0"/>
            <a:ext cx="7600950" cy="6858000"/>
          </a:xfrm>
          <a:prstGeom prst="rect">
            <a:avLst/>
          </a:prstGeom>
          <a:solidFill>
            <a:schemeClr val="accent2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CA3FED-6E61-420F-A4C5-91D4A31047BD}"/>
              </a:ext>
            </a:extLst>
          </p:cNvPr>
          <p:cNvSpPr txBox="1"/>
          <p:nvPr/>
        </p:nvSpPr>
        <p:spPr>
          <a:xfrm>
            <a:off x="714290" y="776213"/>
            <a:ext cx="2870544" cy="65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500" dirty="0">
                <a:solidFill>
                  <a:schemeClr val="accent2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Our</a:t>
            </a:r>
            <a:r>
              <a:rPr lang="en-US" sz="3500" dirty="0">
                <a:latin typeface="Poppins SemiBold" panose="00000700000000000000" pitchFamily="50" charset="0"/>
                <a:cs typeface="Poppins SemiBold" panose="00000700000000000000" pitchFamily="50" charset="0"/>
              </a:rPr>
              <a:t> Clients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9D54204-1EE6-4730-8051-5F4750191033}"/>
              </a:ext>
            </a:extLst>
          </p:cNvPr>
          <p:cNvSpPr txBox="1"/>
          <p:nvPr/>
        </p:nvSpPr>
        <p:spPr>
          <a:xfrm>
            <a:off x="767451" y="1857029"/>
            <a:ext cx="2964577" cy="580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20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variations of passages of, the or randomized words.</a:t>
            </a:r>
            <a:endParaRPr lang="en-US" sz="1200" i="1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0171627-B705-4251-AB67-676BB30A42D4}"/>
              </a:ext>
            </a:extLst>
          </p:cNvPr>
          <p:cNvSpPr txBox="1"/>
          <p:nvPr/>
        </p:nvSpPr>
        <p:spPr>
          <a:xfrm>
            <a:off x="767451" y="4467547"/>
            <a:ext cx="2569129" cy="1343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ts val="2000"/>
              </a:lnSpc>
              <a:buFont typeface="Wingdings" panose="05000000000000000000" pitchFamily="2" charset="2"/>
              <a:buChar char="ü"/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passages of Lorem Ipsum available, or randomized</a:t>
            </a:r>
          </a:p>
          <a:p>
            <a:pPr marL="171450" indent="-171450">
              <a:lnSpc>
                <a:spcPts val="2000"/>
              </a:lnSpc>
              <a:buFont typeface="Wingdings" panose="05000000000000000000" pitchFamily="2" charset="2"/>
              <a:buChar char="ü"/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words which don't look even slightly believable.</a:t>
            </a:r>
          </a:p>
          <a:p>
            <a:pPr marL="171450" indent="-171450">
              <a:lnSpc>
                <a:spcPts val="2000"/>
              </a:lnSpc>
              <a:buFont typeface="Wingdings" panose="05000000000000000000" pitchFamily="2" charset="2"/>
              <a:buChar char="ü"/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isn't anything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917BDB1-21B4-4F4F-B323-E66BD0468FAB}"/>
              </a:ext>
            </a:extLst>
          </p:cNvPr>
          <p:cNvGrpSpPr/>
          <p:nvPr/>
        </p:nvGrpSpPr>
        <p:grpSpPr>
          <a:xfrm>
            <a:off x="9911492" y="1615833"/>
            <a:ext cx="1380428" cy="1453693"/>
            <a:chOff x="5410035" y="1597813"/>
            <a:chExt cx="1380428" cy="1453693"/>
          </a:xfrm>
        </p:grpSpPr>
        <p:pic>
          <p:nvPicPr>
            <p:cNvPr id="1031" name="Graphic 1030">
              <a:extLst>
                <a:ext uri="{FF2B5EF4-FFF2-40B4-BE49-F238E27FC236}">
                  <a16:creationId xmlns:a16="http://schemas.microsoft.com/office/drawing/2014/main" id="{800F5C71-A8C8-4CF2-8EE4-AD88060285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857362" y="2455657"/>
              <a:ext cx="485775" cy="314325"/>
            </a:xfrm>
            <a:prstGeom prst="rect">
              <a:avLst/>
            </a:prstGeom>
          </p:spPr>
        </p:pic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2CD51A8D-1BA1-4532-B3A8-2D499566C5DE}"/>
                </a:ext>
              </a:extLst>
            </p:cNvPr>
            <p:cNvSpPr/>
            <p:nvPr/>
          </p:nvSpPr>
          <p:spPr>
            <a:xfrm>
              <a:off x="5551609" y="2137106"/>
              <a:ext cx="1097280" cy="914400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Prevalence">
              <a:extLst>
                <a:ext uri="{FF2B5EF4-FFF2-40B4-BE49-F238E27FC236}">
                  <a16:creationId xmlns:a16="http://schemas.microsoft.com/office/drawing/2014/main" id="{BB2FD4DE-359D-4ACA-AE03-0E62D202DE80}"/>
                </a:ext>
              </a:extLst>
            </p:cNvPr>
            <p:cNvSpPr/>
            <p:nvPr/>
          </p:nvSpPr>
          <p:spPr>
            <a:xfrm>
              <a:off x="5410035" y="1597813"/>
              <a:ext cx="1380428" cy="15376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anchor="ctr">
              <a:spAutoFit/>
            </a:bodyPr>
            <a:lstStyle>
              <a:lvl1pPr algn="l" defTabSz="1155700">
                <a:lnSpc>
                  <a:spcPct val="90000"/>
                </a:lnSpc>
                <a:defRPr sz="3600">
                  <a:solidFill>
                    <a:srgbClr val="323C40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defRPr>
              </a:lvl1pPr>
            </a:lstStyle>
            <a:p>
              <a:pPr algn="ctr"/>
              <a:r>
                <a:rPr lang="af-ZA" sz="1100" dirty="0">
                  <a:solidFill>
                    <a:schemeClr val="tx1"/>
                  </a:solidFill>
                  <a:latin typeface="Poppins Medium" panose="00000600000000000000" pitchFamily="2" charset="0"/>
                  <a:cs typeface="Poppins Medium" panose="00000600000000000000" pitchFamily="2" charset="0"/>
                </a:rPr>
                <a:t>Description</a:t>
              </a:r>
              <a:endParaRPr sz="11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endParaRPr>
            </a:p>
          </p:txBody>
        </p:sp>
        <p:sp>
          <p:nvSpPr>
            <p:cNvPr id="85" name="Prevalence">
              <a:extLst>
                <a:ext uri="{FF2B5EF4-FFF2-40B4-BE49-F238E27FC236}">
                  <a16:creationId xmlns:a16="http://schemas.microsoft.com/office/drawing/2014/main" id="{1E90B9FA-19B1-4F48-B828-9C10EB42EF8D}"/>
                </a:ext>
              </a:extLst>
            </p:cNvPr>
            <p:cNvSpPr/>
            <p:nvPr/>
          </p:nvSpPr>
          <p:spPr>
            <a:xfrm>
              <a:off x="5410035" y="1802805"/>
              <a:ext cx="1380428" cy="15376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anchor="ctr">
              <a:spAutoFit/>
            </a:bodyPr>
            <a:lstStyle>
              <a:lvl1pPr algn="l" defTabSz="1155700">
                <a:lnSpc>
                  <a:spcPct val="90000"/>
                </a:lnSpc>
                <a:defRPr sz="3600">
                  <a:solidFill>
                    <a:srgbClr val="323C40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defRPr>
              </a:lvl1pPr>
            </a:lstStyle>
            <a:p>
              <a:pPr algn="ctr"/>
              <a:r>
                <a:rPr lang="af-ZA" sz="1100" dirty="0">
                  <a:solidFill>
                    <a:schemeClr val="tx1"/>
                  </a:solidFill>
                  <a:latin typeface="Poppins Light" panose="00000400000000000000" pitchFamily="2" charset="0"/>
                  <a:cs typeface="Poppins Light" panose="00000400000000000000" pitchFamily="2" charset="0"/>
                </a:rPr>
                <a:t>2012</a:t>
              </a:r>
              <a:endParaRPr sz="1100" dirty="0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3DA6352-0296-4461-8129-48DCB0613379}"/>
              </a:ext>
            </a:extLst>
          </p:cNvPr>
          <p:cNvGrpSpPr/>
          <p:nvPr/>
        </p:nvGrpSpPr>
        <p:grpSpPr>
          <a:xfrm>
            <a:off x="7659701" y="1597813"/>
            <a:ext cx="1380428" cy="1453693"/>
            <a:chOff x="7656514" y="1597813"/>
            <a:chExt cx="1380428" cy="1453693"/>
          </a:xfrm>
        </p:grpSpPr>
        <p:pic>
          <p:nvPicPr>
            <p:cNvPr id="1033" name="Graphic 1032">
              <a:extLst>
                <a:ext uri="{FF2B5EF4-FFF2-40B4-BE49-F238E27FC236}">
                  <a16:creationId xmlns:a16="http://schemas.microsoft.com/office/drawing/2014/main" id="{3A694F33-F5DE-4D56-A728-B1F616963F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075295" y="2437676"/>
              <a:ext cx="500409" cy="350286"/>
            </a:xfrm>
            <a:prstGeom prst="rect">
              <a:avLst/>
            </a:prstGeom>
          </p:spPr>
        </p:pic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BD1F91AA-ADB4-42A6-A36B-31AFAC2E6DE8}"/>
                </a:ext>
              </a:extLst>
            </p:cNvPr>
            <p:cNvSpPr/>
            <p:nvPr/>
          </p:nvSpPr>
          <p:spPr>
            <a:xfrm>
              <a:off x="7776859" y="2137106"/>
              <a:ext cx="1097280" cy="914400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0" name="Prevalence">
              <a:extLst>
                <a:ext uri="{FF2B5EF4-FFF2-40B4-BE49-F238E27FC236}">
                  <a16:creationId xmlns:a16="http://schemas.microsoft.com/office/drawing/2014/main" id="{4E29C9B0-BE89-4A1D-9498-4E98CBA4CE17}"/>
                </a:ext>
              </a:extLst>
            </p:cNvPr>
            <p:cNvSpPr/>
            <p:nvPr/>
          </p:nvSpPr>
          <p:spPr>
            <a:xfrm>
              <a:off x="7656514" y="1597813"/>
              <a:ext cx="1380428" cy="15376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anchor="ctr">
              <a:spAutoFit/>
            </a:bodyPr>
            <a:lstStyle>
              <a:lvl1pPr algn="l" defTabSz="1155700">
                <a:lnSpc>
                  <a:spcPct val="90000"/>
                </a:lnSpc>
                <a:defRPr sz="3600">
                  <a:solidFill>
                    <a:srgbClr val="323C40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defRPr>
              </a:lvl1pPr>
            </a:lstStyle>
            <a:p>
              <a:pPr algn="ctr"/>
              <a:r>
                <a:rPr lang="af-ZA" sz="1100" dirty="0">
                  <a:solidFill>
                    <a:schemeClr val="tx1"/>
                  </a:solidFill>
                  <a:latin typeface="Poppins Medium" panose="00000600000000000000" pitchFamily="2" charset="0"/>
                  <a:cs typeface="Poppins Medium" panose="00000600000000000000" pitchFamily="2" charset="0"/>
                </a:rPr>
                <a:t>Description</a:t>
              </a:r>
              <a:endParaRPr sz="11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endParaRPr>
            </a:p>
          </p:txBody>
        </p:sp>
        <p:sp>
          <p:nvSpPr>
            <p:cNvPr id="86" name="Prevalence">
              <a:extLst>
                <a:ext uri="{FF2B5EF4-FFF2-40B4-BE49-F238E27FC236}">
                  <a16:creationId xmlns:a16="http://schemas.microsoft.com/office/drawing/2014/main" id="{BCCA6918-5F0D-4C12-859A-5DF49B963883}"/>
                </a:ext>
              </a:extLst>
            </p:cNvPr>
            <p:cNvSpPr/>
            <p:nvPr/>
          </p:nvSpPr>
          <p:spPr>
            <a:xfrm>
              <a:off x="7656514" y="1802805"/>
              <a:ext cx="1380428" cy="15376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anchor="ctr">
              <a:spAutoFit/>
            </a:bodyPr>
            <a:lstStyle>
              <a:lvl1pPr algn="l" defTabSz="1155700">
                <a:lnSpc>
                  <a:spcPct val="90000"/>
                </a:lnSpc>
                <a:defRPr sz="3600">
                  <a:solidFill>
                    <a:srgbClr val="323C40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defRPr>
              </a:lvl1pPr>
            </a:lstStyle>
            <a:p>
              <a:pPr algn="ctr"/>
              <a:r>
                <a:rPr lang="af-ZA" sz="1100" dirty="0">
                  <a:solidFill>
                    <a:schemeClr val="tx1"/>
                  </a:solidFill>
                  <a:latin typeface="Poppins Light" panose="00000400000000000000" pitchFamily="2" charset="0"/>
                  <a:cs typeface="Poppins Light" panose="00000400000000000000" pitchFamily="2" charset="0"/>
                </a:rPr>
                <a:t>2014</a:t>
              </a:r>
              <a:endParaRPr sz="1100" dirty="0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F59D938-620C-4218-B138-7559D2D76763}"/>
              </a:ext>
            </a:extLst>
          </p:cNvPr>
          <p:cNvGrpSpPr/>
          <p:nvPr/>
        </p:nvGrpSpPr>
        <p:grpSpPr>
          <a:xfrm>
            <a:off x="5407910" y="4088018"/>
            <a:ext cx="1380428" cy="1453693"/>
            <a:chOff x="5410035" y="4088018"/>
            <a:chExt cx="1380428" cy="1453693"/>
          </a:xfrm>
        </p:grpSpPr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9E4EBB13-AE61-4D6D-A888-C8ECCACF90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857362" y="4945862"/>
              <a:ext cx="485775" cy="314325"/>
            </a:xfrm>
            <a:prstGeom prst="rect">
              <a:avLst/>
            </a:prstGeom>
          </p:spPr>
        </p:pic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F14D0E55-6F41-4BA6-AAA0-EF2A0BFAAE5E}"/>
                </a:ext>
              </a:extLst>
            </p:cNvPr>
            <p:cNvSpPr/>
            <p:nvPr/>
          </p:nvSpPr>
          <p:spPr>
            <a:xfrm>
              <a:off x="5551609" y="4627311"/>
              <a:ext cx="1097280" cy="914400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1" name="Prevalence">
              <a:extLst>
                <a:ext uri="{FF2B5EF4-FFF2-40B4-BE49-F238E27FC236}">
                  <a16:creationId xmlns:a16="http://schemas.microsoft.com/office/drawing/2014/main" id="{C0582FCA-788F-4E75-9A47-3BB95D78CF64}"/>
                </a:ext>
              </a:extLst>
            </p:cNvPr>
            <p:cNvSpPr/>
            <p:nvPr/>
          </p:nvSpPr>
          <p:spPr>
            <a:xfrm>
              <a:off x="5410035" y="4088018"/>
              <a:ext cx="1380428" cy="15376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anchor="ctr">
              <a:spAutoFit/>
            </a:bodyPr>
            <a:lstStyle>
              <a:lvl1pPr algn="l" defTabSz="1155700">
                <a:lnSpc>
                  <a:spcPct val="90000"/>
                </a:lnSpc>
                <a:defRPr sz="3600">
                  <a:solidFill>
                    <a:srgbClr val="323C40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defRPr>
              </a:lvl1pPr>
            </a:lstStyle>
            <a:p>
              <a:pPr algn="ctr"/>
              <a:r>
                <a:rPr lang="af-ZA" sz="1100" dirty="0">
                  <a:solidFill>
                    <a:schemeClr val="tx1"/>
                  </a:solidFill>
                  <a:latin typeface="Poppins Medium" panose="00000600000000000000" pitchFamily="2" charset="0"/>
                  <a:cs typeface="Poppins Medium" panose="00000600000000000000" pitchFamily="2" charset="0"/>
                </a:rPr>
                <a:t>Description</a:t>
              </a:r>
              <a:endParaRPr sz="11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endParaRPr>
            </a:p>
          </p:txBody>
        </p:sp>
        <p:sp>
          <p:nvSpPr>
            <p:cNvPr id="87" name="Prevalence">
              <a:extLst>
                <a:ext uri="{FF2B5EF4-FFF2-40B4-BE49-F238E27FC236}">
                  <a16:creationId xmlns:a16="http://schemas.microsoft.com/office/drawing/2014/main" id="{156B9BB8-5F92-4E66-A2D5-267C1F43DA40}"/>
                </a:ext>
              </a:extLst>
            </p:cNvPr>
            <p:cNvSpPr/>
            <p:nvPr/>
          </p:nvSpPr>
          <p:spPr>
            <a:xfrm>
              <a:off x="5410035" y="4320435"/>
              <a:ext cx="1380428" cy="15376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anchor="ctr">
              <a:spAutoFit/>
            </a:bodyPr>
            <a:lstStyle>
              <a:lvl1pPr algn="l" defTabSz="1155700">
                <a:lnSpc>
                  <a:spcPct val="90000"/>
                </a:lnSpc>
                <a:defRPr sz="3600">
                  <a:solidFill>
                    <a:srgbClr val="323C40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defRPr>
              </a:lvl1pPr>
            </a:lstStyle>
            <a:p>
              <a:pPr algn="ctr"/>
              <a:r>
                <a:rPr lang="af-ZA" sz="1100" dirty="0">
                  <a:solidFill>
                    <a:schemeClr val="tx1"/>
                  </a:solidFill>
                  <a:latin typeface="Poppins Light" panose="00000400000000000000" pitchFamily="2" charset="0"/>
                  <a:cs typeface="Poppins Light" panose="00000400000000000000" pitchFamily="2" charset="0"/>
                </a:rPr>
                <a:t>2016</a:t>
              </a:r>
              <a:endParaRPr sz="1100" dirty="0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25F063E-9345-4CC1-B784-D01E12C2F0EC}"/>
              </a:ext>
            </a:extLst>
          </p:cNvPr>
          <p:cNvGrpSpPr/>
          <p:nvPr/>
        </p:nvGrpSpPr>
        <p:grpSpPr>
          <a:xfrm>
            <a:off x="7659701" y="4088018"/>
            <a:ext cx="1380428" cy="1453693"/>
            <a:chOff x="7656514" y="4088018"/>
            <a:chExt cx="1380428" cy="1453693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52C469E7-406A-45F6-BCC0-33DD28F7464A}"/>
                </a:ext>
              </a:extLst>
            </p:cNvPr>
            <p:cNvSpPr/>
            <p:nvPr/>
          </p:nvSpPr>
          <p:spPr>
            <a:xfrm>
              <a:off x="7798088" y="4627311"/>
              <a:ext cx="1097280" cy="914400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037" name="Graphic 1036">
              <a:extLst>
                <a:ext uri="{FF2B5EF4-FFF2-40B4-BE49-F238E27FC236}">
                  <a16:creationId xmlns:a16="http://schemas.microsoft.com/office/drawing/2014/main" id="{58E9D3EE-04CC-4D88-8892-8628D194E1E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184670" y="4903437"/>
              <a:ext cx="324116" cy="399175"/>
            </a:xfrm>
            <a:prstGeom prst="rect">
              <a:avLst/>
            </a:prstGeom>
          </p:spPr>
        </p:pic>
        <p:sp>
          <p:nvSpPr>
            <p:cNvPr id="82" name="Prevalence">
              <a:extLst>
                <a:ext uri="{FF2B5EF4-FFF2-40B4-BE49-F238E27FC236}">
                  <a16:creationId xmlns:a16="http://schemas.microsoft.com/office/drawing/2014/main" id="{C08C80E5-04DC-4404-8209-DDC13CFE7EDE}"/>
                </a:ext>
              </a:extLst>
            </p:cNvPr>
            <p:cNvSpPr/>
            <p:nvPr/>
          </p:nvSpPr>
          <p:spPr>
            <a:xfrm>
              <a:off x="7656514" y="4088018"/>
              <a:ext cx="1380428" cy="15376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anchor="ctr">
              <a:spAutoFit/>
            </a:bodyPr>
            <a:lstStyle>
              <a:lvl1pPr algn="l" defTabSz="1155700">
                <a:lnSpc>
                  <a:spcPct val="90000"/>
                </a:lnSpc>
                <a:defRPr sz="3600">
                  <a:solidFill>
                    <a:srgbClr val="323C40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defRPr>
              </a:lvl1pPr>
            </a:lstStyle>
            <a:p>
              <a:pPr algn="ctr"/>
              <a:r>
                <a:rPr lang="af-ZA" sz="1100" dirty="0">
                  <a:solidFill>
                    <a:schemeClr val="tx1"/>
                  </a:solidFill>
                  <a:latin typeface="Poppins Medium" panose="00000600000000000000" pitchFamily="2" charset="0"/>
                  <a:cs typeface="Poppins Medium" panose="00000600000000000000" pitchFamily="2" charset="0"/>
                </a:rPr>
                <a:t>Description</a:t>
              </a:r>
              <a:endParaRPr sz="11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endParaRPr>
            </a:p>
          </p:txBody>
        </p:sp>
        <p:sp>
          <p:nvSpPr>
            <p:cNvPr id="88" name="Prevalence">
              <a:extLst>
                <a:ext uri="{FF2B5EF4-FFF2-40B4-BE49-F238E27FC236}">
                  <a16:creationId xmlns:a16="http://schemas.microsoft.com/office/drawing/2014/main" id="{0524753B-95EA-460B-B226-920B38C6DD95}"/>
                </a:ext>
              </a:extLst>
            </p:cNvPr>
            <p:cNvSpPr/>
            <p:nvPr/>
          </p:nvSpPr>
          <p:spPr>
            <a:xfrm>
              <a:off x="7656514" y="4308654"/>
              <a:ext cx="1380428" cy="15376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anchor="ctr">
              <a:spAutoFit/>
            </a:bodyPr>
            <a:lstStyle>
              <a:lvl1pPr algn="l" defTabSz="1155700">
                <a:lnSpc>
                  <a:spcPct val="90000"/>
                </a:lnSpc>
                <a:defRPr sz="3600">
                  <a:solidFill>
                    <a:srgbClr val="323C40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defRPr>
              </a:lvl1pPr>
            </a:lstStyle>
            <a:p>
              <a:pPr algn="ctr"/>
              <a:r>
                <a:rPr lang="af-ZA" sz="1100" dirty="0">
                  <a:solidFill>
                    <a:schemeClr val="tx1"/>
                  </a:solidFill>
                  <a:latin typeface="Poppins Light" panose="00000400000000000000" pitchFamily="2" charset="0"/>
                  <a:cs typeface="Poppins Light" panose="00000400000000000000" pitchFamily="2" charset="0"/>
                </a:rPr>
                <a:t>2018</a:t>
              </a:r>
              <a:endParaRPr sz="1100" dirty="0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D23A10E-89D7-40AC-96A6-FAC1748947C0}"/>
              </a:ext>
            </a:extLst>
          </p:cNvPr>
          <p:cNvGrpSpPr/>
          <p:nvPr/>
        </p:nvGrpSpPr>
        <p:grpSpPr>
          <a:xfrm>
            <a:off x="9911492" y="4088018"/>
            <a:ext cx="1380428" cy="1453693"/>
            <a:chOff x="9911492" y="4088018"/>
            <a:chExt cx="1380428" cy="1453693"/>
          </a:xfrm>
        </p:grpSpPr>
        <p:pic>
          <p:nvPicPr>
            <p:cNvPr id="52" name="Graphic 51">
              <a:extLst>
                <a:ext uri="{FF2B5EF4-FFF2-40B4-BE49-F238E27FC236}">
                  <a16:creationId xmlns:a16="http://schemas.microsoft.com/office/drawing/2014/main" id="{597C42CF-29A8-4CD2-A92C-9A68076BC9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351502" y="4927881"/>
              <a:ext cx="500409" cy="350286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F0717D43-61EC-4BBF-B06A-22330BFA39AE}"/>
                </a:ext>
              </a:extLst>
            </p:cNvPr>
            <p:cNvSpPr/>
            <p:nvPr/>
          </p:nvSpPr>
          <p:spPr>
            <a:xfrm>
              <a:off x="10053066" y="4627311"/>
              <a:ext cx="1097280" cy="914400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3" name="Prevalence">
              <a:extLst>
                <a:ext uri="{FF2B5EF4-FFF2-40B4-BE49-F238E27FC236}">
                  <a16:creationId xmlns:a16="http://schemas.microsoft.com/office/drawing/2014/main" id="{AA0CB628-8264-4AD3-BB99-C2FC6EED42C6}"/>
                </a:ext>
              </a:extLst>
            </p:cNvPr>
            <p:cNvSpPr/>
            <p:nvPr/>
          </p:nvSpPr>
          <p:spPr>
            <a:xfrm>
              <a:off x="9911492" y="4088018"/>
              <a:ext cx="1380428" cy="15376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anchor="ctr">
              <a:spAutoFit/>
            </a:bodyPr>
            <a:lstStyle>
              <a:lvl1pPr algn="l" defTabSz="1155700">
                <a:lnSpc>
                  <a:spcPct val="90000"/>
                </a:lnSpc>
                <a:defRPr sz="3600">
                  <a:solidFill>
                    <a:srgbClr val="323C40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defRPr>
              </a:lvl1pPr>
            </a:lstStyle>
            <a:p>
              <a:pPr algn="ctr"/>
              <a:r>
                <a:rPr lang="af-ZA" sz="1100" dirty="0">
                  <a:solidFill>
                    <a:schemeClr val="tx1"/>
                  </a:solidFill>
                  <a:latin typeface="Poppins Medium" panose="00000600000000000000" pitchFamily="2" charset="0"/>
                  <a:cs typeface="Poppins Medium" panose="00000600000000000000" pitchFamily="2" charset="0"/>
                </a:rPr>
                <a:t>Description</a:t>
              </a:r>
              <a:endParaRPr sz="11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endParaRPr>
            </a:p>
          </p:txBody>
        </p:sp>
        <p:sp>
          <p:nvSpPr>
            <p:cNvPr id="89" name="Prevalence">
              <a:extLst>
                <a:ext uri="{FF2B5EF4-FFF2-40B4-BE49-F238E27FC236}">
                  <a16:creationId xmlns:a16="http://schemas.microsoft.com/office/drawing/2014/main" id="{E10CBB87-1F84-4821-928C-D6C17DC108E7}"/>
                </a:ext>
              </a:extLst>
            </p:cNvPr>
            <p:cNvSpPr/>
            <p:nvPr/>
          </p:nvSpPr>
          <p:spPr>
            <a:xfrm>
              <a:off x="9911492" y="4308654"/>
              <a:ext cx="1380428" cy="15376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anchor="ctr">
              <a:spAutoFit/>
            </a:bodyPr>
            <a:lstStyle>
              <a:lvl1pPr algn="l" defTabSz="1155700">
                <a:lnSpc>
                  <a:spcPct val="90000"/>
                </a:lnSpc>
                <a:defRPr sz="3600">
                  <a:solidFill>
                    <a:srgbClr val="323C40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defRPr>
              </a:lvl1pPr>
            </a:lstStyle>
            <a:p>
              <a:pPr algn="ctr"/>
              <a:r>
                <a:rPr lang="af-ZA" sz="1100" dirty="0">
                  <a:solidFill>
                    <a:schemeClr val="tx1"/>
                  </a:solidFill>
                  <a:latin typeface="Poppins Light" panose="00000400000000000000" pitchFamily="2" charset="0"/>
                  <a:cs typeface="Poppins Light" panose="00000400000000000000" pitchFamily="2" charset="0"/>
                </a:rPr>
                <a:t>2021</a:t>
              </a:r>
              <a:endParaRPr sz="1100" dirty="0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ED0AA5F-A518-42D0-A73F-F9B2A161E834}"/>
              </a:ext>
            </a:extLst>
          </p:cNvPr>
          <p:cNvGrpSpPr/>
          <p:nvPr/>
        </p:nvGrpSpPr>
        <p:grpSpPr>
          <a:xfrm>
            <a:off x="5407910" y="1597813"/>
            <a:ext cx="1380428" cy="1453693"/>
            <a:chOff x="7656514" y="4088018"/>
            <a:chExt cx="1380428" cy="1453693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A5927C6-0CFF-41DA-AB27-515ED7F0BBE8}"/>
                </a:ext>
              </a:extLst>
            </p:cNvPr>
            <p:cNvSpPr/>
            <p:nvPr/>
          </p:nvSpPr>
          <p:spPr>
            <a:xfrm>
              <a:off x="7798088" y="4627311"/>
              <a:ext cx="1097280" cy="914400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55" name="Graphic 54">
              <a:extLst>
                <a:ext uri="{FF2B5EF4-FFF2-40B4-BE49-F238E27FC236}">
                  <a16:creationId xmlns:a16="http://schemas.microsoft.com/office/drawing/2014/main" id="{2EE65507-FE1E-4D55-A85F-E2A2D4D400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184670" y="4903437"/>
              <a:ext cx="324116" cy="399175"/>
            </a:xfrm>
            <a:prstGeom prst="rect">
              <a:avLst/>
            </a:prstGeom>
          </p:spPr>
        </p:pic>
        <p:sp>
          <p:nvSpPr>
            <p:cNvPr id="56" name="Prevalence">
              <a:extLst>
                <a:ext uri="{FF2B5EF4-FFF2-40B4-BE49-F238E27FC236}">
                  <a16:creationId xmlns:a16="http://schemas.microsoft.com/office/drawing/2014/main" id="{03E2DB37-7906-401A-83EA-B46901AE21BC}"/>
                </a:ext>
              </a:extLst>
            </p:cNvPr>
            <p:cNvSpPr/>
            <p:nvPr/>
          </p:nvSpPr>
          <p:spPr>
            <a:xfrm>
              <a:off x="7656514" y="4088018"/>
              <a:ext cx="1380428" cy="15376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anchor="ctr">
              <a:spAutoFit/>
            </a:bodyPr>
            <a:lstStyle>
              <a:lvl1pPr algn="l" defTabSz="1155700">
                <a:lnSpc>
                  <a:spcPct val="90000"/>
                </a:lnSpc>
                <a:defRPr sz="3600">
                  <a:solidFill>
                    <a:srgbClr val="323C40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defRPr>
              </a:lvl1pPr>
            </a:lstStyle>
            <a:p>
              <a:pPr algn="ctr"/>
              <a:r>
                <a:rPr lang="af-ZA" sz="1100" dirty="0">
                  <a:solidFill>
                    <a:schemeClr val="tx1"/>
                  </a:solidFill>
                  <a:latin typeface="Poppins Medium" panose="00000600000000000000" pitchFamily="2" charset="0"/>
                  <a:cs typeface="Poppins Medium" panose="00000600000000000000" pitchFamily="2" charset="0"/>
                </a:rPr>
                <a:t>Description</a:t>
              </a:r>
              <a:endParaRPr sz="11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endParaRPr>
            </a:p>
          </p:txBody>
        </p:sp>
        <p:sp>
          <p:nvSpPr>
            <p:cNvPr id="57" name="Prevalence">
              <a:extLst>
                <a:ext uri="{FF2B5EF4-FFF2-40B4-BE49-F238E27FC236}">
                  <a16:creationId xmlns:a16="http://schemas.microsoft.com/office/drawing/2014/main" id="{FD4EB88F-5BF3-47AF-B6CF-AFC2D60F1DD5}"/>
                </a:ext>
              </a:extLst>
            </p:cNvPr>
            <p:cNvSpPr/>
            <p:nvPr/>
          </p:nvSpPr>
          <p:spPr>
            <a:xfrm>
              <a:off x="7656514" y="4308654"/>
              <a:ext cx="1380428" cy="15376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anchor="ctr">
              <a:spAutoFit/>
            </a:bodyPr>
            <a:lstStyle>
              <a:lvl1pPr algn="l" defTabSz="1155700">
                <a:lnSpc>
                  <a:spcPct val="90000"/>
                </a:lnSpc>
                <a:defRPr sz="3600">
                  <a:solidFill>
                    <a:srgbClr val="323C40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defRPr>
              </a:lvl1pPr>
            </a:lstStyle>
            <a:p>
              <a:pPr algn="ctr"/>
              <a:r>
                <a:rPr lang="af-ZA" sz="1100" dirty="0">
                  <a:solidFill>
                    <a:schemeClr val="tx1"/>
                  </a:solidFill>
                  <a:latin typeface="Poppins Light" panose="00000400000000000000" pitchFamily="2" charset="0"/>
                  <a:cs typeface="Poppins Light" panose="00000400000000000000" pitchFamily="2" charset="0"/>
                </a:rPr>
                <a:t>2018</a:t>
              </a:r>
              <a:endParaRPr sz="1100" dirty="0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72789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175AAC3A-EC29-435C-ACE7-819D825C9B32}"/>
              </a:ext>
            </a:extLst>
          </p:cNvPr>
          <p:cNvSpPr/>
          <p:nvPr/>
        </p:nvSpPr>
        <p:spPr>
          <a:xfrm rot="10800000" flipV="1">
            <a:off x="3610581" y="2448211"/>
            <a:ext cx="1759069" cy="1754694"/>
          </a:xfrm>
          <a:custGeom>
            <a:avLst/>
            <a:gdLst>
              <a:gd name="connsiteX0" fmla="*/ 0 w 2459375"/>
              <a:gd name="connsiteY0" fmla="*/ 2453257 h 2453257"/>
              <a:gd name="connsiteX1" fmla="*/ 0 w 2459375"/>
              <a:gd name="connsiteY1" fmla="*/ 0 h 2453257"/>
              <a:gd name="connsiteX2" fmla="*/ 2459375 w 2459375"/>
              <a:gd name="connsiteY2" fmla="*/ 0 h 2453257"/>
              <a:gd name="connsiteX3" fmla="*/ 2459375 w 2459375"/>
              <a:gd name="connsiteY3" fmla="*/ 2453257 h 2453257"/>
              <a:gd name="connsiteX4" fmla="*/ 0 w 2459375"/>
              <a:gd name="connsiteY4" fmla="*/ 2453257 h 2453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59375" h="2453257">
                <a:moveTo>
                  <a:pt x="0" y="2453257"/>
                </a:moveTo>
                <a:lnTo>
                  <a:pt x="0" y="0"/>
                </a:lnTo>
                <a:lnTo>
                  <a:pt x="2459375" y="0"/>
                </a:lnTo>
                <a:lnTo>
                  <a:pt x="2459375" y="2453257"/>
                </a:lnTo>
                <a:lnTo>
                  <a:pt x="0" y="245325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72B61B76-AFCE-4FC9-8391-267861B5B29F}"/>
              </a:ext>
            </a:extLst>
          </p:cNvPr>
          <p:cNvSpPr/>
          <p:nvPr/>
        </p:nvSpPr>
        <p:spPr>
          <a:xfrm rot="10800000" flipV="1">
            <a:off x="5555674" y="2448211"/>
            <a:ext cx="1759069" cy="1759067"/>
          </a:xfrm>
          <a:custGeom>
            <a:avLst/>
            <a:gdLst>
              <a:gd name="connsiteX0" fmla="*/ 0 w 2459375"/>
              <a:gd name="connsiteY0" fmla="*/ 2459371 h 2459371"/>
              <a:gd name="connsiteX1" fmla="*/ 0 w 2459375"/>
              <a:gd name="connsiteY1" fmla="*/ 0 h 2459371"/>
              <a:gd name="connsiteX2" fmla="*/ 2459375 w 2459375"/>
              <a:gd name="connsiteY2" fmla="*/ 0 h 2459371"/>
              <a:gd name="connsiteX3" fmla="*/ 2459375 w 2459375"/>
              <a:gd name="connsiteY3" fmla="*/ 2459371 h 2459371"/>
              <a:gd name="connsiteX4" fmla="*/ 0 w 2459375"/>
              <a:gd name="connsiteY4" fmla="*/ 2459371 h 2459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59375" h="2459371">
                <a:moveTo>
                  <a:pt x="0" y="2459371"/>
                </a:moveTo>
                <a:lnTo>
                  <a:pt x="0" y="0"/>
                </a:lnTo>
                <a:lnTo>
                  <a:pt x="2459375" y="0"/>
                </a:lnTo>
                <a:lnTo>
                  <a:pt x="2459375" y="2459371"/>
                </a:lnTo>
                <a:lnTo>
                  <a:pt x="0" y="2459371"/>
                </a:ln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06F708A6-1B43-4A3A-92B3-646734247D41}"/>
              </a:ext>
            </a:extLst>
          </p:cNvPr>
          <p:cNvSpPr/>
          <p:nvPr/>
        </p:nvSpPr>
        <p:spPr>
          <a:xfrm rot="10800000" flipV="1">
            <a:off x="7497965" y="2448211"/>
            <a:ext cx="1759069" cy="1759067"/>
          </a:xfrm>
          <a:custGeom>
            <a:avLst/>
            <a:gdLst>
              <a:gd name="connsiteX0" fmla="*/ 0 w 2459375"/>
              <a:gd name="connsiteY0" fmla="*/ 2459371 h 2459371"/>
              <a:gd name="connsiteX1" fmla="*/ 0 w 2459375"/>
              <a:gd name="connsiteY1" fmla="*/ 0 h 2459371"/>
              <a:gd name="connsiteX2" fmla="*/ 2459375 w 2459375"/>
              <a:gd name="connsiteY2" fmla="*/ 0 h 2459371"/>
              <a:gd name="connsiteX3" fmla="*/ 2459375 w 2459375"/>
              <a:gd name="connsiteY3" fmla="*/ 2459371 h 2459371"/>
              <a:gd name="connsiteX4" fmla="*/ 0 w 2459375"/>
              <a:gd name="connsiteY4" fmla="*/ 2459371 h 2459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59375" h="2459371">
                <a:moveTo>
                  <a:pt x="0" y="2459371"/>
                </a:moveTo>
                <a:lnTo>
                  <a:pt x="0" y="0"/>
                </a:lnTo>
                <a:lnTo>
                  <a:pt x="2459375" y="0"/>
                </a:lnTo>
                <a:lnTo>
                  <a:pt x="2459375" y="2459371"/>
                </a:lnTo>
                <a:lnTo>
                  <a:pt x="0" y="2459371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7B91802F-1DA7-4D19-94EE-58D69A506B3D}"/>
              </a:ext>
            </a:extLst>
          </p:cNvPr>
          <p:cNvSpPr/>
          <p:nvPr/>
        </p:nvSpPr>
        <p:spPr>
          <a:xfrm rot="10800000" flipV="1">
            <a:off x="9441515" y="2448211"/>
            <a:ext cx="1759069" cy="1761674"/>
          </a:xfrm>
          <a:custGeom>
            <a:avLst/>
            <a:gdLst>
              <a:gd name="connsiteX0" fmla="*/ 0 w 2459375"/>
              <a:gd name="connsiteY0" fmla="*/ 2463017 h 2463017"/>
              <a:gd name="connsiteX1" fmla="*/ 0 w 2459375"/>
              <a:gd name="connsiteY1" fmla="*/ 0 h 2463017"/>
              <a:gd name="connsiteX2" fmla="*/ 2459375 w 2459375"/>
              <a:gd name="connsiteY2" fmla="*/ 0 h 2463017"/>
              <a:gd name="connsiteX3" fmla="*/ 2459375 w 2459375"/>
              <a:gd name="connsiteY3" fmla="*/ 2463017 h 2463017"/>
              <a:gd name="connsiteX4" fmla="*/ 0 w 2459375"/>
              <a:gd name="connsiteY4" fmla="*/ 2463017 h 2463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59375" h="2463017">
                <a:moveTo>
                  <a:pt x="0" y="2463017"/>
                </a:moveTo>
                <a:lnTo>
                  <a:pt x="0" y="0"/>
                </a:lnTo>
                <a:lnTo>
                  <a:pt x="2459375" y="0"/>
                </a:lnTo>
                <a:lnTo>
                  <a:pt x="2459375" y="2463017"/>
                </a:lnTo>
                <a:lnTo>
                  <a:pt x="0" y="2463017"/>
                </a:lnTo>
                <a:close/>
              </a:path>
            </a:pathLst>
          </a:custGeom>
          <a:solidFill>
            <a:schemeClr val="accent4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8" name="Freeform 48">
            <a:extLst>
              <a:ext uri="{FF2B5EF4-FFF2-40B4-BE49-F238E27FC236}">
                <a16:creationId xmlns:a16="http://schemas.microsoft.com/office/drawing/2014/main" id="{E2F81B6D-9545-490D-BBE4-EFDEF1AF7B17}"/>
              </a:ext>
            </a:extLst>
          </p:cNvPr>
          <p:cNvSpPr>
            <a:spLocks noEditPoints="1"/>
          </p:cNvSpPr>
          <p:nvPr/>
        </p:nvSpPr>
        <p:spPr bwMode="auto">
          <a:xfrm>
            <a:off x="10129359" y="2917129"/>
            <a:ext cx="385896" cy="376186"/>
          </a:xfrm>
          <a:custGeom>
            <a:avLst/>
            <a:gdLst>
              <a:gd name="T0" fmla="*/ 95 w 160"/>
              <a:gd name="T1" fmla="*/ 31 h 155"/>
              <a:gd name="T2" fmla="*/ 75 w 160"/>
              <a:gd name="T3" fmla="*/ 55 h 155"/>
              <a:gd name="T4" fmla="*/ 51 w 160"/>
              <a:gd name="T5" fmla="*/ 49 h 155"/>
              <a:gd name="T6" fmla="*/ 29 w 160"/>
              <a:gd name="T7" fmla="*/ 61 h 155"/>
              <a:gd name="T8" fmla="*/ 53 w 160"/>
              <a:gd name="T9" fmla="*/ 55 h 155"/>
              <a:gd name="T10" fmla="*/ 72 w 160"/>
              <a:gd name="T11" fmla="*/ 61 h 155"/>
              <a:gd name="T12" fmla="*/ 99 w 160"/>
              <a:gd name="T13" fmla="*/ 39 h 155"/>
              <a:gd name="T14" fmla="*/ 101 w 160"/>
              <a:gd name="T15" fmla="*/ 34 h 155"/>
              <a:gd name="T16" fmla="*/ 33 w 160"/>
              <a:gd name="T17" fmla="*/ 61 h 155"/>
              <a:gd name="T18" fmla="*/ 59 w 160"/>
              <a:gd name="T19" fmla="*/ 52 h 155"/>
              <a:gd name="T20" fmla="*/ 59 w 160"/>
              <a:gd name="T21" fmla="*/ 52 h 155"/>
              <a:gd name="T22" fmla="*/ 83 w 160"/>
              <a:gd name="T23" fmla="*/ 61 h 155"/>
              <a:gd name="T24" fmla="*/ 25 w 160"/>
              <a:gd name="T25" fmla="*/ 115 h 155"/>
              <a:gd name="T26" fmla="*/ 6 w 160"/>
              <a:gd name="T27" fmla="*/ 16 h 155"/>
              <a:gd name="T28" fmla="*/ 6 w 160"/>
              <a:gd name="T29" fmla="*/ 11 h 155"/>
              <a:gd name="T30" fmla="*/ 22 w 160"/>
              <a:gd name="T31" fmla="*/ 120 h 155"/>
              <a:gd name="T32" fmla="*/ 40 w 160"/>
              <a:gd name="T33" fmla="*/ 152 h 155"/>
              <a:gd name="T34" fmla="*/ 81 w 160"/>
              <a:gd name="T35" fmla="*/ 131 h 155"/>
              <a:gd name="T36" fmla="*/ 99 w 160"/>
              <a:gd name="T37" fmla="*/ 152 h 155"/>
              <a:gd name="T38" fmla="*/ 117 w 160"/>
              <a:gd name="T39" fmla="*/ 120 h 155"/>
              <a:gd name="T40" fmla="*/ 112 w 160"/>
              <a:gd name="T41" fmla="*/ 126 h 155"/>
              <a:gd name="T42" fmla="*/ 112 w 160"/>
              <a:gd name="T43" fmla="*/ 120 h 155"/>
              <a:gd name="T44" fmla="*/ 80 w 160"/>
              <a:gd name="T45" fmla="*/ 16 h 155"/>
              <a:gd name="T46" fmla="*/ 136 w 160"/>
              <a:gd name="T47" fmla="*/ 41 h 155"/>
              <a:gd name="T48" fmla="*/ 82 w 160"/>
              <a:gd name="T49" fmla="*/ 11 h 155"/>
              <a:gd name="T50" fmla="*/ 56 w 160"/>
              <a:gd name="T51" fmla="*/ 6 h 155"/>
              <a:gd name="T52" fmla="*/ 28 w 160"/>
              <a:gd name="T53" fmla="*/ 16 h 155"/>
              <a:gd name="T54" fmla="*/ 79 w 160"/>
              <a:gd name="T55" fmla="*/ 6 h 155"/>
              <a:gd name="T56" fmla="*/ 32 w 160"/>
              <a:gd name="T57" fmla="*/ 80 h 155"/>
              <a:gd name="T58" fmla="*/ 41 w 160"/>
              <a:gd name="T59" fmla="*/ 107 h 155"/>
              <a:gd name="T60" fmla="*/ 32 w 160"/>
              <a:gd name="T61" fmla="*/ 80 h 155"/>
              <a:gd name="T62" fmla="*/ 40 w 160"/>
              <a:gd name="T63" fmla="*/ 85 h 155"/>
              <a:gd name="T64" fmla="*/ 51 w 160"/>
              <a:gd name="T65" fmla="*/ 103 h 155"/>
              <a:gd name="T66" fmla="*/ 66 w 160"/>
              <a:gd name="T67" fmla="*/ 71 h 155"/>
              <a:gd name="T68" fmla="*/ 56 w 160"/>
              <a:gd name="T69" fmla="*/ 102 h 155"/>
              <a:gd name="T70" fmla="*/ 85 w 160"/>
              <a:gd name="T71" fmla="*/ 80 h 155"/>
              <a:gd name="T72" fmla="*/ 75 w 160"/>
              <a:gd name="T73" fmla="*/ 107 h 155"/>
              <a:gd name="T74" fmla="*/ 85 w 160"/>
              <a:gd name="T75" fmla="*/ 80 h 155"/>
              <a:gd name="T76" fmla="*/ 83 w 160"/>
              <a:gd name="T77" fmla="*/ 85 h 155"/>
              <a:gd name="T78" fmla="*/ 94 w 160"/>
              <a:gd name="T79" fmla="*/ 104 h 155"/>
              <a:gd name="T80" fmla="*/ 106 w 160"/>
              <a:gd name="T81" fmla="*/ 102 h 155"/>
              <a:gd name="T82" fmla="*/ 158 w 160"/>
              <a:gd name="T83" fmla="*/ 118 h 155"/>
              <a:gd name="T84" fmla="*/ 107 w 160"/>
              <a:gd name="T85" fmla="*/ 48 h 155"/>
              <a:gd name="T86" fmla="*/ 129 w 160"/>
              <a:gd name="T87" fmla="*/ 103 h 155"/>
              <a:gd name="T88" fmla="*/ 160 w 160"/>
              <a:gd name="T89" fmla="*/ 122 h 155"/>
              <a:gd name="T90" fmla="*/ 109 w 160"/>
              <a:gd name="T91" fmla="*/ 51 h 155"/>
              <a:gd name="T92" fmla="*/ 136 w 160"/>
              <a:gd name="T93" fmla="*/ 95 h 155"/>
              <a:gd name="T94" fmla="*/ 134 w 160"/>
              <a:gd name="T95" fmla="*/ 102 h 155"/>
              <a:gd name="T96" fmla="*/ 155 w 160"/>
              <a:gd name="T97" fmla="*/ 122 h 155"/>
              <a:gd name="T98" fmla="*/ 139 w 160"/>
              <a:gd name="T99" fmla="*/ 64 h 155"/>
              <a:gd name="T100" fmla="*/ 118 w 160"/>
              <a:gd name="T101" fmla="*/ 91 h 155"/>
              <a:gd name="T102" fmla="*/ 136 w 160"/>
              <a:gd name="T103" fmla="*/ 59 h 155"/>
              <a:gd name="T104" fmla="*/ 102 w 160"/>
              <a:gd name="T105" fmla="*/ 84 h 155"/>
              <a:gd name="T106" fmla="*/ 144 w 160"/>
              <a:gd name="T107" fmla="*/ 80 h 1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60" h="155">
                <a:moveTo>
                  <a:pt x="101" y="39"/>
                </a:moveTo>
                <a:cubicBezTo>
                  <a:pt x="106" y="39"/>
                  <a:pt x="109" y="36"/>
                  <a:pt x="109" y="31"/>
                </a:cubicBezTo>
                <a:cubicBezTo>
                  <a:pt x="109" y="26"/>
                  <a:pt x="106" y="23"/>
                  <a:pt x="101" y="23"/>
                </a:cubicBezTo>
                <a:cubicBezTo>
                  <a:pt x="98" y="23"/>
                  <a:pt x="95" y="26"/>
                  <a:pt x="95" y="31"/>
                </a:cubicBezTo>
                <a:cubicBezTo>
                  <a:pt x="95" y="32"/>
                  <a:pt x="95" y="34"/>
                  <a:pt x="96" y="36"/>
                </a:cubicBezTo>
                <a:cubicBezTo>
                  <a:pt x="83" y="53"/>
                  <a:pt x="83" y="53"/>
                  <a:pt x="83" y="53"/>
                </a:cubicBezTo>
                <a:cubicBezTo>
                  <a:pt x="82" y="53"/>
                  <a:pt x="82" y="53"/>
                  <a:pt x="80" y="53"/>
                </a:cubicBezTo>
                <a:cubicBezTo>
                  <a:pt x="78" y="53"/>
                  <a:pt x="77" y="53"/>
                  <a:pt x="75" y="55"/>
                </a:cubicBezTo>
                <a:cubicBezTo>
                  <a:pt x="66" y="50"/>
                  <a:pt x="66" y="50"/>
                  <a:pt x="66" y="50"/>
                </a:cubicBezTo>
                <a:cubicBezTo>
                  <a:pt x="66" y="50"/>
                  <a:pt x="67" y="50"/>
                  <a:pt x="67" y="49"/>
                </a:cubicBezTo>
                <a:cubicBezTo>
                  <a:pt x="67" y="44"/>
                  <a:pt x="62" y="41"/>
                  <a:pt x="59" y="41"/>
                </a:cubicBezTo>
                <a:cubicBezTo>
                  <a:pt x="54" y="41"/>
                  <a:pt x="51" y="44"/>
                  <a:pt x="51" y="49"/>
                </a:cubicBezTo>
                <a:cubicBezTo>
                  <a:pt x="51" y="50"/>
                  <a:pt x="51" y="50"/>
                  <a:pt x="51" y="50"/>
                </a:cubicBezTo>
                <a:cubicBezTo>
                  <a:pt x="43" y="55"/>
                  <a:pt x="43" y="55"/>
                  <a:pt x="43" y="55"/>
                </a:cubicBezTo>
                <a:cubicBezTo>
                  <a:pt x="41" y="53"/>
                  <a:pt x="40" y="53"/>
                  <a:pt x="37" y="53"/>
                </a:cubicBezTo>
                <a:cubicBezTo>
                  <a:pt x="33" y="53"/>
                  <a:pt x="29" y="57"/>
                  <a:pt x="29" y="61"/>
                </a:cubicBezTo>
                <a:cubicBezTo>
                  <a:pt x="29" y="65"/>
                  <a:pt x="33" y="69"/>
                  <a:pt x="37" y="69"/>
                </a:cubicBezTo>
                <a:cubicBezTo>
                  <a:pt x="41" y="69"/>
                  <a:pt x="45" y="65"/>
                  <a:pt x="45" y="61"/>
                </a:cubicBezTo>
                <a:cubicBezTo>
                  <a:pt x="45" y="60"/>
                  <a:pt x="45" y="60"/>
                  <a:pt x="45" y="60"/>
                </a:cubicBezTo>
                <a:cubicBezTo>
                  <a:pt x="53" y="55"/>
                  <a:pt x="53" y="55"/>
                  <a:pt x="53" y="55"/>
                </a:cubicBezTo>
                <a:cubicBezTo>
                  <a:pt x="54" y="57"/>
                  <a:pt x="56" y="57"/>
                  <a:pt x="59" y="57"/>
                </a:cubicBezTo>
                <a:cubicBezTo>
                  <a:pt x="61" y="57"/>
                  <a:pt x="62" y="57"/>
                  <a:pt x="64" y="55"/>
                </a:cubicBezTo>
                <a:cubicBezTo>
                  <a:pt x="72" y="60"/>
                  <a:pt x="72" y="60"/>
                  <a:pt x="72" y="60"/>
                </a:cubicBezTo>
                <a:cubicBezTo>
                  <a:pt x="72" y="60"/>
                  <a:pt x="72" y="60"/>
                  <a:pt x="72" y="61"/>
                </a:cubicBezTo>
                <a:cubicBezTo>
                  <a:pt x="72" y="65"/>
                  <a:pt x="75" y="69"/>
                  <a:pt x="80" y="69"/>
                </a:cubicBezTo>
                <a:cubicBezTo>
                  <a:pt x="85" y="69"/>
                  <a:pt x="88" y="65"/>
                  <a:pt x="88" y="61"/>
                </a:cubicBezTo>
                <a:cubicBezTo>
                  <a:pt x="88" y="60"/>
                  <a:pt x="88" y="58"/>
                  <a:pt x="86" y="57"/>
                </a:cubicBezTo>
                <a:cubicBezTo>
                  <a:pt x="99" y="39"/>
                  <a:pt x="99" y="39"/>
                  <a:pt x="99" y="39"/>
                </a:cubicBezTo>
                <a:lnTo>
                  <a:pt x="101" y="39"/>
                </a:lnTo>
                <a:close/>
                <a:moveTo>
                  <a:pt x="101" y="28"/>
                </a:moveTo>
                <a:cubicBezTo>
                  <a:pt x="104" y="28"/>
                  <a:pt x="104" y="29"/>
                  <a:pt x="104" y="31"/>
                </a:cubicBezTo>
                <a:cubicBezTo>
                  <a:pt x="104" y="32"/>
                  <a:pt x="104" y="34"/>
                  <a:pt x="101" y="34"/>
                </a:cubicBezTo>
                <a:cubicBezTo>
                  <a:pt x="99" y="34"/>
                  <a:pt x="99" y="32"/>
                  <a:pt x="99" y="31"/>
                </a:cubicBezTo>
                <a:cubicBezTo>
                  <a:pt x="99" y="29"/>
                  <a:pt x="99" y="28"/>
                  <a:pt x="101" y="28"/>
                </a:cubicBezTo>
                <a:close/>
                <a:moveTo>
                  <a:pt x="37" y="65"/>
                </a:moveTo>
                <a:cubicBezTo>
                  <a:pt x="35" y="65"/>
                  <a:pt x="33" y="63"/>
                  <a:pt x="33" y="61"/>
                </a:cubicBezTo>
                <a:cubicBezTo>
                  <a:pt x="33" y="60"/>
                  <a:pt x="35" y="58"/>
                  <a:pt x="37" y="58"/>
                </a:cubicBezTo>
                <a:cubicBezTo>
                  <a:pt x="38" y="58"/>
                  <a:pt x="40" y="60"/>
                  <a:pt x="40" y="61"/>
                </a:cubicBezTo>
                <a:cubicBezTo>
                  <a:pt x="40" y="63"/>
                  <a:pt x="38" y="65"/>
                  <a:pt x="37" y="65"/>
                </a:cubicBezTo>
                <a:close/>
                <a:moveTo>
                  <a:pt x="59" y="52"/>
                </a:moveTo>
                <a:cubicBezTo>
                  <a:pt x="58" y="52"/>
                  <a:pt x="56" y="50"/>
                  <a:pt x="56" y="49"/>
                </a:cubicBezTo>
                <a:cubicBezTo>
                  <a:pt x="56" y="47"/>
                  <a:pt x="58" y="45"/>
                  <a:pt x="59" y="45"/>
                </a:cubicBezTo>
                <a:cubicBezTo>
                  <a:pt x="61" y="45"/>
                  <a:pt x="62" y="47"/>
                  <a:pt x="62" y="49"/>
                </a:cubicBezTo>
                <a:cubicBezTo>
                  <a:pt x="62" y="50"/>
                  <a:pt x="61" y="52"/>
                  <a:pt x="59" y="52"/>
                </a:cubicBezTo>
                <a:close/>
                <a:moveTo>
                  <a:pt x="80" y="65"/>
                </a:moveTo>
                <a:cubicBezTo>
                  <a:pt x="78" y="65"/>
                  <a:pt x="77" y="63"/>
                  <a:pt x="77" y="61"/>
                </a:cubicBezTo>
                <a:cubicBezTo>
                  <a:pt x="77" y="60"/>
                  <a:pt x="78" y="58"/>
                  <a:pt x="80" y="58"/>
                </a:cubicBezTo>
                <a:cubicBezTo>
                  <a:pt x="82" y="58"/>
                  <a:pt x="83" y="60"/>
                  <a:pt x="83" y="61"/>
                </a:cubicBezTo>
                <a:cubicBezTo>
                  <a:pt x="83" y="63"/>
                  <a:pt x="82" y="65"/>
                  <a:pt x="80" y="65"/>
                </a:cubicBezTo>
                <a:close/>
                <a:moveTo>
                  <a:pt x="130" y="115"/>
                </a:moveTo>
                <a:cubicBezTo>
                  <a:pt x="113" y="115"/>
                  <a:pt x="113" y="115"/>
                  <a:pt x="113" y="115"/>
                </a:cubicBezTo>
                <a:cubicBezTo>
                  <a:pt x="25" y="115"/>
                  <a:pt x="25" y="115"/>
                  <a:pt x="25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5" y="115"/>
                  <a:pt x="5" y="115"/>
                  <a:pt x="5" y="113"/>
                </a:cubicBezTo>
                <a:cubicBezTo>
                  <a:pt x="5" y="17"/>
                  <a:pt x="5" y="17"/>
                  <a:pt x="5" y="17"/>
                </a:cubicBezTo>
                <a:cubicBezTo>
                  <a:pt x="5" y="16"/>
                  <a:pt x="5" y="16"/>
                  <a:pt x="6" y="16"/>
                </a:cubicBezTo>
                <a:cubicBezTo>
                  <a:pt x="17" y="16"/>
                  <a:pt x="17" y="16"/>
                  <a:pt x="17" y="16"/>
                </a:cubicBezTo>
                <a:cubicBezTo>
                  <a:pt x="19" y="16"/>
                  <a:pt x="19" y="14"/>
                  <a:pt x="19" y="13"/>
                </a:cubicBezTo>
                <a:cubicBezTo>
                  <a:pt x="19" y="11"/>
                  <a:pt x="19" y="11"/>
                  <a:pt x="17" y="11"/>
                </a:cubicBezTo>
                <a:cubicBezTo>
                  <a:pt x="6" y="11"/>
                  <a:pt x="6" y="11"/>
                  <a:pt x="6" y="11"/>
                </a:cubicBezTo>
                <a:cubicBezTo>
                  <a:pt x="3" y="11"/>
                  <a:pt x="0" y="14"/>
                  <a:pt x="0" y="17"/>
                </a:cubicBezTo>
                <a:cubicBezTo>
                  <a:pt x="0" y="113"/>
                  <a:pt x="0" y="113"/>
                  <a:pt x="0" y="113"/>
                </a:cubicBezTo>
                <a:cubicBezTo>
                  <a:pt x="0" y="117"/>
                  <a:pt x="3" y="120"/>
                  <a:pt x="6" y="120"/>
                </a:cubicBezTo>
                <a:cubicBezTo>
                  <a:pt x="22" y="120"/>
                  <a:pt x="22" y="120"/>
                  <a:pt x="22" y="120"/>
                </a:cubicBezTo>
                <a:cubicBezTo>
                  <a:pt x="22" y="126"/>
                  <a:pt x="22" y="126"/>
                  <a:pt x="22" y="126"/>
                </a:cubicBezTo>
                <a:cubicBezTo>
                  <a:pt x="22" y="128"/>
                  <a:pt x="25" y="131"/>
                  <a:pt x="27" y="131"/>
                </a:cubicBezTo>
                <a:cubicBezTo>
                  <a:pt x="51" y="131"/>
                  <a:pt x="51" y="131"/>
                  <a:pt x="51" y="131"/>
                </a:cubicBezTo>
                <a:cubicBezTo>
                  <a:pt x="40" y="152"/>
                  <a:pt x="40" y="152"/>
                  <a:pt x="40" y="152"/>
                </a:cubicBezTo>
                <a:cubicBezTo>
                  <a:pt x="40" y="153"/>
                  <a:pt x="40" y="155"/>
                  <a:pt x="41" y="155"/>
                </a:cubicBezTo>
                <a:cubicBezTo>
                  <a:pt x="43" y="155"/>
                  <a:pt x="43" y="155"/>
                  <a:pt x="45" y="155"/>
                </a:cubicBezTo>
                <a:cubicBezTo>
                  <a:pt x="56" y="131"/>
                  <a:pt x="56" y="131"/>
                  <a:pt x="56" y="131"/>
                </a:cubicBezTo>
                <a:cubicBezTo>
                  <a:pt x="81" y="131"/>
                  <a:pt x="81" y="131"/>
                  <a:pt x="81" y="131"/>
                </a:cubicBezTo>
                <a:cubicBezTo>
                  <a:pt x="94" y="155"/>
                  <a:pt x="94" y="155"/>
                  <a:pt x="94" y="155"/>
                </a:cubicBezTo>
                <a:cubicBezTo>
                  <a:pt x="96" y="155"/>
                  <a:pt x="96" y="155"/>
                  <a:pt x="96" y="155"/>
                </a:cubicBezTo>
                <a:cubicBezTo>
                  <a:pt x="97" y="155"/>
                  <a:pt x="97" y="155"/>
                  <a:pt x="97" y="155"/>
                </a:cubicBezTo>
                <a:cubicBezTo>
                  <a:pt x="99" y="155"/>
                  <a:pt x="99" y="153"/>
                  <a:pt x="99" y="152"/>
                </a:cubicBezTo>
                <a:cubicBezTo>
                  <a:pt x="88" y="131"/>
                  <a:pt x="88" y="131"/>
                  <a:pt x="88" y="131"/>
                </a:cubicBezTo>
                <a:cubicBezTo>
                  <a:pt x="110" y="131"/>
                  <a:pt x="110" y="131"/>
                  <a:pt x="110" y="131"/>
                </a:cubicBezTo>
                <a:cubicBezTo>
                  <a:pt x="113" y="131"/>
                  <a:pt x="117" y="128"/>
                  <a:pt x="117" y="126"/>
                </a:cubicBezTo>
                <a:cubicBezTo>
                  <a:pt x="117" y="120"/>
                  <a:pt x="117" y="120"/>
                  <a:pt x="117" y="120"/>
                </a:cubicBezTo>
                <a:cubicBezTo>
                  <a:pt x="130" y="120"/>
                  <a:pt x="130" y="120"/>
                  <a:pt x="130" y="120"/>
                </a:cubicBezTo>
                <a:cubicBezTo>
                  <a:pt x="131" y="120"/>
                  <a:pt x="133" y="120"/>
                  <a:pt x="133" y="118"/>
                </a:cubicBezTo>
                <a:cubicBezTo>
                  <a:pt x="133" y="117"/>
                  <a:pt x="131" y="115"/>
                  <a:pt x="130" y="115"/>
                </a:cubicBezTo>
                <a:close/>
                <a:moveTo>
                  <a:pt x="112" y="126"/>
                </a:moveTo>
                <a:cubicBezTo>
                  <a:pt x="112" y="126"/>
                  <a:pt x="112" y="126"/>
                  <a:pt x="110" y="126"/>
                </a:cubicBezTo>
                <a:cubicBezTo>
                  <a:pt x="27" y="126"/>
                  <a:pt x="27" y="126"/>
                  <a:pt x="27" y="126"/>
                </a:cubicBezTo>
                <a:cubicBezTo>
                  <a:pt x="27" y="120"/>
                  <a:pt x="27" y="120"/>
                  <a:pt x="27" y="120"/>
                </a:cubicBezTo>
                <a:cubicBezTo>
                  <a:pt x="112" y="120"/>
                  <a:pt x="112" y="120"/>
                  <a:pt x="112" y="120"/>
                </a:cubicBezTo>
                <a:cubicBezTo>
                  <a:pt x="112" y="126"/>
                  <a:pt x="112" y="126"/>
                  <a:pt x="112" y="126"/>
                </a:cubicBezTo>
                <a:close/>
                <a:moveTo>
                  <a:pt x="28" y="16"/>
                </a:moveTo>
                <a:cubicBezTo>
                  <a:pt x="60" y="16"/>
                  <a:pt x="60" y="16"/>
                  <a:pt x="60" y="16"/>
                </a:cubicBezTo>
                <a:cubicBezTo>
                  <a:pt x="80" y="16"/>
                  <a:pt x="80" y="16"/>
                  <a:pt x="80" y="16"/>
                </a:cubicBezTo>
                <a:cubicBezTo>
                  <a:pt x="133" y="16"/>
                  <a:pt x="133" y="16"/>
                  <a:pt x="133" y="16"/>
                </a:cubicBezTo>
                <a:cubicBezTo>
                  <a:pt x="133" y="16"/>
                  <a:pt x="135" y="16"/>
                  <a:pt x="135" y="18"/>
                </a:cubicBezTo>
                <a:cubicBezTo>
                  <a:pt x="135" y="40"/>
                  <a:pt x="135" y="40"/>
                  <a:pt x="135" y="40"/>
                </a:cubicBezTo>
                <a:cubicBezTo>
                  <a:pt x="135" y="41"/>
                  <a:pt x="136" y="41"/>
                  <a:pt x="136" y="41"/>
                </a:cubicBezTo>
                <a:cubicBezTo>
                  <a:pt x="138" y="41"/>
                  <a:pt x="139" y="41"/>
                  <a:pt x="139" y="40"/>
                </a:cubicBezTo>
                <a:cubicBezTo>
                  <a:pt x="139" y="18"/>
                  <a:pt x="139" y="18"/>
                  <a:pt x="139" y="18"/>
                </a:cubicBezTo>
                <a:cubicBezTo>
                  <a:pt x="139" y="14"/>
                  <a:pt x="136" y="11"/>
                  <a:pt x="133" y="11"/>
                </a:cubicBezTo>
                <a:cubicBezTo>
                  <a:pt x="82" y="11"/>
                  <a:pt x="82" y="11"/>
                  <a:pt x="82" y="11"/>
                </a:cubicBezTo>
                <a:cubicBezTo>
                  <a:pt x="82" y="6"/>
                  <a:pt x="82" y="6"/>
                  <a:pt x="82" y="6"/>
                </a:cubicBezTo>
                <a:cubicBezTo>
                  <a:pt x="82" y="3"/>
                  <a:pt x="80" y="0"/>
                  <a:pt x="77" y="0"/>
                </a:cubicBezTo>
                <a:cubicBezTo>
                  <a:pt x="63" y="0"/>
                  <a:pt x="63" y="0"/>
                  <a:pt x="63" y="0"/>
                </a:cubicBezTo>
                <a:cubicBezTo>
                  <a:pt x="60" y="0"/>
                  <a:pt x="56" y="3"/>
                  <a:pt x="56" y="6"/>
                </a:cubicBezTo>
                <a:cubicBezTo>
                  <a:pt x="56" y="11"/>
                  <a:pt x="56" y="11"/>
                  <a:pt x="56" y="11"/>
                </a:cubicBezTo>
                <a:cubicBezTo>
                  <a:pt x="28" y="11"/>
                  <a:pt x="28" y="11"/>
                  <a:pt x="28" y="11"/>
                </a:cubicBezTo>
                <a:cubicBezTo>
                  <a:pt x="26" y="11"/>
                  <a:pt x="24" y="11"/>
                  <a:pt x="24" y="13"/>
                </a:cubicBezTo>
                <a:cubicBezTo>
                  <a:pt x="24" y="14"/>
                  <a:pt x="26" y="16"/>
                  <a:pt x="28" y="16"/>
                </a:cubicBezTo>
                <a:close/>
                <a:moveTo>
                  <a:pt x="61" y="6"/>
                </a:moveTo>
                <a:cubicBezTo>
                  <a:pt x="61" y="6"/>
                  <a:pt x="61" y="5"/>
                  <a:pt x="63" y="5"/>
                </a:cubicBezTo>
                <a:cubicBezTo>
                  <a:pt x="77" y="5"/>
                  <a:pt x="77" y="5"/>
                  <a:pt x="77" y="5"/>
                </a:cubicBezTo>
                <a:cubicBezTo>
                  <a:pt x="79" y="6"/>
                  <a:pt x="79" y="6"/>
                  <a:pt x="79" y="6"/>
                </a:cubicBezTo>
                <a:cubicBezTo>
                  <a:pt x="79" y="11"/>
                  <a:pt x="79" y="11"/>
                  <a:pt x="79" y="11"/>
                </a:cubicBezTo>
                <a:cubicBezTo>
                  <a:pt x="61" y="11"/>
                  <a:pt x="61" y="11"/>
                  <a:pt x="61" y="11"/>
                </a:cubicBezTo>
                <a:cubicBezTo>
                  <a:pt x="61" y="6"/>
                  <a:pt x="61" y="6"/>
                  <a:pt x="61" y="6"/>
                </a:cubicBezTo>
                <a:close/>
                <a:moveTo>
                  <a:pt x="32" y="80"/>
                </a:moveTo>
                <a:cubicBezTo>
                  <a:pt x="30" y="80"/>
                  <a:pt x="30" y="82"/>
                  <a:pt x="30" y="84"/>
                </a:cubicBezTo>
                <a:cubicBezTo>
                  <a:pt x="30" y="103"/>
                  <a:pt x="30" y="103"/>
                  <a:pt x="30" y="103"/>
                </a:cubicBezTo>
                <a:cubicBezTo>
                  <a:pt x="30" y="105"/>
                  <a:pt x="30" y="107"/>
                  <a:pt x="32" y="107"/>
                </a:cubicBezTo>
                <a:cubicBezTo>
                  <a:pt x="41" y="107"/>
                  <a:pt x="41" y="107"/>
                  <a:pt x="41" y="107"/>
                </a:cubicBezTo>
                <a:cubicBezTo>
                  <a:pt x="43" y="107"/>
                  <a:pt x="45" y="105"/>
                  <a:pt x="45" y="103"/>
                </a:cubicBezTo>
                <a:cubicBezTo>
                  <a:pt x="45" y="84"/>
                  <a:pt x="45" y="84"/>
                  <a:pt x="45" y="84"/>
                </a:cubicBezTo>
                <a:cubicBezTo>
                  <a:pt x="45" y="82"/>
                  <a:pt x="43" y="80"/>
                  <a:pt x="41" y="80"/>
                </a:cubicBezTo>
                <a:cubicBezTo>
                  <a:pt x="32" y="80"/>
                  <a:pt x="32" y="80"/>
                  <a:pt x="32" y="80"/>
                </a:cubicBezTo>
                <a:close/>
                <a:moveTo>
                  <a:pt x="40" y="102"/>
                </a:moveTo>
                <a:cubicBezTo>
                  <a:pt x="35" y="102"/>
                  <a:pt x="35" y="102"/>
                  <a:pt x="35" y="102"/>
                </a:cubicBezTo>
                <a:cubicBezTo>
                  <a:pt x="35" y="85"/>
                  <a:pt x="35" y="85"/>
                  <a:pt x="35" y="85"/>
                </a:cubicBezTo>
                <a:cubicBezTo>
                  <a:pt x="40" y="85"/>
                  <a:pt x="40" y="85"/>
                  <a:pt x="40" y="85"/>
                </a:cubicBezTo>
                <a:cubicBezTo>
                  <a:pt x="40" y="102"/>
                  <a:pt x="40" y="102"/>
                  <a:pt x="40" y="102"/>
                </a:cubicBezTo>
                <a:close/>
                <a:moveTo>
                  <a:pt x="55" y="69"/>
                </a:moveTo>
                <a:cubicBezTo>
                  <a:pt x="53" y="69"/>
                  <a:pt x="51" y="69"/>
                  <a:pt x="51" y="71"/>
                </a:cubicBezTo>
                <a:cubicBezTo>
                  <a:pt x="51" y="103"/>
                  <a:pt x="51" y="103"/>
                  <a:pt x="51" y="103"/>
                </a:cubicBezTo>
                <a:cubicBezTo>
                  <a:pt x="51" y="105"/>
                  <a:pt x="53" y="107"/>
                  <a:pt x="55" y="107"/>
                </a:cubicBezTo>
                <a:cubicBezTo>
                  <a:pt x="64" y="107"/>
                  <a:pt x="64" y="107"/>
                  <a:pt x="64" y="107"/>
                </a:cubicBezTo>
                <a:cubicBezTo>
                  <a:pt x="64" y="107"/>
                  <a:pt x="66" y="105"/>
                  <a:pt x="66" y="103"/>
                </a:cubicBezTo>
                <a:cubicBezTo>
                  <a:pt x="66" y="71"/>
                  <a:pt x="66" y="71"/>
                  <a:pt x="66" y="71"/>
                </a:cubicBezTo>
                <a:cubicBezTo>
                  <a:pt x="66" y="69"/>
                  <a:pt x="64" y="69"/>
                  <a:pt x="64" y="69"/>
                </a:cubicBezTo>
                <a:cubicBezTo>
                  <a:pt x="55" y="69"/>
                  <a:pt x="55" y="69"/>
                  <a:pt x="55" y="69"/>
                </a:cubicBezTo>
                <a:close/>
                <a:moveTo>
                  <a:pt x="61" y="102"/>
                </a:moveTo>
                <a:cubicBezTo>
                  <a:pt x="56" y="102"/>
                  <a:pt x="56" y="102"/>
                  <a:pt x="56" y="102"/>
                </a:cubicBezTo>
                <a:cubicBezTo>
                  <a:pt x="56" y="74"/>
                  <a:pt x="56" y="74"/>
                  <a:pt x="56" y="74"/>
                </a:cubicBezTo>
                <a:cubicBezTo>
                  <a:pt x="61" y="74"/>
                  <a:pt x="61" y="74"/>
                  <a:pt x="61" y="74"/>
                </a:cubicBezTo>
                <a:cubicBezTo>
                  <a:pt x="61" y="102"/>
                  <a:pt x="61" y="102"/>
                  <a:pt x="61" y="102"/>
                </a:cubicBezTo>
                <a:close/>
                <a:moveTo>
                  <a:pt x="85" y="80"/>
                </a:moveTo>
                <a:cubicBezTo>
                  <a:pt x="75" y="80"/>
                  <a:pt x="75" y="80"/>
                  <a:pt x="75" y="80"/>
                </a:cubicBezTo>
                <a:cubicBezTo>
                  <a:pt x="73" y="80"/>
                  <a:pt x="73" y="82"/>
                  <a:pt x="73" y="84"/>
                </a:cubicBezTo>
                <a:cubicBezTo>
                  <a:pt x="73" y="103"/>
                  <a:pt x="73" y="103"/>
                  <a:pt x="73" y="103"/>
                </a:cubicBezTo>
                <a:cubicBezTo>
                  <a:pt x="73" y="105"/>
                  <a:pt x="73" y="107"/>
                  <a:pt x="75" y="107"/>
                </a:cubicBezTo>
                <a:cubicBezTo>
                  <a:pt x="85" y="107"/>
                  <a:pt x="85" y="107"/>
                  <a:pt x="85" y="107"/>
                </a:cubicBezTo>
                <a:cubicBezTo>
                  <a:pt x="86" y="107"/>
                  <a:pt x="86" y="105"/>
                  <a:pt x="86" y="103"/>
                </a:cubicBezTo>
                <a:cubicBezTo>
                  <a:pt x="86" y="84"/>
                  <a:pt x="86" y="84"/>
                  <a:pt x="86" y="84"/>
                </a:cubicBezTo>
                <a:cubicBezTo>
                  <a:pt x="86" y="82"/>
                  <a:pt x="86" y="80"/>
                  <a:pt x="85" y="80"/>
                </a:cubicBezTo>
                <a:close/>
                <a:moveTo>
                  <a:pt x="83" y="102"/>
                </a:moveTo>
                <a:cubicBezTo>
                  <a:pt x="78" y="102"/>
                  <a:pt x="78" y="102"/>
                  <a:pt x="78" y="102"/>
                </a:cubicBezTo>
                <a:cubicBezTo>
                  <a:pt x="78" y="85"/>
                  <a:pt x="78" y="85"/>
                  <a:pt x="78" y="85"/>
                </a:cubicBezTo>
                <a:cubicBezTo>
                  <a:pt x="83" y="85"/>
                  <a:pt x="83" y="85"/>
                  <a:pt x="83" y="85"/>
                </a:cubicBezTo>
                <a:cubicBezTo>
                  <a:pt x="83" y="102"/>
                  <a:pt x="83" y="102"/>
                  <a:pt x="83" y="102"/>
                </a:cubicBezTo>
                <a:close/>
                <a:moveTo>
                  <a:pt x="95" y="96"/>
                </a:moveTo>
                <a:cubicBezTo>
                  <a:pt x="95" y="96"/>
                  <a:pt x="94" y="96"/>
                  <a:pt x="94" y="97"/>
                </a:cubicBezTo>
                <a:cubicBezTo>
                  <a:pt x="94" y="104"/>
                  <a:pt x="94" y="104"/>
                  <a:pt x="94" y="104"/>
                </a:cubicBezTo>
                <a:cubicBezTo>
                  <a:pt x="94" y="105"/>
                  <a:pt x="95" y="107"/>
                  <a:pt x="95" y="107"/>
                </a:cubicBezTo>
                <a:cubicBezTo>
                  <a:pt x="106" y="107"/>
                  <a:pt x="106" y="107"/>
                  <a:pt x="106" y="107"/>
                </a:cubicBezTo>
                <a:cubicBezTo>
                  <a:pt x="107" y="107"/>
                  <a:pt x="109" y="105"/>
                  <a:pt x="109" y="104"/>
                </a:cubicBezTo>
                <a:cubicBezTo>
                  <a:pt x="109" y="104"/>
                  <a:pt x="107" y="102"/>
                  <a:pt x="106" y="102"/>
                </a:cubicBezTo>
                <a:cubicBezTo>
                  <a:pt x="99" y="102"/>
                  <a:pt x="99" y="102"/>
                  <a:pt x="99" y="102"/>
                </a:cubicBezTo>
                <a:cubicBezTo>
                  <a:pt x="99" y="97"/>
                  <a:pt x="99" y="97"/>
                  <a:pt x="99" y="97"/>
                </a:cubicBezTo>
                <a:cubicBezTo>
                  <a:pt x="99" y="96"/>
                  <a:pt x="97" y="96"/>
                  <a:pt x="95" y="96"/>
                </a:cubicBezTo>
                <a:close/>
                <a:moveTo>
                  <a:pt x="158" y="118"/>
                </a:moveTo>
                <a:cubicBezTo>
                  <a:pt x="144" y="94"/>
                  <a:pt x="144" y="94"/>
                  <a:pt x="144" y="94"/>
                </a:cubicBezTo>
                <a:cubicBezTo>
                  <a:pt x="149" y="91"/>
                  <a:pt x="150" y="86"/>
                  <a:pt x="152" y="81"/>
                </a:cubicBezTo>
                <a:cubicBezTo>
                  <a:pt x="153" y="73"/>
                  <a:pt x="153" y="65"/>
                  <a:pt x="149" y="59"/>
                </a:cubicBezTo>
                <a:cubicBezTo>
                  <a:pt x="141" y="44"/>
                  <a:pt x="121" y="38"/>
                  <a:pt x="107" y="48"/>
                </a:cubicBezTo>
                <a:cubicBezTo>
                  <a:pt x="93" y="56"/>
                  <a:pt x="88" y="75"/>
                  <a:pt x="96" y="89"/>
                </a:cubicBezTo>
                <a:cubicBezTo>
                  <a:pt x="99" y="95"/>
                  <a:pt x="107" y="100"/>
                  <a:pt x="115" y="103"/>
                </a:cubicBezTo>
                <a:cubicBezTo>
                  <a:pt x="117" y="103"/>
                  <a:pt x="120" y="103"/>
                  <a:pt x="123" y="103"/>
                </a:cubicBezTo>
                <a:cubicBezTo>
                  <a:pt x="125" y="103"/>
                  <a:pt x="126" y="103"/>
                  <a:pt x="129" y="103"/>
                </a:cubicBezTo>
                <a:cubicBezTo>
                  <a:pt x="142" y="126"/>
                  <a:pt x="142" y="126"/>
                  <a:pt x="142" y="126"/>
                </a:cubicBezTo>
                <a:cubicBezTo>
                  <a:pt x="144" y="129"/>
                  <a:pt x="147" y="130"/>
                  <a:pt x="150" y="130"/>
                </a:cubicBezTo>
                <a:cubicBezTo>
                  <a:pt x="152" y="130"/>
                  <a:pt x="153" y="130"/>
                  <a:pt x="155" y="129"/>
                </a:cubicBezTo>
                <a:cubicBezTo>
                  <a:pt x="157" y="127"/>
                  <a:pt x="160" y="126"/>
                  <a:pt x="160" y="122"/>
                </a:cubicBezTo>
                <a:cubicBezTo>
                  <a:pt x="160" y="121"/>
                  <a:pt x="158" y="119"/>
                  <a:pt x="158" y="118"/>
                </a:cubicBezTo>
                <a:close/>
                <a:moveTo>
                  <a:pt x="115" y="99"/>
                </a:moveTo>
                <a:cubicBezTo>
                  <a:pt x="109" y="97"/>
                  <a:pt x="104" y="92"/>
                  <a:pt x="99" y="86"/>
                </a:cubicBezTo>
                <a:cubicBezTo>
                  <a:pt x="93" y="75"/>
                  <a:pt x="97" y="59"/>
                  <a:pt x="109" y="51"/>
                </a:cubicBezTo>
                <a:cubicBezTo>
                  <a:pt x="113" y="49"/>
                  <a:pt x="118" y="48"/>
                  <a:pt x="121" y="48"/>
                </a:cubicBezTo>
                <a:cubicBezTo>
                  <a:pt x="131" y="48"/>
                  <a:pt x="139" y="52"/>
                  <a:pt x="144" y="60"/>
                </a:cubicBezTo>
                <a:cubicBezTo>
                  <a:pt x="149" y="67"/>
                  <a:pt x="149" y="73"/>
                  <a:pt x="147" y="79"/>
                </a:cubicBezTo>
                <a:cubicBezTo>
                  <a:pt x="145" y="87"/>
                  <a:pt x="141" y="92"/>
                  <a:pt x="136" y="95"/>
                </a:cubicBezTo>
                <a:cubicBezTo>
                  <a:pt x="129" y="99"/>
                  <a:pt x="121" y="100"/>
                  <a:pt x="115" y="99"/>
                </a:cubicBezTo>
                <a:close/>
                <a:moveTo>
                  <a:pt x="152" y="126"/>
                </a:moveTo>
                <a:cubicBezTo>
                  <a:pt x="150" y="127"/>
                  <a:pt x="147" y="126"/>
                  <a:pt x="147" y="124"/>
                </a:cubicBezTo>
                <a:cubicBezTo>
                  <a:pt x="134" y="102"/>
                  <a:pt x="134" y="102"/>
                  <a:pt x="134" y="102"/>
                </a:cubicBezTo>
                <a:cubicBezTo>
                  <a:pt x="134" y="102"/>
                  <a:pt x="136" y="100"/>
                  <a:pt x="137" y="100"/>
                </a:cubicBezTo>
                <a:cubicBezTo>
                  <a:pt x="139" y="99"/>
                  <a:pt x="141" y="99"/>
                  <a:pt x="141" y="97"/>
                </a:cubicBezTo>
                <a:cubicBezTo>
                  <a:pt x="153" y="119"/>
                  <a:pt x="153" y="119"/>
                  <a:pt x="153" y="119"/>
                </a:cubicBezTo>
                <a:cubicBezTo>
                  <a:pt x="153" y="121"/>
                  <a:pt x="155" y="121"/>
                  <a:pt x="155" y="122"/>
                </a:cubicBezTo>
                <a:cubicBezTo>
                  <a:pt x="155" y="122"/>
                  <a:pt x="153" y="124"/>
                  <a:pt x="152" y="126"/>
                </a:cubicBezTo>
                <a:close/>
                <a:moveTo>
                  <a:pt x="144" y="80"/>
                </a:moveTo>
                <a:cubicBezTo>
                  <a:pt x="145" y="75"/>
                  <a:pt x="144" y="68"/>
                  <a:pt x="142" y="64"/>
                </a:cubicBezTo>
                <a:cubicBezTo>
                  <a:pt x="142" y="64"/>
                  <a:pt x="141" y="62"/>
                  <a:pt x="139" y="64"/>
                </a:cubicBezTo>
                <a:cubicBezTo>
                  <a:pt x="137" y="64"/>
                  <a:pt x="137" y="65"/>
                  <a:pt x="137" y="67"/>
                </a:cubicBezTo>
                <a:cubicBezTo>
                  <a:pt x="141" y="70"/>
                  <a:pt x="141" y="75"/>
                  <a:pt x="139" y="78"/>
                </a:cubicBezTo>
                <a:cubicBezTo>
                  <a:pt x="137" y="83"/>
                  <a:pt x="134" y="86"/>
                  <a:pt x="131" y="89"/>
                </a:cubicBezTo>
                <a:cubicBezTo>
                  <a:pt x="126" y="91"/>
                  <a:pt x="121" y="92"/>
                  <a:pt x="118" y="91"/>
                </a:cubicBezTo>
                <a:cubicBezTo>
                  <a:pt x="113" y="89"/>
                  <a:pt x="108" y="86"/>
                  <a:pt x="107" y="83"/>
                </a:cubicBezTo>
                <a:cubicBezTo>
                  <a:pt x="102" y="73"/>
                  <a:pt x="105" y="64"/>
                  <a:pt x="113" y="59"/>
                </a:cubicBezTo>
                <a:cubicBezTo>
                  <a:pt x="120" y="56"/>
                  <a:pt x="128" y="56"/>
                  <a:pt x="133" y="59"/>
                </a:cubicBezTo>
                <a:cubicBezTo>
                  <a:pt x="134" y="60"/>
                  <a:pt x="136" y="60"/>
                  <a:pt x="136" y="59"/>
                </a:cubicBezTo>
                <a:cubicBezTo>
                  <a:pt x="137" y="59"/>
                  <a:pt x="136" y="57"/>
                  <a:pt x="136" y="56"/>
                </a:cubicBezTo>
                <a:cubicBezTo>
                  <a:pt x="128" y="51"/>
                  <a:pt x="118" y="49"/>
                  <a:pt x="112" y="54"/>
                </a:cubicBezTo>
                <a:cubicBezTo>
                  <a:pt x="105" y="57"/>
                  <a:pt x="102" y="62"/>
                  <a:pt x="100" y="68"/>
                </a:cubicBezTo>
                <a:cubicBezTo>
                  <a:pt x="99" y="73"/>
                  <a:pt x="100" y="80"/>
                  <a:pt x="102" y="84"/>
                </a:cubicBezTo>
                <a:cubicBezTo>
                  <a:pt x="105" y="89"/>
                  <a:pt x="110" y="94"/>
                  <a:pt x="117" y="96"/>
                </a:cubicBezTo>
                <a:cubicBezTo>
                  <a:pt x="118" y="96"/>
                  <a:pt x="120" y="96"/>
                  <a:pt x="121" y="96"/>
                </a:cubicBezTo>
                <a:cubicBezTo>
                  <a:pt x="126" y="96"/>
                  <a:pt x="129" y="94"/>
                  <a:pt x="133" y="92"/>
                </a:cubicBezTo>
                <a:cubicBezTo>
                  <a:pt x="137" y="89"/>
                  <a:pt x="142" y="86"/>
                  <a:pt x="144" y="8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9" name="Freeform 52">
            <a:extLst>
              <a:ext uri="{FF2B5EF4-FFF2-40B4-BE49-F238E27FC236}">
                <a16:creationId xmlns:a16="http://schemas.microsoft.com/office/drawing/2014/main" id="{507BA6F8-94FE-4555-940F-2A3EE91D122D}"/>
              </a:ext>
            </a:extLst>
          </p:cNvPr>
          <p:cNvSpPr>
            <a:spLocks noEditPoints="1"/>
          </p:cNvSpPr>
          <p:nvPr/>
        </p:nvSpPr>
        <p:spPr bwMode="auto">
          <a:xfrm>
            <a:off x="6239834" y="2924410"/>
            <a:ext cx="390748" cy="361624"/>
          </a:xfrm>
          <a:custGeom>
            <a:avLst/>
            <a:gdLst>
              <a:gd name="T0" fmla="*/ 103 w 161"/>
              <a:gd name="T1" fmla="*/ 39 h 149"/>
              <a:gd name="T2" fmla="*/ 98 w 161"/>
              <a:gd name="T3" fmla="*/ 34 h 149"/>
              <a:gd name="T4" fmla="*/ 100 w 161"/>
              <a:gd name="T5" fmla="*/ 41 h 149"/>
              <a:gd name="T6" fmla="*/ 159 w 161"/>
              <a:gd name="T7" fmla="*/ 58 h 149"/>
              <a:gd name="T8" fmla="*/ 158 w 161"/>
              <a:gd name="T9" fmla="*/ 52 h 149"/>
              <a:gd name="T10" fmla="*/ 116 w 161"/>
              <a:gd name="T11" fmla="*/ 21 h 149"/>
              <a:gd name="T12" fmla="*/ 20 w 161"/>
              <a:gd name="T13" fmla="*/ 21 h 149"/>
              <a:gd name="T14" fmla="*/ 20 w 161"/>
              <a:gd name="T15" fmla="*/ 118 h 149"/>
              <a:gd name="T16" fmla="*/ 23 w 161"/>
              <a:gd name="T17" fmla="*/ 144 h 149"/>
              <a:gd name="T18" fmla="*/ 26 w 161"/>
              <a:gd name="T19" fmla="*/ 149 h 149"/>
              <a:gd name="T20" fmla="*/ 45 w 161"/>
              <a:gd name="T21" fmla="*/ 147 h 149"/>
              <a:gd name="T22" fmla="*/ 68 w 161"/>
              <a:gd name="T23" fmla="*/ 138 h 149"/>
              <a:gd name="T24" fmla="*/ 92 w 161"/>
              <a:gd name="T25" fmla="*/ 147 h 149"/>
              <a:gd name="T26" fmla="*/ 111 w 161"/>
              <a:gd name="T27" fmla="*/ 149 h 149"/>
              <a:gd name="T28" fmla="*/ 113 w 161"/>
              <a:gd name="T29" fmla="*/ 144 h 149"/>
              <a:gd name="T30" fmla="*/ 116 w 161"/>
              <a:gd name="T31" fmla="*/ 118 h 149"/>
              <a:gd name="T32" fmla="*/ 158 w 161"/>
              <a:gd name="T33" fmla="*/ 86 h 149"/>
              <a:gd name="T34" fmla="*/ 159 w 161"/>
              <a:gd name="T35" fmla="*/ 79 h 149"/>
              <a:gd name="T36" fmla="*/ 150 w 161"/>
              <a:gd name="T37" fmla="*/ 58 h 149"/>
              <a:gd name="T38" fmla="*/ 121 w 161"/>
              <a:gd name="T39" fmla="*/ 66 h 149"/>
              <a:gd name="T40" fmla="*/ 150 w 161"/>
              <a:gd name="T41" fmla="*/ 58 h 149"/>
              <a:gd name="T42" fmla="*/ 31 w 161"/>
              <a:gd name="T43" fmla="*/ 143 h 149"/>
              <a:gd name="T44" fmla="*/ 45 w 161"/>
              <a:gd name="T45" fmla="*/ 133 h 149"/>
              <a:gd name="T46" fmla="*/ 97 w 161"/>
              <a:gd name="T47" fmla="*/ 143 h 149"/>
              <a:gd name="T48" fmla="*/ 98 w 161"/>
              <a:gd name="T49" fmla="*/ 131 h 149"/>
              <a:gd name="T50" fmla="*/ 97 w 161"/>
              <a:gd name="T51" fmla="*/ 143 h 149"/>
              <a:gd name="T52" fmla="*/ 98 w 161"/>
              <a:gd name="T53" fmla="*/ 123 h 149"/>
              <a:gd name="T54" fmla="*/ 85 w 161"/>
              <a:gd name="T55" fmla="*/ 130 h 149"/>
              <a:gd name="T56" fmla="*/ 52 w 161"/>
              <a:gd name="T57" fmla="*/ 130 h 149"/>
              <a:gd name="T58" fmla="*/ 39 w 161"/>
              <a:gd name="T59" fmla="*/ 123 h 149"/>
              <a:gd name="T60" fmla="*/ 7 w 161"/>
              <a:gd name="T61" fmla="*/ 70 h 149"/>
              <a:gd name="T62" fmla="*/ 68 w 161"/>
              <a:gd name="T63" fmla="*/ 6 h 149"/>
              <a:gd name="T64" fmla="*/ 129 w 161"/>
              <a:gd name="T65" fmla="*/ 52 h 149"/>
              <a:gd name="T66" fmla="*/ 124 w 161"/>
              <a:gd name="T67" fmla="*/ 53 h 149"/>
              <a:gd name="T68" fmla="*/ 111 w 161"/>
              <a:gd name="T69" fmla="*/ 45 h 149"/>
              <a:gd name="T70" fmla="*/ 105 w 161"/>
              <a:gd name="T71" fmla="*/ 48 h 149"/>
              <a:gd name="T72" fmla="*/ 97 w 161"/>
              <a:gd name="T73" fmla="*/ 66 h 149"/>
              <a:gd name="T74" fmla="*/ 68 w 161"/>
              <a:gd name="T75" fmla="*/ 40 h 149"/>
              <a:gd name="T76" fmla="*/ 41 w 161"/>
              <a:gd name="T77" fmla="*/ 70 h 149"/>
              <a:gd name="T78" fmla="*/ 68 w 161"/>
              <a:gd name="T79" fmla="*/ 97 h 149"/>
              <a:gd name="T80" fmla="*/ 97 w 161"/>
              <a:gd name="T81" fmla="*/ 71 h 149"/>
              <a:gd name="T82" fmla="*/ 98 w 161"/>
              <a:gd name="T83" fmla="*/ 99 h 149"/>
              <a:gd name="T84" fmla="*/ 39 w 161"/>
              <a:gd name="T85" fmla="*/ 99 h 149"/>
              <a:gd name="T86" fmla="*/ 39 w 161"/>
              <a:gd name="T87" fmla="*/ 39 h 149"/>
              <a:gd name="T88" fmla="*/ 93 w 161"/>
              <a:gd name="T89" fmla="*/ 31 h 149"/>
              <a:gd name="T90" fmla="*/ 61 w 161"/>
              <a:gd name="T91" fmla="*/ 21 h 149"/>
              <a:gd name="T92" fmla="*/ 20 w 161"/>
              <a:gd name="T93" fmla="*/ 70 h 149"/>
              <a:gd name="T94" fmla="*/ 68 w 161"/>
              <a:gd name="T95" fmla="*/ 118 h 149"/>
              <a:gd name="T96" fmla="*/ 116 w 161"/>
              <a:gd name="T97" fmla="*/ 76 h 149"/>
              <a:gd name="T98" fmla="*/ 127 w 161"/>
              <a:gd name="T99" fmla="*/ 86 h 149"/>
              <a:gd name="T100" fmla="*/ 113 w 161"/>
              <a:gd name="T101" fmla="*/ 113 h 149"/>
              <a:gd name="T102" fmla="*/ 66 w 161"/>
              <a:gd name="T103" fmla="*/ 66 h 149"/>
              <a:gd name="T104" fmla="*/ 66 w 161"/>
              <a:gd name="T105" fmla="*/ 71 h 149"/>
              <a:gd name="T106" fmla="*/ 76 w 161"/>
              <a:gd name="T107" fmla="*/ 76 h 149"/>
              <a:gd name="T108" fmla="*/ 79 w 161"/>
              <a:gd name="T109" fmla="*/ 71 h 149"/>
              <a:gd name="T110" fmla="*/ 84 w 161"/>
              <a:gd name="T111" fmla="*/ 84 h 149"/>
              <a:gd name="T112" fmla="*/ 53 w 161"/>
              <a:gd name="T113" fmla="*/ 84 h 149"/>
              <a:gd name="T114" fmla="*/ 53 w 161"/>
              <a:gd name="T115" fmla="*/ 53 h 149"/>
              <a:gd name="T116" fmla="*/ 84 w 161"/>
              <a:gd name="T117" fmla="*/ 53 h 149"/>
              <a:gd name="T118" fmla="*/ 79 w 161"/>
              <a:gd name="T119" fmla="*/ 66 h 149"/>
              <a:gd name="T120" fmla="*/ 74 w 161"/>
              <a:gd name="T121" fmla="*/ 61 h 149"/>
              <a:gd name="T122" fmla="*/ 121 w 161"/>
              <a:gd name="T123" fmla="*/ 71 h 149"/>
              <a:gd name="T124" fmla="*/ 150 w 161"/>
              <a:gd name="T125" fmla="*/ 79 h 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61" h="149">
                <a:moveTo>
                  <a:pt x="100" y="41"/>
                </a:moveTo>
                <a:cubicBezTo>
                  <a:pt x="101" y="41"/>
                  <a:pt x="101" y="39"/>
                  <a:pt x="103" y="39"/>
                </a:cubicBezTo>
                <a:cubicBezTo>
                  <a:pt x="103" y="34"/>
                  <a:pt x="103" y="34"/>
                  <a:pt x="103" y="34"/>
                </a:cubicBezTo>
                <a:cubicBezTo>
                  <a:pt x="98" y="34"/>
                  <a:pt x="98" y="34"/>
                  <a:pt x="98" y="34"/>
                </a:cubicBezTo>
                <a:cubicBezTo>
                  <a:pt x="97" y="36"/>
                  <a:pt x="97" y="37"/>
                  <a:pt x="98" y="39"/>
                </a:cubicBezTo>
                <a:lnTo>
                  <a:pt x="100" y="41"/>
                </a:lnTo>
                <a:close/>
                <a:moveTo>
                  <a:pt x="148" y="70"/>
                </a:moveTo>
                <a:cubicBezTo>
                  <a:pt x="159" y="58"/>
                  <a:pt x="159" y="58"/>
                  <a:pt x="159" y="58"/>
                </a:cubicBezTo>
                <a:cubicBezTo>
                  <a:pt x="161" y="57"/>
                  <a:pt x="161" y="55"/>
                  <a:pt x="159" y="55"/>
                </a:cubicBezTo>
                <a:cubicBezTo>
                  <a:pt x="159" y="53"/>
                  <a:pt x="158" y="52"/>
                  <a:pt x="158" y="52"/>
                </a:cubicBezTo>
                <a:cubicBezTo>
                  <a:pt x="135" y="52"/>
                  <a:pt x="135" y="52"/>
                  <a:pt x="135" y="52"/>
                </a:cubicBezTo>
                <a:cubicBezTo>
                  <a:pt x="132" y="40"/>
                  <a:pt x="126" y="29"/>
                  <a:pt x="116" y="21"/>
                </a:cubicBezTo>
                <a:cubicBezTo>
                  <a:pt x="103" y="6"/>
                  <a:pt x="87" y="0"/>
                  <a:pt x="68" y="0"/>
                </a:cubicBezTo>
                <a:cubicBezTo>
                  <a:pt x="50" y="0"/>
                  <a:pt x="33" y="6"/>
                  <a:pt x="20" y="21"/>
                </a:cubicBezTo>
                <a:cubicBezTo>
                  <a:pt x="7" y="34"/>
                  <a:pt x="0" y="50"/>
                  <a:pt x="0" y="70"/>
                </a:cubicBezTo>
                <a:cubicBezTo>
                  <a:pt x="0" y="87"/>
                  <a:pt x="7" y="105"/>
                  <a:pt x="20" y="118"/>
                </a:cubicBezTo>
                <a:cubicBezTo>
                  <a:pt x="24" y="122"/>
                  <a:pt x="28" y="125"/>
                  <a:pt x="33" y="128"/>
                </a:cubicBezTo>
                <a:cubicBezTo>
                  <a:pt x="23" y="144"/>
                  <a:pt x="23" y="144"/>
                  <a:pt x="23" y="144"/>
                </a:cubicBezTo>
                <a:cubicBezTo>
                  <a:pt x="23" y="146"/>
                  <a:pt x="23" y="146"/>
                  <a:pt x="23" y="147"/>
                </a:cubicBezTo>
                <a:cubicBezTo>
                  <a:pt x="24" y="149"/>
                  <a:pt x="24" y="149"/>
                  <a:pt x="26" y="149"/>
                </a:cubicBezTo>
                <a:cubicBezTo>
                  <a:pt x="42" y="149"/>
                  <a:pt x="42" y="149"/>
                  <a:pt x="42" y="149"/>
                </a:cubicBezTo>
                <a:cubicBezTo>
                  <a:pt x="44" y="149"/>
                  <a:pt x="44" y="149"/>
                  <a:pt x="45" y="147"/>
                </a:cubicBezTo>
                <a:cubicBezTo>
                  <a:pt x="52" y="136"/>
                  <a:pt x="52" y="136"/>
                  <a:pt x="52" y="136"/>
                </a:cubicBezTo>
                <a:cubicBezTo>
                  <a:pt x="57" y="138"/>
                  <a:pt x="63" y="138"/>
                  <a:pt x="68" y="138"/>
                </a:cubicBezTo>
                <a:cubicBezTo>
                  <a:pt x="74" y="138"/>
                  <a:pt x="79" y="138"/>
                  <a:pt x="85" y="136"/>
                </a:cubicBezTo>
                <a:cubicBezTo>
                  <a:pt x="92" y="147"/>
                  <a:pt x="92" y="147"/>
                  <a:pt x="92" y="147"/>
                </a:cubicBezTo>
                <a:cubicBezTo>
                  <a:pt x="92" y="149"/>
                  <a:pt x="93" y="149"/>
                  <a:pt x="95" y="149"/>
                </a:cubicBezTo>
                <a:cubicBezTo>
                  <a:pt x="111" y="149"/>
                  <a:pt x="111" y="149"/>
                  <a:pt x="111" y="149"/>
                </a:cubicBezTo>
                <a:cubicBezTo>
                  <a:pt x="111" y="149"/>
                  <a:pt x="113" y="149"/>
                  <a:pt x="113" y="147"/>
                </a:cubicBezTo>
                <a:cubicBezTo>
                  <a:pt x="114" y="146"/>
                  <a:pt x="114" y="146"/>
                  <a:pt x="113" y="144"/>
                </a:cubicBezTo>
                <a:cubicBezTo>
                  <a:pt x="105" y="128"/>
                  <a:pt x="105" y="128"/>
                  <a:pt x="105" y="128"/>
                </a:cubicBezTo>
                <a:cubicBezTo>
                  <a:pt x="108" y="125"/>
                  <a:pt x="113" y="122"/>
                  <a:pt x="116" y="118"/>
                </a:cubicBezTo>
                <a:cubicBezTo>
                  <a:pt x="126" y="109"/>
                  <a:pt x="132" y="97"/>
                  <a:pt x="135" y="86"/>
                </a:cubicBezTo>
                <a:cubicBezTo>
                  <a:pt x="158" y="86"/>
                  <a:pt x="158" y="86"/>
                  <a:pt x="158" y="86"/>
                </a:cubicBezTo>
                <a:cubicBezTo>
                  <a:pt x="158" y="86"/>
                  <a:pt x="159" y="84"/>
                  <a:pt x="159" y="83"/>
                </a:cubicBezTo>
                <a:cubicBezTo>
                  <a:pt x="161" y="83"/>
                  <a:pt x="161" y="81"/>
                  <a:pt x="159" y="79"/>
                </a:cubicBezTo>
                <a:lnTo>
                  <a:pt x="148" y="70"/>
                </a:lnTo>
                <a:close/>
                <a:moveTo>
                  <a:pt x="150" y="58"/>
                </a:moveTo>
                <a:cubicBezTo>
                  <a:pt x="143" y="66"/>
                  <a:pt x="143" y="66"/>
                  <a:pt x="143" y="66"/>
                </a:cubicBezTo>
                <a:cubicBezTo>
                  <a:pt x="121" y="66"/>
                  <a:pt x="121" y="66"/>
                  <a:pt x="121" y="66"/>
                </a:cubicBezTo>
                <a:cubicBezTo>
                  <a:pt x="127" y="58"/>
                  <a:pt x="127" y="58"/>
                  <a:pt x="127" y="58"/>
                </a:cubicBezTo>
                <a:cubicBezTo>
                  <a:pt x="150" y="58"/>
                  <a:pt x="150" y="58"/>
                  <a:pt x="150" y="58"/>
                </a:cubicBezTo>
                <a:close/>
                <a:moveTo>
                  <a:pt x="41" y="143"/>
                </a:moveTo>
                <a:cubicBezTo>
                  <a:pt x="31" y="143"/>
                  <a:pt x="31" y="143"/>
                  <a:pt x="31" y="143"/>
                </a:cubicBezTo>
                <a:cubicBezTo>
                  <a:pt x="39" y="131"/>
                  <a:pt x="39" y="131"/>
                  <a:pt x="39" y="131"/>
                </a:cubicBezTo>
                <a:cubicBezTo>
                  <a:pt x="41" y="131"/>
                  <a:pt x="42" y="133"/>
                  <a:pt x="45" y="133"/>
                </a:cubicBezTo>
                <a:lnTo>
                  <a:pt x="41" y="143"/>
                </a:lnTo>
                <a:close/>
                <a:moveTo>
                  <a:pt x="97" y="143"/>
                </a:moveTo>
                <a:cubicBezTo>
                  <a:pt x="92" y="133"/>
                  <a:pt x="92" y="133"/>
                  <a:pt x="92" y="133"/>
                </a:cubicBezTo>
                <a:cubicBezTo>
                  <a:pt x="93" y="133"/>
                  <a:pt x="97" y="131"/>
                  <a:pt x="98" y="131"/>
                </a:cubicBezTo>
                <a:cubicBezTo>
                  <a:pt x="105" y="143"/>
                  <a:pt x="105" y="143"/>
                  <a:pt x="105" y="143"/>
                </a:cubicBezTo>
                <a:cubicBezTo>
                  <a:pt x="97" y="143"/>
                  <a:pt x="97" y="143"/>
                  <a:pt x="97" y="143"/>
                </a:cubicBezTo>
                <a:close/>
                <a:moveTo>
                  <a:pt x="113" y="113"/>
                </a:moveTo>
                <a:cubicBezTo>
                  <a:pt x="108" y="117"/>
                  <a:pt x="103" y="122"/>
                  <a:pt x="98" y="123"/>
                </a:cubicBezTo>
                <a:cubicBezTo>
                  <a:pt x="95" y="126"/>
                  <a:pt x="90" y="128"/>
                  <a:pt x="85" y="128"/>
                </a:cubicBezTo>
                <a:cubicBezTo>
                  <a:pt x="85" y="130"/>
                  <a:pt x="85" y="130"/>
                  <a:pt x="85" y="130"/>
                </a:cubicBezTo>
                <a:cubicBezTo>
                  <a:pt x="81" y="131"/>
                  <a:pt x="74" y="131"/>
                  <a:pt x="68" y="131"/>
                </a:cubicBezTo>
                <a:cubicBezTo>
                  <a:pt x="63" y="131"/>
                  <a:pt x="57" y="131"/>
                  <a:pt x="52" y="130"/>
                </a:cubicBezTo>
                <a:cubicBezTo>
                  <a:pt x="50" y="130"/>
                  <a:pt x="50" y="128"/>
                  <a:pt x="50" y="128"/>
                </a:cubicBezTo>
                <a:cubicBezTo>
                  <a:pt x="47" y="128"/>
                  <a:pt x="42" y="126"/>
                  <a:pt x="39" y="123"/>
                </a:cubicBezTo>
                <a:cubicBezTo>
                  <a:pt x="34" y="122"/>
                  <a:pt x="29" y="117"/>
                  <a:pt x="24" y="113"/>
                </a:cubicBezTo>
                <a:cubicBezTo>
                  <a:pt x="13" y="100"/>
                  <a:pt x="7" y="86"/>
                  <a:pt x="7" y="70"/>
                </a:cubicBezTo>
                <a:cubicBezTo>
                  <a:pt x="7" y="52"/>
                  <a:pt x="13" y="37"/>
                  <a:pt x="24" y="24"/>
                </a:cubicBezTo>
                <a:cubicBezTo>
                  <a:pt x="36" y="13"/>
                  <a:pt x="52" y="6"/>
                  <a:pt x="68" y="6"/>
                </a:cubicBezTo>
                <a:cubicBezTo>
                  <a:pt x="85" y="6"/>
                  <a:pt x="100" y="13"/>
                  <a:pt x="113" y="24"/>
                </a:cubicBezTo>
                <a:cubicBezTo>
                  <a:pt x="119" y="32"/>
                  <a:pt x="126" y="42"/>
                  <a:pt x="129" y="52"/>
                </a:cubicBezTo>
                <a:cubicBezTo>
                  <a:pt x="127" y="52"/>
                  <a:pt x="127" y="52"/>
                  <a:pt x="127" y="52"/>
                </a:cubicBezTo>
                <a:cubicBezTo>
                  <a:pt x="126" y="52"/>
                  <a:pt x="126" y="53"/>
                  <a:pt x="124" y="53"/>
                </a:cubicBezTo>
                <a:cubicBezTo>
                  <a:pt x="116" y="61"/>
                  <a:pt x="116" y="61"/>
                  <a:pt x="116" y="61"/>
                </a:cubicBezTo>
                <a:cubicBezTo>
                  <a:pt x="114" y="57"/>
                  <a:pt x="113" y="50"/>
                  <a:pt x="111" y="45"/>
                </a:cubicBezTo>
                <a:cubicBezTo>
                  <a:pt x="110" y="44"/>
                  <a:pt x="108" y="44"/>
                  <a:pt x="106" y="44"/>
                </a:cubicBezTo>
                <a:cubicBezTo>
                  <a:pt x="105" y="45"/>
                  <a:pt x="105" y="47"/>
                  <a:pt x="105" y="48"/>
                </a:cubicBezTo>
                <a:cubicBezTo>
                  <a:pt x="108" y="53"/>
                  <a:pt x="110" y="60"/>
                  <a:pt x="110" y="66"/>
                </a:cubicBezTo>
                <a:cubicBezTo>
                  <a:pt x="97" y="66"/>
                  <a:pt x="97" y="66"/>
                  <a:pt x="97" y="66"/>
                </a:cubicBezTo>
                <a:cubicBezTo>
                  <a:pt x="95" y="60"/>
                  <a:pt x="93" y="53"/>
                  <a:pt x="89" y="48"/>
                </a:cubicBezTo>
                <a:cubicBezTo>
                  <a:pt x="82" y="44"/>
                  <a:pt x="76" y="40"/>
                  <a:pt x="68" y="40"/>
                </a:cubicBezTo>
                <a:cubicBezTo>
                  <a:pt x="61" y="40"/>
                  <a:pt x="53" y="44"/>
                  <a:pt x="49" y="48"/>
                </a:cubicBezTo>
                <a:cubicBezTo>
                  <a:pt x="44" y="53"/>
                  <a:pt x="41" y="61"/>
                  <a:pt x="41" y="70"/>
                </a:cubicBezTo>
                <a:cubicBezTo>
                  <a:pt x="41" y="76"/>
                  <a:pt x="44" y="84"/>
                  <a:pt x="49" y="89"/>
                </a:cubicBezTo>
                <a:cubicBezTo>
                  <a:pt x="53" y="94"/>
                  <a:pt x="61" y="97"/>
                  <a:pt x="68" y="97"/>
                </a:cubicBezTo>
                <a:cubicBezTo>
                  <a:pt x="76" y="97"/>
                  <a:pt x="82" y="94"/>
                  <a:pt x="89" y="89"/>
                </a:cubicBezTo>
                <a:cubicBezTo>
                  <a:pt x="93" y="84"/>
                  <a:pt x="95" y="78"/>
                  <a:pt x="97" y="71"/>
                </a:cubicBezTo>
                <a:cubicBezTo>
                  <a:pt x="110" y="71"/>
                  <a:pt x="110" y="71"/>
                  <a:pt x="110" y="71"/>
                </a:cubicBezTo>
                <a:cubicBezTo>
                  <a:pt x="110" y="83"/>
                  <a:pt x="105" y="91"/>
                  <a:pt x="98" y="99"/>
                </a:cubicBezTo>
                <a:cubicBezTo>
                  <a:pt x="90" y="107"/>
                  <a:pt x="79" y="112"/>
                  <a:pt x="68" y="112"/>
                </a:cubicBezTo>
                <a:cubicBezTo>
                  <a:pt x="57" y="112"/>
                  <a:pt x="47" y="107"/>
                  <a:pt x="39" y="99"/>
                </a:cubicBezTo>
                <a:cubicBezTo>
                  <a:pt x="31" y="91"/>
                  <a:pt x="26" y="79"/>
                  <a:pt x="26" y="70"/>
                </a:cubicBezTo>
                <a:cubicBezTo>
                  <a:pt x="26" y="58"/>
                  <a:pt x="31" y="47"/>
                  <a:pt x="39" y="39"/>
                </a:cubicBezTo>
                <a:cubicBezTo>
                  <a:pt x="52" y="26"/>
                  <a:pt x="73" y="23"/>
                  <a:pt x="89" y="32"/>
                </a:cubicBezTo>
                <a:cubicBezTo>
                  <a:pt x="90" y="32"/>
                  <a:pt x="92" y="32"/>
                  <a:pt x="93" y="31"/>
                </a:cubicBezTo>
                <a:cubicBezTo>
                  <a:pt x="93" y="29"/>
                  <a:pt x="93" y="27"/>
                  <a:pt x="92" y="26"/>
                </a:cubicBezTo>
                <a:cubicBezTo>
                  <a:pt x="82" y="21"/>
                  <a:pt x="73" y="19"/>
                  <a:pt x="61" y="21"/>
                </a:cubicBezTo>
                <a:cubicBezTo>
                  <a:pt x="52" y="23"/>
                  <a:pt x="42" y="27"/>
                  <a:pt x="34" y="34"/>
                </a:cubicBezTo>
                <a:cubicBezTo>
                  <a:pt x="24" y="44"/>
                  <a:pt x="20" y="57"/>
                  <a:pt x="20" y="70"/>
                </a:cubicBezTo>
                <a:cubicBezTo>
                  <a:pt x="20" y="83"/>
                  <a:pt x="24" y="94"/>
                  <a:pt x="34" y="104"/>
                </a:cubicBezTo>
                <a:cubicBezTo>
                  <a:pt x="44" y="112"/>
                  <a:pt x="55" y="118"/>
                  <a:pt x="68" y="118"/>
                </a:cubicBezTo>
                <a:cubicBezTo>
                  <a:pt x="81" y="118"/>
                  <a:pt x="93" y="112"/>
                  <a:pt x="103" y="104"/>
                </a:cubicBezTo>
                <a:cubicBezTo>
                  <a:pt x="110" y="96"/>
                  <a:pt x="114" y="86"/>
                  <a:pt x="116" y="76"/>
                </a:cubicBezTo>
                <a:cubicBezTo>
                  <a:pt x="124" y="84"/>
                  <a:pt x="124" y="84"/>
                  <a:pt x="124" y="84"/>
                </a:cubicBezTo>
                <a:cubicBezTo>
                  <a:pt x="126" y="84"/>
                  <a:pt x="126" y="86"/>
                  <a:pt x="127" y="86"/>
                </a:cubicBezTo>
                <a:cubicBezTo>
                  <a:pt x="129" y="86"/>
                  <a:pt x="129" y="86"/>
                  <a:pt x="129" y="86"/>
                </a:cubicBezTo>
                <a:cubicBezTo>
                  <a:pt x="126" y="96"/>
                  <a:pt x="119" y="105"/>
                  <a:pt x="113" y="113"/>
                </a:cubicBezTo>
                <a:close/>
                <a:moveTo>
                  <a:pt x="74" y="61"/>
                </a:moveTo>
                <a:cubicBezTo>
                  <a:pt x="66" y="66"/>
                  <a:pt x="66" y="66"/>
                  <a:pt x="66" y="66"/>
                </a:cubicBezTo>
                <a:cubicBezTo>
                  <a:pt x="66" y="66"/>
                  <a:pt x="65" y="68"/>
                  <a:pt x="65" y="70"/>
                </a:cubicBezTo>
                <a:cubicBezTo>
                  <a:pt x="66" y="71"/>
                  <a:pt x="66" y="71"/>
                  <a:pt x="66" y="71"/>
                </a:cubicBezTo>
                <a:cubicBezTo>
                  <a:pt x="74" y="76"/>
                  <a:pt x="74" y="76"/>
                  <a:pt x="74" y="76"/>
                </a:cubicBezTo>
                <a:cubicBezTo>
                  <a:pt x="76" y="76"/>
                  <a:pt x="76" y="76"/>
                  <a:pt x="76" y="76"/>
                </a:cubicBezTo>
                <a:cubicBezTo>
                  <a:pt x="77" y="76"/>
                  <a:pt x="77" y="76"/>
                  <a:pt x="79" y="74"/>
                </a:cubicBezTo>
                <a:cubicBezTo>
                  <a:pt x="79" y="74"/>
                  <a:pt x="79" y="73"/>
                  <a:pt x="79" y="71"/>
                </a:cubicBezTo>
                <a:cubicBezTo>
                  <a:pt x="90" y="71"/>
                  <a:pt x="90" y="71"/>
                  <a:pt x="90" y="71"/>
                </a:cubicBezTo>
                <a:cubicBezTo>
                  <a:pt x="89" y="76"/>
                  <a:pt x="87" y="81"/>
                  <a:pt x="84" y="84"/>
                </a:cubicBezTo>
                <a:cubicBezTo>
                  <a:pt x="79" y="89"/>
                  <a:pt x="74" y="91"/>
                  <a:pt x="68" y="91"/>
                </a:cubicBezTo>
                <a:cubicBezTo>
                  <a:pt x="63" y="91"/>
                  <a:pt x="57" y="89"/>
                  <a:pt x="53" y="84"/>
                </a:cubicBezTo>
                <a:cubicBezTo>
                  <a:pt x="49" y="81"/>
                  <a:pt x="47" y="74"/>
                  <a:pt x="47" y="70"/>
                </a:cubicBezTo>
                <a:cubicBezTo>
                  <a:pt x="47" y="63"/>
                  <a:pt x="49" y="57"/>
                  <a:pt x="53" y="53"/>
                </a:cubicBezTo>
                <a:cubicBezTo>
                  <a:pt x="57" y="48"/>
                  <a:pt x="63" y="47"/>
                  <a:pt x="68" y="47"/>
                </a:cubicBezTo>
                <a:cubicBezTo>
                  <a:pt x="74" y="47"/>
                  <a:pt x="79" y="48"/>
                  <a:pt x="84" y="53"/>
                </a:cubicBezTo>
                <a:cubicBezTo>
                  <a:pt x="87" y="57"/>
                  <a:pt x="89" y="61"/>
                  <a:pt x="90" y="66"/>
                </a:cubicBezTo>
                <a:cubicBezTo>
                  <a:pt x="79" y="66"/>
                  <a:pt x="79" y="66"/>
                  <a:pt x="79" y="66"/>
                </a:cubicBezTo>
                <a:cubicBezTo>
                  <a:pt x="79" y="65"/>
                  <a:pt x="79" y="63"/>
                  <a:pt x="79" y="63"/>
                </a:cubicBezTo>
                <a:cubicBezTo>
                  <a:pt x="77" y="61"/>
                  <a:pt x="76" y="61"/>
                  <a:pt x="74" y="61"/>
                </a:cubicBezTo>
                <a:close/>
                <a:moveTo>
                  <a:pt x="127" y="79"/>
                </a:moveTo>
                <a:cubicBezTo>
                  <a:pt x="121" y="71"/>
                  <a:pt x="121" y="71"/>
                  <a:pt x="121" y="71"/>
                </a:cubicBezTo>
                <a:cubicBezTo>
                  <a:pt x="143" y="71"/>
                  <a:pt x="143" y="71"/>
                  <a:pt x="143" y="71"/>
                </a:cubicBezTo>
                <a:cubicBezTo>
                  <a:pt x="150" y="79"/>
                  <a:pt x="150" y="79"/>
                  <a:pt x="150" y="79"/>
                </a:cubicBezTo>
                <a:lnTo>
                  <a:pt x="127" y="7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0" name="Freeform 55">
            <a:extLst>
              <a:ext uri="{FF2B5EF4-FFF2-40B4-BE49-F238E27FC236}">
                <a16:creationId xmlns:a16="http://schemas.microsoft.com/office/drawing/2014/main" id="{2EF7CC1F-F4A4-4EDE-BA12-82BEEDAC35A1}"/>
              </a:ext>
            </a:extLst>
          </p:cNvPr>
          <p:cNvSpPr>
            <a:spLocks noEditPoints="1"/>
          </p:cNvSpPr>
          <p:nvPr/>
        </p:nvSpPr>
        <p:spPr bwMode="auto">
          <a:xfrm>
            <a:off x="4295956" y="2912276"/>
            <a:ext cx="388320" cy="385892"/>
          </a:xfrm>
          <a:custGeom>
            <a:avLst/>
            <a:gdLst>
              <a:gd name="T0" fmla="*/ 117 w 160"/>
              <a:gd name="T1" fmla="*/ 99 h 159"/>
              <a:gd name="T2" fmla="*/ 111 w 160"/>
              <a:gd name="T3" fmla="*/ 82 h 159"/>
              <a:gd name="T4" fmla="*/ 104 w 160"/>
              <a:gd name="T5" fmla="*/ 84 h 159"/>
              <a:gd name="T6" fmla="*/ 114 w 160"/>
              <a:gd name="T7" fmla="*/ 115 h 159"/>
              <a:gd name="T8" fmla="*/ 96 w 160"/>
              <a:gd name="T9" fmla="*/ 111 h 159"/>
              <a:gd name="T10" fmla="*/ 104 w 160"/>
              <a:gd name="T11" fmla="*/ 128 h 159"/>
              <a:gd name="T12" fmla="*/ 111 w 160"/>
              <a:gd name="T13" fmla="*/ 126 h 159"/>
              <a:gd name="T14" fmla="*/ 99 w 160"/>
              <a:gd name="T15" fmla="*/ 95 h 159"/>
              <a:gd name="T16" fmla="*/ 125 w 160"/>
              <a:gd name="T17" fmla="*/ 68 h 159"/>
              <a:gd name="T18" fmla="*/ 141 w 160"/>
              <a:gd name="T19" fmla="*/ 105 h 159"/>
              <a:gd name="T20" fmla="*/ 139 w 160"/>
              <a:gd name="T21" fmla="*/ 126 h 159"/>
              <a:gd name="T22" fmla="*/ 141 w 160"/>
              <a:gd name="T23" fmla="*/ 82 h 159"/>
              <a:gd name="T24" fmla="*/ 111 w 160"/>
              <a:gd name="T25" fmla="*/ 65 h 159"/>
              <a:gd name="T26" fmla="*/ 72 w 160"/>
              <a:gd name="T27" fmla="*/ 105 h 159"/>
              <a:gd name="T28" fmla="*/ 70 w 160"/>
              <a:gd name="T29" fmla="*/ 86 h 159"/>
              <a:gd name="T30" fmla="*/ 89 w 160"/>
              <a:gd name="T31" fmla="*/ 142 h 159"/>
              <a:gd name="T32" fmla="*/ 91 w 160"/>
              <a:gd name="T33" fmla="*/ 136 h 159"/>
              <a:gd name="T34" fmla="*/ 99 w 160"/>
              <a:gd name="T35" fmla="*/ 142 h 159"/>
              <a:gd name="T36" fmla="*/ 102 w 160"/>
              <a:gd name="T37" fmla="*/ 140 h 159"/>
              <a:gd name="T38" fmla="*/ 128 w 160"/>
              <a:gd name="T39" fmla="*/ 52 h 159"/>
              <a:gd name="T40" fmla="*/ 102 w 160"/>
              <a:gd name="T41" fmla="*/ 23 h 159"/>
              <a:gd name="T42" fmla="*/ 14 w 160"/>
              <a:gd name="T43" fmla="*/ 0 h 159"/>
              <a:gd name="T44" fmla="*/ 40 w 160"/>
              <a:gd name="T45" fmla="*/ 29 h 159"/>
              <a:gd name="T46" fmla="*/ 32 w 160"/>
              <a:gd name="T47" fmla="*/ 45 h 159"/>
              <a:gd name="T48" fmla="*/ 17 w 160"/>
              <a:gd name="T49" fmla="*/ 83 h 159"/>
              <a:gd name="T50" fmla="*/ 22 w 160"/>
              <a:gd name="T51" fmla="*/ 117 h 159"/>
              <a:gd name="T52" fmla="*/ 68 w 160"/>
              <a:gd name="T53" fmla="*/ 143 h 159"/>
              <a:gd name="T54" fmla="*/ 121 w 160"/>
              <a:gd name="T55" fmla="*/ 53 h 159"/>
              <a:gd name="T56" fmla="*/ 128 w 160"/>
              <a:gd name="T57" fmla="*/ 45 h 159"/>
              <a:gd name="T58" fmla="*/ 51 w 160"/>
              <a:gd name="T59" fmla="*/ 29 h 159"/>
              <a:gd name="T60" fmla="*/ 6 w 160"/>
              <a:gd name="T61" fmla="*/ 14 h 159"/>
              <a:gd name="T62" fmla="*/ 99 w 160"/>
              <a:gd name="T63" fmla="*/ 14 h 159"/>
              <a:gd name="T64" fmla="*/ 32 w 160"/>
              <a:gd name="T65" fmla="*/ 52 h 159"/>
              <a:gd name="T66" fmla="*/ 32 w 160"/>
              <a:gd name="T67" fmla="*/ 68 h 159"/>
              <a:gd name="T68" fmla="*/ 32 w 160"/>
              <a:gd name="T69" fmla="*/ 75 h 159"/>
              <a:gd name="T70" fmla="*/ 32 w 160"/>
              <a:gd name="T71" fmla="*/ 91 h 159"/>
              <a:gd name="T72" fmla="*/ 32 w 160"/>
              <a:gd name="T73" fmla="*/ 97 h 159"/>
              <a:gd name="T74" fmla="*/ 54 w 160"/>
              <a:gd name="T75" fmla="*/ 114 h 159"/>
              <a:gd name="T76" fmla="*/ 32 w 160"/>
              <a:gd name="T77" fmla="*/ 97 h 159"/>
              <a:gd name="T78" fmla="*/ 32 w 160"/>
              <a:gd name="T79" fmla="*/ 120 h 159"/>
              <a:gd name="T80" fmla="*/ 32 w 160"/>
              <a:gd name="T81" fmla="*/ 136 h 159"/>
              <a:gd name="T82" fmla="*/ 107 w 160"/>
              <a:gd name="T83" fmla="*/ 58 h 1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60" h="159">
                <a:moveTo>
                  <a:pt x="107" y="90"/>
                </a:moveTo>
                <a:cubicBezTo>
                  <a:pt x="111" y="90"/>
                  <a:pt x="114" y="92"/>
                  <a:pt x="114" y="95"/>
                </a:cubicBezTo>
                <a:cubicBezTo>
                  <a:pt x="114" y="97"/>
                  <a:pt x="115" y="99"/>
                  <a:pt x="117" y="99"/>
                </a:cubicBezTo>
                <a:cubicBezTo>
                  <a:pt x="119" y="99"/>
                  <a:pt x="120" y="97"/>
                  <a:pt x="120" y="95"/>
                </a:cubicBezTo>
                <a:cubicBezTo>
                  <a:pt x="120" y="90"/>
                  <a:pt x="115" y="86"/>
                  <a:pt x="111" y="84"/>
                </a:cubicBezTo>
                <a:cubicBezTo>
                  <a:pt x="111" y="82"/>
                  <a:pt x="111" y="82"/>
                  <a:pt x="111" y="82"/>
                </a:cubicBezTo>
                <a:cubicBezTo>
                  <a:pt x="111" y="81"/>
                  <a:pt x="109" y="79"/>
                  <a:pt x="107" y="79"/>
                </a:cubicBezTo>
                <a:cubicBezTo>
                  <a:pt x="106" y="79"/>
                  <a:pt x="104" y="81"/>
                  <a:pt x="104" y="82"/>
                </a:cubicBezTo>
                <a:cubicBezTo>
                  <a:pt x="104" y="84"/>
                  <a:pt x="104" y="84"/>
                  <a:pt x="104" y="84"/>
                </a:cubicBezTo>
                <a:cubicBezTo>
                  <a:pt x="97" y="86"/>
                  <a:pt x="94" y="90"/>
                  <a:pt x="94" y="95"/>
                </a:cubicBezTo>
                <a:cubicBezTo>
                  <a:pt x="94" y="103"/>
                  <a:pt x="99" y="108"/>
                  <a:pt x="107" y="108"/>
                </a:cubicBezTo>
                <a:cubicBezTo>
                  <a:pt x="111" y="108"/>
                  <a:pt x="114" y="111"/>
                  <a:pt x="114" y="115"/>
                </a:cubicBezTo>
                <a:cubicBezTo>
                  <a:pt x="114" y="118"/>
                  <a:pt x="111" y="120"/>
                  <a:pt x="107" y="120"/>
                </a:cubicBezTo>
                <a:cubicBezTo>
                  <a:pt x="102" y="120"/>
                  <a:pt x="99" y="118"/>
                  <a:pt x="99" y="115"/>
                </a:cubicBezTo>
                <a:cubicBezTo>
                  <a:pt x="99" y="113"/>
                  <a:pt x="99" y="111"/>
                  <a:pt x="96" y="111"/>
                </a:cubicBezTo>
                <a:cubicBezTo>
                  <a:pt x="94" y="111"/>
                  <a:pt x="94" y="113"/>
                  <a:pt x="94" y="115"/>
                </a:cubicBezTo>
                <a:cubicBezTo>
                  <a:pt x="94" y="120"/>
                  <a:pt x="97" y="124"/>
                  <a:pt x="104" y="126"/>
                </a:cubicBezTo>
                <a:cubicBezTo>
                  <a:pt x="104" y="128"/>
                  <a:pt x="104" y="128"/>
                  <a:pt x="104" y="128"/>
                </a:cubicBezTo>
                <a:cubicBezTo>
                  <a:pt x="104" y="129"/>
                  <a:pt x="106" y="131"/>
                  <a:pt x="107" y="131"/>
                </a:cubicBezTo>
                <a:cubicBezTo>
                  <a:pt x="109" y="131"/>
                  <a:pt x="111" y="129"/>
                  <a:pt x="111" y="128"/>
                </a:cubicBezTo>
                <a:cubicBezTo>
                  <a:pt x="111" y="126"/>
                  <a:pt x="111" y="126"/>
                  <a:pt x="111" y="126"/>
                </a:cubicBezTo>
                <a:cubicBezTo>
                  <a:pt x="115" y="124"/>
                  <a:pt x="120" y="120"/>
                  <a:pt x="120" y="115"/>
                </a:cubicBezTo>
                <a:cubicBezTo>
                  <a:pt x="120" y="107"/>
                  <a:pt x="114" y="102"/>
                  <a:pt x="107" y="102"/>
                </a:cubicBezTo>
                <a:cubicBezTo>
                  <a:pt x="102" y="102"/>
                  <a:pt x="99" y="99"/>
                  <a:pt x="99" y="95"/>
                </a:cubicBezTo>
                <a:cubicBezTo>
                  <a:pt x="99" y="92"/>
                  <a:pt x="102" y="90"/>
                  <a:pt x="107" y="90"/>
                </a:cubicBezTo>
                <a:close/>
                <a:moveTo>
                  <a:pt x="141" y="82"/>
                </a:moveTo>
                <a:cubicBezTo>
                  <a:pt x="136" y="78"/>
                  <a:pt x="131" y="71"/>
                  <a:pt x="125" y="68"/>
                </a:cubicBezTo>
                <a:cubicBezTo>
                  <a:pt x="124" y="68"/>
                  <a:pt x="122" y="68"/>
                  <a:pt x="120" y="70"/>
                </a:cubicBezTo>
                <a:cubicBezTo>
                  <a:pt x="120" y="71"/>
                  <a:pt x="120" y="73"/>
                  <a:pt x="122" y="74"/>
                </a:cubicBezTo>
                <a:cubicBezTo>
                  <a:pt x="133" y="79"/>
                  <a:pt x="141" y="92"/>
                  <a:pt x="141" y="105"/>
                </a:cubicBezTo>
                <a:cubicBezTo>
                  <a:pt x="141" y="111"/>
                  <a:pt x="139" y="116"/>
                  <a:pt x="137" y="121"/>
                </a:cubicBezTo>
                <a:cubicBezTo>
                  <a:pt x="136" y="123"/>
                  <a:pt x="136" y="124"/>
                  <a:pt x="137" y="126"/>
                </a:cubicBezTo>
                <a:cubicBezTo>
                  <a:pt x="139" y="126"/>
                  <a:pt x="139" y="126"/>
                  <a:pt x="139" y="126"/>
                </a:cubicBezTo>
                <a:cubicBezTo>
                  <a:pt x="141" y="126"/>
                  <a:pt x="142" y="126"/>
                  <a:pt x="142" y="124"/>
                </a:cubicBezTo>
                <a:cubicBezTo>
                  <a:pt x="145" y="118"/>
                  <a:pt x="147" y="111"/>
                  <a:pt x="147" y="105"/>
                </a:cubicBezTo>
                <a:cubicBezTo>
                  <a:pt x="147" y="97"/>
                  <a:pt x="145" y="90"/>
                  <a:pt x="141" y="82"/>
                </a:cubicBezTo>
                <a:close/>
                <a:moveTo>
                  <a:pt x="111" y="71"/>
                </a:moveTo>
                <a:cubicBezTo>
                  <a:pt x="113" y="71"/>
                  <a:pt x="115" y="70"/>
                  <a:pt x="115" y="68"/>
                </a:cubicBezTo>
                <a:cubicBezTo>
                  <a:pt x="115" y="67"/>
                  <a:pt x="113" y="65"/>
                  <a:pt x="111" y="65"/>
                </a:cubicBezTo>
                <a:cubicBezTo>
                  <a:pt x="110" y="65"/>
                  <a:pt x="108" y="67"/>
                  <a:pt x="108" y="68"/>
                </a:cubicBezTo>
                <a:cubicBezTo>
                  <a:pt x="108" y="70"/>
                  <a:pt x="110" y="71"/>
                  <a:pt x="111" y="71"/>
                </a:cubicBezTo>
                <a:close/>
                <a:moveTo>
                  <a:pt x="72" y="105"/>
                </a:moveTo>
                <a:cubicBezTo>
                  <a:pt x="72" y="100"/>
                  <a:pt x="73" y="94"/>
                  <a:pt x="76" y="89"/>
                </a:cubicBezTo>
                <a:cubicBezTo>
                  <a:pt x="76" y="87"/>
                  <a:pt x="76" y="86"/>
                  <a:pt x="75" y="84"/>
                </a:cubicBezTo>
                <a:cubicBezTo>
                  <a:pt x="73" y="84"/>
                  <a:pt x="72" y="84"/>
                  <a:pt x="70" y="86"/>
                </a:cubicBezTo>
                <a:cubicBezTo>
                  <a:pt x="67" y="92"/>
                  <a:pt x="65" y="99"/>
                  <a:pt x="65" y="105"/>
                </a:cubicBezTo>
                <a:cubicBezTo>
                  <a:pt x="65" y="113"/>
                  <a:pt x="68" y="121"/>
                  <a:pt x="72" y="128"/>
                </a:cubicBezTo>
                <a:cubicBezTo>
                  <a:pt x="76" y="134"/>
                  <a:pt x="83" y="139"/>
                  <a:pt x="89" y="142"/>
                </a:cubicBezTo>
                <a:cubicBezTo>
                  <a:pt x="89" y="142"/>
                  <a:pt x="89" y="142"/>
                  <a:pt x="91" y="142"/>
                </a:cubicBezTo>
                <a:cubicBezTo>
                  <a:pt x="91" y="142"/>
                  <a:pt x="92" y="142"/>
                  <a:pt x="92" y="140"/>
                </a:cubicBezTo>
                <a:cubicBezTo>
                  <a:pt x="94" y="139"/>
                  <a:pt x="92" y="137"/>
                  <a:pt x="91" y="136"/>
                </a:cubicBezTo>
                <a:cubicBezTo>
                  <a:pt x="80" y="131"/>
                  <a:pt x="72" y="118"/>
                  <a:pt x="72" y="105"/>
                </a:cubicBezTo>
                <a:close/>
                <a:moveTo>
                  <a:pt x="102" y="140"/>
                </a:moveTo>
                <a:cubicBezTo>
                  <a:pt x="101" y="140"/>
                  <a:pt x="99" y="140"/>
                  <a:pt x="99" y="142"/>
                </a:cubicBezTo>
                <a:cubicBezTo>
                  <a:pt x="99" y="145"/>
                  <a:pt x="101" y="145"/>
                  <a:pt x="102" y="145"/>
                </a:cubicBezTo>
                <a:cubicBezTo>
                  <a:pt x="104" y="145"/>
                  <a:pt x="105" y="145"/>
                  <a:pt x="105" y="144"/>
                </a:cubicBezTo>
                <a:cubicBezTo>
                  <a:pt x="105" y="140"/>
                  <a:pt x="104" y="140"/>
                  <a:pt x="102" y="140"/>
                </a:cubicBezTo>
                <a:close/>
                <a:moveTo>
                  <a:pt x="121" y="53"/>
                </a:moveTo>
                <a:cubicBezTo>
                  <a:pt x="120" y="53"/>
                  <a:pt x="120" y="52"/>
                  <a:pt x="120" y="52"/>
                </a:cubicBezTo>
                <a:cubicBezTo>
                  <a:pt x="128" y="52"/>
                  <a:pt x="128" y="52"/>
                  <a:pt x="128" y="52"/>
                </a:cubicBezTo>
                <a:cubicBezTo>
                  <a:pt x="136" y="52"/>
                  <a:pt x="142" y="45"/>
                  <a:pt x="142" y="37"/>
                </a:cubicBezTo>
                <a:cubicBezTo>
                  <a:pt x="142" y="29"/>
                  <a:pt x="136" y="23"/>
                  <a:pt x="128" y="23"/>
                </a:cubicBezTo>
                <a:cubicBezTo>
                  <a:pt x="102" y="23"/>
                  <a:pt x="102" y="23"/>
                  <a:pt x="102" y="23"/>
                </a:cubicBezTo>
                <a:cubicBezTo>
                  <a:pt x="104" y="19"/>
                  <a:pt x="105" y="18"/>
                  <a:pt x="105" y="14"/>
                </a:cubicBezTo>
                <a:cubicBezTo>
                  <a:pt x="105" y="6"/>
                  <a:pt x="99" y="0"/>
                  <a:pt x="91" y="0"/>
                </a:cubicBezTo>
                <a:cubicBezTo>
                  <a:pt x="14" y="0"/>
                  <a:pt x="14" y="0"/>
                  <a:pt x="14" y="0"/>
                </a:cubicBezTo>
                <a:cubicBezTo>
                  <a:pt x="6" y="0"/>
                  <a:pt x="0" y="6"/>
                  <a:pt x="0" y="14"/>
                </a:cubicBezTo>
                <a:cubicBezTo>
                  <a:pt x="0" y="23"/>
                  <a:pt x="6" y="29"/>
                  <a:pt x="14" y="29"/>
                </a:cubicBezTo>
                <a:cubicBezTo>
                  <a:pt x="40" y="29"/>
                  <a:pt x="40" y="29"/>
                  <a:pt x="40" y="29"/>
                </a:cubicBezTo>
                <a:cubicBezTo>
                  <a:pt x="38" y="31"/>
                  <a:pt x="36" y="34"/>
                  <a:pt x="36" y="37"/>
                </a:cubicBezTo>
                <a:cubicBezTo>
                  <a:pt x="36" y="40"/>
                  <a:pt x="38" y="42"/>
                  <a:pt x="40" y="45"/>
                </a:cubicBezTo>
                <a:cubicBezTo>
                  <a:pt x="32" y="45"/>
                  <a:pt x="32" y="45"/>
                  <a:pt x="32" y="45"/>
                </a:cubicBezTo>
                <a:cubicBezTo>
                  <a:pt x="24" y="45"/>
                  <a:pt x="17" y="52"/>
                  <a:pt x="17" y="60"/>
                </a:cubicBezTo>
                <a:cubicBezTo>
                  <a:pt x="17" y="65"/>
                  <a:pt x="19" y="68"/>
                  <a:pt x="22" y="71"/>
                </a:cubicBezTo>
                <a:cubicBezTo>
                  <a:pt x="19" y="73"/>
                  <a:pt x="17" y="78"/>
                  <a:pt x="17" y="83"/>
                </a:cubicBezTo>
                <a:cubicBezTo>
                  <a:pt x="17" y="88"/>
                  <a:pt x="19" y="91"/>
                  <a:pt x="22" y="94"/>
                </a:cubicBezTo>
                <a:cubicBezTo>
                  <a:pt x="19" y="96"/>
                  <a:pt x="17" y="101"/>
                  <a:pt x="17" y="105"/>
                </a:cubicBezTo>
                <a:cubicBezTo>
                  <a:pt x="17" y="110"/>
                  <a:pt x="19" y="114"/>
                  <a:pt x="22" y="117"/>
                </a:cubicBezTo>
                <a:cubicBezTo>
                  <a:pt x="19" y="118"/>
                  <a:pt x="17" y="123"/>
                  <a:pt x="17" y="128"/>
                </a:cubicBezTo>
                <a:cubicBezTo>
                  <a:pt x="17" y="136"/>
                  <a:pt x="24" y="143"/>
                  <a:pt x="32" y="143"/>
                </a:cubicBezTo>
                <a:cubicBezTo>
                  <a:pt x="68" y="143"/>
                  <a:pt x="68" y="143"/>
                  <a:pt x="68" y="143"/>
                </a:cubicBezTo>
                <a:cubicBezTo>
                  <a:pt x="78" y="153"/>
                  <a:pt x="91" y="159"/>
                  <a:pt x="107" y="159"/>
                </a:cubicBezTo>
                <a:cubicBezTo>
                  <a:pt x="136" y="159"/>
                  <a:pt x="160" y="135"/>
                  <a:pt x="160" y="105"/>
                </a:cubicBezTo>
                <a:cubicBezTo>
                  <a:pt x="160" y="81"/>
                  <a:pt x="144" y="60"/>
                  <a:pt x="121" y="53"/>
                </a:cubicBezTo>
                <a:close/>
                <a:moveTo>
                  <a:pt x="128" y="29"/>
                </a:moveTo>
                <a:cubicBezTo>
                  <a:pt x="132" y="29"/>
                  <a:pt x="136" y="32"/>
                  <a:pt x="136" y="37"/>
                </a:cubicBezTo>
                <a:cubicBezTo>
                  <a:pt x="136" y="40"/>
                  <a:pt x="132" y="45"/>
                  <a:pt x="128" y="45"/>
                </a:cubicBezTo>
                <a:cubicBezTo>
                  <a:pt x="51" y="45"/>
                  <a:pt x="51" y="45"/>
                  <a:pt x="51" y="45"/>
                </a:cubicBezTo>
                <a:cubicBezTo>
                  <a:pt x="46" y="45"/>
                  <a:pt x="43" y="40"/>
                  <a:pt x="43" y="37"/>
                </a:cubicBezTo>
                <a:cubicBezTo>
                  <a:pt x="43" y="32"/>
                  <a:pt x="46" y="29"/>
                  <a:pt x="51" y="29"/>
                </a:cubicBezTo>
                <a:lnTo>
                  <a:pt x="128" y="29"/>
                </a:lnTo>
                <a:close/>
                <a:moveTo>
                  <a:pt x="14" y="23"/>
                </a:moveTo>
                <a:cubicBezTo>
                  <a:pt x="9" y="23"/>
                  <a:pt x="6" y="18"/>
                  <a:pt x="6" y="14"/>
                </a:cubicBezTo>
                <a:cubicBezTo>
                  <a:pt x="6" y="10"/>
                  <a:pt x="9" y="6"/>
                  <a:pt x="14" y="6"/>
                </a:cubicBezTo>
                <a:cubicBezTo>
                  <a:pt x="91" y="6"/>
                  <a:pt x="91" y="6"/>
                  <a:pt x="91" y="6"/>
                </a:cubicBezTo>
                <a:cubicBezTo>
                  <a:pt x="96" y="6"/>
                  <a:pt x="99" y="10"/>
                  <a:pt x="99" y="14"/>
                </a:cubicBezTo>
                <a:cubicBezTo>
                  <a:pt x="99" y="18"/>
                  <a:pt x="96" y="23"/>
                  <a:pt x="91" y="23"/>
                </a:cubicBezTo>
                <a:lnTo>
                  <a:pt x="14" y="23"/>
                </a:lnTo>
                <a:close/>
                <a:moveTo>
                  <a:pt x="32" y="52"/>
                </a:moveTo>
                <a:cubicBezTo>
                  <a:pt x="107" y="52"/>
                  <a:pt x="107" y="52"/>
                  <a:pt x="107" y="52"/>
                </a:cubicBezTo>
                <a:cubicBezTo>
                  <a:pt x="92" y="52"/>
                  <a:pt x="78" y="58"/>
                  <a:pt x="68" y="68"/>
                </a:cubicBezTo>
                <a:cubicBezTo>
                  <a:pt x="32" y="68"/>
                  <a:pt x="32" y="68"/>
                  <a:pt x="32" y="68"/>
                </a:cubicBezTo>
                <a:cubicBezTo>
                  <a:pt x="27" y="68"/>
                  <a:pt x="24" y="65"/>
                  <a:pt x="24" y="60"/>
                </a:cubicBezTo>
                <a:cubicBezTo>
                  <a:pt x="24" y="55"/>
                  <a:pt x="27" y="52"/>
                  <a:pt x="32" y="52"/>
                </a:cubicBezTo>
                <a:close/>
                <a:moveTo>
                  <a:pt x="32" y="75"/>
                </a:moveTo>
                <a:cubicBezTo>
                  <a:pt x="64" y="75"/>
                  <a:pt x="64" y="75"/>
                  <a:pt x="64" y="75"/>
                </a:cubicBezTo>
                <a:cubicBezTo>
                  <a:pt x="60" y="79"/>
                  <a:pt x="57" y="84"/>
                  <a:pt x="56" y="91"/>
                </a:cubicBezTo>
                <a:cubicBezTo>
                  <a:pt x="32" y="91"/>
                  <a:pt x="32" y="91"/>
                  <a:pt x="32" y="91"/>
                </a:cubicBezTo>
                <a:cubicBezTo>
                  <a:pt x="27" y="91"/>
                  <a:pt x="24" y="88"/>
                  <a:pt x="24" y="83"/>
                </a:cubicBezTo>
                <a:cubicBezTo>
                  <a:pt x="24" y="78"/>
                  <a:pt x="27" y="75"/>
                  <a:pt x="32" y="75"/>
                </a:cubicBezTo>
                <a:close/>
                <a:moveTo>
                  <a:pt x="32" y="97"/>
                </a:moveTo>
                <a:cubicBezTo>
                  <a:pt x="54" y="97"/>
                  <a:pt x="54" y="97"/>
                  <a:pt x="54" y="97"/>
                </a:cubicBezTo>
                <a:cubicBezTo>
                  <a:pt x="54" y="99"/>
                  <a:pt x="54" y="102"/>
                  <a:pt x="54" y="105"/>
                </a:cubicBezTo>
                <a:cubicBezTo>
                  <a:pt x="54" y="109"/>
                  <a:pt x="54" y="110"/>
                  <a:pt x="54" y="114"/>
                </a:cubicBezTo>
                <a:cubicBezTo>
                  <a:pt x="32" y="114"/>
                  <a:pt x="32" y="114"/>
                  <a:pt x="32" y="114"/>
                </a:cubicBezTo>
                <a:cubicBezTo>
                  <a:pt x="27" y="114"/>
                  <a:pt x="24" y="110"/>
                  <a:pt x="24" y="105"/>
                </a:cubicBezTo>
                <a:cubicBezTo>
                  <a:pt x="24" y="101"/>
                  <a:pt x="27" y="97"/>
                  <a:pt x="32" y="97"/>
                </a:cubicBezTo>
                <a:close/>
                <a:moveTo>
                  <a:pt x="32" y="136"/>
                </a:moveTo>
                <a:cubicBezTo>
                  <a:pt x="27" y="136"/>
                  <a:pt x="24" y="133"/>
                  <a:pt x="24" y="128"/>
                </a:cubicBezTo>
                <a:cubicBezTo>
                  <a:pt x="24" y="123"/>
                  <a:pt x="27" y="120"/>
                  <a:pt x="32" y="120"/>
                </a:cubicBezTo>
                <a:cubicBezTo>
                  <a:pt x="56" y="120"/>
                  <a:pt x="56" y="120"/>
                  <a:pt x="56" y="120"/>
                </a:cubicBezTo>
                <a:cubicBezTo>
                  <a:pt x="57" y="125"/>
                  <a:pt x="59" y="131"/>
                  <a:pt x="62" y="136"/>
                </a:cubicBezTo>
                <a:lnTo>
                  <a:pt x="32" y="136"/>
                </a:lnTo>
                <a:close/>
                <a:moveTo>
                  <a:pt x="107" y="153"/>
                </a:moveTo>
                <a:cubicBezTo>
                  <a:pt x="81" y="153"/>
                  <a:pt x="60" y="131"/>
                  <a:pt x="60" y="105"/>
                </a:cubicBezTo>
                <a:cubicBezTo>
                  <a:pt x="60" y="79"/>
                  <a:pt x="81" y="58"/>
                  <a:pt x="107" y="58"/>
                </a:cubicBezTo>
                <a:cubicBezTo>
                  <a:pt x="132" y="58"/>
                  <a:pt x="153" y="79"/>
                  <a:pt x="153" y="105"/>
                </a:cubicBezTo>
                <a:cubicBezTo>
                  <a:pt x="153" y="131"/>
                  <a:pt x="132" y="153"/>
                  <a:pt x="107" y="15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1" name="Freeform 89">
            <a:extLst>
              <a:ext uri="{FF2B5EF4-FFF2-40B4-BE49-F238E27FC236}">
                <a16:creationId xmlns:a16="http://schemas.microsoft.com/office/drawing/2014/main" id="{BF2D9E4F-29CC-4CCA-9E8F-962309F32DA8}"/>
              </a:ext>
            </a:extLst>
          </p:cNvPr>
          <p:cNvSpPr>
            <a:spLocks noEditPoints="1"/>
          </p:cNvSpPr>
          <p:nvPr/>
        </p:nvSpPr>
        <p:spPr bwMode="auto">
          <a:xfrm>
            <a:off x="8239160" y="2911063"/>
            <a:ext cx="276678" cy="388318"/>
          </a:xfrm>
          <a:custGeom>
            <a:avLst/>
            <a:gdLst>
              <a:gd name="T0" fmla="*/ 29 w 114"/>
              <a:gd name="T1" fmla="*/ 84 h 160"/>
              <a:gd name="T2" fmla="*/ 15 w 114"/>
              <a:gd name="T3" fmla="*/ 82 h 160"/>
              <a:gd name="T4" fmla="*/ 52 w 114"/>
              <a:gd name="T5" fmla="*/ 7 h 160"/>
              <a:gd name="T6" fmla="*/ 52 w 114"/>
              <a:gd name="T7" fmla="*/ 0 h 160"/>
              <a:gd name="T8" fmla="*/ 10 w 114"/>
              <a:gd name="T9" fmla="*/ 85 h 160"/>
              <a:gd name="T10" fmla="*/ 20 w 114"/>
              <a:gd name="T11" fmla="*/ 104 h 160"/>
              <a:gd name="T12" fmla="*/ 17 w 114"/>
              <a:gd name="T13" fmla="*/ 88 h 160"/>
              <a:gd name="T14" fmla="*/ 25 w 114"/>
              <a:gd name="T15" fmla="*/ 88 h 160"/>
              <a:gd name="T16" fmla="*/ 17 w 114"/>
              <a:gd name="T17" fmla="*/ 96 h 160"/>
              <a:gd name="T18" fmla="*/ 103 w 114"/>
              <a:gd name="T19" fmla="*/ 108 h 160"/>
              <a:gd name="T20" fmla="*/ 87 w 114"/>
              <a:gd name="T21" fmla="*/ 101 h 160"/>
              <a:gd name="T22" fmla="*/ 75 w 114"/>
              <a:gd name="T23" fmla="*/ 104 h 160"/>
              <a:gd name="T24" fmla="*/ 107 w 114"/>
              <a:gd name="T25" fmla="*/ 55 h 160"/>
              <a:gd name="T26" fmla="*/ 96 w 114"/>
              <a:gd name="T27" fmla="*/ 9 h 160"/>
              <a:gd name="T28" fmla="*/ 80 w 114"/>
              <a:gd name="T29" fmla="*/ 24 h 160"/>
              <a:gd name="T30" fmla="*/ 93 w 114"/>
              <a:gd name="T31" fmla="*/ 28 h 160"/>
              <a:gd name="T32" fmla="*/ 64 w 114"/>
              <a:gd name="T33" fmla="*/ 101 h 160"/>
              <a:gd name="T34" fmla="*/ 85 w 114"/>
              <a:gd name="T35" fmla="*/ 55 h 160"/>
              <a:gd name="T36" fmla="*/ 23 w 114"/>
              <a:gd name="T37" fmla="*/ 55 h 160"/>
              <a:gd name="T38" fmla="*/ 44 w 114"/>
              <a:gd name="T39" fmla="*/ 84 h 160"/>
              <a:gd name="T40" fmla="*/ 39 w 114"/>
              <a:gd name="T41" fmla="*/ 124 h 160"/>
              <a:gd name="T42" fmla="*/ 18 w 114"/>
              <a:gd name="T43" fmla="*/ 135 h 160"/>
              <a:gd name="T44" fmla="*/ 32 w 114"/>
              <a:gd name="T45" fmla="*/ 160 h 160"/>
              <a:gd name="T46" fmla="*/ 36 w 114"/>
              <a:gd name="T47" fmla="*/ 156 h 160"/>
              <a:gd name="T48" fmla="*/ 26 w 114"/>
              <a:gd name="T49" fmla="*/ 125 h 160"/>
              <a:gd name="T50" fmla="*/ 44 w 114"/>
              <a:gd name="T51" fmla="*/ 143 h 160"/>
              <a:gd name="T52" fmla="*/ 48 w 114"/>
              <a:gd name="T53" fmla="*/ 141 h 160"/>
              <a:gd name="T54" fmla="*/ 55 w 114"/>
              <a:gd name="T55" fmla="*/ 64 h 160"/>
              <a:gd name="T56" fmla="*/ 60 w 114"/>
              <a:gd name="T57" fmla="*/ 82 h 160"/>
              <a:gd name="T58" fmla="*/ 63 w 114"/>
              <a:gd name="T59" fmla="*/ 132 h 160"/>
              <a:gd name="T60" fmla="*/ 64 w 114"/>
              <a:gd name="T61" fmla="*/ 112 h 160"/>
              <a:gd name="T62" fmla="*/ 75 w 114"/>
              <a:gd name="T63" fmla="*/ 112 h 160"/>
              <a:gd name="T64" fmla="*/ 79 w 114"/>
              <a:gd name="T65" fmla="*/ 133 h 160"/>
              <a:gd name="T66" fmla="*/ 82 w 114"/>
              <a:gd name="T67" fmla="*/ 112 h 160"/>
              <a:gd name="T68" fmla="*/ 91 w 114"/>
              <a:gd name="T69" fmla="*/ 112 h 160"/>
              <a:gd name="T70" fmla="*/ 95 w 114"/>
              <a:gd name="T71" fmla="*/ 133 h 160"/>
              <a:gd name="T72" fmla="*/ 98 w 114"/>
              <a:gd name="T73" fmla="*/ 119 h 160"/>
              <a:gd name="T74" fmla="*/ 107 w 114"/>
              <a:gd name="T75" fmla="*/ 119 h 160"/>
              <a:gd name="T76" fmla="*/ 111 w 114"/>
              <a:gd name="T77" fmla="*/ 160 h 160"/>
              <a:gd name="T78" fmla="*/ 114 w 114"/>
              <a:gd name="T79" fmla="*/ 119 h 160"/>
              <a:gd name="T80" fmla="*/ 91 w 114"/>
              <a:gd name="T81" fmla="*/ 20 h 160"/>
              <a:gd name="T82" fmla="*/ 83 w 114"/>
              <a:gd name="T83" fmla="*/ 13 h 160"/>
              <a:gd name="T84" fmla="*/ 91 w 114"/>
              <a:gd name="T85" fmla="*/ 13 h 160"/>
              <a:gd name="T86" fmla="*/ 60 w 114"/>
              <a:gd name="T87" fmla="*/ 60 h 160"/>
              <a:gd name="T88" fmla="*/ 48 w 114"/>
              <a:gd name="T89" fmla="*/ 60 h 160"/>
              <a:gd name="T90" fmla="*/ 55 w 114"/>
              <a:gd name="T91" fmla="*/ 47 h 160"/>
              <a:gd name="T92" fmla="*/ 60 w 114"/>
              <a:gd name="T93" fmla="*/ 60 h 160"/>
              <a:gd name="T94" fmla="*/ 40 w 114"/>
              <a:gd name="T95" fmla="*/ 55 h 160"/>
              <a:gd name="T96" fmla="*/ 44 w 114"/>
              <a:gd name="T97" fmla="*/ 69 h 160"/>
              <a:gd name="T98" fmla="*/ 29 w 114"/>
              <a:gd name="T99" fmla="*/ 55 h 160"/>
              <a:gd name="T100" fmla="*/ 80 w 114"/>
              <a:gd name="T101" fmla="*/ 55 h 160"/>
              <a:gd name="T102" fmla="*/ 64 w 114"/>
              <a:gd name="T103" fmla="*/ 69 h 160"/>
              <a:gd name="T104" fmla="*/ 69 w 114"/>
              <a:gd name="T105" fmla="*/ 55 h 160"/>
              <a:gd name="T106" fmla="*/ 67 w 114"/>
              <a:gd name="T107" fmla="*/ 7 h 160"/>
              <a:gd name="T108" fmla="*/ 67 w 114"/>
              <a:gd name="T109" fmla="*/ 3 h 160"/>
              <a:gd name="T110" fmla="*/ 63 w 114"/>
              <a:gd name="T111" fmla="*/ 3 h 160"/>
              <a:gd name="T112" fmla="*/ 63 w 114"/>
              <a:gd name="T113" fmla="*/ 7 h 160"/>
              <a:gd name="T114" fmla="*/ 67 w 114"/>
              <a:gd name="T115" fmla="*/ 7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14" h="160">
                <a:moveTo>
                  <a:pt x="29" y="101"/>
                </a:moveTo>
                <a:cubicBezTo>
                  <a:pt x="33" y="96"/>
                  <a:pt x="33" y="88"/>
                  <a:pt x="29" y="84"/>
                </a:cubicBezTo>
                <a:cubicBezTo>
                  <a:pt x="26" y="82"/>
                  <a:pt x="23" y="80"/>
                  <a:pt x="20" y="80"/>
                </a:cubicBezTo>
                <a:cubicBezTo>
                  <a:pt x="18" y="80"/>
                  <a:pt x="17" y="80"/>
                  <a:pt x="15" y="82"/>
                </a:cubicBezTo>
                <a:cubicBezTo>
                  <a:pt x="10" y="74"/>
                  <a:pt x="7" y="64"/>
                  <a:pt x="7" y="55"/>
                </a:cubicBezTo>
                <a:cubicBezTo>
                  <a:pt x="7" y="29"/>
                  <a:pt x="26" y="8"/>
                  <a:pt x="52" y="7"/>
                </a:cubicBezTo>
                <a:cubicBezTo>
                  <a:pt x="54" y="7"/>
                  <a:pt x="55" y="5"/>
                  <a:pt x="55" y="4"/>
                </a:cubicBezTo>
                <a:cubicBezTo>
                  <a:pt x="55" y="2"/>
                  <a:pt x="54" y="0"/>
                  <a:pt x="52" y="0"/>
                </a:cubicBezTo>
                <a:cubicBezTo>
                  <a:pt x="23" y="2"/>
                  <a:pt x="0" y="26"/>
                  <a:pt x="0" y="55"/>
                </a:cubicBezTo>
                <a:cubicBezTo>
                  <a:pt x="0" y="66"/>
                  <a:pt x="4" y="77"/>
                  <a:pt x="10" y="85"/>
                </a:cubicBezTo>
                <a:cubicBezTo>
                  <a:pt x="7" y="90"/>
                  <a:pt x="8" y="96"/>
                  <a:pt x="12" y="101"/>
                </a:cubicBezTo>
                <a:cubicBezTo>
                  <a:pt x="13" y="103"/>
                  <a:pt x="17" y="104"/>
                  <a:pt x="20" y="104"/>
                </a:cubicBezTo>
                <a:cubicBezTo>
                  <a:pt x="23" y="104"/>
                  <a:pt x="26" y="103"/>
                  <a:pt x="29" y="101"/>
                </a:cubicBezTo>
                <a:close/>
                <a:moveTo>
                  <a:pt x="17" y="88"/>
                </a:moveTo>
                <a:cubicBezTo>
                  <a:pt x="17" y="87"/>
                  <a:pt x="18" y="87"/>
                  <a:pt x="20" y="87"/>
                </a:cubicBezTo>
                <a:cubicBezTo>
                  <a:pt x="21" y="87"/>
                  <a:pt x="23" y="87"/>
                  <a:pt x="25" y="88"/>
                </a:cubicBezTo>
                <a:cubicBezTo>
                  <a:pt x="26" y="90"/>
                  <a:pt x="26" y="95"/>
                  <a:pt x="25" y="96"/>
                </a:cubicBezTo>
                <a:cubicBezTo>
                  <a:pt x="21" y="98"/>
                  <a:pt x="18" y="98"/>
                  <a:pt x="17" y="96"/>
                </a:cubicBezTo>
                <a:cubicBezTo>
                  <a:pt x="13" y="95"/>
                  <a:pt x="13" y="90"/>
                  <a:pt x="17" y="88"/>
                </a:cubicBezTo>
                <a:close/>
                <a:moveTo>
                  <a:pt x="103" y="108"/>
                </a:moveTo>
                <a:cubicBezTo>
                  <a:pt x="99" y="108"/>
                  <a:pt x="98" y="109"/>
                  <a:pt x="96" y="109"/>
                </a:cubicBezTo>
                <a:cubicBezTo>
                  <a:pt x="95" y="106"/>
                  <a:pt x="91" y="101"/>
                  <a:pt x="87" y="101"/>
                </a:cubicBezTo>
                <a:cubicBezTo>
                  <a:pt x="83" y="101"/>
                  <a:pt x="80" y="103"/>
                  <a:pt x="79" y="106"/>
                </a:cubicBezTo>
                <a:cubicBezTo>
                  <a:pt x="77" y="104"/>
                  <a:pt x="77" y="104"/>
                  <a:pt x="75" y="104"/>
                </a:cubicBezTo>
                <a:cubicBezTo>
                  <a:pt x="83" y="101"/>
                  <a:pt x="90" y="96"/>
                  <a:pt x="95" y="90"/>
                </a:cubicBezTo>
                <a:cubicBezTo>
                  <a:pt x="104" y="80"/>
                  <a:pt x="107" y="68"/>
                  <a:pt x="107" y="55"/>
                </a:cubicBezTo>
                <a:cubicBezTo>
                  <a:pt x="107" y="44"/>
                  <a:pt x="104" y="32"/>
                  <a:pt x="98" y="23"/>
                </a:cubicBezTo>
                <a:cubicBezTo>
                  <a:pt x="101" y="18"/>
                  <a:pt x="101" y="12"/>
                  <a:pt x="96" y="9"/>
                </a:cubicBezTo>
                <a:cubicBezTo>
                  <a:pt x="91" y="4"/>
                  <a:pt x="85" y="4"/>
                  <a:pt x="80" y="9"/>
                </a:cubicBezTo>
                <a:cubicBezTo>
                  <a:pt x="75" y="13"/>
                  <a:pt x="75" y="20"/>
                  <a:pt x="80" y="24"/>
                </a:cubicBezTo>
                <a:cubicBezTo>
                  <a:pt x="82" y="28"/>
                  <a:pt x="85" y="28"/>
                  <a:pt x="88" y="28"/>
                </a:cubicBezTo>
                <a:cubicBezTo>
                  <a:pt x="93" y="28"/>
                  <a:pt x="93" y="28"/>
                  <a:pt x="93" y="28"/>
                </a:cubicBezTo>
                <a:cubicBezTo>
                  <a:pt x="99" y="36"/>
                  <a:pt x="103" y="45"/>
                  <a:pt x="103" y="55"/>
                </a:cubicBezTo>
                <a:cubicBezTo>
                  <a:pt x="103" y="77"/>
                  <a:pt x="87" y="96"/>
                  <a:pt x="64" y="101"/>
                </a:cubicBezTo>
                <a:cubicBezTo>
                  <a:pt x="64" y="84"/>
                  <a:pt x="64" y="84"/>
                  <a:pt x="64" y="84"/>
                </a:cubicBezTo>
                <a:cubicBezTo>
                  <a:pt x="77" y="80"/>
                  <a:pt x="85" y="68"/>
                  <a:pt x="85" y="55"/>
                </a:cubicBezTo>
                <a:cubicBezTo>
                  <a:pt x="85" y="37"/>
                  <a:pt x="72" y="23"/>
                  <a:pt x="55" y="23"/>
                </a:cubicBezTo>
                <a:cubicBezTo>
                  <a:pt x="37" y="23"/>
                  <a:pt x="23" y="37"/>
                  <a:pt x="23" y="55"/>
                </a:cubicBezTo>
                <a:cubicBezTo>
                  <a:pt x="23" y="61"/>
                  <a:pt x="24" y="68"/>
                  <a:pt x="29" y="74"/>
                </a:cubicBezTo>
                <a:cubicBezTo>
                  <a:pt x="32" y="79"/>
                  <a:pt x="37" y="82"/>
                  <a:pt x="44" y="84"/>
                </a:cubicBezTo>
                <a:cubicBezTo>
                  <a:pt x="44" y="130"/>
                  <a:pt x="44" y="130"/>
                  <a:pt x="44" y="130"/>
                </a:cubicBezTo>
                <a:cubicBezTo>
                  <a:pt x="39" y="124"/>
                  <a:pt x="39" y="124"/>
                  <a:pt x="39" y="124"/>
                </a:cubicBezTo>
                <a:cubicBezTo>
                  <a:pt x="36" y="119"/>
                  <a:pt x="29" y="117"/>
                  <a:pt x="23" y="119"/>
                </a:cubicBezTo>
                <a:cubicBezTo>
                  <a:pt x="18" y="122"/>
                  <a:pt x="16" y="130"/>
                  <a:pt x="18" y="135"/>
                </a:cubicBezTo>
                <a:cubicBezTo>
                  <a:pt x="31" y="159"/>
                  <a:pt x="31" y="159"/>
                  <a:pt x="31" y="159"/>
                </a:cubicBezTo>
                <a:cubicBezTo>
                  <a:pt x="32" y="160"/>
                  <a:pt x="32" y="160"/>
                  <a:pt x="32" y="160"/>
                </a:cubicBezTo>
                <a:cubicBezTo>
                  <a:pt x="34" y="160"/>
                  <a:pt x="34" y="160"/>
                  <a:pt x="34" y="159"/>
                </a:cubicBezTo>
                <a:cubicBezTo>
                  <a:pt x="36" y="159"/>
                  <a:pt x="37" y="157"/>
                  <a:pt x="36" y="156"/>
                </a:cubicBezTo>
                <a:cubicBezTo>
                  <a:pt x="24" y="132"/>
                  <a:pt x="24" y="132"/>
                  <a:pt x="24" y="132"/>
                </a:cubicBezTo>
                <a:cubicBezTo>
                  <a:pt x="23" y="130"/>
                  <a:pt x="24" y="127"/>
                  <a:pt x="26" y="125"/>
                </a:cubicBezTo>
                <a:cubicBezTo>
                  <a:pt x="29" y="124"/>
                  <a:pt x="32" y="124"/>
                  <a:pt x="34" y="127"/>
                </a:cubicBezTo>
                <a:cubicBezTo>
                  <a:pt x="44" y="143"/>
                  <a:pt x="44" y="143"/>
                  <a:pt x="44" y="143"/>
                </a:cubicBezTo>
                <a:cubicBezTo>
                  <a:pt x="44" y="144"/>
                  <a:pt x="45" y="144"/>
                  <a:pt x="47" y="144"/>
                </a:cubicBezTo>
                <a:cubicBezTo>
                  <a:pt x="48" y="144"/>
                  <a:pt x="48" y="143"/>
                  <a:pt x="48" y="141"/>
                </a:cubicBezTo>
                <a:cubicBezTo>
                  <a:pt x="48" y="69"/>
                  <a:pt x="48" y="69"/>
                  <a:pt x="48" y="69"/>
                </a:cubicBezTo>
                <a:cubicBezTo>
                  <a:pt x="48" y="68"/>
                  <a:pt x="52" y="64"/>
                  <a:pt x="55" y="64"/>
                </a:cubicBezTo>
                <a:cubicBezTo>
                  <a:pt x="56" y="64"/>
                  <a:pt x="60" y="68"/>
                  <a:pt x="60" y="69"/>
                </a:cubicBezTo>
                <a:cubicBezTo>
                  <a:pt x="60" y="82"/>
                  <a:pt x="60" y="82"/>
                  <a:pt x="60" y="82"/>
                </a:cubicBezTo>
                <a:cubicBezTo>
                  <a:pt x="60" y="128"/>
                  <a:pt x="60" y="128"/>
                  <a:pt x="60" y="128"/>
                </a:cubicBezTo>
                <a:cubicBezTo>
                  <a:pt x="60" y="130"/>
                  <a:pt x="60" y="132"/>
                  <a:pt x="63" y="132"/>
                </a:cubicBezTo>
                <a:cubicBezTo>
                  <a:pt x="64" y="132"/>
                  <a:pt x="64" y="130"/>
                  <a:pt x="64" y="128"/>
                </a:cubicBezTo>
                <a:cubicBezTo>
                  <a:pt x="64" y="112"/>
                  <a:pt x="64" y="112"/>
                  <a:pt x="64" y="112"/>
                </a:cubicBezTo>
                <a:cubicBezTo>
                  <a:pt x="64" y="111"/>
                  <a:pt x="67" y="108"/>
                  <a:pt x="71" y="108"/>
                </a:cubicBezTo>
                <a:cubicBezTo>
                  <a:pt x="72" y="108"/>
                  <a:pt x="75" y="111"/>
                  <a:pt x="75" y="112"/>
                </a:cubicBezTo>
                <a:cubicBezTo>
                  <a:pt x="75" y="130"/>
                  <a:pt x="75" y="130"/>
                  <a:pt x="75" y="130"/>
                </a:cubicBezTo>
                <a:cubicBezTo>
                  <a:pt x="75" y="132"/>
                  <a:pt x="75" y="133"/>
                  <a:pt x="79" y="133"/>
                </a:cubicBezTo>
                <a:cubicBezTo>
                  <a:pt x="80" y="133"/>
                  <a:pt x="82" y="132"/>
                  <a:pt x="82" y="130"/>
                </a:cubicBezTo>
                <a:cubicBezTo>
                  <a:pt x="82" y="112"/>
                  <a:pt x="82" y="112"/>
                  <a:pt x="82" y="112"/>
                </a:cubicBezTo>
                <a:cubicBezTo>
                  <a:pt x="82" y="111"/>
                  <a:pt x="83" y="108"/>
                  <a:pt x="87" y="108"/>
                </a:cubicBezTo>
                <a:cubicBezTo>
                  <a:pt x="88" y="108"/>
                  <a:pt x="91" y="111"/>
                  <a:pt x="91" y="112"/>
                </a:cubicBezTo>
                <a:cubicBezTo>
                  <a:pt x="91" y="130"/>
                  <a:pt x="91" y="130"/>
                  <a:pt x="91" y="130"/>
                </a:cubicBezTo>
                <a:cubicBezTo>
                  <a:pt x="91" y="132"/>
                  <a:pt x="93" y="133"/>
                  <a:pt x="95" y="133"/>
                </a:cubicBezTo>
                <a:cubicBezTo>
                  <a:pt x="96" y="133"/>
                  <a:pt x="98" y="132"/>
                  <a:pt x="98" y="130"/>
                </a:cubicBezTo>
                <a:cubicBezTo>
                  <a:pt x="98" y="119"/>
                  <a:pt x="98" y="119"/>
                  <a:pt x="98" y="119"/>
                </a:cubicBezTo>
                <a:cubicBezTo>
                  <a:pt x="98" y="117"/>
                  <a:pt x="99" y="114"/>
                  <a:pt x="103" y="114"/>
                </a:cubicBezTo>
                <a:cubicBezTo>
                  <a:pt x="104" y="114"/>
                  <a:pt x="107" y="117"/>
                  <a:pt x="107" y="119"/>
                </a:cubicBezTo>
                <a:cubicBezTo>
                  <a:pt x="107" y="157"/>
                  <a:pt x="107" y="157"/>
                  <a:pt x="107" y="157"/>
                </a:cubicBezTo>
                <a:cubicBezTo>
                  <a:pt x="107" y="159"/>
                  <a:pt x="109" y="160"/>
                  <a:pt x="111" y="160"/>
                </a:cubicBezTo>
                <a:cubicBezTo>
                  <a:pt x="112" y="160"/>
                  <a:pt x="114" y="159"/>
                  <a:pt x="114" y="157"/>
                </a:cubicBezTo>
                <a:cubicBezTo>
                  <a:pt x="114" y="119"/>
                  <a:pt x="114" y="119"/>
                  <a:pt x="114" y="119"/>
                </a:cubicBezTo>
                <a:cubicBezTo>
                  <a:pt x="114" y="114"/>
                  <a:pt x="107" y="108"/>
                  <a:pt x="103" y="108"/>
                </a:cubicBezTo>
                <a:close/>
                <a:moveTo>
                  <a:pt x="91" y="20"/>
                </a:moveTo>
                <a:cubicBezTo>
                  <a:pt x="90" y="23"/>
                  <a:pt x="87" y="23"/>
                  <a:pt x="83" y="20"/>
                </a:cubicBezTo>
                <a:cubicBezTo>
                  <a:pt x="82" y="18"/>
                  <a:pt x="82" y="15"/>
                  <a:pt x="83" y="13"/>
                </a:cubicBezTo>
                <a:cubicBezTo>
                  <a:pt x="85" y="12"/>
                  <a:pt x="87" y="10"/>
                  <a:pt x="88" y="10"/>
                </a:cubicBezTo>
                <a:cubicBezTo>
                  <a:pt x="90" y="10"/>
                  <a:pt x="91" y="12"/>
                  <a:pt x="91" y="13"/>
                </a:cubicBezTo>
                <a:cubicBezTo>
                  <a:pt x="95" y="15"/>
                  <a:pt x="95" y="18"/>
                  <a:pt x="91" y="20"/>
                </a:cubicBezTo>
                <a:close/>
                <a:moveTo>
                  <a:pt x="60" y="60"/>
                </a:moveTo>
                <a:cubicBezTo>
                  <a:pt x="58" y="60"/>
                  <a:pt x="56" y="58"/>
                  <a:pt x="55" y="58"/>
                </a:cubicBezTo>
                <a:cubicBezTo>
                  <a:pt x="52" y="58"/>
                  <a:pt x="50" y="60"/>
                  <a:pt x="48" y="60"/>
                </a:cubicBezTo>
                <a:cubicBezTo>
                  <a:pt x="47" y="58"/>
                  <a:pt x="47" y="56"/>
                  <a:pt x="47" y="55"/>
                </a:cubicBezTo>
                <a:cubicBezTo>
                  <a:pt x="47" y="50"/>
                  <a:pt x="50" y="47"/>
                  <a:pt x="55" y="47"/>
                </a:cubicBezTo>
                <a:cubicBezTo>
                  <a:pt x="58" y="47"/>
                  <a:pt x="63" y="50"/>
                  <a:pt x="63" y="55"/>
                </a:cubicBezTo>
                <a:cubicBezTo>
                  <a:pt x="63" y="56"/>
                  <a:pt x="61" y="58"/>
                  <a:pt x="60" y="60"/>
                </a:cubicBezTo>
                <a:close/>
                <a:moveTo>
                  <a:pt x="55" y="40"/>
                </a:moveTo>
                <a:cubicBezTo>
                  <a:pt x="47" y="40"/>
                  <a:pt x="40" y="47"/>
                  <a:pt x="40" y="55"/>
                </a:cubicBezTo>
                <a:cubicBezTo>
                  <a:pt x="40" y="58"/>
                  <a:pt x="42" y="61"/>
                  <a:pt x="44" y="64"/>
                </a:cubicBezTo>
                <a:cubicBezTo>
                  <a:pt x="44" y="69"/>
                  <a:pt x="44" y="69"/>
                  <a:pt x="44" y="69"/>
                </a:cubicBezTo>
                <a:cubicBezTo>
                  <a:pt x="44" y="77"/>
                  <a:pt x="44" y="77"/>
                  <a:pt x="44" y="77"/>
                </a:cubicBezTo>
                <a:cubicBezTo>
                  <a:pt x="34" y="72"/>
                  <a:pt x="29" y="64"/>
                  <a:pt x="29" y="55"/>
                </a:cubicBezTo>
                <a:cubicBezTo>
                  <a:pt x="29" y="40"/>
                  <a:pt x="40" y="29"/>
                  <a:pt x="55" y="29"/>
                </a:cubicBezTo>
                <a:cubicBezTo>
                  <a:pt x="67" y="29"/>
                  <a:pt x="80" y="40"/>
                  <a:pt x="80" y="55"/>
                </a:cubicBezTo>
                <a:cubicBezTo>
                  <a:pt x="80" y="64"/>
                  <a:pt x="74" y="74"/>
                  <a:pt x="64" y="77"/>
                </a:cubicBezTo>
                <a:cubicBezTo>
                  <a:pt x="64" y="69"/>
                  <a:pt x="64" y="69"/>
                  <a:pt x="64" y="69"/>
                </a:cubicBezTo>
                <a:cubicBezTo>
                  <a:pt x="64" y="64"/>
                  <a:pt x="64" y="64"/>
                  <a:pt x="64" y="64"/>
                </a:cubicBezTo>
                <a:cubicBezTo>
                  <a:pt x="66" y="63"/>
                  <a:pt x="69" y="58"/>
                  <a:pt x="69" y="55"/>
                </a:cubicBezTo>
                <a:cubicBezTo>
                  <a:pt x="69" y="47"/>
                  <a:pt x="63" y="40"/>
                  <a:pt x="55" y="40"/>
                </a:cubicBezTo>
                <a:close/>
                <a:moveTo>
                  <a:pt x="67" y="7"/>
                </a:moveTo>
                <a:cubicBezTo>
                  <a:pt x="67" y="6"/>
                  <a:pt x="67" y="6"/>
                  <a:pt x="67" y="6"/>
                </a:cubicBezTo>
                <a:cubicBezTo>
                  <a:pt x="67" y="4"/>
                  <a:pt x="67" y="4"/>
                  <a:pt x="67" y="3"/>
                </a:cubicBezTo>
                <a:cubicBezTo>
                  <a:pt x="67" y="3"/>
                  <a:pt x="66" y="3"/>
                  <a:pt x="64" y="3"/>
                </a:cubicBezTo>
                <a:cubicBezTo>
                  <a:pt x="63" y="3"/>
                  <a:pt x="63" y="3"/>
                  <a:pt x="63" y="3"/>
                </a:cubicBezTo>
                <a:cubicBezTo>
                  <a:pt x="63" y="4"/>
                  <a:pt x="63" y="4"/>
                  <a:pt x="63" y="6"/>
                </a:cubicBezTo>
                <a:cubicBezTo>
                  <a:pt x="63" y="7"/>
                  <a:pt x="63" y="7"/>
                  <a:pt x="63" y="7"/>
                </a:cubicBezTo>
                <a:cubicBezTo>
                  <a:pt x="64" y="9"/>
                  <a:pt x="64" y="9"/>
                  <a:pt x="64" y="9"/>
                </a:cubicBezTo>
                <a:cubicBezTo>
                  <a:pt x="66" y="9"/>
                  <a:pt x="67" y="7"/>
                  <a:pt x="67" y="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29A046A-4404-4107-9457-ED0843CDDB0F}"/>
              </a:ext>
            </a:extLst>
          </p:cNvPr>
          <p:cNvSpPr txBox="1"/>
          <p:nvPr/>
        </p:nvSpPr>
        <p:spPr>
          <a:xfrm>
            <a:off x="3688558" y="3398220"/>
            <a:ext cx="1603116" cy="327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1200" dirty="0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Profitability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4C9E195-14E4-447E-A0CC-8099FCE98030}"/>
              </a:ext>
            </a:extLst>
          </p:cNvPr>
          <p:cNvSpPr txBox="1"/>
          <p:nvPr/>
        </p:nvSpPr>
        <p:spPr>
          <a:xfrm>
            <a:off x="5466673" y="3398220"/>
            <a:ext cx="1937070" cy="327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1200" dirty="0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Customer Service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DB325BE-CF18-42E4-871E-468F524E648E}"/>
              </a:ext>
            </a:extLst>
          </p:cNvPr>
          <p:cNvSpPr txBox="1"/>
          <p:nvPr/>
        </p:nvSpPr>
        <p:spPr>
          <a:xfrm>
            <a:off x="7575941" y="3398220"/>
            <a:ext cx="1603116" cy="348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1200" dirty="0">
                <a:latin typeface="Poppins Medium" panose="00000600000000000000" pitchFamily="50" charset="0"/>
                <a:cs typeface="Poppins Medium" panose="00000600000000000000" pitchFamily="50" charset="0"/>
              </a:rPr>
              <a:t>Growth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E036935-71AC-4CD0-B6E3-5D5B11FA2D8C}"/>
              </a:ext>
            </a:extLst>
          </p:cNvPr>
          <p:cNvSpPr txBox="1"/>
          <p:nvPr/>
        </p:nvSpPr>
        <p:spPr>
          <a:xfrm>
            <a:off x="9518231" y="3398220"/>
            <a:ext cx="1603116" cy="348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1200" dirty="0">
                <a:latin typeface="Poppins Medium" panose="00000600000000000000" pitchFamily="50" charset="0"/>
                <a:cs typeface="Poppins Medium" panose="00000600000000000000" pitchFamily="50" charset="0"/>
              </a:rPr>
              <a:t>Efficiency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905B51-D8A2-4A0F-8AE6-5068B21EA919}"/>
              </a:ext>
            </a:extLst>
          </p:cNvPr>
          <p:cNvSpPr txBox="1"/>
          <p:nvPr/>
        </p:nvSpPr>
        <p:spPr>
          <a:xfrm>
            <a:off x="714290" y="776213"/>
            <a:ext cx="3969986" cy="65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500" dirty="0">
                <a:solidFill>
                  <a:schemeClr val="accent2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Our </a:t>
            </a:r>
            <a:r>
              <a:rPr lang="en-US" sz="3500" dirty="0">
                <a:latin typeface="Poppins SemiBold" panose="00000700000000000000" pitchFamily="50" charset="0"/>
                <a:cs typeface="Poppins SemiBold" panose="00000700000000000000" pitchFamily="50" charset="0"/>
              </a:rPr>
              <a:t>Objectives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033B04D-BAD3-416A-A183-915252815103}"/>
              </a:ext>
            </a:extLst>
          </p:cNvPr>
          <p:cNvSpPr txBox="1"/>
          <p:nvPr/>
        </p:nvSpPr>
        <p:spPr>
          <a:xfrm>
            <a:off x="3643962" y="5204232"/>
            <a:ext cx="1692306" cy="76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Lorem randomized words which don't look even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014C00E-60CC-4805-A91C-FB58F7541F84}"/>
              </a:ext>
            </a:extLst>
          </p:cNvPr>
          <p:cNvSpPr txBox="1"/>
          <p:nvPr/>
        </p:nvSpPr>
        <p:spPr>
          <a:xfrm>
            <a:off x="5555673" y="5204232"/>
            <a:ext cx="1759070" cy="76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Lorem randomized words which don't look even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6FB9BF5-FE00-49AE-B759-452249BC2887}"/>
              </a:ext>
            </a:extLst>
          </p:cNvPr>
          <p:cNvSpPr txBox="1"/>
          <p:nvPr/>
        </p:nvSpPr>
        <p:spPr>
          <a:xfrm>
            <a:off x="7497965" y="5204232"/>
            <a:ext cx="1759069" cy="76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Lorem randomized words which don't look even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D64287B-6FB7-45C2-B4D6-F4E666C1F8CF}"/>
              </a:ext>
            </a:extLst>
          </p:cNvPr>
          <p:cNvSpPr txBox="1"/>
          <p:nvPr/>
        </p:nvSpPr>
        <p:spPr>
          <a:xfrm>
            <a:off x="9441515" y="5204232"/>
            <a:ext cx="1759069" cy="76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Lorem randomized words which don't look even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EC70EFCE-9344-4896-94C1-E4891BDDF050}"/>
              </a:ext>
            </a:extLst>
          </p:cNvPr>
          <p:cNvSpPr/>
          <p:nvPr/>
        </p:nvSpPr>
        <p:spPr>
          <a:xfrm>
            <a:off x="834353" y="5552960"/>
            <a:ext cx="1325880" cy="4114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E536B50-EE95-46C9-BBE9-3EA154587613}"/>
              </a:ext>
            </a:extLst>
          </p:cNvPr>
          <p:cNvSpPr txBox="1"/>
          <p:nvPr/>
        </p:nvSpPr>
        <p:spPr>
          <a:xfrm>
            <a:off x="981209" y="5607096"/>
            <a:ext cx="9961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Poppins Medium" panose="00000600000000000000" pitchFamily="2" charset="0"/>
                <a:ea typeface="Jost" pitchFamily="2" charset="0"/>
                <a:cs typeface="Poppins Medium" panose="00000600000000000000" pitchFamily="2" charset="0"/>
              </a:rPr>
              <a:t>VISIT US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C42928B-A7DF-4146-8FB4-E9F2538CC907}"/>
              </a:ext>
            </a:extLst>
          </p:cNvPr>
          <p:cNvSpPr txBox="1"/>
          <p:nvPr/>
        </p:nvSpPr>
        <p:spPr>
          <a:xfrm>
            <a:off x="3992697" y="4565177"/>
            <a:ext cx="9948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Poppins Medium" panose="00000600000000000000" pitchFamily="2" charset="0"/>
                <a:ea typeface="Pacifico" panose="02000000000000000000" pitchFamily="2" charset="0"/>
                <a:cs typeface="Poppins Medium" panose="00000600000000000000" pitchFamily="2" charset="0"/>
              </a:rPr>
              <a:t>10%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D74CFA7-A000-4322-AE64-2DFE276ED00F}"/>
              </a:ext>
            </a:extLst>
          </p:cNvPr>
          <p:cNvSpPr txBox="1"/>
          <p:nvPr/>
        </p:nvSpPr>
        <p:spPr>
          <a:xfrm>
            <a:off x="5937790" y="4565177"/>
            <a:ext cx="9948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Poppins Medium" panose="00000600000000000000" pitchFamily="2" charset="0"/>
                <a:ea typeface="Pacifico" panose="02000000000000000000" pitchFamily="2" charset="0"/>
                <a:cs typeface="Poppins Medium" panose="00000600000000000000" pitchFamily="2" charset="0"/>
              </a:rPr>
              <a:t>20%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DB4A597-37C0-4F26-A781-A711971339B0}"/>
              </a:ext>
            </a:extLst>
          </p:cNvPr>
          <p:cNvSpPr txBox="1"/>
          <p:nvPr/>
        </p:nvSpPr>
        <p:spPr>
          <a:xfrm>
            <a:off x="7880081" y="4565177"/>
            <a:ext cx="9948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Poppins Medium" panose="00000600000000000000" pitchFamily="2" charset="0"/>
                <a:ea typeface="Pacifico" panose="02000000000000000000" pitchFamily="2" charset="0"/>
                <a:cs typeface="Poppins Medium" panose="00000600000000000000" pitchFamily="2" charset="0"/>
              </a:rPr>
              <a:t>40%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8B23E8F-CFBC-43FD-8552-D03E0FBD7083}"/>
              </a:ext>
            </a:extLst>
          </p:cNvPr>
          <p:cNvSpPr txBox="1"/>
          <p:nvPr/>
        </p:nvSpPr>
        <p:spPr>
          <a:xfrm>
            <a:off x="9823631" y="4565177"/>
            <a:ext cx="9948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Poppins Medium" panose="00000600000000000000" pitchFamily="2" charset="0"/>
                <a:ea typeface="Pacifico" panose="02000000000000000000" pitchFamily="2" charset="0"/>
                <a:cs typeface="Poppins Medium" panose="00000600000000000000" pitchFamily="2" charset="0"/>
              </a:rPr>
              <a:t>60%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F098AE4-E4A6-4483-8CDA-0C3523ED927A}"/>
              </a:ext>
            </a:extLst>
          </p:cNvPr>
          <p:cNvSpPr txBox="1"/>
          <p:nvPr/>
        </p:nvSpPr>
        <p:spPr>
          <a:xfrm>
            <a:off x="6932625" y="846104"/>
            <a:ext cx="4267959" cy="580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20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variations of passages of, the or randomized words</a:t>
            </a:r>
            <a:r>
              <a:rPr lang="en-US" sz="12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There are many variations randomized words.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93950B2-191E-4CEE-89F4-7C89EB2E0DE8}"/>
              </a:ext>
            </a:extLst>
          </p:cNvPr>
          <p:cNvSpPr txBox="1"/>
          <p:nvPr/>
        </p:nvSpPr>
        <p:spPr>
          <a:xfrm>
            <a:off x="767451" y="2450557"/>
            <a:ext cx="2569129" cy="1343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ts val="2000"/>
              </a:lnSpc>
              <a:buFont typeface="Wingdings" panose="05000000000000000000" pitchFamily="2" charset="2"/>
              <a:buChar char="ü"/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passages of Lorem Ipsum available, or randomized</a:t>
            </a:r>
          </a:p>
          <a:p>
            <a:pPr marL="171450" indent="-171450">
              <a:lnSpc>
                <a:spcPts val="2000"/>
              </a:lnSpc>
              <a:buFont typeface="Wingdings" panose="05000000000000000000" pitchFamily="2" charset="2"/>
              <a:buChar char="ü"/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words which don't look even slightly believable.</a:t>
            </a:r>
          </a:p>
          <a:p>
            <a:pPr marL="171450" indent="-171450">
              <a:lnSpc>
                <a:spcPts val="2000"/>
              </a:lnSpc>
              <a:buFont typeface="Wingdings" panose="05000000000000000000" pitchFamily="2" charset="2"/>
              <a:buChar char="ü"/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isn't anything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0268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19A70D91-782C-4E77-81BB-E38379A4B33D}"/>
              </a:ext>
            </a:extLst>
          </p:cNvPr>
          <p:cNvSpPr/>
          <p:nvPr/>
        </p:nvSpPr>
        <p:spPr>
          <a:xfrm>
            <a:off x="4400550" y="2183002"/>
            <a:ext cx="7791450" cy="4674998"/>
          </a:xfrm>
          <a:prstGeom prst="rect">
            <a:avLst/>
          </a:prstGeom>
          <a:solidFill>
            <a:schemeClr val="accent2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8DFB20-E0EC-4D2F-B8A7-6A566F4E1B69}"/>
              </a:ext>
            </a:extLst>
          </p:cNvPr>
          <p:cNvSpPr txBox="1"/>
          <p:nvPr/>
        </p:nvSpPr>
        <p:spPr>
          <a:xfrm>
            <a:off x="714289" y="776213"/>
            <a:ext cx="3575686" cy="65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500" dirty="0">
                <a:latin typeface="Poppins SemiBold" panose="00000700000000000000" pitchFamily="50" charset="0"/>
                <a:cs typeface="Poppins SemiBold" panose="00000700000000000000" pitchFamily="50" charset="0"/>
              </a:rPr>
              <a:t>Objectives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223961A1-5A9C-4351-BB81-3623012E3A9B}"/>
              </a:ext>
            </a:extLst>
          </p:cNvPr>
          <p:cNvGrpSpPr/>
          <p:nvPr/>
        </p:nvGrpSpPr>
        <p:grpSpPr>
          <a:xfrm>
            <a:off x="5627523" y="3186820"/>
            <a:ext cx="662315" cy="662315"/>
            <a:chOff x="6079604" y="2643674"/>
            <a:chExt cx="662315" cy="662315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E3A06A6C-1DDA-4DFC-BB6E-51B244B0AD4E}"/>
                </a:ext>
              </a:extLst>
            </p:cNvPr>
            <p:cNvSpPr/>
            <p:nvPr/>
          </p:nvSpPr>
          <p:spPr>
            <a:xfrm>
              <a:off x="6079604" y="2643674"/>
              <a:ext cx="662315" cy="662315"/>
            </a:xfrm>
            <a:prstGeom prst="ellipse">
              <a:avLst/>
            </a:prstGeom>
            <a:ln w="38100">
              <a:solidFill>
                <a:schemeClr val="bg1"/>
              </a:solidFill>
            </a:ln>
            <a:effectLst>
              <a:outerShdw dist="165100" sx="1000" sy="1000" algn="tl" rotWithShape="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Freeform 52">
              <a:extLst>
                <a:ext uri="{FF2B5EF4-FFF2-40B4-BE49-F238E27FC236}">
                  <a16:creationId xmlns:a16="http://schemas.microsoft.com/office/drawing/2014/main" id="{2CD2AA40-5F56-4D96-B43A-90FE6618AB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47286" y="2794019"/>
              <a:ext cx="390748" cy="361624"/>
            </a:xfrm>
            <a:custGeom>
              <a:avLst/>
              <a:gdLst>
                <a:gd name="T0" fmla="*/ 103 w 161"/>
                <a:gd name="T1" fmla="*/ 39 h 149"/>
                <a:gd name="T2" fmla="*/ 98 w 161"/>
                <a:gd name="T3" fmla="*/ 34 h 149"/>
                <a:gd name="T4" fmla="*/ 100 w 161"/>
                <a:gd name="T5" fmla="*/ 41 h 149"/>
                <a:gd name="T6" fmla="*/ 159 w 161"/>
                <a:gd name="T7" fmla="*/ 58 h 149"/>
                <a:gd name="T8" fmla="*/ 158 w 161"/>
                <a:gd name="T9" fmla="*/ 52 h 149"/>
                <a:gd name="T10" fmla="*/ 116 w 161"/>
                <a:gd name="T11" fmla="*/ 21 h 149"/>
                <a:gd name="T12" fmla="*/ 20 w 161"/>
                <a:gd name="T13" fmla="*/ 21 h 149"/>
                <a:gd name="T14" fmla="*/ 20 w 161"/>
                <a:gd name="T15" fmla="*/ 118 h 149"/>
                <a:gd name="T16" fmla="*/ 23 w 161"/>
                <a:gd name="T17" fmla="*/ 144 h 149"/>
                <a:gd name="T18" fmla="*/ 26 w 161"/>
                <a:gd name="T19" fmla="*/ 149 h 149"/>
                <a:gd name="T20" fmla="*/ 45 w 161"/>
                <a:gd name="T21" fmla="*/ 147 h 149"/>
                <a:gd name="T22" fmla="*/ 68 w 161"/>
                <a:gd name="T23" fmla="*/ 138 h 149"/>
                <a:gd name="T24" fmla="*/ 92 w 161"/>
                <a:gd name="T25" fmla="*/ 147 h 149"/>
                <a:gd name="T26" fmla="*/ 111 w 161"/>
                <a:gd name="T27" fmla="*/ 149 h 149"/>
                <a:gd name="T28" fmla="*/ 113 w 161"/>
                <a:gd name="T29" fmla="*/ 144 h 149"/>
                <a:gd name="T30" fmla="*/ 116 w 161"/>
                <a:gd name="T31" fmla="*/ 118 h 149"/>
                <a:gd name="T32" fmla="*/ 158 w 161"/>
                <a:gd name="T33" fmla="*/ 86 h 149"/>
                <a:gd name="T34" fmla="*/ 159 w 161"/>
                <a:gd name="T35" fmla="*/ 79 h 149"/>
                <a:gd name="T36" fmla="*/ 150 w 161"/>
                <a:gd name="T37" fmla="*/ 58 h 149"/>
                <a:gd name="T38" fmla="*/ 121 w 161"/>
                <a:gd name="T39" fmla="*/ 66 h 149"/>
                <a:gd name="T40" fmla="*/ 150 w 161"/>
                <a:gd name="T41" fmla="*/ 58 h 149"/>
                <a:gd name="T42" fmla="*/ 31 w 161"/>
                <a:gd name="T43" fmla="*/ 143 h 149"/>
                <a:gd name="T44" fmla="*/ 45 w 161"/>
                <a:gd name="T45" fmla="*/ 133 h 149"/>
                <a:gd name="T46" fmla="*/ 97 w 161"/>
                <a:gd name="T47" fmla="*/ 143 h 149"/>
                <a:gd name="T48" fmla="*/ 98 w 161"/>
                <a:gd name="T49" fmla="*/ 131 h 149"/>
                <a:gd name="T50" fmla="*/ 97 w 161"/>
                <a:gd name="T51" fmla="*/ 143 h 149"/>
                <a:gd name="T52" fmla="*/ 98 w 161"/>
                <a:gd name="T53" fmla="*/ 123 h 149"/>
                <a:gd name="T54" fmla="*/ 85 w 161"/>
                <a:gd name="T55" fmla="*/ 130 h 149"/>
                <a:gd name="T56" fmla="*/ 52 w 161"/>
                <a:gd name="T57" fmla="*/ 130 h 149"/>
                <a:gd name="T58" fmla="*/ 39 w 161"/>
                <a:gd name="T59" fmla="*/ 123 h 149"/>
                <a:gd name="T60" fmla="*/ 7 w 161"/>
                <a:gd name="T61" fmla="*/ 70 h 149"/>
                <a:gd name="T62" fmla="*/ 68 w 161"/>
                <a:gd name="T63" fmla="*/ 6 h 149"/>
                <a:gd name="T64" fmla="*/ 129 w 161"/>
                <a:gd name="T65" fmla="*/ 52 h 149"/>
                <a:gd name="T66" fmla="*/ 124 w 161"/>
                <a:gd name="T67" fmla="*/ 53 h 149"/>
                <a:gd name="T68" fmla="*/ 111 w 161"/>
                <a:gd name="T69" fmla="*/ 45 h 149"/>
                <a:gd name="T70" fmla="*/ 105 w 161"/>
                <a:gd name="T71" fmla="*/ 48 h 149"/>
                <a:gd name="T72" fmla="*/ 97 w 161"/>
                <a:gd name="T73" fmla="*/ 66 h 149"/>
                <a:gd name="T74" fmla="*/ 68 w 161"/>
                <a:gd name="T75" fmla="*/ 40 h 149"/>
                <a:gd name="T76" fmla="*/ 41 w 161"/>
                <a:gd name="T77" fmla="*/ 70 h 149"/>
                <a:gd name="T78" fmla="*/ 68 w 161"/>
                <a:gd name="T79" fmla="*/ 97 h 149"/>
                <a:gd name="T80" fmla="*/ 97 w 161"/>
                <a:gd name="T81" fmla="*/ 71 h 149"/>
                <a:gd name="T82" fmla="*/ 98 w 161"/>
                <a:gd name="T83" fmla="*/ 99 h 149"/>
                <a:gd name="T84" fmla="*/ 39 w 161"/>
                <a:gd name="T85" fmla="*/ 99 h 149"/>
                <a:gd name="T86" fmla="*/ 39 w 161"/>
                <a:gd name="T87" fmla="*/ 39 h 149"/>
                <a:gd name="T88" fmla="*/ 93 w 161"/>
                <a:gd name="T89" fmla="*/ 31 h 149"/>
                <a:gd name="T90" fmla="*/ 61 w 161"/>
                <a:gd name="T91" fmla="*/ 21 h 149"/>
                <a:gd name="T92" fmla="*/ 20 w 161"/>
                <a:gd name="T93" fmla="*/ 70 h 149"/>
                <a:gd name="T94" fmla="*/ 68 w 161"/>
                <a:gd name="T95" fmla="*/ 118 h 149"/>
                <a:gd name="T96" fmla="*/ 116 w 161"/>
                <a:gd name="T97" fmla="*/ 76 h 149"/>
                <a:gd name="T98" fmla="*/ 127 w 161"/>
                <a:gd name="T99" fmla="*/ 86 h 149"/>
                <a:gd name="T100" fmla="*/ 113 w 161"/>
                <a:gd name="T101" fmla="*/ 113 h 149"/>
                <a:gd name="T102" fmla="*/ 66 w 161"/>
                <a:gd name="T103" fmla="*/ 66 h 149"/>
                <a:gd name="T104" fmla="*/ 66 w 161"/>
                <a:gd name="T105" fmla="*/ 71 h 149"/>
                <a:gd name="T106" fmla="*/ 76 w 161"/>
                <a:gd name="T107" fmla="*/ 76 h 149"/>
                <a:gd name="T108" fmla="*/ 79 w 161"/>
                <a:gd name="T109" fmla="*/ 71 h 149"/>
                <a:gd name="T110" fmla="*/ 84 w 161"/>
                <a:gd name="T111" fmla="*/ 84 h 149"/>
                <a:gd name="T112" fmla="*/ 53 w 161"/>
                <a:gd name="T113" fmla="*/ 84 h 149"/>
                <a:gd name="T114" fmla="*/ 53 w 161"/>
                <a:gd name="T115" fmla="*/ 53 h 149"/>
                <a:gd name="T116" fmla="*/ 84 w 161"/>
                <a:gd name="T117" fmla="*/ 53 h 149"/>
                <a:gd name="T118" fmla="*/ 79 w 161"/>
                <a:gd name="T119" fmla="*/ 66 h 149"/>
                <a:gd name="T120" fmla="*/ 74 w 161"/>
                <a:gd name="T121" fmla="*/ 61 h 149"/>
                <a:gd name="T122" fmla="*/ 121 w 161"/>
                <a:gd name="T123" fmla="*/ 71 h 149"/>
                <a:gd name="T124" fmla="*/ 150 w 161"/>
                <a:gd name="T125" fmla="*/ 79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1" h="149">
                  <a:moveTo>
                    <a:pt x="100" y="41"/>
                  </a:moveTo>
                  <a:cubicBezTo>
                    <a:pt x="101" y="41"/>
                    <a:pt x="101" y="39"/>
                    <a:pt x="103" y="39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98" y="34"/>
                    <a:pt x="98" y="34"/>
                    <a:pt x="98" y="34"/>
                  </a:cubicBezTo>
                  <a:cubicBezTo>
                    <a:pt x="97" y="36"/>
                    <a:pt x="97" y="37"/>
                    <a:pt x="98" y="39"/>
                  </a:cubicBezTo>
                  <a:lnTo>
                    <a:pt x="100" y="41"/>
                  </a:lnTo>
                  <a:close/>
                  <a:moveTo>
                    <a:pt x="148" y="70"/>
                  </a:moveTo>
                  <a:cubicBezTo>
                    <a:pt x="159" y="58"/>
                    <a:pt x="159" y="58"/>
                    <a:pt x="159" y="58"/>
                  </a:cubicBezTo>
                  <a:cubicBezTo>
                    <a:pt x="161" y="57"/>
                    <a:pt x="161" y="55"/>
                    <a:pt x="159" y="55"/>
                  </a:cubicBezTo>
                  <a:cubicBezTo>
                    <a:pt x="159" y="53"/>
                    <a:pt x="158" y="52"/>
                    <a:pt x="158" y="52"/>
                  </a:cubicBezTo>
                  <a:cubicBezTo>
                    <a:pt x="135" y="52"/>
                    <a:pt x="135" y="52"/>
                    <a:pt x="135" y="52"/>
                  </a:cubicBezTo>
                  <a:cubicBezTo>
                    <a:pt x="132" y="40"/>
                    <a:pt x="126" y="29"/>
                    <a:pt x="116" y="21"/>
                  </a:cubicBezTo>
                  <a:cubicBezTo>
                    <a:pt x="103" y="6"/>
                    <a:pt x="87" y="0"/>
                    <a:pt x="68" y="0"/>
                  </a:cubicBezTo>
                  <a:cubicBezTo>
                    <a:pt x="50" y="0"/>
                    <a:pt x="33" y="6"/>
                    <a:pt x="20" y="21"/>
                  </a:cubicBezTo>
                  <a:cubicBezTo>
                    <a:pt x="7" y="34"/>
                    <a:pt x="0" y="50"/>
                    <a:pt x="0" y="70"/>
                  </a:cubicBezTo>
                  <a:cubicBezTo>
                    <a:pt x="0" y="87"/>
                    <a:pt x="7" y="105"/>
                    <a:pt x="20" y="118"/>
                  </a:cubicBezTo>
                  <a:cubicBezTo>
                    <a:pt x="24" y="122"/>
                    <a:pt x="28" y="125"/>
                    <a:pt x="33" y="128"/>
                  </a:cubicBezTo>
                  <a:cubicBezTo>
                    <a:pt x="23" y="144"/>
                    <a:pt x="23" y="144"/>
                    <a:pt x="23" y="144"/>
                  </a:cubicBezTo>
                  <a:cubicBezTo>
                    <a:pt x="23" y="146"/>
                    <a:pt x="23" y="146"/>
                    <a:pt x="23" y="147"/>
                  </a:cubicBezTo>
                  <a:cubicBezTo>
                    <a:pt x="24" y="149"/>
                    <a:pt x="24" y="149"/>
                    <a:pt x="26" y="149"/>
                  </a:cubicBezTo>
                  <a:cubicBezTo>
                    <a:pt x="42" y="149"/>
                    <a:pt x="42" y="149"/>
                    <a:pt x="42" y="149"/>
                  </a:cubicBezTo>
                  <a:cubicBezTo>
                    <a:pt x="44" y="149"/>
                    <a:pt x="44" y="149"/>
                    <a:pt x="45" y="147"/>
                  </a:cubicBezTo>
                  <a:cubicBezTo>
                    <a:pt x="52" y="136"/>
                    <a:pt x="52" y="136"/>
                    <a:pt x="52" y="136"/>
                  </a:cubicBezTo>
                  <a:cubicBezTo>
                    <a:pt x="57" y="138"/>
                    <a:pt x="63" y="138"/>
                    <a:pt x="68" y="138"/>
                  </a:cubicBezTo>
                  <a:cubicBezTo>
                    <a:pt x="74" y="138"/>
                    <a:pt x="79" y="138"/>
                    <a:pt x="85" y="136"/>
                  </a:cubicBezTo>
                  <a:cubicBezTo>
                    <a:pt x="92" y="147"/>
                    <a:pt x="92" y="147"/>
                    <a:pt x="92" y="147"/>
                  </a:cubicBezTo>
                  <a:cubicBezTo>
                    <a:pt x="92" y="149"/>
                    <a:pt x="93" y="149"/>
                    <a:pt x="95" y="149"/>
                  </a:cubicBezTo>
                  <a:cubicBezTo>
                    <a:pt x="111" y="149"/>
                    <a:pt x="111" y="149"/>
                    <a:pt x="111" y="149"/>
                  </a:cubicBezTo>
                  <a:cubicBezTo>
                    <a:pt x="111" y="149"/>
                    <a:pt x="113" y="149"/>
                    <a:pt x="113" y="147"/>
                  </a:cubicBezTo>
                  <a:cubicBezTo>
                    <a:pt x="114" y="146"/>
                    <a:pt x="114" y="146"/>
                    <a:pt x="113" y="144"/>
                  </a:cubicBezTo>
                  <a:cubicBezTo>
                    <a:pt x="105" y="128"/>
                    <a:pt x="105" y="128"/>
                    <a:pt x="105" y="128"/>
                  </a:cubicBezTo>
                  <a:cubicBezTo>
                    <a:pt x="108" y="125"/>
                    <a:pt x="113" y="122"/>
                    <a:pt x="116" y="118"/>
                  </a:cubicBezTo>
                  <a:cubicBezTo>
                    <a:pt x="126" y="109"/>
                    <a:pt x="132" y="97"/>
                    <a:pt x="135" y="86"/>
                  </a:cubicBezTo>
                  <a:cubicBezTo>
                    <a:pt x="158" y="86"/>
                    <a:pt x="158" y="86"/>
                    <a:pt x="158" y="86"/>
                  </a:cubicBezTo>
                  <a:cubicBezTo>
                    <a:pt x="158" y="86"/>
                    <a:pt x="159" y="84"/>
                    <a:pt x="159" y="83"/>
                  </a:cubicBezTo>
                  <a:cubicBezTo>
                    <a:pt x="161" y="83"/>
                    <a:pt x="161" y="81"/>
                    <a:pt x="159" y="79"/>
                  </a:cubicBezTo>
                  <a:lnTo>
                    <a:pt x="148" y="70"/>
                  </a:lnTo>
                  <a:close/>
                  <a:moveTo>
                    <a:pt x="150" y="58"/>
                  </a:moveTo>
                  <a:cubicBezTo>
                    <a:pt x="143" y="66"/>
                    <a:pt x="143" y="66"/>
                    <a:pt x="143" y="66"/>
                  </a:cubicBezTo>
                  <a:cubicBezTo>
                    <a:pt x="121" y="66"/>
                    <a:pt x="121" y="66"/>
                    <a:pt x="121" y="66"/>
                  </a:cubicBezTo>
                  <a:cubicBezTo>
                    <a:pt x="127" y="58"/>
                    <a:pt x="127" y="58"/>
                    <a:pt x="127" y="58"/>
                  </a:cubicBezTo>
                  <a:cubicBezTo>
                    <a:pt x="150" y="58"/>
                    <a:pt x="150" y="58"/>
                    <a:pt x="150" y="58"/>
                  </a:cubicBezTo>
                  <a:close/>
                  <a:moveTo>
                    <a:pt x="41" y="143"/>
                  </a:moveTo>
                  <a:cubicBezTo>
                    <a:pt x="31" y="143"/>
                    <a:pt x="31" y="143"/>
                    <a:pt x="31" y="143"/>
                  </a:cubicBezTo>
                  <a:cubicBezTo>
                    <a:pt x="39" y="131"/>
                    <a:pt x="39" y="131"/>
                    <a:pt x="39" y="131"/>
                  </a:cubicBezTo>
                  <a:cubicBezTo>
                    <a:pt x="41" y="131"/>
                    <a:pt x="42" y="133"/>
                    <a:pt x="45" y="133"/>
                  </a:cubicBezTo>
                  <a:lnTo>
                    <a:pt x="41" y="143"/>
                  </a:lnTo>
                  <a:close/>
                  <a:moveTo>
                    <a:pt x="97" y="143"/>
                  </a:moveTo>
                  <a:cubicBezTo>
                    <a:pt x="92" y="133"/>
                    <a:pt x="92" y="133"/>
                    <a:pt x="92" y="133"/>
                  </a:cubicBezTo>
                  <a:cubicBezTo>
                    <a:pt x="93" y="133"/>
                    <a:pt x="97" y="131"/>
                    <a:pt x="98" y="131"/>
                  </a:cubicBezTo>
                  <a:cubicBezTo>
                    <a:pt x="105" y="143"/>
                    <a:pt x="105" y="143"/>
                    <a:pt x="105" y="143"/>
                  </a:cubicBezTo>
                  <a:cubicBezTo>
                    <a:pt x="97" y="143"/>
                    <a:pt x="97" y="143"/>
                    <a:pt x="97" y="143"/>
                  </a:cubicBezTo>
                  <a:close/>
                  <a:moveTo>
                    <a:pt x="113" y="113"/>
                  </a:moveTo>
                  <a:cubicBezTo>
                    <a:pt x="108" y="117"/>
                    <a:pt x="103" y="122"/>
                    <a:pt x="98" y="123"/>
                  </a:cubicBezTo>
                  <a:cubicBezTo>
                    <a:pt x="95" y="126"/>
                    <a:pt x="90" y="128"/>
                    <a:pt x="85" y="128"/>
                  </a:cubicBezTo>
                  <a:cubicBezTo>
                    <a:pt x="85" y="130"/>
                    <a:pt x="85" y="130"/>
                    <a:pt x="85" y="130"/>
                  </a:cubicBezTo>
                  <a:cubicBezTo>
                    <a:pt x="81" y="131"/>
                    <a:pt x="74" y="131"/>
                    <a:pt x="68" y="131"/>
                  </a:cubicBezTo>
                  <a:cubicBezTo>
                    <a:pt x="63" y="131"/>
                    <a:pt x="57" y="131"/>
                    <a:pt x="52" y="130"/>
                  </a:cubicBezTo>
                  <a:cubicBezTo>
                    <a:pt x="50" y="130"/>
                    <a:pt x="50" y="128"/>
                    <a:pt x="50" y="128"/>
                  </a:cubicBezTo>
                  <a:cubicBezTo>
                    <a:pt x="47" y="128"/>
                    <a:pt x="42" y="126"/>
                    <a:pt x="39" y="123"/>
                  </a:cubicBezTo>
                  <a:cubicBezTo>
                    <a:pt x="34" y="122"/>
                    <a:pt x="29" y="117"/>
                    <a:pt x="24" y="113"/>
                  </a:cubicBezTo>
                  <a:cubicBezTo>
                    <a:pt x="13" y="100"/>
                    <a:pt x="7" y="86"/>
                    <a:pt x="7" y="70"/>
                  </a:cubicBezTo>
                  <a:cubicBezTo>
                    <a:pt x="7" y="52"/>
                    <a:pt x="13" y="37"/>
                    <a:pt x="24" y="24"/>
                  </a:cubicBezTo>
                  <a:cubicBezTo>
                    <a:pt x="36" y="13"/>
                    <a:pt x="52" y="6"/>
                    <a:pt x="68" y="6"/>
                  </a:cubicBezTo>
                  <a:cubicBezTo>
                    <a:pt x="85" y="6"/>
                    <a:pt x="100" y="13"/>
                    <a:pt x="113" y="24"/>
                  </a:cubicBezTo>
                  <a:cubicBezTo>
                    <a:pt x="119" y="32"/>
                    <a:pt x="126" y="42"/>
                    <a:pt x="129" y="52"/>
                  </a:cubicBezTo>
                  <a:cubicBezTo>
                    <a:pt x="127" y="52"/>
                    <a:pt x="127" y="52"/>
                    <a:pt x="127" y="52"/>
                  </a:cubicBezTo>
                  <a:cubicBezTo>
                    <a:pt x="126" y="52"/>
                    <a:pt x="126" y="53"/>
                    <a:pt x="124" y="53"/>
                  </a:cubicBezTo>
                  <a:cubicBezTo>
                    <a:pt x="116" y="61"/>
                    <a:pt x="116" y="61"/>
                    <a:pt x="116" y="61"/>
                  </a:cubicBezTo>
                  <a:cubicBezTo>
                    <a:pt x="114" y="57"/>
                    <a:pt x="113" y="50"/>
                    <a:pt x="111" y="45"/>
                  </a:cubicBezTo>
                  <a:cubicBezTo>
                    <a:pt x="110" y="44"/>
                    <a:pt x="108" y="44"/>
                    <a:pt x="106" y="44"/>
                  </a:cubicBezTo>
                  <a:cubicBezTo>
                    <a:pt x="105" y="45"/>
                    <a:pt x="105" y="47"/>
                    <a:pt x="105" y="48"/>
                  </a:cubicBezTo>
                  <a:cubicBezTo>
                    <a:pt x="108" y="53"/>
                    <a:pt x="110" y="60"/>
                    <a:pt x="110" y="66"/>
                  </a:cubicBezTo>
                  <a:cubicBezTo>
                    <a:pt x="97" y="66"/>
                    <a:pt x="97" y="66"/>
                    <a:pt x="97" y="66"/>
                  </a:cubicBezTo>
                  <a:cubicBezTo>
                    <a:pt x="95" y="60"/>
                    <a:pt x="93" y="53"/>
                    <a:pt x="89" y="48"/>
                  </a:cubicBezTo>
                  <a:cubicBezTo>
                    <a:pt x="82" y="44"/>
                    <a:pt x="76" y="40"/>
                    <a:pt x="68" y="40"/>
                  </a:cubicBezTo>
                  <a:cubicBezTo>
                    <a:pt x="61" y="40"/>
                    <a:pt x="53" y="44"/>
                    <a:pt x="49" y="48"/>
                  </a:cubicBezTo>
                  <a:cubicBezTo>
                    <a:pt x="44" y="53"/>
                    <a:pt x="41" y="61"/>
                    <a:pt x="41" y="70"/>
                  </a:cubicBezTo>
                  <a:cubicBezTo>
                    <a:pt x="41" y="76"/>
                    <a:pt x="44" y="84"/>
                    <a:pt x="49" y="89"/>
                  </a:cubicBezTo>
                  <a:cubicBezTo>
                    <a:pt x="53" y="94"/>
                    <a:pt x="61" y="97"/>
                    <a:pt x="68" y="97"/>
                  </a:cubicBezTo>
                  <a:cubicBezTo>
                    <a:pt x="76" y="97"/>
                    <a:pt x="82" y="94"/>
                    <a:pt x="89" y="89"/>
                  </a:cubicBezTo>
                  <a:cubicBezTo>
                    <a:pt x="93" y="84"/>
                    <a:pt x="95" y="78"/>
                    <a:pt x="97" y="71"/>
                  </a:cubicBezTo>
                  <a:cubicBezTo>
                    <a:pt x="110" y="71"/>
                    <a:pt x="110" y="71"/>
                    <a:pt x="110" y="71"/>
                  </a:cubicBezTo>
                  <a:cubicBezTo>
                    <a:pt x="110" y="83"/>
                    <a:pt x="105" y="91"/>
                    <a:pt x="98" y="99"/>
                  </a:cubicBezTo>
                  <a:cubicBezTo>
                    <a:pt x="90" y="107"/>
                    <a:pt x="79" y="112"/>
                    <a:pt x="68" y="112"/>
                  </a:cubicBezTo>
                  <a:cubicBezTo>
                    <a:pt x="57" y="112"/>
                    <a:pt x="47" y="107"/>
                    <a:pt x="39" y="99"/>
                  </a:cubicBezTo>
                  <a:cubicBezTo>
                    <a:pt x="31" y="91"/>
                    <a:pt x="26" y="79"/>
                    <a:pt x="26" y="70"/>
                  </a:cubicBezTo>
                  <a:cubicBezTo>
                    <a:pt x="26" y="58"/>
                    <a:pt x="31" y="47"/>
                    <a:pt x="39" y="39"/>
                  </a:cubicBezTo>
                  <a:cubicBezTo>
                    <a:pt x="52" y="26"/>
                    <a:pt x="73" y="23"/>
                    <a:pt x="89" y="32"/>
                  </a:cubicBezTo>
                  <a:cubicBezTo>
                    <a:pt x="90" y="32"/>
                    <a:pt x="92" y="32"/>
                    <a:pt x="93" y="31"/>
                  </a:cubicBezTo>
                  <a:cubicBezTo>
                    <a:pt x="93" y="29"/>
                    <a:pt x="93" y="27"/>
                    <a:pt x="92" y="26"/>
                  </a:cubicBezTo>
                  <a:cubicBezTo>
                    <a:pt x="82" y="21"/>
                    <a:pt x="73" y="19"/>
                    <a:pt x="61" y="21"/>
                  </a:cubicBezTo>
                  <a:cubicBezTo>
                    <a:pt x="52" y="23"/>
                    <a:pt x="42" y="27"/>
                    <a:pt x="34" y="34"/>
                  </a:cubicBezTo>
                  <a:cubicBezTo>
                    <a:pt x="24" y="44"/>
                    <a:pt x="20" y="57"/>
                    <a:pt x="20" y="70"/>
                  </a:cubicBezTo>
                  <a:cubicBezTo>
                    <a:pt x="20" y="83"/>
                    <a:pt x="24" y="94"/>
                    <a:pt x="34" y="104"/>
                  </a:cubicBezTo>
                  <a:cubicBezTo>
                    <a:pt x="44" y="112"/>
                    <a:pt x="55" y="118"/>
                    <a:pt x="68" y="118"/>
                  </a:cubicBezTo>
                  <a:cubicBezTo>
                    <a:pt x="81" y="118"/>
                    <a:pt x="93" y="112"/>
                    <a:pt x="103" y="104"/>
                  </a:cubicBezTo>
                  <a:cubicBezTo>
                    <a:pt x="110" y="96"/>
                    <a:pt x="114" y="86"/>
                    <a:pt x="116" y="76"/>
                  </a:cubicBezTo>
                  <a:cubicBezTo>
                    <a:pt x="124" y="84"/>
                    <a:pt x="124" y="84"/>
                    <a:pt x="124" y="84"/>
                  </a:cubicBezTo>
                  <a:cubicBezTo>
                    <a:pt x="126" y="84"/>
                    <a:pt x="126" y="86"/>
                    <a:pt x="127" y="86"/>
                  </a:cubicBezTo>
                  <a:cubicBezTo>
                    <a:pt x="129" y="86"/>
                    <a:pt x="129" y="86"/>
                    <a:pt x="129" y="86"/>
                  </a:cubicBezTo>
                  <a:cubicBezTo>
                    <a:pt x="126" y="96"/>
                    <a:pt x="119" y="105"/>
                    <a:pt x="113" y="113"/>
                  </a:cubicBezTo>
                  <a:close/>
                  <a:moveTo>
                    <a:pt x="74" y="61"/>
                  </a:moveTo>
                  <a:cubicBezTo>
                    <a:pt x="66" y="66"/>
                    <a:pt x="66" y="66"/>
                    <a:pt x="66" y="66"/>
                  </a:cubicBezTo>
                  <a:cubicBezTo>
                    <a:pt x="66" y="66"/>
                    <a:pt x="65" y="68"/>
                    <a:pt x="65" y="70"/>
                  </a:cubicBezTo>
                  <a:cubicBezTo>
                    <a:pt x="66" y="71"/>
                    <a:pt x="66" y="71"/>
                    <a:pt x="66" y="71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6" y="76"/>
                    <a:pt x="76" y="76"/>
                    <a:pt x="76" y="76"/>
                  </a:cubicBezTo>
                  <a:cubicBezTo>
                    <a:pt x="77" y="76"/>
                    <a:pt x="77" y="76"/>
                    <a:pt x="79" y="74"/>
                  </a:cubicBezTo>
                  <a:cubicBezTo>
                    <a:pt x="79" y="74"/>
                    <a:pt x="79" y="73"/>
                    <a:pt x="79" y="71"/>
                  </a:cubicBezTo>
                  <a:cubicBezTo>
                    <a:pt x="90" y="71"/>
                    <a:pt x="90" y="71"/>
                    <a:pt x="90" y="71"/>
                  </a:cubicBezTo>
                  <a:cubicBezTo>
                    <a:pt x="89" y="76"/>
                    <a:pt x="87" y="81"/>
                    <a:pt x="84" y="84"/>
                  </a:cubicBezTo>
                  <a:cubicBezTo>
                    <a:pt x="79" y="89"/>
                    <a:pt x="74" y="91"/>
                    <a:pt x="68" y="91"/>
                  </a:cubicBezTo>
                  <a:cubicBezTo>
                    <a:pt x="63" y="91"/>
                    <a:pt x="57" y="89"/>
                    <a:pt x="53" y="84"/>
                  </a:cubicBezTo>
                  <a:cubicBezTo>
                    <a:pt x="49" y="81"/>
                    <a:pt x="47" y="74"/>
                    <a:pt x="47" y="70"/>
                  </a:cubicBezTo>
                  <a:cubicBezTo>
                    <a:pt x="47" y="63"/>
                    <a:pt x="49" y="57"/>
                    <a:pt x="53" y="53"/>
                  </a:cubicBezTo>
                  <a:cubicBezTo>
                    <a:pt x="57" y="48"/>
                    <a:pt x="63" y="47"/>
                    <a:pt x="68" y="47"/>
                  </a:cubicBezTo>
                  <a:cubicBezTo>
                    <a:pt x="74" y="47"/>
                    <a:pt x="79" y="48"/>
                    <a:pt x="84" y="53"/>
                  </a:cubicBezTo>
                  <a:cubicBezTo>
                    <a:pt x="87" y="57"/>
                    <a:pt x="89" y="61"/>
                    <a:pt x="90" y="66"/>
                  </a:cubicBezTo>
                  <a:cubicBezTo>
                    <a:pt x="79" y="66"/>
                    <a:pt x="79" y="66"/>
                    <a:pt x="79" y="66"/>
                  </a:cubicBezTo>
                  <a:cubicBezTo>
                    <a:pt x="79" y="65"/>
                    <a:pt x="79" y="63"/>
                    <a:pt x="79" y="63"/>
                  </a:cubicBezTo>
                  <a:cubicBezTo>
                    <a:pt x="77" y="61"/>
                    <a:pt x="76" y="61"/>
                    <a:pt x="74" y="61"/>
                  </a:cubicBezTo>
                  <a:close/>
                  <a:moveTo>
                    <a:pt x="127" y="79"/>
                  </a:moveTo>
                  <a:cubicBezTo>
                    <a:pt x="121" y="71"/>
                    <a:pt x="121" y="71"/>
                    <a:pt x="121" y="71"/>
                  </a:cubicBezTo>
                  <a:cubicBezTo>
                    <a:pt x="143" y="71"/>
                    <a:pt x="143" y="71"/>
                    <a:pt x="143" y="71"/>
                  </a:cubicBezTo>
                  <a:cubicBezTo>
                    <a:pt x="150" y="79"/>
                    <a:pt x="150" y="79"/>
                    <a:pt x="150" y="79"/>
                  </a:cubicBezTo>
                  <a:lnTo>
                    <a:pt x="127" y="7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F5210FFF-2C65-4A0E-AF0D-F130042352F8}"/>
              </a:ext>
            </a:extLst>
          </p:cNvPr>
          <p:cNvSpPr txBox="1"/>
          <p:nvPr/>
        </p:nvSpPr>
        <p:spPr>
          <a:xfrm>
            <a:off x="4990145" y="4099840"/>
            <a:ext cx="1937070" cy="327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1200" dirty="0">
                <a:latin typeface="Poppins Medium" panose="00000600000000000000" pitchFamily="50" charset="0"/>
                <a:cs typeface="Poppins Medium" panose="00000600000000000000" pitchFamily="50" charset="0"/>
              </a:rPr>
              <a:t>Customer Service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4FD395-AB6F-46CB-A01F-FDD0E9104CBA}"/>
              </a:ext>
            </a:extLst>
          </p:cNvPr>
          <p:cNvSpPr txBox="1"/>
          <p:nvPr/>
        </p:nvSpPr>
        <p:spPr>
          <a:xfrm>
            <a:off x="5079145" y="5321056"/>
            <a:ext cx="1759070" cy="76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Lorem randomized words which don't look even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CCD15B4-1F4B-4D6D-911A-2231C064B82C}"/>
              </a:ext>
            </a:extLst>
          </p:cNvPr>
          <p:cNvSpPr txBox="1"/>
          <p:nvPr/>
        </p:nvSpPr>
        <p:spPr>
          <a:xfrm>
            <a:off x="5461262" y="4682001"/>
            <a:ext cx="9948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Poppins Medium" panose="00000600000000000000" pitchFamily="2" charset="0"/>
                <a:ea typeface="Pacifico" panose="02000000000000000000" pitchFamily="2" charset="0"/>
                <a:cs typeface="Poppins Medium" panose="00000600000000000000" pitchFamily="2" charset="0"/>
              </a:rPr>
              <a:t>20%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8DB2E53D-453B-42DD-9155-86CE677FDF2E}"/>
              </a:ext>
            </a:extLst>
          </p:cNvPr>
          <p:cNvGrpSpPr/>
          <p:nvPr/>
        </p:nvGrpSpPr>
        <p:grpSpPr>
          <a:xfrm>
            <a:off x="7935120" y="3186820"/>
            <a:ext cx="662315" cy="662315"/>
            <a:chOff x="8086362" y="2706275"/>
            <a:chExt cx="662315" cy="662315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C97F14A7-158E-4A04-ACD6-3DDBC2007CF1}"/>
                </a:ext>
              </a:extLst>
            </p:cNvPr>
            <p:cNvSpPr/>
            <p:nvPr/>
          </p:nvSpPr>
          <p:spPr>
            <a:xfrm>
              <a:off x="8086362" y="2706275"/>
              <a:ext cx="662315" cy="662315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</a:ln>
            <a:effectLst>
              <a:outerShdw dist="165100" sx="1000" sy="1000" algn="tl" rotWithShape="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Freeform 89">
              <a:extLst>
                <a:ext uri="{FF2B5EF4-FFF2-40B4-BE49-F238E27FC236}">
                  <a16:creationId xmlns:a16="http://schemas.microsoft.com/office/drawing/2014/main" id="{A8CF16C2-EEBF-47F0-8E4D-0FFC1AAC709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79180" y="2843273"/>
              <a:ext cx="276678" cy="388318"/>
            </a:xfrm>
            <a:custGeom>
              <a:avLst/>
              <a:gdLst>
                <a:gd name="T0" fmla="*/ 29 w 114"/>
                <a:gd name="T1" fmla="*/ 84 h 160"/>
                <a:gd name="T2" fmla="*/ 15 w 114"/>
                <a:gd name="T3" fmla="*/ 82 h 160"/>
                <a:gd name="T4" fmla="*/ 52 w 114"/>
                <a:gd name="T5" fmla="*/ 7 h 160"/>
                <a:gd name="T6" fmla="*/ 52 w 114"/>
                <a:gd name="T7" fmla="*/ 0 h 160"/>
                <a:gd name="T8" fmla="*/ 10 w 114"/>
                <a:gd name="T9" fmla="*/ 85 h 160"/>
                <a:gd name="T10" fmla="*/ 20 w 114"/>
                <a:gd name="T11" fmla="*/ 104 h 160"/>
                <a:gd name="T12" fmla="*/ 17 w 114"/>
                <a:gd name="T13" fmla="*/ 88 h 160"/>
                <a:gd name="T14" fmla="*/ 25 w 114"/>
                <a:gd name="T15" fmla="*/ 88 h 160"/>
                <a:gd name="T16" fmla="*/ 17 w 114"/>
                <a:gd name="T17" fmla="*/ 96 h 160"/>
                <a:gd name="T18" fmla="*/ 103 w 114"/>
                <a:gd name="T19" fmla="*/ 108 h 160"/>
                <a:gd name="T20" fmla="*/ 87 w 114"/>
                <a:gd name="T21" fmla="*/ 101 h 160"/>
                <a:gd name="T22" fmla="*/ 75 w 114"/>
                <a:gd name="T23" fmla="*/ 104 h 160"/>
                <a:gd name="T24" fmla="*/ 107 w 114"/>
                <a:gd name="T25" fmla="*/ 55 h 160"/>
                <a:gd name="T26" fmla="*/ 96 w 114"/>
                <a:gd name="T27" fmla="*/ 9 h 160"/>
                <a:gd name="T28" fmla="*/ 80 w 114"/>
                <a:gd name="T29" fmla="*/ 24 h 160"/>
                <a:gd name="T30" fmla="*/ 93 w 114"/>
                <a:gd name="T31" fmla="*/ 28 h 160"/>
                <a:gd name="T32" fmla="*/ 64 w 114"/>
                <a:gd name="T33" fmla="*/ 101 h 160"/>
                <a:gd name="T34" fmla="*/ 85 w 114"/>
                <a:gd name="T35" fmla="*/ 55 h 160"/>
                <a:gd name="T36" fmla="*/ 23 w 114"/>
                <a:gd name="T37" fmla="*/ 55 h 160"/>
                <a:gd name="T38" fmla="*/ 44 w 114"/>
                <a:gd name="T39" fmla="*/ 84 h 160"/>
                <a:gd name="T40" fmla="*/ 39 w 114"/>
                <a:gd name="T41" fmla="*/ 124 h 160"/>
                <a:gd name="T42" fmla="*/ 18 w 114"/>
                <a:gd name="T43" fmla="*/ 135 h 160"/>
                <a:gd name="T44" fmla="*/ 32 w 114"/>
                <a:gd name="T45" fmla="*/ 160 h 160"/>
                <a:gd name="T46" fmla="*/ 36 w 114"/>
                <a:gd name="T47" fmla="*/ 156 h 160"/>
                <a:gd name="T48" fmla="*/ 26 w 114"/>
                <a:gd name="T49" fmla="*/ 125 h 160"/>
                <a:gd name="T50" fmla="*/ 44 w 114"/>
                <a:gd name="T51" fmla="*/ 143 h 160"/>
                <a:gd name="T52" fmla="*/ 48 w 114"/>
                <a:gd name="T53" fmla="*/ 141 h 160"/>
                <a:gd name="T54" fmla="*/ 55 w 114"/>
                <a:gd name="T55" fmla="*/ 64 h 160"/>
                <a:gd name="T56" fmla="*/ 60 w 114"/>
                <a:gd name="T57" fmla="*/ 82 h 160"/>
                <a:gd name="T58" fmla="*/ 63 w 114"/>
                <a:gd name="T59" fmla="*/ 132 h 160"/>
                <a:gd name="T60" fmla="*/ 64 w 114"/>
                <a:gd name="T61" fmla="*/ 112 h 160"/>
                <a:gd name="T62" fmla="*/ 75 w 114"/>
                <a:gd name="T63" fmla="*/ 112 h 160"/>
                <a:gd name="T64" fmla="*/ 79 w 114"/>
                <a:gd name="T65" fmla="*/ 133 h 160"/>
                <a:gd name="T66" fmla="*/ 82 w 114"/>
                <a:gd name="T67" fmla="*/ 112 h 160"/>
                <a:gd name="T68" fmla="*/ 91 w 114"/>
                <a:gd name="T69" fmla="*/ 112 h 160"/>
                <a:gd name="T70" fmla="*/ 95 w 114"/>
                <a:gd name="T71" fmla="*/ 133 h 160"/>
                <a:gd name="T72" fmla="*/ 98 w 114"/>
                <a:gd name="T73" fmla="*/ 119 h 160"/>
                <a:gd name="T74" fmla="*/ 107 w 114"/>
                <a:gd name="T75" fmla="*/ 119 h 160"/>
                <a:gd name="T76" fmla="*/ 111 w 114"/>
                <a:gd name="T77" fmla="*/ 160 h 160"/>
                <a:gd name="T78" fmla="*/ 114 w 114"/>
                <a:gd name="T79" fmla="*/ 119 h 160"/>
                <a:gd name="T80" fmla="*/ 91 w 114"/>
                <a:gd name="T81" fmla="*/ 20 h 160"/>
                <a:gd name="T82" fmla="*/ 83 w 114"/>
                <a:gd name="T83" fmla="*/ 13 h 160"/>
                <a:gd name="T84" fmla="*/ 91 w 114"/>
                <a:gd name="T85" fmla="*/ 13 h 160"/>
                <a:gd name="T86" fmla="*/ 60 w 114"/>
                <a:gd name="T87" fmla="*/ 60 h 160"/>
                <a:gd name="T88" fmla="*/ 48 w 114"/>
                <a:gd name="T89" fmla="*/ 60 h 160"/>
                <a:gd name="T90" fmla="*/ 55 w 114"/>
                <a:gd name="T91" fmla="*/ 47 h 160"/>
                <a:gd name="T92" fmla="*/ 60 w 114"/>
                <a:gd name="T93" fmla="*/ 60 h 160"/>
                <a:gd name="T94" fmla="*/ 40 w 114"/>
                <a:gd name="T95" fmla="*/ 55 h 160"/>
                <a:gd name="T96" fmla="*/ 44 w 114"/>
                <a:gd name="T97" fmla="*/ 69 h 160"/>
                <a:gd name="T98" fmla="*/ 29 w 114"/>
                <a:gd name="T99" fmla="*/ 55 h 160"/>
                <a:gd name="T100" fmla="*/ 80 w 114"/>
                <a:gd name="T101" fmla="*/ 55 h 160"/>
                <a:gd name="T102" fmla="*/ 64 w 114"/>
                <a:gd name="T103" fmla="*/ 69 h 160"/>
                <a:gd name="T104" fmla="*/ 69 w 114"/>
                <a:gd name="T105" fmla="*/ 55 h 160"/>
                <a:gd name="T106" fmla="*/ 67 w 114"/>
                <a:gd name="T107" fmla="*/ 7 h 160"/>
                <a:gd name="T108" fmla="*/ 67 w 114"/>
                <a:gd name="T109" fmla="*/ 3 h 160"/>
                <a:gd name="T110" fmla="*/ 63 w 114"/>
                <a:gd name="T111" fmla="*/ 3 h 160"/>
                <a:gd name="T112" fmla="*/ 63 w 114"/>
                <a:gd name="T113" fmla="*/ 7 h 160"/>
                <a:gd name="T114" fmla="*/ 67 w 114"/>
                <a:gd name="T115" fmla="*/ 7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4" h="160">
                  <a:moveTo>
                    <a:pt x="29" y="101"/>
                  </a:moveTo>
                  <a:cubicBezTo>
                    <a:pt x="33" y="96"/>
                    <a:pt x="33" y="88"/>
                    <a:pt x="29" y="84"/>
                  </a:cubicBezTo>
                  <a:cubicBezTo>
                    <a:pt x="26" y="82"/>
                    <a:pt x="23" y="80"/>
                    <a:pt x="20" y="80"/>
                  </a:cubicBezTo>
                  <a:cubicBezTo>
                    <a:pt x="18" y="80"/>
                    <a:pt x="17" y="80"/>
                    <a:pt x="15" y="82"/>
                  </a:cubicBezTo>
                  <a:cubicBezTo>
                    <a:pt x="10" y="74"/>
                    <a:pt x="7" y="64"/>
                    <a:pt x="7" y="55"/>
                  </a:cubicBezTo>
                  <a:cubicBezTo>
                    <a:pt x="7" y="29"/>
                    <a:pt x="26" y="8"/>
                    <a:pt x="52" y="7"/>
                  </a:cubicBezTo>
                  <a:cubicBezTo>
                    <a:pt x="54" y="7"/>
                    <a:pt x="55" y="5"/>
                    <a:pt x="55" y="4"/>
                  </a:cubicBezTo>
                  <a:cubicBezTo>
                    <a:pt x="55" y="2"/>
                    <a:pt x="54" y="0"/>
                    <a:pt x="52" y="0"/>
                  </a:cubicBezTo>
                  <a:cubicBezTo>
                    <a:pt x="23" y="2"/>
                    <a:pt x="0" y="26"/>
                    <a:pt x="0" y="55"/>
                  </a:cubicBezTo>
                  <a:cubicBezTo>
                    <a:pt x="0" y="66"/>
                    <a:pt x="4" y="77"/>
                    <a:pt x="10" y="85"/>
                  </a:cubicBezTo>
                  <a:cubicBezTo>
                    <a:pt x="7" y="90"/>
                    <a:pt x="8" y="96"/>
                    <a:pt x="12" y="101"/>
                  </a:cubicBezTo>
                  <a:cubicBezTo>
                    <a:pt x="13" y="103"/>
                    <a:pt x="17" y="104"/>
                    <a:pt x="20" y="104"/>
                  </a:cubicBezTo>
                  <a:cubicBezTo>
                    <a:pt x="23" y="104"/>
                    <a:pt x="26" y="103"/>
                    <a:pt x="29" y="101"/>
                  </a:cubicBezTo>
                  <a:close/>
                  <a:moveTo>
                    <a:pt x="17" y="88"/>
                  </a:moveTo>
                  <a:cubicBezTo>
                    <a:pt x="17" y="87"/>
                    <a:pt x="18" y="87"/>
                    <a:pt x="20" y="87"/>
                  </a:cubicBezTo>
                  <a:cubicBezTo>
                    <a:pt x="21" y="87"/>
                    <a:pt x="23" y="87"/>
                    <a:pt x="25" y="88"/>
                  </a:cubicBezTo>
                  <a:cubicBezTo>
                    <a:pt x="26" y="90"/>
                    <a:pt x="26" y="95"/>
                    <a:pt x="25" y="96"/>
                  </a:cubicBezTo>
                  <a:cubicBezTo>
                    <a:pt x="21" y="98"/>
                    <a:pt x="18" y="98"/>
                    <a:pt x="17" y="96"/>
                  </a:cubicBezTo>
                  <a:cubicBezTo>
                    <a:pt x="13" y="95"/>
                    <a:pt x="13" y="90"/>
                    <a:pt x="17" y="88"/>
                  </a:cubicBezTo>
                  <a:close/>
                  <a:moveTo>
                    <a:pt x="103" y="108"/>
                  </a:moveTo>
                  <a:cubicBezTo>
                    <a:pt x="99" y="108"/>
                    <a:pt x="98" y="109"/>
                    <a:pt x="96" y="109"/>
                  </a:cubicBezTo>
                  <a:cubicBezTo>
                    <a:pt x="95" y="106"/>
                    <a:pt x="91" y="101"/>
                    <a:pt x="87" y="101"/>
                  </a:cubicBezTo>
                  <a:cubicBezTo>
                    <a:pt x="83" y="101"/>
                    <a:pt x="80" y="103"/>
                    <a:pt x="79" y="106"/>
                  </a:cubicBezTo>
                  <a:cubicBezTo>
                    <a:pt x="77" y="104"/>
                    <a:pt x="77" y="104"/>
                    <a:pt x="75" y="104"/>
                  </a:cubicBezTo>
                  <a:cubicBezTo>
                    <a:pt x="83" y="101"/>
                    <a:pt x="90" y="96"/>
                    <a:pt x="95" y="90"/>
                  </a:cubicBezTo>
                  <a:cubicBezTo>
                    <a:pt x="104" y="80"/>
                    <a:pt x="107" y="68"/>
                    <a:pt x="107" y="55"/>
                  </a:cubicBezTo>
                  <a:cubicBezTo>
                    <a:pt x="107" y="44"/>
                    <a:pt x="104" y="32"/>
                    <a:pt x="98" y="23"/>
                  </a:cubicBezTo>
                  <a:cubicBezTo>
                    <a:pt x="101" y="18"/>
                    <a:pt x="101" y="12"/>
                    <a:pt x="96" y="9"/>
                  </a:cubicBezTo>
                  <a:cubicBezTo>
                    <a:pt x="91" y="4"/>
                    <a:pt x="85" y="4"/>
                    <a:pt x="80" y="9"/>
                  </a:cubicBezTo>
                  <a:cubicBezTo>
                    <a:pt x="75" y="13"/>
                    <a:pt x="75" y="20"/>
                    <a:pt x="80" y="24"/>
                  </a:cubicBezTo>
                  <a:cubicBezTo>
                    <a:pt x="82" y="28"/>
                    <a:pt x="85" y="28"/>
                    <a:pt x="88" y="28"/>
                  </a:cubicBezTo>
                  <a:cubicBezTo>
                    <a:pt x="93" y="28"/>
                    <a:pt x="93" y="28"/>
                    <a:pt x="93" y="28"/>
                  </a:cubicBezTo>
                  <a:cubicBezTo>
                    <a:pt x="99" y="36"/>
                    <a:pt x="103" y="45"/>
                    <a:pt x="103" y="55"/>
                  </a:cubicBezTo>
                  <a:cubicBezTo>
                    <a:pt x="103" y="77"/>
                    <a:pt x="87" y="96"/>
                    <a:pt x="64" y="101"/>
                  </a:cubicBezTo>
                  <a:cubicBezTo>
                    <a:pt x="64" y="84"/>
                    <a:pt x="64" y="84"/>
                    <a:pt x="64" y="84"/>
                  </a:cubicBezTo>
                  <a:cubicBezTo>
                    <a:pt x="77" y="80"/>
                    <a:pt x="85" y="68"/>
                    <a:pt x="85" y="55"/>
                  </a:cubicBezTo>
                  <a:cubicBezTo>
                    <a:pt x="85" y="37"/>
                    <a:pt x="72" y="23"/>
                    <a:pt x="55" y="23"/>
                  </a:cubicBezTo>
                  <a:cubicBezTo>
                    <a:pt x="37" y="23"/>
                    <a:pt x="23" y="37"/>
                    <a:pt x="23" y="55"/>
                  </a:cubicBezTo>
                  <a:cubicBezTo>
                    <a:pt x="23" y="61"/>
                    <a:pt x="24" y="68"/>
                    <a:pt x="29" y="74"/>
                  </a:cubicBezTo>
                  <a:cubicBezTo>
                    <a:pt x="32" y="79"/>
                    <a:pt x="37" y="82"/>
                    <a:pt x="44" y="84"/>
                  </a:cubicBezTo>
                  <a:cubicBezTo>
                    <a:pt x="44" y="130"/>
                    <a:pt x="44" y="130"/>
                    <a:pt x="44" y="130"/>
                  </a:cubicBezTo>
                  <a:cubicBezTo>
                    <a:pt x="39" y="124"/>
                    <a:pt x="39" y="124"/>
                    <a:pt x="39" y="124"/>
                  </a:cubicBezTo>
                  <a:cubicBezTo>
                    <a:pt x="36" y="119"/>
                    <a:pt x="29" y="117"/>
                    <a:pt x="23" y="119"/>
                  </a:cubicBezTo>
                  <a:cubicBezTo>
                    <a:pt x="18" y="122"/>
                    <a:pt x="16" y="130"/>
                    <a:pt x="18" y="135"/>
                  </a:cubicBezTo>
                  <a:cubicBezTo>
                    <a:pt x="31" y="159"/>
                    <a:pt x="31" y="159"/>
                    <a:pt x="31" y="159"/>
                  </a:cubicBezTo>
                  <a:cubicBezTo>
                    <a:pt x="32" y="160"/>
                    <a:pt x="32" y="160"/>
                    <a:pt x="32" y="160"/>
                  </a:cubicBezTo>
                  <a:cubicBezTo>
                    <a:pt x="34" y="160"/>
                    <a:pt x="34" y="160"/>
                    <a:pt x="34" y="159"/>
                  </a:cubicBezTo>
                  <a:cubicBezTo>
                    <a:pt x="36" y="159"/>
                    <a:pt x="37" y="157"/>
                    <a:pt x="36" y="156"/>
                  </a:cubicBezTo>
                  <a:cubicBezTo>
                    <a:pt x="24" y="132"/>
                    <a:pt x="24" y="132"/>
                    <a:pt x="24" y="132"/>
                  </a:cubicBezTo>
                  <a:cubicBezTo>
                    <a:pt x="23" y="130"/>
                    <a:pt x="24" y="127"/>
                    <a:pt x="26" y="125"/>
                  </a:cubicBezTo>
                  <a:cubicBezTo>
                    <a:pt x="29" y="124"/>
                    <a:pt x="32" y="124"/>
                    <a:pt x="34" y="127"/>
                  </a:cubicBezTo>
                  <a:cubicBezTo>
                    <a:pt x="44" y="143"/>
                    <a:pt x="44" y="143"/>
                    <a:pt x="44" y="143"/>
                  </a:cubicBezTo>
                  <a:cubicBezTo>
                    <a:pt x="44" y="144"/>
                    <a:pt x="45" y="144"/>
                    <a:pt x="47" y="144"/>
                  </a:cubicBezTo>
                  <a:cubicBezTo>
                    <a:pt x="48" y="144"/>
                    <a:pt x="48" y="143"/>
                    <a:pt x="48" y="14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8" y="68"/>
                    <a:pt x="52" y="64"/>
                    <a:pt x="55" y="64"/>
                  </a:cubicBezTo>
                  <a:cubicBezTo>
                    <a:pt x="56" y="64"/>
                    <a:pt x="60" y="68"/>
                    <a:pt x="60" y="69"/>
                  </a:cubicBezTo>
                  <a:cubicBezTo>
                    <a:pt x="60" y="82"/>
                    <a:pt x="60" y="82"/>
                    <a:pt x="60" y="82"/>
                  </a:cubicBezTo>
                  <a:cubicBezTo>
                    <a:pt x="60" y="128"/>
                    <a:pt x="60" y="128"/>
                    <a:pt x="60" y="128"/>
                  </a:cubicBezTo>
                  <a:cubicBezTo>
                    <a:pt x="60" y="130"/>
                    <a:pt x="60" y="132"/>
                    <a:pt x="63" y="132"/>
                  </a:cubicBezTo>
                  <a:cubicBezTo>
                    <a:pt x="64" y="132"/>
                    <a:pt x="64" y="130"/>
                    <a:pt x="64" y="128"/>
                  </a:cubicBezTo>
                  <a:cubicBezTo>
                    <a:pt x="64" y="112"/>
                    <a:pt x="64" y="112"/>
                    <a:pt x="64" y="112"/>
                  </a:cubicBezTo>
                  <a:cubicBezTo>
                    <a:pt x="64" y="111"/>
                    <a:pt x="67" y="108"/>
                    <a:pt x="71" y="108"/>
                  </a:cubicBezTo>
                  <a:cubicBezTo>
                    <a:pt x="72" y="108"/>
                    <a:pt x="75" y="111"/>
                    <a:pt x="75" y="112"/>
                  </a:cubicBezTo>
                  <a:cubicBezTo>
                    <a:pt x="75" y="130"/>
                    <a:pt x="75" y="130"/>
                    <a:pt x="75" y="130"/>
                  </a:cubicBezTo>
                  <a:cubicBezTo>
                    <a:pt x="75" y="132"/>
                    <a:pt x="75" y="133"/>
                    <a:pt x="79" y="133"/>
                  </a:cubicBezTo>
                  <a:cubicBezTo>
                    <a:pt x="80" y="133"/>
                    <a:pt x="82" y="132"/>
                    <a:pt x="82" y="130"/>
                  </a:cubicBezTo>
                  <a:cubicBezTo>
                    <a:pt x="82" y="112"/>
                    <a:pt x="82" y="112"/>
                    <a:pt x="82" y="112"/>
                  </a:cubicBezTo>
                  <a:cubicBezTo>
                    <a:pt x="82" y="111"/>
                    <a:pt x="83" y="108"/>
                    <a:pt x="87" y="108"/>
                  </a:cubicBezTo>
                  <a:cubicBezTo>
                    <a:pt x="88" y="108"/>
                    <a:pt x="91" y="111"/>
                    <a:pt x="91" y="112"/>
                  </a:cubicBezTo>
                  <a:cubicBezTo>
                    <a:pt x="91" y="130"/>
                    <a:pt x="91" y="130"/>
                    <a:pt x="91" y="130"/>
                  </a:cubicBezTo>
                  <a:cubicBezTo>
                    <a:pt x="91" y="132"/>
                    <a:pt x="93" y="133"/>
                    <a:pt x="95" y="133"/>
                  </a:cubicBezTo>
                  <a:cubicBezTo>
                    <a:pt x="96" y="133"/>
                    <a:pt x="98" y="132"/>
                    <a:pt x="98" y="130"/>
                  </a:cubicBezTo>
                  <a:cubicBezTo>
                    <a:pt x="98" y="119"/>
                    <a:pt x="98" y="119"/>
                    <a:pt x="98" y="119"/>
                  </a:cubicBezTo>
                  <a:cubicBezTo>
                    <a:pt x="98" y="117"/>
                    <a:pt x="99" y="114"/>
                    <a:pt x="103" y="114"/>
                  </a:cubicBezTo>
                  <a:cubicBezTo>
                    <a:pt x="104" y="114"/>
                    <a:pt x="107" y="117"/>
                    <a:pt x="107" y="119"/>
                  </a:cubicBezTo>
                  <a:cubicBezTo>
                    <a:pt x="107" y="157"/>
                    <a:pt x="107" y="157"/>
                    <a:pt x="107" y="157"/>
                  </a:cubicBezTo>
                  <a:cubicBezTo>
                    <a:pt x="107" y="159"/>
                    <a:pt x="109" y="160"/>
                    <a:pt x="111" y="160"/>
                  </a:cubicBezTo>
                  <a:cubicBezTo>
                    <a:pt x="112" y="160"/>
                    <a:pt x="114" y="159"/>
                    <a:pt x="114" y="157"/>
                  </a:cubicBezTo>
                  <a:cubicBezTo>
                    <a:pt x="114" y="119"/>
                    <a:pt x="114" y="119"/>
                    <a:pt x="114" y="119"/>
                  </a:cubicBezTo>
                  <a:cubicBezTo>
                    <a:pt x="114" y="114"/>
                    <a:pt x="107" y="108"/>
                    <a:pt x="103" y="108"/>
                  </a:cubicBezTo>
                  <a:close/>
                  <a:moveTo>
                    <a:pt x="91" y="20"/>
                  </a:moveTo>
                  <a:cubicBezTo>
                    <a:pt x="90" y="23"/>
                    <a:pt x="87" y="23"/>
                    <a:pt x="83" y="20"/>
                  </a:cubicBezTo>
                  <a:cubicBezTo>
                    <a:pt x="82" y="18"/>
                    <a:pt x="82" y="15"/>
                    <a:pt x="83" y="13"/>
                  </a:cubicBezTo>
                  <a:cubicBezTo>
                    <a:pt x="85" y="12"/>
                    <a:pt x="87" y="10"/>
                    <a:pt x="88" y="10"/>
                  </a:cubicBezTo>
                  <a:cubicBezTo>
                    <a:pt x="90" y="10"/>
                    <a:pt x="91" y="12"/>
                    <a:pt x="91" y="13"/>
                  </a:cubicBezTo>
                  <a:cubicBezTo>
                    <a:pt x="95" y="15"/>
                    <a:pt x="95" y="18"/>
                    <a:pt x="91" y="20"/>
                  </a:cubicBezTo>
                  <a:close/>
                  <a:moveTo>
                    <a:pt x="60" y="60"/>
                  </a:moveTo>
                  <a:cubicBezTo>
                    <a:pt x="58" y="60"/>
                    <a:pt x="56" y="58"/>
                    <a:pt x="55" y="58"/>
                  </a:cubicBezTo>
                  <a:cubicBezTo>
                    <a:pt x="52" y="58"/>
                    <a:pt x="50" y="60"/>
                    <a:pt x="48" y="60"/>
                  </a:cubicBezTo>
                  <a:cubicBezTo>
                    <a:pt x="47" y="58"/>
                    <a:pt x="47" y="56"/>
                    <a:pt x="47" y="55"/>
                  </a:cubicBezTo>
                  <a:cubicBezTo>
                    <a:pt x="47" y="50"/>
                    <a:pt x="50" y="47"/>
                    <a:pt x="55" y="47"/>
                  </a:cubicBezTo>
                  <a:cubicBezTo>
                    <a:pt x="58" y="47"/>
                    <a:pt x="63" y="50"/>
                    <a:pt x="63" y="55"/>
                  </a:cubicBezTo>
                  <a:cubicBezTo>
                    <a:pt x="63" y="56"/>
                    <a:pt x="61" y="58"/>
                    <a:pt x="60" y="60"/>
                  </a:cubicBezTo>
                  <a:close/>
                  <a:moveTo>
                    <a:pt x="55" y="40"/>
                  </a:moveTo>
                  <a:cubicBezTo>
                    <a:pt x="47" y="40"/>
                    <a:pt x="40" y="47"/>
                    <a:pt x="40" y="55"/>
                  </a:cubicBezTo>
                  <a:cubicBezTo>
                    <a:pt x="40" y="58"/>
                    <a:pt x="42" y="61"/>
                    <a:pt x="44" y="64"/>
                  </a:cubicBezTo>
                  <a:cubicBezTo>
                    <a:pt x="44" y="69"/>
                    <a:pt x="44" y="69"/>
                    <a:pt x="44" y="69"/>
                  </a:cubicBezTo>
                  <a:cubicBezTo>
                    <a:pt x="44" y="77"/>
                    <a:pt x="44" y="77"/>
                    <a:pt x="44" y="77"/>
                  </a:cubicBezTo>
                  <a:cubicBezTo>
                    <a:pt x="34" y="72"/>
                    <a:pt x="29" y="64"/>
                    <a:pt x="29" y="55"/>
                  </a:cubicBezTo>
                  <a:cubicBezTo>
                    <a:pt x="29" y="40"/>
                    <a:pt x="40" y="29"/>
                    <a:pt x="55" y="29"/>
                  </a:cubicBezTo>
                  <a:cubicBezTo>
                    <a:pt x="67" y="29"/>
                    <a:pt x="80" y="40"/>
                    <a:pt x="80" y="55"/>
                  </a:cubicBezTo>
                  <a:cubicBezTo>
                    <a:pt x="80" y="64"/>
                    <a:pt x="74" y="74"/>
                    <a:pt x="64" y="77"/>
                  </a:cubicBezTo>
                  <a:cubicBezTo>
                    <a:pt x="64" y="69"/>
                    <a:pt x="64" y="69"/>
                    <a:pt x="64" y="69"/>
                  </a:cubicBezTo>
                  <a:cubicBezTo>
                    <a:pt x="64" y="64"/>
                    <a:pt x="64" y="64"/>
                    <a:pt x="64" y="64"/>
                  </a:cubicBezTo>
                  <a:cubicBezTo>
                    <a:pt x="66" y="63"/>
                    <a:pt x="69" y="58"/>
                    <a:pt x="69" y="55"/>
                  </a:cubicBezTo>
                  <a:cubicBezTo>
                    <a:pt x="69" y="47"/>
                    <a:pt x="63" y="40"/>
                    <a:pt x="55" y="40"/>
                  </a:cubicBezTo>
                  <a:close/>
                  <a:moveTo>
                    <a:pt x="67" y="7"/>
                  </a:move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7" y="4"/>
                    <a:pt x="67" y="3"/>
                  </a:cubicBezTo>
                  <a:cubicBezTo>
                    <a:pt x="67" y="3"/>
                    <a:pt x="66" y="3"/>
                    <a:pt x="64" y="3"/>
                  </a:cubicBezTo>
                  <a:cubicBezTo>
                    <a:pt x="63" y="3"/>
                    <a:pt x="63" y="3"/>
                    <a:pt x="63" y="3"/>
                  </a:cubicBezTo>
                  <a:cubicBezTo>
                    <a:pt x="63" y="4"/>
                    <a:pt x="63" y="4"/>
                    <a:pt x="63" y="6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4" y="9"/>
                    <a:pt x="64" y="9"/>
                    <a:pt x="64" y="9"/>
                  </a:cubicBezTo>
                  <a:cubicBezTo>
                    <a:pt x="66" y="9"/>
                    <a:pt x="67" y="7"/>
                    <a:pt x="67" y="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1A85ADC5-40DB-488F-AF99-94E582DA6B64}"/>
              </a:ext>
            </a:extLst>
          </p:cNvPr>
          <p:cNvSpPr txBox="1"/>
          <p:nvPr/>
        </p:nvSpPr>
        <p:spPr>
          <a:xfrm>
            <a:off x="7464719" y="4099840"/>
            <a:ext cx="1603116" cy="348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1200" dirty="0">
                <a:latin typeface="Poppins Medium" panose="00000600000000000000" pitchFamily="50" charset="0"/>
                <a:cs typeface="Poppins Medium" panose="00000600000000000000" pitchFamily="50" charset="0"/>
              </a:rPr>
              <a:t>Growth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2DBAB7-C2A3-4427-A554-877D35925356}"/>
              </a:ext>
            </a:extLst>
          </p:cNvPr>
          <p:cNvSpPr txBox="1"/>
          <p:nvPr/>
        </p:nvSpPr>
        <p:spPr>
          <a:xfrm>
            <a:off x="7386743" y="5321056"/>
            <a:ext cx="1759069" cy="76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Lorem randomized words which don't look even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A03F08-03D9-4A1A-8F3A-45D7F9729B78}"/>
              </a:ext>
            </a:extLst>
          </p:cNvPr>
          <p:cNvSpPr txBox="1"/>
          <p:nvPr/>
        </p:nvSpPr>
        <p:spPr>
          <a:xfrm>
            <a:off x="7768859" y="4682001"/>
            <a:ext cx="9948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Poppins Medium" panose="00000600000000000000" pitchFamily="2" charset="0"/>
                <a:ea typeface="Pacifico" panose="02000000000000000000" pitchFamily="2" charset="0"/>
                <a:cs typeface="Poppins Medium" panose="00000600000000000000" pitchFamily="2" charset="0"/>
              </a:rPr>
              <a:t>40%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99D57C71-97FB-468F-A25C-BABB010AC62D}"/>
              </a:ext>
            </a:extLst>
          </p:cNvPr>
          <p:cNvGrpSpPr/>
          <p:nvPr/>
        </p:nvGrpSpPr>
        <p:grpSpPr>
          <a:xfrm>
            <a:off x="10153716" y="3186820"/>
            <a:ext cx="662315" cy="662315"/>
            <a:chOff x="9747752" y="2591529"/>
            <a:chExt cx="662315" cy="662315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84F9CC2C-C022-446B-ABBF-62C244B57D24}"/>
                </a:ext>
              </a:extLst>
            </p:cNvPr>
            <p:cNvSpPr/>
            <p:nvPr/>
          </p:nvSpPr>
          <p:spPr>
            <a:xfrm>
              <a:off x="9747752" y="2591529"/>
              <a:ext cx="662315" cy="662315"/>
            </a:xfrm>
            <a:prstGeom prst="ellipse">
              <a:avLst/>
            </a:prstGeom>
            <a:solidFill>
              <a:schemeClr val="accent3"/>
            </a:solidFill>
            <a:ln w="38100">
              <a:solidFill>
                <a:schemeClr val="bg1"/>
              </a:solidFill>
            </a:ln>
            <a:effectLst>
              <a:outerShdw dist="165100" sx="1000" sy="1000" algn="tl" rotWithShape="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Freeform 48">
              <a:extLst>
                <a:ext uri="{FF2B5EF4-FFF2-40B4-BE49-F238E27FC236}">
                  <a16:creationId xmlns:a16="http://schemas.microsoft.com/office/drawing/2014/main" id="{19E9C8D7-BD81-4257-BA50-E904CAC6CB7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907629" y="2755716"/>
              <a:ext cx="342560" cy="333940"/>
            </a:xfrm>
            <a:custGeom>
              <a:avLst/>
              <a:gdLst>
                <a:gd name="T0" fmla="*/ 95 w 160"/>
                <a:gd name="T1" fmla="*/ 31 h 155"/>
                <a:gd name="T2" fmla="*/ 75 w 160"/>
                <a:gd name="T3" fmla="*/ 55 h 155"/>
                <a:gd name="T4" fmla="*/ 51 w 160"/>
                <a:gd name="T5" fmla="*/ 49 h 155"/>
                <a:gd name="T6" fmla="*/ 29 w 160"/>
                <a:gd name="T7" fmla="*/ 61 h 155"/>
                <a:gd name="T8" fmla="*/ 53 w 160"/>
                <a:gd name="T9" fmla="*/ 55 h 155"/>
                <a:gd name="T10" fmla="*/ 72 w 160"/>
                <a:gd name="T11" fmla="*/ 61 h 155"/>
                <a:gd name="T12" fmla="*/ 99 w 160"/>
                <a:gd name="T13" fmla="*/ 39 h 155"/>
                <a:gd name="T14" fmla="*/ 101 w 160"/>
                <a:gd name="T15" fmla="*/ 34 h 155"/>
                <a:gd name="T16" fmla="*/ 33 w 160"/>
                <a:gd name="T17" fmla="*/ 61 h 155"/>
                <a:gd name="T18" fmla="*/ 59 w 160"/>
                <a:gd name="T19" fmla="*/ 52 h 155"/>
                <a:gd name="T20" fmla="*/ 59 w 160"/>
                <a:gd name="T21" fmla="*/ 52 h 155"/>
                <a:gd name="T22" fmla="*/ 83 w 160"/>
                <a:gd name="T23" fmla="*/ 61 h 155"/>
                <a:gd name="T24" fmla="*/ 25 w 160"/>
                <a:gd name="T25" fmla="*/ 115 h 155"/>
                <a:gd name="T26" fmla="*/ 6 w 160"/>
                <a:gd name="T27" fmla="*/ 16 h 155"/>
                <a:gd name="T28" fmla="*/ 6 w 160"/>
                <a:gd name="T29" fmla="*/ 11 h 155"/>
                <a:gd name="T30" fmla="*/ 22 w 160"/>
                <a:gd name="T31" fmla="*/ 120 h 155"/>
                <a:gd name="T32" fmla="*/ 40 w 160"/>
                <a:gd name="T33" fmla="*/ 152 h 155"/>
                <a:gd name="T34" fmla="*/ 81 w 160"/>
                <a:gd name="T35" fmla="*/ 131 h 155"/>
                <a:gd name="T36" fmla="*/ 99 w 160"/>
                <a:gd name="T37" fmla="*/ 152 h 155"/>
                <a:gd name="T38" fmla="*/ 117 w 160"/>
                <a:gd name="T39" fmla="*/ 120 h 155"/>
                <a:gd name="T40" fmla="*/ 112 w 160"/>
                <a:gd name="T41" fmla="*/ 126 h 155"/>
                <a:gd name="T42" fmla="*/ 112 w 160"/>
                <a:gd name="T43" fmla="*/ 120 h 155"/>
                <a:gd name="T44" fmla="*/ 80 w 160"/>
                <a:gd name="T45" fmla="*/ 16 h 155"/>
                <a:gd name="T46" fmla="*/ 136 w 160"/>
                <a:gd name="T47" fmla="*/ 41 h 155"/>
                <a:gd name="T48" fmla="*/ 82 w 160"/>
                <a:gd name="T49" fmla="*/ 11 h 155"/>
                <a:gd name="T50" fmla="*/ 56 w 160"/>
                <a:gd name="T51" fmla="*/ 6 h 155"/>
                <a:gd name="T52" fmla="*/ 28 w 160"/>
                <a:gd name="T53" fmla="*/ 16 h 155"/>
                <a:gd name="T54" fmla="*/ 79 w 160"/>
                <a:gd name="T55" fmla="*/ 6 h 155"/>
                <a:gd name="T56" fmla="*/ 32 w 160"/>
                <a:gd name="T57" fmla="*/ 80 h 155"/>
                <a:gd name="T58" fmla="*/ 41 w 160"/>
                <a:gd name="T59" fmla="*/ 107 h 155"/>
                <a:gd name="T60" fmla="*/ 32 w 160"/>
                <a:gd name="T61" fmla="*/ 80 h 155"/>
                <a:gd name="T62" fmla="*/ 40 w 160"/>
                <a:gd name="T63" fmla="*/ 85 h 155"/>
                <a:gd name="T64" fmla="*/ 51 w 160"/>
                <a:gd name="T65" fmla="*/ 103 h 155"/>
                <a:gd name="T66" fmla="*/ 66 w 160"/>
                <a:gd name="T67" fmla="*/ 71 h 155"/>
                <a:gd name="T68" fmla="*/ 56 w 160"/>
                <a:gd name="T69" fmla="*/ 102 h 155"/>
                <a:gd name="T70" fmla="*/ 85 w 160"/>
                <a:gd name="T71" fmla="*/ 80 h 155"/>
                <a:gd name="T72" fmla="*/ 75 w 160"/>
                <a:gd name="T73" fmla="*/ 107 h 155"/>
                <a:gd name="T74" fmla="*/ 85 w 160"/>
                <a:gd name="T75" fmla="*/ 80 h 155"/>
                <a:gd name="T76" fmla="*/ 83 w 160"/>
                <a:gd name="T77" fmla="*/ 85 h 155"/>
                <a:gd name="T78" fmla="*/ 94 w 160"/>
                <a:gd name="T79" fmla="*/ 104 h 155"/>
                <a:gd name="T80" fmla="*/ 106 w 160"/>
                <a:gd name="T81" fmla="*/ 102 h 155"/>
                <a:gd name="T82" fmla="*/ 158 w 160"/>
                <a:gd name="T83" fmla="*/ 118 h 155"/>
                <a:gd name="T84" fmla="*/ 107 w 160"/>
                <a:gd name="T85" fmla="*/ 48 h 155"/>
                <a:gd name="T86" fmla="*/ 129 w 160"/>
                <a:gd name="T87" fmla="*/ 103 h 155"/>
                <a:gd name="T88" fmla="*/ 160 w 160"/>
                <a:gd name="T89" fmla="*/ 122 h 155"/>
                <a:gd name="T90" fmla="*/ 109 w 160"/>
                <a:gd name="T91" fmla="*/ 51 h 155"/>
                <a:gd name="T92" fmla="*/ 136 w 160"/>
                <a:gd name="T93" fmla="*/ 95 h 155"/>
                <a:gd name="T94" fmla="*/ 134 w 160"/>
                <a:gd name="T95" fmla="*/ 102 h 155"/>
                <a:gd name="T96" fmla="*/ 155 w 160"/>
                <a:gd name="T97" fmla="*/ 122 h 155"/>
                <a:gd name="T98" fmla="*/ 139 w 160"/>
                <a:gd name="T99" fmla="*/ 64 h 155"/>
                <a:gd name="T100" fmla="*/ 118 w 160"/>
                <a:gd name="T101" fmla="*/ 91 h 155"/>
                <a:gd name="T102" fmla="*/ 136 w 160"/>
                <a:gd name="T103" fmla="*/ 59 h 155"/>
                <a:gd name="T104" fmla="*/ 102 w 160"/>
                <a:gd name="T105" fmla="*/ 84 h 155"/>
                <a:gd name="T106" fmla="*/ 144 w 160"/>
                <a:gd name="T107" fmla="*/ 8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60" h="155">
                  <a:moveTo>
                    <a:pt x="101" y="39"/>
                  </a:moveTo>
                  <a:cubicBezTo>
                    <a:pt x="106" y="39"/>
                    <a:pt x="109" y="36"/>
                    <a:pt x="109" y="31"/>
                  </a:cubicBezTo>
                  <a:cubicBezTo>
                    <a:pt x="109" y="26"/>
                    <a:pt x="106" y="23"/>
                    <a:pt x="101" y="23"/>
                  </a:cubicBezTo>
                  <a:cubicBezTo>
                    <a:pt x="98" y="23"/>
                    <a:pt x="95" y="26"/>
                    <a:pt x="95" y="31"/>
                  </a:cubicBezTo>
                  <a:cubicBezTo>
                    <a:pt x="95" y="32"/>
                    <a:pt x="95" y="34"/>
                    <a:pt x="96" y="36"/>
                  </a:cubicBezTo>
                  <a:cubicBezTo>
                    <a:pt x="83" y="53"/>
                    <a:pt x="83" y="53"/>
                    <a:pt x="83" y="53"/>
                  </a:cubicBezTo>
                  <a:cubicBezTo>
                    <a:pt x="82" y="53"/>
                    <a:pt x="82" y="53"/>
                    <a:pt x="80" y="53"/>
                  </a:cubicBezTo>
                  <a:cubicBezTo>
                    <a:pt x="78" y="53"/>
                    <a:pt x="77" y="53"/>
                    <a:pt x="75" y="55"/>
                  </a:cubicBezTo>
                  <a:cubicBezTo>
                    <a:pt x="66" y="50"/>
                    <a:pt x="66" y="50"/>
                    <a:pt x="66" y="50"/>
                  </a:cubicBezTo>
                  <a:cubicBezTo>
                    <a:pt x="66" y="50"/>
                    <a:pt x="67" y="50"/>
                    <a:pt x="67" y="49"/>
                  </a:cubicBezTo>
                  <a:cubicBezTo>
                    <a:pt x="67" y="44"/>
                    <a:pt x="62" y="41"/>
                    <a:pt x="59" y="41"/>
                  </a:cubicBezTo>
                  <a:cubicBezTo>
                    <a:pt x="54" y="41"/>
                    <a:pt x="51" y="44"/>
                    <a:pt x="51" y="49"/>
                  </a:cubicBezTo>
                  <a:cubicBezTo>
                    <a:pt x="51" y="50"/>
                    <a:pt x="51" y="50"/>
                    <a:pt x="51" y="50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41" y="53"/>
                    <a:pt x="40" y="53"/>
                    <a:pt x="37" y="53"/>
                  </a:cubicBezTo>
                  <a:cubicBezTo>
                    <a:pt x="33" y="53"/>
                    <a:pt x="29" y="57"/>
                    <a:pt x="29" y="61"/>
                  </a:cubicBezTo>
                  <a:cubicBezTo>
                    <a:pt x="29" y="65"/>
                    <a:pt x="33" y="69"/>
                    <a:pt x="37" y="69"/>
                  </a:cubicBezTo>
                  <a:cubicBezTo>
                    <a:pt x="41" y="69"/>
                    <a:pt x="45" y="65"/>
                    <a:pt x="45" y="61"/>
                  </a:cubicBezTo>
                  <a:cubicBezTo>
                    <a:pt x="45" y="60"/>
                    <a:pt x="45" y="60"/>
                    <a:pt x="45" y="6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54" y="57"/>
                    <a:pt x="56" y="57"/>
                    <a:pt x="59" y="57"/>
                  </a:cubicBezTo>
                  <a:cubicBezTo>
                    <a:pt x="61" y="57"/>
                    <a:pt x="62" y="57"/>
                    <a:pt x="64" y="55"/>
                  </a:cubicBezTo>
                  <a:cubicBezTo>
                    <a:pt x="72" y="60"/>
                    <a:pt x="72" y="60"/>
                    <a:pt x="72" y="60"/>
                  </a:cubicBezTo>
                  <a:cubicBezTo>
                    <a:pt x="72" y="60"/>
                    <a:pt x="72" y="60"/>
                    <a:pt x="72" y="61"/>
                  </a:cubicBezTo>
                  <a:cubicBezTo>
                    <a:pt x="72" y="65"/>
                    <a:pt x="75" y="69"/>
                    <a:pt x="80" y="69"/>
                  </a:cubicBezTo>
                  <a:cubicBezTo>
                    <a:pt x="85" y="69"/>
                    <a:pt x="88" y="65"/>
                    <a:pt x="88" y="61"/>
                  </a:cubicBezTo>
                  <a:cubicBezTo>
                    <a:pt x="88" y="60"/>
                    <a:pt x="88" y="58"/>
                    <a:pt x="86" y="57"/>
                  </a:cubicBezTo>
                  <a:cubicBezTo>
                    <a:pt x="99" y="39"/>
                    <a:pt x="99" y="39"/>
                    <a:pt x="99" y="39"/>
                  </a:cubicBezTo>
                  <a:lnTo>
                    <a:pt x="101" y="39"/>
                  </a:lnTo>
                  <a:close/>
                  <a:moveTo>
                    <a:pt x="101" y="28"/>
                  </a:moveTo>
                  <a:cubicBezTo>
                    <a:pt x="104" y="28"/>
                    <a:pt x="104" y="29"/>
                    <a:pt x="104" y="31"/>
                  </a:cubicBezTo>
                  <a:cubicBezTo>
                    <a:pt x="104" y="32"/>
                    <a:pt x="104" y="34"/>
                    <a:pt x="101" y="34"/>
                  </a:cubicBezTo>
                  <a:cubicBezTo>
                    <a:pt x="99" y="34"/>
                    <a:pt x="99" y="32"/>
                    <a:pt x="99" y="31"/>
                  </a:cubicBezTo>
                  <a:cubicBezTo>
                    <a:pt x="99" y="29"/>
                    <a:pt x="99" y="28"/>
                    <a:pt x="101" y="28"/>
                  </a:cubicBezTo>
                  <a:close/>
                  <a:moveTo>
                    <a:pt x="37" y="65"/>
                  </a:moveTo>
                  <a:cubicBezTo>
                    <a:pt x="35" y="65"/>
                    <a:pt x="33" y="63"/>
                    <a:pt x="33" y="61"/>
                  </a:cubicBezTo>
                  <a:cubicBezTo>
                    <a:pt x="33" y="60"/>
                    <a:pt x="35" y="58"/>
                    <a:pt x="37" y="58"/>
                  </a:cubicBezTo>
                  <a:cubicBezTo>
                    <a:pt x="38" y="58"/>
                    <a:pt x="40" y="60"/>
                    <a:pt x="40" y="61"/>
                  </a:cubicBezTo>
                  <a:cubicBezTo>
                    <a:pt x="40" y="63"/>
                    <a:pt x="38" y="65"/>
                    <a:pt x="37" y="65"/>
                  </a:cubicBezTo>
                  <a:close/>
                  <a:moveTo>
                    <a:pt x="59" y="52"/>
                  </a:moveTo>
                  <a:cubicBezTo>
                    <a:pt x="58" y="52"/>
                    <a:pt x="56" y="50"/>
                    <a:pt x="56" y="49"/>
                  </a:cubicBezTo>
                  <a:cubicBezTo>
                    <a:pt x="56" y="47"/>
                    <a:pt x="58" y="45"/>
                    <a:pt x="59" y="45"/>
                  </a:cubicBezTo>
                  <a:cubicBezTo>
                    <a:pt x="61" y="45"/>
                    <a:pt x="62" y="47"/>
                    <a:pt x="62" y="49"/>
                  </a:cubicBezTo>
                  <a:cubicBezTo>
                    <a:pt x="62" y="50"/>
                    <a:pt x="61" y="52"/>
                    <a:pt x="59" y="52"/>
                  </a:cubicBezTo>
                  <a:close/>
                  <a:moveTo>
                    <a:pt x="80" y="65"/>
                  </a:moveTo>
                  <a:cubicBezTo>
                    <a:pt x="78" y="65"/>
                    <a:pt x="77" y="63"/>
                    <a:pt x="77" y="61"/>
                  </a:cubicBezTo>
                  <a:cubicBezTo>
                    <a:pt x="77" y="60"/>
                    <a:pt x="78" y="58"/>
                    <a:pt x="80" y="58"/>
                  </a:cubicBezTo>
                  <a:cubicBezTo>
                    <a:pt x="82" y="58"/>
                    <a:pt x="83" y="60"/>
                    <a:pt x="83" y="61"/>
                  </a:cubicBezTo>
                  <a:cubicBezTo>
                    <a:pt x="83" y="63"/>
                    <a:pt x="82" y="65"/>
                    <a:pt x="80" y="65"/>
                  </a:cubicBezTo>
                  <a:close/>
                  <a:moveTo>
                    <a:pt x="130" y="115"/>
                  </a:moveTo>
                  <a:cubicBezTo>
                    <a:pt x="113" y="115"/>
                    <a:pt x="113" y="115"/>
                    <a:pt x="113" y="115"/>
                  </a:cubicBezTo>
                  <a:cubicBezTo>
                    <a:pt x="25" y="115"/>
                    <a:pt x="25" y="115"/>
                    <a:pt x="25" y="115"/>
                  </a:cubicBezTo>
                  <a:cubicBezTo>
                    <a:pt x="6" y="115"/>
                    <a:pt x="6" y="115"/>
                    <a:pt x="6" y="115"/>
                  </a:cubicBezTo>
                  <a:cubicBezTo>
                    <a:pt x="5" y="115"/>
                    <a:pt x="5" y="115"/>
                    <a:pt x="5" y="113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5" y="16"/>
                    <a:pt x="5" y="16"/>
                    <a:pt x="6" y="16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9" y="16"/>
                    <a:pt x="19" y="14"/>
                    <a:pt x="19" y="13"/>
                  </a:cubicBezTo>
                  <a:cubicBezTo>
                    <a:pt x="19" y="11"/>
                    <a:pt x="19" y="11"/>
                    <a:pt x="17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3" y="11"/>
                    <a:pt x="0" y="14"/>
                    <a:pt x="0" y="17"/>
                  </a:cubicBezTo>
                  <a:cubicBezTo>
                    <a:pt x="0" y="113"/>
                    <a:pt x="0" y="113"/>
                    <a:pt x="0" y="113"/>
                  </a:cubicBezTo>
                  <a:cubicBezTo>
                    <a:pt x="0" y="117"/>
                    <a:pt x="3" y="120"/>
                    <a:pt x="6" y="120"/>
                  </a:cubicBezTo>
                  <a:cubicBezTo>
                    <a:pt x="22" y="120"/>
                    <a:pt x="22" y="120"/>
                    <a:pt x="22" y="120"/>
                  </a:cubicBezTo>
                  <a:cubicBezTo>
                    <a:pt x="22" y="126"/>
                    <a:pt x="22" y="126"/>
                    <a:pt x="22" y="126"/>
                  </a:cubicBezTo>
                  <a:cubicBezTo>
                    <a:pt x="22" y="128"/>
                    <a:pt x="25" y="131"/>
                    <a:pt x="27" y="131"/>
                  </a:cubicBezTo>
                  <a:cubicBezTo>
                    <a:pt x="51" y="131"/>
                    <a:pt x="51" y="131"/>
                    <a:pt x="51" y="131"/>
                  </a:cubicBezTo>
                  <a:cubicBezTo>
                    <a:pt x="40" y="152"/>
                    <a:pt x="40" y="152"/>
                    <a:pt x="40" y="152"/>
                  </a:cubicBezTo>
                  <a:cubicBezTo>
                    <a:pt x="40" y="153"/>
                    <a:pt x="40" y="155"/>
                    <a:pt x="41" y="155"/>
                  </a:cubicBezTo>
                  <a:cubicBezTo>
                    <a:pt x="43" y="155"/>
                    <a:pt x="43" y="155"/>
                    <a:pt x="45" y="155"/>
                  </a:cubicBezTo>
                  <a:cubicBezTo>
                    <a:pt x="56" y="131"/>
                    <a:pt x="56" y="131"/>
                    <a:pt x="56" y="131"/>
                  </a:cubicBezTo>
                  <a:cubicBezTo>
                    <a:pt x="81" y="131"/>
                    <a:pt x="81" y="131"/>
                    <a:pt x="81" y="131"/>
                  </a:cubicBezTo>
                  <a:cubicBezTo>
                    <a:pt x="94" y="155"/>
                    <a:pt x="94" y="155"/>
                    <a:pt x="94" y="155"/>
                  </a:cubicBezTo>
                  <a:cubicBezTo>
                    <a:pt x="96" y="155"/>
                    <a:pt x="96" y="155"/>
                    <a:pt x="96" y="155"/>
                  </a:cubicBezTo>
                  <a:cubicBezTo>
                    <a:pt x="97" y="155"/>
                    <a:pt x="97" y="155"/>
                    <a:pt x="97" y="155"/>
                  </a:cubicBezTo>
                  <a:cubicBezTo>
                    <a:pt x="99" y="155"/>
                    <a:pt x="99" y="153"/>
                    <a:pt x="99" y="152"/>
                  </a:cubicBezTo>
                  <a:cubicBezTo>
                    <a:pt x="88" y="131"/>
                    <a:pt x="88" y="131"/>
                    <a:pt x="88" y="131"/>
                  </a:cubicBezTo>
                  <a:cubicBezTo>
                    <a:pt x="110" y="131"/>
                    <a:pt x="110" y="131"/>
                    <a:pt x="110" y="131"/>
                  </a:cubicBezTo>
                  <a:cubicBezTo>
                    <a:pt x="113" y="131"/>
                    <a:pt x="117" y="128"/>
                    <a:pt x="117" y="126"/>
                  </a:cubicBezTo>
                  <a:cubicBezTo>
                    <a:pt x="117" y="120"/>
                    <a:pt x="117" y="120"/>
                    <a:pt x="117" y="120"/>
                  </a:cubicBezTo>
                  <a:cubicBezTo>
                    <a:pt x="130" y="120"/>
                    <a:pt x="130" y="120"/>
                    <a:pt x="130" y="120"/>
                  </a:cubicBezTo>
                  <a:cubicBezTo>
                    <a:pt x="131" y="120"/>
                    <a:pt x="133" y="120"/>
                    <a:pt x="133" y="118"/>
                  </a:cubicBezTo>
                  <a:cubicBezTo>
                    <a:pt x="133" y="117"/>
                    <a:pt x="131" y="115"/>
                    <a:pt x="130" y="115"/>
                  </a:cubicBezTo>
                  <a:close/>
                  <a:moveTo>
                    <a:pt x="112" y="126"/>
                  </a:moveTo>
                  <a:cubicBezTo>
                    <a:pt x="112" y="126"/>
                    <a:pt x="112" y="126"/>
                    <a:pt x="110" y="126"/>
                  </a:cubicBezTo>
                  <a:cubicBezTo>
                    <a:pt x="27" y="126"/>
                    <a:pt x="27" y="126"/>
                    <a:pt x="27" y="126"/>
                  </a:cubicBezTo>
                  <a:cubicBezTo>
                    <a:pt x="27" y="120"/>
                    <a:pt x="27" y="120"/>
                    <a:pt x="27" y="120"/>
                  </a:cubicBezTo>
                  <a:cubicBezTo>
                    <a:pt x="112" y="120"/>
                    <a:pt x="112" y="120"/>
                    <a:pt x="112" y="120"/>
                  </a:cubicBezTo>
                  <a:cubicBezTo>
                    <a:pt x="112" y="126"/>
                    <a:pt x="112" y="126"/>
                    <a:pt x="112" y="126"/>
                  </a:cubicBezTo>
                  <a:close/>
                  <a:moveTo>
                    <a:pt x="28" y="16"/>
                  </a:moveTo>
                  <a:cubicBezTo>
                    <a:pt x="60" y="16"/>
                    <a:pt x="60" y="16"/>
                    <a:pt x="60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133" y="16"/>
                    <a:pt x="133" y="16"/>
                    <a:pt x="133" y="16"/>
                  </a:cubicBezTo>
                  <a:cubicBezTo>
                    <a:pt x="133" y="16"/>
                    <a:pt x="135" y="16"/>
                    <a:pt x="135" y="18"/>
                  </a:cubicBezTo>
                  <a:cubicBezTo>
                    <a:pt x="135" y="40"/>
                    <a:pt x="135" y="40"/>
                    <a:pt x="135" y="40"/>
                  </a:cubicBezTo>
                  <a:cubicBezTo>
                    <a:pt x="135" y="41"/>
                    <a:pt x="136" y="41"/>
                    <a:pt x="136" y="41"/>
                  </a:cubicBezTo>
                  <a:cubicBezTo>
                    <a:pt x="138" y="41"/>
                    <a:pt x="139" y="41"/>
                    <a:pt x="139" y="40"/>
                  </a:cubicBezTo>
                  <a:cubicBezTo>
                    <a:pt x="139" y="18"/>
                    <a:pt x="139" y="18"/>
                    <a:pt x="139" y="18"/>
                  </a:cubicBezTo>
                  <a:cubicBezTo>
                    <a:pt x="139" y="14"/>
                    <a:pt x="136" y="11"/>
                    <a:pt x="133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6"/>
                    <a:pt x="82" y="6"/>
                    <a:pt x="82" y="6"/>
                  </a:cubicBezTo>
                  <a:cubicBezTo>
                    <a:pt x="82" y="3"/>
                    <a:pt x="80" y="0"/>
                    <a:pt x="77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60" y="0"/>
                    <a:pt x="56" y="3"/>
                    <a:pt x="56" y="6"/>
                  </a:cubicBezTo>
                  <a:cubicBezTo>
                    <a:pt x="56" y="11"/>
                    <a:pt x="56" y="11"/>
                    <a:pt x="56" y="11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6" y="11"/>
                    <a:pt x="24" y="11"/>
                    <a:pt x="24" y="13"/>
                  </a:cubicBezTo>
                  <a:cubicBezTo>
                    <a:pt x="24" y="14"/>
                    <a:pt x="26" y="16"/>
                    <a:pt x="28" y="16"/>
                  </a:cubicBezTo>
                  <a:close/>
                  <a:moveTo>
                    <a:pt x="61" y="6"/>
                  </a:moveTo>
                  <a:cubicBezTo>
                    <a:pt x="61" y="6"/>
                    <a:pt x="61" y="5"/>
                    <a:pt x="63" y="5"/>
                  </a:cubicBezTo>
                  <a:cubicBezTo>
                    <a:pt x="77" y="5"/>
                    <a:pt x="77" y="5"/>
                    <a:pt x="77" y="5"/>
                  </a:cubicBezTo>
                  <a:cubicBezTo>
                    <a:pt x="79" y="6"/>
                    <a:pt x="79" y="6"/>
                    <a:pt x="79" y="6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61" y="11"/>
                    <a:pt x="61" y="11"/>
                    <a:pt x="61" y="11"/>
                  </a:cubicBezTo>
                  <a:cubicBezTo>
                    <a:pt x="61" y="6"/>
                    <a:pt x="61" y="6"/>
                    <a:pt x="61" y="6"/>
                  </a:cubicBezTo>
                  <a:close/>
                  <a:moveTo>
                    <a:pt x="32" y="80"/>
                  </a:moveTo>
                  <a:cubicBezTo>
                    <a:pt x="30" y="80"/>
                    <a:pt x="30" y="82"/>
                    <a:pt x="30" y="84"/>
                  </a:cubicBezTo>
                  <a:cubicBezTo>
                    <a:pt x="30" y="103"/>
                    <a:pt x="30" y="103"/>
                    <a:pt x="30" y="103"/>
                  </a:cubicBezTo>
                  <a:cubicBezTo>
                    <a:pt x="30" y="105"/>
                    <a:pt x="30" y="107"/>
                    <a:pt x="32" y="107"/>
                  </a:cubicBezTo>
                  <a:cubicBezTo>
                    <a:pt x="41" y="107"/>
                    <a:pt x="41" y="107"/>
                    <a:pt x="41" y="107"/>
                  </a:cubicBezTo>
                  <a:cubicBezTo>
                    <a:pt x="43" y="107"/>
                    <a:pt x="45" y="105"/>
                    <a:pt x="45" y="103"/>
                  </a:cubicBezTo>
                  <a:cubicBezTo>
                    <a:pt x="45" y="84"/>
                    <a:pt x="45" y="84"/>
                    <a:pt x="45" y="84"/>
                  </a:cubicBezTo>
                  <a:cubicBezTo>
                    <a:pt x="45" y="82"/>
                    <a:pt x="43" y="80"/>
                    <a:pt x="41" y="80"/>
                  </a:cubicBezTo>
                  <a:cubicBezTo>
                    <a:pt x="32" y="80"/>
                    <a:pt x="32" y="80"/>
                    <a:pt x="32" y="80"/>
                  </a:cubicBezTo>
                  <a:close/>
                  <a:moveTo>
                    <a:pt x="40" y="102"/>
                  </a:moveTo>
                  <a:cubicBezTo>
                    <a:pt x="35" y="102"/>
                    <a:pt x="35" y="102"/>
                    <a:pt x="35" y="102"/>
                  </a:cubicBezTo>
                  <a:cubicBezTo>
                    <a:pt x="35" y="85"/>
                    <a:pt x="35" y="85"/>
                    <a:pt x="35" y="85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40" y="102"/>
                    <a:pt x="40" y="102"/>
                    <a:pt x="40" y="102"/>
                  </a:cubicBezTo>
                  <a:close/>
                  <a:moveTo>
                    <a:pt x="55" y="69"/>
                  </a:moveTo>
                  <a:cubicBezTo>
                    <a:pt x="53" y="69"/>
                    <a:pt x="51" y="69"/>
                    <a:pt x="51" y="71"/>
                  </a:cubicBezTo>
                  <a:cubicBezTo>
                    <a:pt x="51" y="103"/>
                    <a:pt x="51" y="103"/>
                    <a:pt x="51" y="103"/>
                  </a:cubicBezTo>
                  <a:cubicBezTo>
                    <a:pt x="51" y="105"/>
                    <a:pt x="53" y="107"/>
                    <a:pt x="55" y="107"/>
                  </a:cubicBezTo>
                  <a:cubicBezTo>
                    <a:pt x="64" y="107"/>
                    <a:pt x="64" y="107"/>
                    <a:pt x="64" y="107"/>
                  </a:cubicBezTo>
                  <a:cubicBezTo>
                    <a:pt x="64" y="107"/>
                    <a:pt x="66" y="105"/>
                    <a:pt x="66" y="103"/>
                  </a:cubicBezTo>
                  <a:cubicBezTo>
                    <a:pt x="66" y="71"/>
                    <a:pt x="66" y="71"/>
                    <a:pt x="66" y="71"/>
                  </a:cubicBezTo>
                  <a:cubicBezTo>
                    <a:pt x="66" y="69"/>
                    <a:pt x="64" y="69"/>
                    <a:pt x="64" y="69"/>
                  </a:cubicBezTo>
                  <a:cubicBezTo>
                    <a:pt x="55" y="69"/>
                    <a:pt x="55" y="69"/>
                    <a:pt x="55" y="69"/>
                  </a:cubicBezTo>
                  <a:close/>
                  <a:moveTo>
                    <a:pt x="61" y="102"/>
                  </a:moveTo>
                  <a:cubicBezTo>
                    <a:pt x="56" y="102"/>
                    <a:pt x="56" y="102"/>
                    <a:pt x="56" y="102"/>
                  </a:cubicBezTo>
                  <a:cubicBezTo>
                    <a:pt x="56" y="74"/>
                    <a:pt x="56" y="74"/>
                    <a:pt x="56" y="74"/>
                  </a:cubicBezTo>
                  <a:cubicBezTo>
                    <a:pt x="61" y="74"/>
                    <a:pt x="61" y="74"/>
                    <a:pt x="61" y="74"/>
                  </a:cubicBezTo>
                  <a:cubicBezTo>
                    <a:pt x="61" y="102"/>
                    <a:pt x="61" y="102"/>
                    <a:pt x="61" y="102"/>
                  </a:cubicBezTo>
                  <a:close/>
                  <a:moveTo>
                    <a:pt x="85" y="80"/>
                  </a:moveTo>
                  <a:cubicBezTo>
                    <a:pt x="75" y="80"/>
                    <a:pt x="75" y="80"/>
                    <a:pt x="75" y="80"/>
                  </a:cubicBezTo>
                  <a:cubicBezTo>
                    <a:pt x="73" y="80"/>
                    <a:pt x="73" y="82"/>
                    <a:pt x="73" y="84"/>
                  </a:cubicBezTo>
                  <a:cubicBezTo>
                    <a:pt x="73" y="103"/>
                    <a:pt x="73" y="103"/>
                    <a:pt x="73" y="103"/>
                  </a:cubicBezTo>
                  <a:cubicBezTo>
                    <a:pt x="73" y="105"/>
                    <a:pt x="73" y="107"/>
                    <a:pt x="75" y="107"/>
                  </a:cubicBezTo>
                  <a:cubicBezTo>
                    <a:pt x="85" y="107"/>
                    <a:pt x="85" y="107"/>
                    <a:pt x="85" y="107"/>
                  </a:cubicBezTo>
                  <a:cubicBezTo>
                    <a:pt x="86" y="107"/>
                    <a:pt x="86" y="105"/>
                    <a:pt x="86" y="103"/>
                  </a:cubicBezTo>
                  <a:cubicBezTo>
                    <a:pt x="86" y="84"/>
                    <a:pt x="86" y="84"/>
                    <a:pt x="86" y="84"/>
                  </a:cubicBezTo>
                  <a:cubicBezTo>
                    <a:pt x="86" y="82"/>
                    <a:pt x="86" y="80"/>
                    <a:pt x="85" y="80"/>
                  </a:cubicBezTo>
                  <a:close/>
                  <a:moveTo>
                    <a:pt x="83" y="102"/>
                  </a:moveTo>
                  <a:cubicBezTo>
                    <a:pt x="78" y="102"/>
                    <a:pt x="78" y="102"/>
                    <a:pt x="78" y="102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83" y="85"/>
                    <a:pt x="83" y="85"/>
                    <a:pt x="83" y="85"/>
                  </a:cubicBezTo>
                  <a:cubicBezTo>
                    <a:pt x="83" y="102"/>
                    <a:pt x="83" y="102"/>
                    <a:pt x="83" y="102"/>
                  </a:cubicBezTo>
                  <a:close/>
                  <a:moveTo>
                    <a:pt x="95" y="96"/>
                  </a:moveTo>
                  <a:cubicBezTo>
                    <a:pt x="95" y="96"/>
                    <a:pt x="94" y="96"/>
                    <a:pt x="94" y="97"/>
                  </a:cubicBezTo>
                  <a:cubicBezTo>
                    <a:pt x="94" y="104"/>
                    <a:pt x="94" y="104"/>
                    <a:pt x="94" y="104"/>
                  </a:cubicBezTo>
                  <a:cubicBezTo>
                    <a:pt x="94" y="105"/>
                    <a:pt x="95" y="107"/>
                    <a:pt x="95" y="107"/>
                  </a:cubicBezTo>
                  <a:cubicBezTo>
                    <a:pt x="106" y="107"/>
                    <a:pt x="106" y="107"/>
                    <a:pt x="106" y="107"/>
                  </a:cubicBezTo>
                  <a:cubicBezTo>
                    <a:pt x="107" y="107"/>
                    <a:pt x="109" y="105"/>
                    <a:pt x="109" y="104"/>
                  </a:cubicBezTo>
                  <a:cubicBezTo>
                    <a:pt x="109" y="104"/>
                    <a:pt x="107" y="102"/>
                    <a:pt x="106" y="102"/>
                  </a:cubicBezTo>
                  <a:cubicBezTo>
                    <a:pt x="99" y="102"/>
                    <a:pt x="99" y="102"/>
                    <a:pt x="99" y="102"/>
                  </a:cubicBezTo>
                  <a:cubicBezTo>
                    <a:pt x="99" y="97"/>
                    <a:pt x="99" y="97"/>
                    <a:pt x="99" y="97"/>
                  </a:cubicBezTo>
                  <a:cubicBezTo>
                    <a:pt x="99" y="96"/>
                    <a:pt x="97" y="96"/>
                    <a:pt x="95" y="96"/>
                  </a:cubicBezTo>
                  <a:close/>
                  <a:moveTo>
                    <a:pt x="158" y="118"/>
                  </a:moveTo>
                  <a:cubicBezTo>
                    <a:pt x="144" y="94"/>
                    <a:pt x="144" y="94"/>
                    <a:pt x="144" y="94"/>
                  </a:cubicBezTo>
                  <a:cubicBezTo>
                    <a:pt x="149" y="91"/>
                    <a:pt x="150" y="86"/>
                    <a:pt x="152" y="81"/>
                  </a:cubicBezTo>
                  <a:cubicBezTo>
                    <a:pt x="153" y="73"/>
                    <a:pt x="153" y="65"/>
                    <a:pt x="149" y="59"/>
                  </a:cubicBezTo>
                  <a:cubicBezTo>
                    <a:pt x="141" y="44"/>
                    <a:pt x="121" y="38"/>
                    <a:pt x="107" y="48"/>
                  </a:cubicBezTo>
                  <a:cubicBezTo>
                    <a:pt x="93" y="56"/>
                    <a:pt x="88" y="75"/>
                    <a:pt x="96" y="89"/>
                  </a:cubicBezTo>
                  <a:cubicBezTo>
                    <a:pt x="99" y="95"/>
                    <a:pt x="107" y="100"/>
                    <a:pt x="115" y="103"/>
                  </a:cubicBezTo>
                  <a:cubicBezTo>
                    <a:pt x="117" y="103"/>
                    <a:pt x="120" y="103"/>
                    <a:pt x="123" y="103"/>
                  </a:cubicBezTo>
                  <a:cubicBezTo>
                    <a:pt x="125" y="103"/>
                    <a:pt x="126" y="103"/>
                    <a:pt x="129" y="103"/>
                  </a:cubicBezTo>
                  <a:cubicBezTo>
                    <a:pt x="142" y="126"/>
                    <a:pt x="142" y="126"/>
                    <a:pt x="142" y="126"/>
                  </a:cubicBezTo>
                  <a:cubicBezTo>
                    <a:pt x="144" y="129"/>
                    <a:pt x="147" y="130"/>
                    <a:pt x="150" y="130"/>
                  </a:cubicBezTo>
                  <a:cubicBezTo>
                    <a:pt x="152" y="130"/>
                    <a:pt x="153" y="130"/>
                    <a:pt x="155" y="129"/>
                  </a:cubicBezTo>
                  <a:cubicBezTo>
                    <a:pt x="157" y="127"/>
                    <a:pt x="160" y="126"/>
                    <a:pt x="160" y="122"/>
                  </a:cubicBezTo>
                  <a:cubicBezTo>
                    <a:pt x="160" y="121"/>
                    <a:pt x="158" y="119"/>
                    <a:pt x="158" y="118"/>
                  </a:cubicBezTo>
                  <a:close/>
                  <a:moveTo>
                    <a:pt x="115" y="99"/>
                  </a:moveTo>
                  <a:cubicBezTo>
                    <a:pt x="109" y="97"/>
                    <a:pt x="104" y="92"/>
                    <a:pt x="99" y="86"/>
                  </a:cubicBezTo>
                  <a:cubicBezTo>
                    <a:pt x="93" y="75"/>
                    <a:pt x="97" y="59"/>
                    <a:pt x="109" y="51"/>
                  </a:cubicBezTo>
                  <a:cubicBezTo>
                    <a:pt x="113" y="49"/>
                    <a:pt x="118" y="48"/>
                    <a:pt x="121" y="48"/>
                  </a:cubicBezTo>
                  <a:cubicBezTo>
                    <a:pt x="131" y="48"/>
                    <a:pt x="139" y="52"/>
                    <a:pt x="144" y="60"/>
                  </a:cubicBezTo>
                  <a:cubicBezTo>
                    <a:pt x="149" y="67"/>
                    <a:pt x="149" y="73"/>
                    <a:pt x="147" y="79"/>
                  </a:cubicBezTo>
                  <a:cubicBezTo>
                    <a:pt x="145" y="87"/>
                    <a:pt x="141" y="92"/>
                    <a:pt x="136" y="95"/>
                  </a:cubicBezTo>
                  <a:cubicBezTo>
                    <a:pt x="129" y="99"/>
                    <a:pt x="121" y="100"/>
                    <a:pt x="115" y="99"/>
                  </a:cubicBezTo>
                  <a:close/>
                  <a:moveTo>
                    <a:pt x="152" y="126"/>
                  </a:moveTo>
                  <a:cubicBezTo>
                    <a:pt x="150" y="127"/>
                    <a:pt x="147" y="126"/>
                    <a:pt x="147" y="124"/>
                  </a:cubicBezTo>
                  <a:cubicBezTo>
                    <a:pt x="134" y="102"/>
                    <a:pt x="134" y="102"/>
                    <a:pt x="134" y="102"/>
                  </a:cubicBezTo>
                  <a:cubicBezTo>
                    <a:pt x="134" y="102"/>
                    <a:pt x="136" y="100"/>
                    <a:pt x="137" y="100"/>
                  </a:cubicBezTo>
                  <a:cubicBezTo>
                    <a:pt x="139" y="99"/>
                    <a:pt x="141" y="99"/>
                    <a:pt x="141" y="97"/>
                  </a:cubicBezTo>
                  <a:cubicBezTo>
                    <a:pt x="153" y="119"/>
                    <a:pt x="153" y="119"/>
                    <a:pt x="153" y="119"/>
                  </a:cubicBezTo>
                  <a:cubicBezTo>
                    <a:pt x="153" y="121"/>
                    <a:pt x="155" y="121"/>
                    <a:pt x="155" y="122"/>
                  </a:cubicBezTo>
                  <a:cubicBezTo>
                    <a:pt x="155" y="122"/>
                    <a:pt x="153" y="124"/>
                    <a:pt x="152" y="126"/>
                  </a:cubicBezTo>
                  <a:close/>
                  <a:moveTo>
                    <a:pt x="144" y="80"/>
                  </a:moveTo>
                  <a:cubicBezTo>
                    <a:pt x="145" y="75"/>
                    <a:pt x="144" y="68"/>
                    <a:pt x="142" y="64"/>
                  </a:cubicBezTo>
                  <a:cubicBezTo>
                    <a:pt x="142" y="64"/>
                    <a:pt x="141" y="62"/>
                    <a:pt x="139" y="64"/>
                  </a:cubicBezTo>
                  <a:cubicBezTo>
                    <a:pt x="137" y="64"/>
                    <a:pt x="137" y="65"/>
                    <a:pt x="137" y="67"/>
                  </a:cubicBezTo>
                  <a:cubicBezTo>
                    <a:pt x="141" y="70"/>
                    <a:pt x="141" y="75"/>
                    <a:pt x="139" y="78"/>
                  </a:cubicBezTo>
                  <a:cubicBezTo>
                    <a:pt x="137" y="83"/>
                    <a:pt x="134" y="86"/>
                    <a:pt x="131" y="89"/>
                  </a:cubicBezTo>
                  <a:cubicBezTo>
                    <a:pt x="126" y="91"/>
                    <a:pt x="121" y="92"/>
                    <a:pt x="118" y="91"/>
                  </a:cubicBezTo>
                  <a:cubicBezTo>
                    <a:pt x="113" y="89"/>
                    <a:pt x="108" y="86"/>
                    <a:pt x="107" y="83"/>
                  </a:cubicBezTo>
                  <a:cubicBezTo>
                    <a:pt x="102" y="73"/>
                    <a:pt x="105" y="64"/>
                    <a:pt x="113" y="59"/>
                  </a:cubicBezTo>
                  <a:cubicBezTo>
                    <a:pt x="120" y="56"/>
                    <a:pt x="128" y="56"/>
                    <a:pt x="133" y="59"/>
                  </a:cubicBezTo>
                  <a:cubicBezTo>
                    <a:pt x="134" y="60"/>
                    <a:pt x="136" y="60"/>
                    <a:pt x="136" y="59"/>
                  </a:cubicBezTo>
                  <a:cubicBezTo>
                    <a:pt x="137" y="59"/>
                    <a:pt x="136" y="57"/>
                    <a:pt x="136" y="56"/>
                  </a:cubicBezTo>
                  <a:cubicBezTo>
                    <a:pt x="128" y="51"/>
                    <a:pt x="118" y="49"/>
                    <a:pt x="112" y="54"/>
                  </a:cubicBezTo>
                  <a:cubicBezTo>
                    <a:pt x="105" y="57"/>
                    <a:pt x="102" y="62"/>
                    <a:pt x="100" y="68"/>
                  </a:cubicBezTo>
                  <a:cubicBezTo>
                    <a:pt x="99" y="73"/>
                    <a:pt x="100" y="80"/>
                    <a:pt x="102" y="84"/>
                  </a:cubicBezTo>
                  <a:cubicBezTo>
                    <a:pt x="105" y="89"/>
                    <a:pt x="110" y="94"/>
                    <a:pt x="117" y="96"/>
                  </a:cubicBezTo>
                  <a:cubicBezTo>
                    <a:pt x="118" y="96"/>
                    <a:pt x="120" y="96"/>
                    <a:pt x="121" y="96"/>
                  </a:cubicBezTo>
                  <a:cubicBezTo>
                    <a:pt x="126" y="96"/>
                    <a:pt x="129" y="94"/>
                    <a:pt x="133" y="92"/>
                  </a:cubicBezTo>
                  <a:cubicBezTo>
                    <a:pt x="137" y="89"/>
                    <a:pt x="142" y="86"/>
                    <a:pt x="144" y="8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E4412990-5DF7-4859-AB22-2360185D8CCC}"/>
              </a:ext>
            </a:extLst>
          </p:cNvPr>
          <p:cNvSpPr txBox="1"/>
          <p:nvPr/>
        </p:nvSpPr>
        <p:spPr>
          <a:xfrm>
            <a:off x="9683315" y="4099840"/>
            <a:ext cx="1603116" cy="348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1200" dirty="0">
                <a:latin typeface="Poppins Medium" panose="00000600000000000000" pitchFamily="50" charset="0"/>
                <a:cs typeface="Poppins Medium" panose="00000600000000000000" pitchFamily="50" charset="0"/>
              </a:rPr>
              <a:t>Efficiency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F6CDE67-C383-4EED-88CD-31DBD275C9EB}"/>
              </a:ext>
            </a:extLst>
          </p:cNvPr>
          <p:cNvSpPr txBox="1"/>
          <p:nvPr/>
        </p:nvSpPr>
        <p:spPr>
          <a:xfrm>
            <a:off x="9605339" y="5321056"/>
            <a:ext cx="1759069" cy="76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Lorem randomized words which don't look even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76167F9-E5B7-425A-ACB1-188318F1BAFD}"/>
              </a:ext>
            </a:extLst>
          </p:cNvPr>
          <p:cNvSpPr txBox="1"/>
          <p:nvPr/>
        </p:nvSpPr>
        <p:spPr>
          <a:xfrm>
            <a:off x="9987455" y="4682001"/>
            <a:ext cx="9948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Poppins Medium" panose="00000600000000000000" pitchFamily="2" charset="0"/>
                <a:ea typeface="Pacifico" panose="02000000000000000000" pitchFamily="2" charset="0"/>
                <a:cs typeface="Poppins Medium" panose="00000600000000000000" pitchFamily="2" charset="0"/>
              </a:rPr>
              <a:t>60%</a:t>
            </a:r>
          </a:p>
        </p:txBody>
      </p:sp>
      <p:sp>
        <p:nvSpPr>
          <p:cNvPr id="33" name="Prevalence">
            <a:extLst>
              <a:ext uri="{FF2B5EF4-FFF2-40B4-BE49-F238E27FC236}">
                <a16:creationId xmlns:a16="http://schemas.microsoft.com/office/drawing/2014/main" id="{F2E60F2C-E493-44DF-8AB5-205AE56CF4E7}"/>
              </a:ext>
            </a:extLst>
          </p:cNvPr>
          <p:cNvSpPr/>
          <p:nvPr/>
        </p:nvSpPr>
        <p:spPr>
          <a:xfrm>
            <a:off x="1413896" y="3563432"/>
            <a:ext cx="1885564" cy="19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rPr lang="af-ZA" sz="1400" dirty="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Not Suck At Things</a:t>
            </a:r>
          </a:p>
        </p:txBody>
      </p:sp>
      <p:sp>
        <p:nvSpPr>
          <p:cNvPr id="34" name="Prevalence">
            <a:extLst>
              <a:ext uri="{FF2B5EF4-FFF2-40B4-BE49-F238E27FC236}">
                <a16:creationId xmlns:a16="http://schemas.microsoft.com/office/drawing/2014/main" id="{46CDD506-0D8C-4088-9AC5-735D1129B544}"/>
              </a:ext>
            </a:extLst>
          </p:cNvPr>
          <p:cNvSpPr/>
          <p:nvPr/>
        </p:nvSpPr>
        <p:spPr>
          <a:xfrm>
            <a:off x="1413896" y="2233162"/>
            <a:ext cx="2055018" cy="19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rPr lang="af-ZA" sz="1400" dirty="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Be Great At Things</a:t>
            </a:r>
          </a:p>
        </p:txBody>
      </p:sp>
      <p:sp>
        <p:nvSpPr>
          <p:cNvPr id="35" name="Prevalence">
            <a:extLst>
              <a:ext uri="{FF2B5EF4-FFF2-40B4-BE49-F238E27FC236}">
                <a16:creationId xmlns:a16="http://schemas.microsoft.com/office/drawing/2014/main" id="{6C07D11A-7F7F-4A6E-9421-2A2D0C5DA5C5}"/>
              </a:ext>
            </a:extLst>
          </p:cNvPr>
          <p:cNvSpPr/>
          <p:nvPr/>
        </p:nvSpPr>
        <p:spPr>
          <a:xfrm>
            <a:off x="1413897" y="4829439"/>
            <a:ext cx="2381616" cy="4730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>
              <a:lnSpc>
                <a:spcPts val="1900"/>
              </a:lnSpc>
            </a:pPr>
            <a:r>
              <a:rPr lang="en-US" sz="1400" dirty="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I,ve Honestly Run Out Of </a:t>
            </a:r>
          </a:p>
          <a:p>
            <a:pPr>
              <a:lnSpc>
                <a:spcPts val="1900"/>
              </a:lnSpc>
            </a:pPr>
            <a:r>
              <a:rPr lang="en-US" sz="1400" dirty="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Things To say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5BD3424-53DE-4F9F-A6BC-6789BD38603E}"/>
              </a:ext>
            </a:extLst>
          </p:cNvPr>
          <p:cNvSpPr txBox="1"/>
          <p:nvPr/>
        </p:nvSpPr>
        <p:spPr>
          <a:xfrm>
            <a:off x="1307568" y="2539663"/>
            <a:ext cx="2337966" cy="6896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Ipsum, but the </a:t>
            </a:r>
          </a:p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have suffered alteration in some randomized believable.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9362F19-446A-4AD2-9D24-6A9C0B417214}"/>
              </a:ext>
            </a:extLst>
          </p:cNvPr>
          <p:cNvSpPr txBox="1"/>
          <p:nvPr/>
        </p:nvSpPr>
        <p:spPr>
          <a:xfrm>
            <a:off x="1307568" y="3816772"/>
            <a:ext cx="2337966" cy="6896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Ipsum, but the </a:t>
            </a:r>
          </a:p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have suffered alteration in some randomized believable.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39BF148-6D8C-43B4-A885-88A694D0CF18}"/>
              </a:ext>
            </a:extLst>
          </p:cNvPr>
          <p:cNvSpPr txBox="1"/>
          <p:nvPr/>
        </p:nvSpPr>
        <p:spPr>
          <a:xfrm>
            <a:off x="1307568" y="5391588"/>
            <a:ext cx="2337966" cy="6896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Ipsum, but the </a:t>
            </a:r>
          </a:p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have suffered alteration in some randomized believable.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4" name="Prevalence">
            <a:extLst>
              <a:ext uri="{FF2B5EF4-FFF2-40B4-BE49-F238E27FC236}">
                <a16:creationId xmlns:a16="http://schemas.microsoft.com/office/drawing/2014/main" id="{108AF78F-EAD9-4FE0-B11D-E410826B904B}"/>
              </a:ext>
            </a:extLst>
          </p:cNvPr>
          <p:cNvSpPr/>
          <p:nvPr/>
        </p:nvSpPr>
        <p:spPr>
          <a:xfrm>
            <a:off x="3770387" y="4387927"/>
            <a:ext cx="2492189" cy="1817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endParaRPr sz="1300" dirty="0">
              <a:solidFill>
                <a:schemeClr val="tx1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BD6C860-1528-4908-8522-394BD2F881AA}"/>
              </a:ext>
            </a:extLst>
          </p:cNvPr>
          <p:cNvSpPr txBox="1"/>
          <p:nvPr/>
        </p:nvSpPr>
        <p:spPr>
          <a:xfrm>
            <a:off x="6927215" y="811158"/>
            <a:ext cx="4431066" cy="580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20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variations of passages of, the or randomized words</a:t>
            </a:r>
            <a:r>
              <a:rPr lang="en-US" sz="12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There are many variations randomized words.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53A010C-3578-415F-980F-76841AA251A3}"/>
              </a:ext>
            </a:extLst>
          </p:cNvPr>
          <p:cNvSpPr/>
          <p:nvPr/>
        </p:nvSpPr>
        <p:spPr>
          <a:xfrm>
            <a:off x="981101" y="2251763"/>
            <a:ext cx="110575" cy="1105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0E41832F-50CA-4903-8485-5AE5253D04F8}"/>
              </a:ext>
            </a:extLst>
          </p:cNvPr>
          <p:cNvSpPr/>
          <p:nvPr/>
        </p:nvSpPr>
        <p:spPr>
          <a:xfrm>
            <a:off x="981101" y="3582032"/>
            <a:ext cx="110575" cy="1105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CC5ECA84-A6FF-4BD4-9637-CCA6DD7A1C67}"/>
              </a:ext>
            </a:extLst>
          </p:cNvPr>
          <p:cNvSpPr/>
          <p:nvPr/>
        </p:nvSpPr>
        <p:spPr>
          <a:xfrm>
            <a:off x="981101" y="4943793"/>
            <a:ext cx="110575" cy="11057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070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CBFB9A-1B24-4EC3-AD8E-807A5D721735}"/>
              </a:ext>
            </a:extLst>
          </p:cNvPr>
          <p:cNvSpPr txBox="1"/>
          <p:nvPr/>
        </p:nvSpPr>
        <p:spPr>
          <a:xfrm>
            <a:off x="3405145" y="585431"/>
            <a:ext cx="5381710" cy="65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3500" dirty="0">
                <a:solidFill>
                  <a:schemeClr val="accent2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Problem</a:t>
            </a:r>
            <a:r>
              <a:rPr lang="en-US" sz="3500" dirty="0">
                <a:latin typeface="Poppins SemiBold" panose="00000700000000000000" pitchFamily="50" charset="0"/>
                <a:cs typeface="Poppins SemiBold" panose="00000700000000000000" pitchFamily="50" charset="0"/>
              </a:rPr>
              <a:t> &amp; Solutions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0F3573CF-EF34-4EB6-86BA-AF5A67DAC2A6}"/>
              </a:ext>
            </a:extLst>
          </p:cNvPr>
          <p:cNvCxnSpPr>
            <a:cxnSpLocks/>
            <a:stCxn id="58" idx="6"/>
          </p:cNvCxnSpPr>
          <p:nvPr/>
        </p:nvCxnSpPr>
        <p:spPr>
          <a:xfrm>
            <a:off x="3215596" y="4161794"/>
            <a:ext cx="997712" cy="1"/>
          </a:xfrm>
          <a:prstGeom prst="line">
            <a:avLst/>
          </a:prstGeom>
          <a:solidFill>
            <a:schemeClr val="accent1"/>
          </a:solidFill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AAC4B21A-67DC-4308-A8D3-B8A4DE73F011}"/>
              </a:ext>
            </a:extLst>
          </p:cNvPr>
          <p:cNvCxnSpPr>
            <a:cxnSpLocks/>
            <a:stCxn id="56" idx="3"/>
          </p:cNvCxnSpPr>
          <p:nvPr/>
        </p:nvCxnSpPr>
        <p:spPr>
          <a:xfrm flipH="1">
            <a:off x="3518788" y="4781099"/>
            <a:ext cx="841274" cy="634562"/>
          </a:xfrm>
          <a:prstGeom prst="line">
            <a:avLst/>
          </a:prstGeom>
          <a:solidFill>
            <a:schemeClr val="accent1"/>
          </a:solidFill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98D7DF3D-17E8-4056-ABD3-3D21E1D884D9}"/>
              </a:ext>
            </a:extLst>
          </p:cNvPr>
          <p:cNvCxnSpPr>
            <a:cxnSpLocks/>
            <a:endCxn id="56" idx="1"/>
          </p:cNvCxnSpPr>
          <p:nvPr/>
        </p:nvCxnSpPr>
        <p:spPr>
          <a:xfrm>
            <a:off x="3446780" y="2849218"/>
            <a:ext cx="913282" cy="667461"/>
          </a:xfrm>
          <a:prstGeom prst="line">
            <a:avLst/>
          </a:prstGeom>
          <a:solidFill>
            <a:schemeClr val="accent1"/>
          </a:solidFill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Oval 55">
            <a:extLst>
              <a:ext uri="{FF2B5EF4-FFF2-40B4-BE49-F238E27FC236}">
                <a16:creationId xmlns:a16="http://schemas.microsoft.com/office/drawing/2014/main" id="{CF02D587-58FC-405D-8C23-A806269529EE}"/>
              </a:ext>
            </a:extLst>
          </p:cNvPr>
          <p:cNvSpPr/>
          <p:nvPr/>
        </p:nvSpPr>
        <p:spPr>
          <a:xfrm>
            <a:off x="4098192" y="3254809"/>
            <a:ext cx="1788160" cy="1788160"/>
          </a:xfrm>
          <a:prstGeom prst="ellipse">
            <a:avLst/>
          </a:prstGeom>
          <a:solidFill>
            <a:schemeClr val="accent2"/>
          </a:solidFill>
          <a:ln w="88900"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AAD93CAA-930E-41F6-8DBD-3151B265BAFA}"/>
              </a:ext>
            </a:extLst>
          </p:cNvPr>
          <p:cNvCxnSpPr>
            <a:cxnSpLocks/>
            <a:stCxn id="65" idx="6"/>
          </p:cNvCxnSpPr>
          <p:nvPr/>
        </p:nvCxnSpPr>
        <p:spPr>
          <a:xfrm flipH="1">
            <a:off x="7929399" y="4161793"/>
            <a:ext cx="1786266" cy="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F84F96F3-1F6E-4197-8BC3-8DD9B0803EFE}"/>
              </a:ext>
            </a:extLst>
          </p:cNvPr>
          <p:cNvCxnSpPr>
            <a:cxnSpLocks/>
            <a:stCxn id="63" idx="3"/>
          </p:cNvCxnSpPr>
          <p:nvPr/>
        </p:nvCxnSpPr>
        <p:spPr>
          <a:xfrm flipV="1">
            <a:off x="6553458" y="2882118"/>
            <a:ext cx="2105694" cy="189898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B5BFAD73-04FB-41EC-A7DA-B350E68F4EFF}"/>
              </a:ext>
            </a:extLst>
          </p:cNvPr>
          <p:cNvCxnSpPr>
            <a:cxnSpLocks/>
            <a:endCxn id="63" idx="1"/>
          </p:cNvCxnSpPr>
          <p:nvPr/>
        </p:nvCxnSpPr>
        <p:spPr>
          <a:xfrm flipH="1" flipV="1">
            <a:off x="6553458" y="3516679"/>
            <a:ext cx="2177702" cy="193188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val 62">
            <a:extLst>
              <a:ext uri="{FF2B5EF4-FFF2-40B4-BE49-F238E27FC236}">
                <a16:creationId xmlns:a16="http://schemas.microsoft.com/office/drawing/2014/main" id="{EDE8D986-410F-4A1F-AD59-F21F2DA4EFEE}"/>
              </a:ext>
            </a:extLst>
          </p:cNvPr>
          <p:cNvSpPr/>
          <p:nvPr/>
        </p:nvSpPr>
        <p:spPr>
          <a:xfrm>
            <a:off x="6291588" y="3254809"/>
            <a:ext cx="1788160" cy="1788160"/>
          </a:xfrm>
          <a:prstGeom prst="ellipse">
            <a:avLst/>
          </a:prstGeom>
          <a:solidFill>
            <a:schemeClr val="accent1"/>
          </a:solidFill>
          <a:ln w="88900"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D04AAC9-4C8B-4ED7-8833-B2970BF5B025}"/>
              </a:ext>
            </a:extLst>
          </p:cNvPr>
          <p:cNvGrpSpPr/>
          <p:nvPr/>
        </p:nvGrpSpPr>
        <p:grpSpPr>
          <a:xfrm>
            <a:off x="2794844" y="5182509"/>
            <a:ext cx="785484" cy="785484"/>
            <a:chOff x="2712369" y="5100034"/>
            <a:chExt cx="950435" cy="950435"/>
          </a:xfrm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B387C4A4-3FFF-46D9-9296-19C08BFA9F9F}"/>
                </a:ext>
              </a:extLst>
            </p:cNvPr>
            <p:cNvSpPr/>
            <p:nvPr/>
          </p:nvSpPr>
          <p:spPr>
            <a:xfrm>
              <a:off x="2712369" y="5100034"/>
              <a:ext cx="950435" cy="950435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Freeform 284">
              <a:extLst>
                <a:ext uri="{FF2B5EF4-FFF2-40B4-BE49-F238E27FC236}">
                  <a16:creationId xmlns:a16="http://schemas.microsoft.com/office/drawing/2014/main" id="{8BD654A1-BB55-47A6-BF16-9242094F63A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96922" y="5351302"/>
              <a:ext cx="569051" cy="447897"/>
            </a:xfrm>
            <a:custGeom>
              <a:avLst/>
              <a:gdLst>
                <a:gd name="T0" fmla="*/ 62 w 74"/>
                <a:gd name="T1" fmla="*/ 28 h 58"/>
                <a:gd name="T2" fmla="*/ 56 w 74"/>
                <a:gd name="T3" fmla="*/ 0 h 58"/>
                <a:gd name="T4" fmla="*/ 12 w 74"/>
                <a:gd name="T5" fmla="*/ 6 h 58"/>
                <a:gd name="T6" fmla="*/ 6 w 74"/>
                <a:gd name="T7" fmla="*/ 14 h 58"/>
                <a:gd name="T8" fmla="*/ 0 w 74"/>
                <a:gd name="T9" fmla="*/ 52 h 58"/>
                <a:gd name="T10" fmla="*/ 25 w 74"/>
                <a:gd name="T11" fmla="*/ 58 h 58"/>
                <a:gd name="T12" fmla="*/ 52 w 74"/>
                <a:gd name="T13" fmla="*/ 54 h 58"/>
                <a:gd name="T14" fmla="*/ 53 w 74"/>
                <a:gd name="T15" fmla="*/ 50 h 58"/>
                <a:gd name="T16" fmla="*/ 46 w 74"/>
                <a:gd name="T17" fmla="*/ 47 h 58"/>
                <a:gd name="T18" fmla="*/ 56 w 74"/>
                <a:gd name="T19" fmla="*/ 42 h 58"/>
                <a:gd name="T20" fmla="*/ 59 w 74"/>
                <a:gd name="T21" fmla="*/ 58 h 58"/>
                <a:gd name="T22" fmla="*/ 74 w 74"/>
                <a:gd name="T23" fmla="*/ 54 h 58"/>
                <a:gd name="T24" fmla="*/ 70 w 74"/>
                <a:gd name="T25" fmla="*/ 28 h 58"/>
                <a:gd name="T26" fmla="*/ 25 w 74"/>
                <a:gd name="T27" fmla="*/ 55 h 58"/>
                <a:gd name="T28" fmla="*/ 3 w 74"/>
                <a:gd name="T29" fmla="*/ 52 h 58"/>
                <a:gd name="T30" fmla="*/ 28 w 74"/>
                <a:gd name="T31" fmla="*/ 52 h 58"/>
                <a:gd name="T32" fmla="*/ 3 w 74"/>
                <a:gd name="T33" fmla="*/ 49 h 58"/>
                <a:gd name="T34" fmla="*/ 28 w 74"/>
                <a:gd name="T35" fmla="*/ 22 h 58"/>
                <a:gd name="T36" fmla="*/ 28 w 74"/>
                <a:gd name="T37" fmla="*/ 20 h 58"/>
                <a:gd name="T38" fmla="*/ 3 w 74"/>
                <a:gd name="T39" fmla="*/ 19 h 58"/>
                <a:gd name="T40" fmla="*/ 25 w 74"/>
                <a:gd name="T41" fmla="*/ 16 h 58"/>
                <a:gd name="T42" fmla="*/ 28 w 74"/>
                <a:gd name="T43" fmla="*/ 20 h 58"/>
                <a:gd name="T44" fmla="*/ 51 w 74"/>
                <a:gd name="T45" fmla="*/ 50 h 58"/>
                <a:gd name="T46" fmla="*/ 31 w 74"/>
                <a:gd name="T47" fmla="*/ 52 h 58"/>
                <a:gd name="T48" fmla="*/ 49 w 74"/>
                <a:gd name="T49" fmla="*/ 49 h 58"/>
                <a:gd name="T50" fmla="*/ 31 w 74"/>
                <a:gd name="T51" fmla="*/ 42 h 58"/>
                <a:gd name="T52" fmla="*/ 43 w 74"/>
                <a:gd name="T53" fmla="*/ 47 h 58"/>
                <a:gd name="T54" fmla="*/ 56 w 74"/>
                <a:gd name="T55" fmla="*/ 39 h 58"/>
                <a:gd name="T56" fmla="*/ 31 w 74"/>
                <a:gd name="T57" fmla="*/ 36 h 58"/>
                <a:gd name="T58" fmla="*/ 56 w 74"/>
                <a:gd name="T59" fmla="*/ 39 h 58"/>
                <a:gd name="T60" fmla="*/ 56 w 74"/>
                <a:gd name="T61" fmla="*/ 33 h 58"/>
                <a:gd name="T62" fmla="*/ 31 w 74"/>
                <a:gd name="T63" fmla="*/ 19 h 58"/>
                <a:gd name="T64" fmla="*/ 15 w 74"/>
                <a:gd name="T65" fmla="*/ 14 h 58"/>
                <a:gd name="T66" fmla="*/ 19 w 74"/>
                <a:gd name="T67" fmla="*/ 3 h 58"/>
                <a:gd name="T68" fmla="*/ 59 w 74"/>
                <a:gd name="T69" fmla="*/ 6 h 58"/>
                <a:gd name="T70" fmla="*/ 56 w 74"/>
                <a:gd name="T71" fmla="*/ 32 h 58"/>
                <a:gd name="T72" fmla="*/ 70 w 74"/>
                <a:gd name="T73" fmla="*/ 55 h 58"/>
                <a:gd name="T74" fmla="*/ 58 w 74"/>
                <a:gd name="T75" fmla="*/ 54 h 58"/>
                <a:gd name="T76" fmla="*/ 71 w 74"/>
                <a:gd name="T77" fmla="*/ 53 h 58"/>
                <a:gd name="T78" fmla="*/ 71 w 74"/>
                <a:gd name="T79" fmla="*/ 50 h 58"/>
                <a:gd name="T80" fmla="*/ 58 w 74"/>
                <a:gd name="T81" fmla="*/ 36 h 58"/>
                <a:gd name="T82" fmla="*/ 71 w 74"/>
                <a:gd name="T83" fmla="*/ 50 h 58"/>
                <a:gd name="T84" fmla="*/ 58 w 74"/>
                <a:gd name="T85" fmla="*/ 33 h 58"/>
                <a:gd name="T86" fmla="*/ 59 w 74"/>
                <a:gd name="T87" fmla="*/ 31 h 58"/>
                <a:gd name="T88" fmla="*/ 71 w 74"/>
                <a:gd name="T89" fmla="*/ 32 h 58"/>
                <a:gd name="T90" fmla="*/ 71 w 74"/>
                <a:gd name="T91" fmla="*/ 33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4" h="58">
                  <a:moveTo>
                    <a:pt x="70" y="28"/>
                  </a:moveTo>
                  <a:cubicBezTo>
                    <a:pt x="62" y="28"/>
                    <a:pt x="62" y="28"/>
                    <a:pt x="62" y="28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2" y="3"/>
                    <a:pt x="59" y="0"/>
                    <a:pt x="56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3" y="3"/>
                    <a:pt x="12" y="6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3" y="14"/>
                    <a:pt x="0" y="16"/>
                    <a:pt x="0" y="19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0" y="55"/>
                    <a:pt x="3" y="58"/>
                    <a:pt x="6" y="58"/>
                  </a:cubicBezTo>
                  <a:cubicBezTo>
                    <a:pt x="25" y="58"/>
                    <a:pt x="25" y="58"/>
                    <a:pt x="25" y="58"/>
                  </a:cubicBezTo>
                  <a:cubicBezTo>
                    <a:pt x="28" y="58"/>
                    <a:pt x="30" y="56"/>
                    <a:pt x="31" y="54"/>
                  </a:cubicBezTo>
                  <a:cubicBezTo>
                    <a:pt x="52" y="54"/>
                    <a:pt x="52" y="54"/>
                    <a:pt x="52" y="54"/>
                  </a:cubicBezTo>
                  <a:cubicBezTo>
                    <a:pt x="53" y="54"/>
                    <a:pt x="53" y="54"/>
                    <a:pt x="53" y="53"/>
                  </a:cubicBezTo>
                  <a:cubicBezTo>
                    <a:pt x="53" y="50"/>
                    <a:pt x="53" y="50"/>
                    <a:pt x="53" y="50"/>
                  </a:cubicBezTo>
                  <a:cubicBezTo>
                    <a:pt x="53" y="48"/>
                    <a:pt x="51" y="47"/>
                    <a:pt x="49" y="47"/>
                  </a:cubicBezTo>
                  <a:cubicBezTo>
                    <a:pt x="46" y="47"/>
                    <a:pt x="46" y="47"/>
                    <a:pt x="46" y="47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56" y="42"/>
                    <a:pt x="56" y="42"/>
                    <a:pt x="56" y="42"/>
                  </a:cubicBezTo>
                  <a:cubicBezTo>
                    <a:pt x="56" y="54"/>
                    <a:pt x="56" y="54"/>
                    <a:pt x="56" y="54"/>
                  </a:cubicBezTo>
                  <a:cubicBezTo>
                    <a:pt x="56" y="56"/>
                    <a:pt x="57" y="58"/>
                    <a:pt x="59" y="58"/>
                  </a:cubicBezTo>
                  <a:cubicBezTo>
                    <a:pt x="70" y="58"/>
                    <a:pt x="70" y="58"/>
                    <a:pt x="70" y="58"/>
                  </a:cubicBezTo>
                  <a:cubicBezTo>
                    <a:pt x="72" y="58"/>
                    <a:pt x="74" y="56"/>
                    <a:pt x="74" y="54"/>
                  </a:cubicBezTo>
                  <a:cubicBezTo>
                    <a:pt x="74" y="32"/>
                    <a:pt x="74" y="32"/>
                    <a:pt x="74" y="32"/>
                  </a:cubicBezTo>
                  <a:cubicBezTo>
                    <a:pt x="74" y="30"/>
                    <a:pt x="72" y="28"/>
                    <a:pt x="70" y="28"/>
                  </a:cubicBezTo>
                  <a:close/>
                  <a:moveTo>
                    <a:pt x="28" y="52"/>
                  </a:moveTo>
                  <a:cubicBezTo>
                    <a:pt x="28" y="54"/>
                    <a:pt x="27" y="55"/>
                    <a:pt x="25" y="55"/>
                  </a:cubicBezTo>
                  <a:cubicBezTo>
                    <a:pt x="6" y="55"/>
                    <a:pt x="6" y="55"/>
                    <a:pt x="6" y="55"/>
                  </a:cubicBezTo>
                  <a:cubicBezTo>
                    <a:pt x="4" y="55"/>
                    <a:pt x="3" y="54"/>
                    <a:pt x="3" y="52"/>
                  </a:cubicBezTo>
                  <a:cubicBezTo>
                    <a:pt x="3" y="52"/>
                    <a:pt x="3" y="52"/>
                    <a:pt x="3" y="52"/>
                  </a:cubicBezTo>
                  <a:cubicBezTo>
                    <a:pt x="28" y="52"/>
                    <a:pt x="28" y="52"/>
                    <a:pt x="28" y="52"/>
                  </a:cubicBezTo>
                  <a:close/>
                  <a:moveTo>
                    <a:pt x="28" y="49"/>
                  </a:moveTo>
                  <a:cubicBezTo>
                    <a:pt x="3" y="49"/>
                    <a:pt x="3" y="49"/>
                    <a:pt x="3" y="49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28" y="22"/>
                    <a:pt x="28" y="22"/>
                    <a:pt x="28" y="22"/>
                  </a:cubicBezTo>
                  <a:lnTo>
                    <a:pt x="28" y="49"/>
                  </a:lnTo>
                  <a:close/>
                  <a:moveTo>
                    <a:pt x="28" y="20"/>
                  </a:moveTo>
                  <a:cubicBezTo>
                    <a:pt x="3" y="20"/>
                    <a:pt x="3" y="20"/>
                    <a:pt x="3" y="20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3" y="17"/>
                    <a:pt x="4" y="16"/>
                    <a:pt x="6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7" y="16"/>
                    <a:pt x="28" y="17"/>
                    <a:pt x="28" y="19"/>
                  </a:cubicBezTo>
                  <a:lnTo>
                    <a:pt x="28" y="20"/>
                  </a:lnTo>
                  <a:close/>
                  <a:moveTo>
                    <a:pt x="49" y="49"/>
                  </a:moveTo>
                  <a:cubicBezTo>
                    <a:pt x="50" y="49"/>
                    <a:pt x="51" y="50"/>
                    <a:pt x="51" y="50"/>
                  </a:cubicBezTo>
                  <a:cubicBezTo>
                    <a:pt x="51" y="52"/>
                    <a:pt x="51" y="52"/>
                    <a:pt x="51" y="52"/>
                  </a:cubicBezTo>
                  <a:cubicBezTo>
                    <a:pt x="31" y="52"/>
                    <a:pt x="31" y="52"/>
                    <a:pt x="31" y="52"/>
                  </a:cubicBezTo>
                  <a:cubicBezTo>
                    <a:pt x="31" y="49"/>
                    <a:pt x="31" y="49"/>
                    <a:pt x="31" y="49"/>
                  </a:cubicBezTo>
                  <a:lnTo>
                    <a:pt x="49" y="49"/>
                  </a:lnTo>
                  <a:close/>
                  <a:moveTo>
                    <a:pt x="31" y="47"/>
                  </a:moveTo>
                  <a:cubicBezTo>
                    <a:pt x="31" y="42"/>
                    <a:pt x="31" y="42"/>
                    <a:pt x="31" y="42"/>
                  </a:cubicBezTo>
                  <a:cubicBezTo>
                    <a:pt x="43" y="42"/>
                    <a:pt x="43" y="42"/>
                    <a:pt x="43" y="42"/>
                  </a:cubicBezTo>
                  <a:cubicBezTo>
                    <a:pt x="43" y="47"/>
                    <a:pt x="43" y="47"/>
                    <a:pt x="43" y="47"/>
                  </a:cubicBezTo>
                  <a:lnTo>
                    <a:pt x="31" y="47"/>
                  </a:lnTo>
                  <a:close/>
                  <a:moveTo>
                    <a:pt x="56" y="39"/>
                  </a:moveTo>
                  <a:cubicBezTo>
                    <a:pt x="31" y="39"/>
                    <a:pt x="31" y="39"/>
                    <a:pt x="31" y="39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56" y="36"/>
                    <a:pt x="56" y="36"/>
                    <a:pt x="56" y="36"/>
                  </a:cubicBezTo>
                  <a:lnTo>
                    <a:pt x="56" y="39"/>
                  </a:lnTo>
                  <a:close/>
                  <a:moveTo>
                    <a:pt x="56" y="32"/>
                  </a:moveTo>
                  <a:cubicBezTo>
                    <a:pt x="56" y="33"/>
                    <a:pt x="56" y="33"/>
                    <a:pt x="56" y="33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1" y="16"/>
                    <a:pt x="28" y="14"/>
                    <a:pt x="2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5" y="4"/>
                    <a:pt x="17" y="3"/>
                    <a:pt x="19" y="3"/>
                  </a:cubicBezTo>
                  <a:cubicBezTo>
                    <a:pt x="56" y="3"/>
                    <a:pt x="56" y="3"/>
                    <a:pt x="56" y="3"/>
                  </a:cubicBezTo>
                  <a:cubicBezTo>
                    <a:pt x="58" y="3"/>
                    <a:pt x="59" y="4"/>
                    <a:pt x="59" y="6"/>
                  </a:cubicBezTo>
                  <a:cubicBezTo>
                    <a:pt x="59" y="28"/>
                    <a:pt x="59" y="28"/>
                    <a:pt x="59" y="28"/>
                  </a:cubicBezTo>
                  <a:cubicBezTo>
                    <a:pt x="57" y="28"/>
                    <a:pt x="56" y="30"/>
                    <a:pt x="56" y="32"/>
                  </a:cubicBezTo>
                  <a:close/>
                  <a:moveTo>
                    <a:pt x="71" y="54"/>
                  </a:moveTo>
                  <a:cubicBezTo>
                    <a:pt x="71" y="55"/>
                    <a:pt x="71" y="55"/>
                    <a:pt x="70" y="55"/>
                  </a:cubicBezTo>
                  <a:cubicBezTo>
                    <a:pt x="59" y="55"/>
                    <a:pt x="59" y="55"/>
                    <a:pt x="59" y="55"/>
                  </a:cubicBezTo>
                  <a:cubicBezTo>
                    <a:pt x="59" y="55"/>
                    <a:pt x="58" y="55"/>
                    <a:pt x="58" y="54"/>
                  </a:cubicBezTo>
                  <a:cubicBezTo>
                    <a:pt x="58" y="53"/>
                    <a:pt x="58" y="53"/>
                    <a:pt x="58" y="53"/>
                  </a:cubicBezTo>
                  <a:cubicBezTo>
                    <a:pt x="71" y="53"/>
                    <a:pt x="71" y="53"/>
                    <a:pt x="71" y="53"/>
                  </a:cubicBezTo>
                  <a:lnTo>
                    <a:pt x="71" y="54"/>
                  </a:lnTo>
                  <a:close/>
                  <a:moveTo>
                    <a:pt x="71" y="50"/>
                  </a:moveTo>
                  <a:cubicBezTo>
                    <a:pt x="58" y="50"/>
                    <a:pt x="58" y="50"/>
                    <a:pt x="58" y="50"/>
                  </a:cubicBezTo>
                  <a:cubicBezTo>
                    <a:pt x="58" y="36"/>
                    <a:pt x="58" y="36"/>
                    <a:pt x="58" y="36"/>
                  </a:cubicBezTo>
                  <a:cubicBezTo>
                    <a:pt x="71" y="36"/>
                    <a:pt x="71" y="36"/>
                    <a:pt x="71" y="36"/>
                  </a:cubicBezTo>
                  <a:lnTo>
                    <a:pt x="71" y="50"/>
                  </a:lnTo>
                  <a:close/>
                  <a:moveTo>
                    <a:pt x="71" y="33"/>
                  </a:moveTo>
                  <a:cubicBezTo>
                    <a:pt x="58" y="33"/>
                    <a:pt x="58" y="33"/>
                    <a:pt x="58" y="33"/>
                  </a:cubicBezTo>
                  <a:cubicBezTo>
                    <a:pt x="58" y="32"/>
                    <a:pt x="58" y="32"/>
                    <a:pt x="58" y="32"/>
                  </a:cubicBezTo>
                  <a:cubicBezTo>
                    <a:pt x="58" y="31"/>
                    <a:pt x="59" y="31"/>
                    <a:pt x="59" y="31"/>
                  </a:cubicBezTo>
                  <a:cubicBezTo>
                    <a:pt x="70" y="31"/>
                    <a:pt x="70" y="31"/>
                    <a:pt x="70" y="31"/>
                  </a:cubicBezTo>
                  <a:cubicBezTo>
                    <a:pt x="71" y="31"/>
                    <a:pt x="71" y="31"/>
                    <a:pt x="71" y="32"/>
                  </a:cubicBezTo>
                  <a:lnTo>
                    <a:pt x="71" y="33"/>
                  </a:lnTo>
                  <a:close/>
                  <a:moveTo>
                    <a:pt x="71" y="33"/>
                  </a:moveTo>
                  <a:cubicBezTo>
                    <a:pt x="71" y="33"/>
                    <a:pt x="71" y="33"/>
                    <a:pt x="71" y="3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A66FE522-53C1-4A2C-8E27-55B811FBFC9C}"/>
              </a:ext>
            </a:extLst>
          </p:cNvPr>
          <p:cNvGrpSpPr/>
          <p:nvPr/>
        </p:nvGrpSpPr>
        <p:grpSpPr>
          <a:xfrm>
            <a:off x="2794844" y="2355594"/>
            <a:ext cx="785484" cy="785484"/>
            <a:chOff x="2712369" y="2273119"/>
            <a:chExt cx="950435" cy="950435"/>
          </a:xfrm>
        </p:grpSpPr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4ECAE764-4D02-4883-9D4C-6F22F1E88B0B}"/>
                </a:ext>
              </a:extLst>
            </p:cNvPr>
            <p:cNvSpPr/>
            <p:nvPr/>
          </p:nvSpPr>
          <p:spPr>
            <a:xfrm>
              <a:off x="2712369" y="2273119"/>
              <a:ext cx="950435" cy="95043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385">
              <a:extLst>
                <a:ext uri="{FF2B5EF4-FFF2-40B4-BE49-F238E27FC236}">
                  <a16:creationId xmlns:a16="http://schemas.microsoft.com/office/drawing/2014/main" id="{19F7E008-478E-4565-8977-9F4ADBEF62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05379" y="2450017"/>
              <a:ext cx="569051" cy="569048"/>
            </a:xfrm>
            <a:custGeom>
              <a:avLst/>
              <a:gdLst>
                <a:gd name="T0" fmla="*/ 67 w 74"/>
                <a:gd name="T1" fmla="*/ 17 h 74"/>
                <a:gd name="T2" fmla="*/ 44 w 74"/>
                <a:gd name="T3" fmla="*/ 9 h 74"/>
                <a:gd name="T4" fmla="*/ 20 w 74"/>
                <a:gd name="T5" fmla="*/ 2 h 74"/>
                <a:gd name="T6" fmla="*/ 13 w 74"/>
                <a:gd name="T7" fmla="*/ 12 h 74"/>
                <a:gd name="T8" fmla="*/ 10 w 74"/>
                <a:gd name="T9" fmla="*/ 13 h 74"/>
                <a:gd name="T10" fmla="*/ 8 w 74"/>
                <a:gd name="T11" fmla="*/ 15 h 74"/>
                <a:gd name="T12" fmla="*/ 7 w 74"/>
                <a:gd name="T13" fmla="*/ 17 h 74"/>
                <a:gd name="T14" fmla="*/ 6 w 74"/>
                <a:gd name="T15" fmla="*/ 19 h 74"/>
                <a:gd name="T16" fmla="*/ 5 w 74"/>
                <a:gd name="T17" fmla="*/ 22 h 74"/>
                <a:gd name="T18" fmla="*/ 4 w 74"/>
                <a:gd name="T19" fmla="*/ 28 h 74"/>
                <a:gd name="T20" fmla="*/ 1 w 74"/>
                <a:gd name="T21" fmla="*/ 33 h 74"/>
                <a:gd name="T22" fmla="*/ 0 w 74"/>
                <a:gd name="T23" fmla="*/ 36 h 74"/>
                <a:gd name="T24" fmla="*/ 3 w 74"/>
                <a:gd name="T25" fmla="*/ 49 h 74"/>
                <a:gd name="T26" fmla="*/ 12 w 74"/>
                <a:gd name="T27" fmla="*/ 64 h 74"/>
                <a:gd name="T28" fmla="*/ 14 w 74"/>
                <a:gd name="T29" fmla="*/ 69 h 74"/>
                <a:gd name="T30" fmla="*/ 17 w 74"/>
                <a:gd name="T31" fmla="*/ 71 h 74"/>
                <a:gd name="T32" fmla="*/ 20 w 74"/>
                <a:gd name="T33" fmla="*/ 73 h 74"/>
                <a:gd name="T34" fmla="*/ 23 w 74"/>
                <a:gd name="T35" fmla="*/ 74 h 74"/>
                <a:gd name="T36" fmla="*/ 43 w 74"/>
                <a:gd name="T37" fmla="*/ 73 h 74"/>
                <a:gd name="T38" fmla="*/ 58 w 74"/>
                <a:gd name="T39" fmla="*/ 67 h 74"/>
                <a:gd name="T40" fmla="*/ 72 w 74"/>
                <a:gd name="T41" fmla="*/ 44 h 74"/>
                <a:gd name="T42" fmla="*/ 23 w 74"/>
                <a:gd name="T43" fmla="*/ 71 h 74"/>
                <a:gd name="T44" fmla="*/ 21 w 74"/>
                <a:gd name="T45" fmla="*/ 71 h 74"/>
                <a:gd name="T46" fmla="*/ 19 w 74"/>
                <a:gd name="T47" fmla="*/ 70 h 74"/>
                <a:gd name="T48" fmla="*/ 16 w 74"/>
                <a:gd name="T49" fmla="*/ 67 h 74"/>
                <a:gd name="T50" fmla="*/ 15 w 74"/>
                <a:gd name="T51" fmla="*/ 65 h 74"/>
                <a:gd name="T52" fmla="*/ 16 w 74"/>
                <a:gd name="T53" fmla="*/ 54 h 74"/>
                <a:gd name="T54" fmla="*/ 5 w 74"/>
                <a:gd name="T55" fmla="*/ 52 h 74"/>
                <a:gd name="T56" fmla="*/ 12 w 74"/>
                <a:gd name="T57" fmla="*/ 44 h 74"/>
                <a:gd name="T58" fmla="*/ 3 w 74"/>
                <a:gd name="T59" fmla="*/ 36 h 74"/>
                <a:gd name="T60" fmla="*/ 4 w 74"/>
                <a:gd name="T61" fmla="*/ 33 h 74"/>
                <a:gd name="T62" fmla="*/ 6 w 74"/>
                <a:gd name="T63" fmla="*/ 30 h 74"/>
                <a:gd name="T64" fmla="*/ 12 w 74"/>
                <a:gd name="T65" fmla="*/ 27 h 74"/>
                <a:gd name="T66" fmla="*/ 14 w 74"/>
                <a:gd name="T67" fmla="*/ 14 h 74"/>
                <a:gd name="T68" fmla="*/ 17 w 74"/>
                <a:gd name="T69" fmla="*/ 11 h 74"/>
                <a:gd name="T70" fmla="*/ 26 w 74"/>
                <a:gd name="T71" fmla="*/ 25 h 74"/>
                <a:gd name="T72" fmla="*/ 25 w 74"/>
                <a:gd name="T73" fmla="*/ 27 h 74"/>
                <a:gd name="T74" fmla="*/ 36 w 74"/>
                <a:gd name="T75" fmla="*/ 33 h 74"/>
                <a:gd name="T76" fmla="*/ 26 w 74"/>
                <a:gd name="T77" fmla="*/ 36 h 74"/>
                <a:gd name="T78" fmla="*/ 26 w 74"/>
                <a:gd name="T79" fmla="*/ 42 h 74"/>
                <a:gd name="T80" fmla="*/ 26 w 74"/>
                <a:gd name="T81" fmla="*/ 48 h 74"/>
                <a:gd name="T82" fmla="*/ 27 w 74"/>
                <a:gd name="T83" fmla="*/ 59 h 74"/>
                <a:gd name="T84" fmla="*/ 25 w 74"/>
                <a:gd name="T85" fmla="*/ 71 h 74"/>
                <a:gd name="T86" fmla="*/ 24 w 74"/>
                <a:gd name="T87" fmla="*/ 25 h 74"/>
                <a:gd name="T88" fmla="*/ 24 w 74"/>
                <a:gd name="T89" fmla="*/ 35 h 74"/>
                <a:gd name="T90" fmla="*/ 31 w 74"/>
                <a:gd name="T91" fmla="*/ 42 h 74"/>
                <a:gd name="T92" fmla="*/ 25 w 74"/>
                <a:gd name="T93" fmla="*/ 58 h 74"/>
                <a:gd name="T94" fmla="*/ 60 w 74"/>
                <a:gd name="T95" fmla="*/ 53 h 74"/>
                <a:gd name="T96" fmla="*/ 43 w 74"/>
                <a:gd name="T97" fmla="*/ 63 h 74"/>
                <a:gd name="T98" fmla="*/ 38 w 74"/>
                <a:gd name="T99" fmla="*/ 54 h 74"/>
                <a:gd name="T100" fmla="*/ 42 w 74"/>
                <a:gd name="T101" fmla="*/ 3 h 74"/>
                <a:gd name="T102" fmla="*/ 58 w 74"/>
                <a:gd name="T103" fmla="*/ 10 h 74"/>
                <a:gd name="T104" fmla="*/ 65 w 74"/>
                <a:gd name="T105" fmla="*/ 32 h 74"/>
                <a:gd name="T106" fmla="*/ 38 w 74"/>
                <a:gd name="T107" fmla="*/ 22 h 74"/>
                <a:gd name="T108" fmla="*/ 38 w 74"/>
                <a:gd name="T109" fmla="*/ 43 h 74"/>
                <a:gd name="T110" fmla="*/ 38 w 74"/>
                <a:gd name="T111" fmla="*/ 4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74" h="74">
                  <a:moveTo>
                    <a:pt x="73" y="31"/>
                  </a:moveTo>
                  <a:cubicBezTo>
                    <a:pt x="73" y="30"/>
                    <a:pt x="73" y="30"/>
                    <a:pt x="72" y="30"/>
                  </a:cubicBezTo>
                  <a:cubicBezTo>
                    <a:pt x="66" y="30"/>
                    <a:pt x="66" y="30"/>
                    <a:pt x="66" y="30"/>
                  </a:cubicBezTo>
                  <a:cubicBezTo>
                    <a:pt x="65" y="27"/>
                    <a:pt x="64" y="24"/>
                    <a:pt x="62" y="22"/>
                  </a:cubicBezTo>
                  <a:cubicBezTo>
                    <a:pt x="67" y="17"/>
                    <a:pt x="67" y="17"/>
                    <a:pt x="67" y="17"/>
                  </a:cubicBezTo>
                  <a:cubicBezTo>
                    <a:pt x="68" y="17"/>
                    <a:pt x="68" y="16"/>
                    <a:pt x="67" y="16"/>
                  </a:cubicBezTo>
                  <a:cubicBezTo>
                    <a:pt x="65" y="12"/>
                    <a:pt x="62" y="9"/>
                    <a:pt x="58" y="7"/>
                  </a:cubicBezTo>
                  <a:cubicBezTo>
                    <a:pt x="58" y="7"/>
                    <a:pt x="57" y="7"/>
                    <a:pt x="57" y="7"/>
                  </a:cubicBezTo>
                  <a:cubicBezTo>
                    <a:pt x="52" y="12"/>
                    <a:pt x="52" y="12"/>
                    <a:pt x="52" y="12"/>
                  </a:cubicBezTo>
                  <a:cubicBezTo>
                    <a:pt x="50" y="10"/>
                    <a:pt x="47" y="9"/>
                    <a:pt x="44" y="9"/>
                  </a:cubicBezTo>
                  <a:cubicBezTo>
                    <a:pt x="44" y="2"/>
                    <a:pt x="44" y="2"/>
                    <a:pt x="44" y="2"/>
                  </a:cubicBezTo>
                  <a:cubicBezTo>
                    <a:pt x="44" y="1"/>
                    <a:pt x="44" y="1"/>
                    <a:pt x="43" y="1"/>
                  </a:cubicBezTo>
                  <a:cubicBezTo>
                    <a:pt x="39" y="0"/>
                    <a:pt x="35" y="0"/>
                    <a:pt x="31" y="1"/>
                  </a:cubicBezTo>
                  <a:cubicBezTo>
                    <a:pt x="31" y="1"/>
                    <a:pt x="31" y="1"/>
                    <a:pt x="30" y="1"/>
                  </a:cubicBezTo>
                  <a:cubicBezTo>
                    <a:pt x="27" y="0"/>
                    <a:pt x="23" y="0"/>
                    <a:pt x="20" y="2"/>
                  </a:cubicBezTo>
                  <a:cubicBezTo>
                    <a:pt x="17" y="4"/>
                    <a:pt x="15" y="8"/>
                    <a:pt x="15" y="11"/>
                  </a:cubicBezTo>
                  <a:cubicBezTo>
                    <a:pt x="15" y="11"/>
                    <a:pt x="14" y="11"/>
                    <a:pt x="14" y="11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12"/>
                    <a:pt x="13" y="12"/>
                    <a:pt x="13" y="12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1" y="12"/>
                    <a:pt x="11" y="12"/>
                    <a:pt x="11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3"/>
                    <a:pt x="9" y="14"/>
                    <a:pt x="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8" y="14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7" y="16"/>
                    <a:pt x="7" y="17"/>
                    <a:pt x="7" y="17"/>
                  </a:cubicBezTo>
                  <a:cubicBezTo>
                    <a:pt x="7" y="17"/>
                    <a:pt x="6" y="17"/>
                    <a:pt x="6" y="17"/>
                  </a:cubicBezTo>
                  <a:cubicBezTo>
                    <a:pt x="6" y="17"/>
                    <a:pt x="6" y="18"/>
                    <a:pt x="6" y="18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6" y="18"/>
                    <a:pt x="6" y="19"/>
                    <a:pt x="6" y="19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6" y="19"/>
                    <a:pt x="5" y="20"/>
                    <a:pt x="5" y="20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20"/>
                    <a:pt x="5" y="21"/>
                    <a:pt x="5" y="21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5" y="24"/>
                    <a:pt x="5" y="25"/>
                    <a:pt x="6" y="27"/>
                  </a:cubicBezTo>
                  <a:cubicBezTo>
                    <a:pt x="6" y="27"/>
                    <a:pt x="6" y="27"/>
                    <a:pt x="6" y="27"/>
                  </a:cubicBezTo>
                  <a:cubicBezTo>
                    <a:pt x="6" y="27"/>
                    <a:pt x="5" y="27"/>
                    <a:pt x="5" y="27"/>
                  </a:cubicBezTo>
                  <a:cubicBezTo>
                    <a:pt x="5" y="28"/>
                    <a:pt x="4" y="28"/>
                    <a:pt x="4" y="28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4" y="29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0"/>
                    <a:pt x="3" y="30"/>
                    <a:pt x="2" y="30"/>
                  </a:cubicBezTo>
                  <a:cubicBezTo>
                    <a:pt x="2" y="30"/>
                    <a:pt x="2" y="30"/>
                    <a:pt x="2" y="30"/>
                  </a:cubicBezTo>
                  <a:cubicBezTo>
                    <a:pt x="2" y="31"/>
                    <a:pt x="1" y="32"/>
                    <a:pt x="1" y="33"/>
                  </a:cubicBezTo>
                  <a:cubicBezTo>
                    <a:pt x="1" y="33"/>
                    <a:pt x="1" y="33"/>
                    <a:pt x="1" y="34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35"/>
                    <a:pt x="0" y="35"/>
                    <a:pt x="0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6"/>
                    <a:pt x="0" y="37"/>
                    <a:pt x="0" y="37"/>
                  </a:cubicBezTo>
                  <a:cubicBezTo>
                    <a:pt x="0" y="41"/>
                    <a:pt x="2" y="44"/>
                    <a:pt x="4" y="46"/>
                  </a:cubicBezTo>
                  <a:cubicBezTo>
                    <a:pt x="4" y="47"/>
                    <a:pt x="3" y="48"/>
                    <a:pt x="3" y="49"/>
                  </a:cubicBezTo>
                  <a:cubicBezTo>
                    <a:pt x="3" y="49"/>
                    <a:pt x="3" y="49"/>
                    <a:pt x="3" y="49"/>
                  </a:cubicBezTo>
                  <a:cubicBezTo>
                    <a:pt x="3" y="50"/>
                    <a:pt x="3" y="50"/>
                    <a:pt x="3" y="51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3" y="51"/>
                    <a:pt x="3" y="52"/>
                    <a:pt x="3" y="52"/>
                  </a:cubicBezTo>
                  <a:cubicBezTo>
                    <a:pt x="3" y="58"/>
                    <a:pt x="6" y="63"/>
                    <a:pt x="12" y="64"/>
                  </a:cubicBezTo>
                  <a:cubicBezTo>
                    <a:pt x="12" y="64"/>
                    <a:pt x="12" y="64"/>
                    <a:pt x="12" y="64"/>
                  </a:cubicBezTo>
                  <a:cubicBezTo>
                    <a:pt x="12" y="64"/>
                    <a:pt x="12" y="64"/>
                    <a:pt x="12" y="65"/>
                  </a:cubicBezTo>
                  <a:cubicBezTo>
                    <a:pt x="12" y="65"/>
                    <a:pt x="12" y="65"/>
                    <a:pt x="12" y="65"/>
                  </a:cubicBezTo>
                  <a:cubicBezTo>
                    <a:pt x="12" y="66"/>
                    <a:pt x="12" y="66"/>
                    <a:pt x="12" y="66"/>
                  </a:cubicBezTo>
                  <a:cubicBezTo>
                    <a:pt x="13" y="67"/>
                    <a:pt x="14" y="68"/>
                    <a:pt x="14" y="69"/>
                  </a:cubicBezTo>
                  <a:cubicBezTo>
                    <a:pt x="14" y="69"/>
                    <a:pt x="14" y="69"/>
                    <a:pt x="14" y="69"/>
                  </a:cubicBezTo>
                  <a:cubicBezTo>
                    <a:pt x="15" y="69"/>
                    <a:pt x="15" y="70"/>
                    <a:pt x="15" y="70"/>
                  </a:cubicBezTo>
                  <a:cubicBezTo>
                    <a:pt x="15" y="70"/>
                    <a:pt x="15" y="70"/>
                    <a:pt x="15" y="70"/>
                  </a:cubicBezTo>
                  <a:cubicBezTo>
                    <a:pt x="16" y="70"/>
                    <a:pt x="16" y="71"/>
                    <a:pt x="16" y="71"/>
                  </a:cubicBezTo>
                  <a:cubicBezTo>
                    <a:pt x="16" y="71"/>
                    <a:pt x="16" y="71"/>
                    <a:pt x="16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2"/>
                    <a:pt x="17" y="72"/>
                    <a:pt x="17" y="72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8" y="72"/>
                    <a:pt x="18" y="72"/>
                    <a:pt x="19" y="72"/>
                  </a:cubicBezTo>
                  <a:cubicBezTo>
                    <a:pt x="19" y="73"/>
                    <a:pt x="19" y="73"/>
                    <a:pt x="19" y="73"/>
                  </a:cubicBezTo>
                  <a:cubicBezTo>
                    <a:pt x="20" y="73"/>
                    <a:pt x="20" y="73"/>
                    <a:pt x="20" y="73"/>
                  </a:cubicBezTo>
                  <a:cubicBezTo>
                    <a:pt x="20" y="73"/>
                    <a:pt x="20" y="73"/>
                    <a:pt x="21" y="73"/>
                  </a:cubicBezTo>
                  <a:cubicBezTo>
                    <a:pt x="21" y="73"/>
                    <a:pt x="21" y="73"/>
                    <a:pt x="21" y="73"/>
                  </a:cubicBezTo>
                  <a:cubicBezTo>
                    <a:pt x="21" y="73"/>
                    <a:pt x="22" y="74"/>
                    <a:pt x="22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4" y="74"/>
                  </a:cubicBezTo>
                  <a:cubicBezTo>
                    <a:pt x="24" y="74"/>
                    <a:pt x="24" y="74"/>
                    <a:pt x="25" y="74"/>
                  </a:cubicBezTo>
                  <a:cubicBezTo>
                    <a:pt x="27" y="74"/>
                    <a:pt x="28" y="74"/>
                    <a:pt x="30" y="73"/>
                  </a:cubicBezTo>
                  <a:cubicBezTo>
                    <a:pt x="30" y="73"/>
                    <a:pt x="30" y="73"/>
                    <a:pt x="31" y="73"/>
                  </a:cubicBezTo>
                  <a:cubicBezTo>
                    <a:pt x="35" y="74"/>
                    <a:pt x="39" y="74"/>
                    <a:pt x="43" y="73"/>
                  </a:cubicBezTo>
                  <a:cubicBezTo>
                    <a:pt x="44" y="73"/>
                    <a:pt x="44" y="73"/>
                    <a:pt x="44" y="72"/>
                  </a:cubicBezTo>
                  <a:cubicBezTo>
                    <a:pt x="44" y="66"/>
                    <a:pt x="44" y="66"/>
                    <a:pt x="44" y="66"/>
                  </a:cubicBezTo>
                  <a:cubicBezTo>
                    <a:pt x="47" y="65"/>
                    <a:pt x="50" y="64"/>
                    <a:pt x="52" y="62"/>
                  </a:cubicBezTo>
                  <a:cubicBezTo>
                    <a:pt x="57" y="67"/>
                    <a:pt x="57" y="67"/>
                    <a:pt x="57" y="67"/>
                  </a:cubicBezTo>
                  <a:cubicBezTo>
                    <a:pt x="57" y="68"/>
                    <a:pt x="58" y="68"/>
                    <a:pt x="58" y="67"/>
                  </a:cubicBezTo>
                  <a:cubicBezTo>
                    <a:pt x="62" y="65"/>
                    <a:pt x="65" y="62"/>
                    <a:pt x="67" y="58"/>
                  </a:cubicBezTo>
                  <a:cubicBezTo>
                    <a:pt x="68" y="58"/>
                    <a:pt x="68" y="57"/>
                    <a:pt x="67" y="57"/>
                  </a:cubicBezTo>
                  <a:cubicBezTo>
                    <a:pt x="62" y="52"/>
                    <a:pt x="62" y="52"/>
                    <a:pt x="62" y="52"/>
                  </a:cubicBezTo>
                  <a:cubicBezTo>
                    <a:pt x="64" y="50"/>
                    <a:pt x="65" y="47"/>
                    <a:pt x="66" y="44"/>
                  </a:cubicBezTo>
                  <a:cubicBezTo>
                    <a:pt x="72" y="44"/>
                    <a:pt x="72" y="44"/>
                    <a:pt x="72" y="44"/>
                  </a:cubicBezTo>
                  <a:cubicBezTo>
                    <a:pt x="73" y="44"/>
                    <a:pt x="73" y="44"/>
                    <a:pt x="73" y="43"/>
                  </a:cubicBezTo>
                  <a:cubicBezTo>
                    <a:pt x="74" y="39"/>
                    <a:pt x="74" y="35"/>
                    <a:pt x="73" y="31"/>
                  </a:cubicBezTo>
                  <a:close/>
                  <a:moveTo>
                    <a:pt x="25" y="71"/>
                  </a:moveTo>
                  <a:cubicBezTo>
                    <a:pt x="24" y="71"/>
                    <a:pt x="24" y="71"/>
                    <a:pt x="24" y="71"/>
                  </a:cubicBezTo>
                  <a:cubicBezTo>
                    <a:pt x="24" y="71"/>
                    <a:pt x="23" y="71"/>
                    <a:pt x="23" y="71"/>
                  </a:cubicBezTo>
                  <a:cubicBezTo>
                    <a:pt x="23" y="71"/>
                    <a:pt x="23" y="71"/>
                    <a:pt x="23" y="71"/>
                  </a:cubicBezTo>
                  <a:cubicBezTo>
                    <a:pt x="23" y="71"/>
                    <a:pt x="22" y="71"/>
                    <a:pt x="22" y="71"/>
                  </a:cubicBezTo>
                  <a:cubicBezTo>
                    <a:pt x="22" y="71"/>
                    <a:pt x="22" y="71"/>
                    <a:pt x="22" y="71"/>
                  </a:cubicBezTo>
                  <a:cubicBezTo>
                    <a:pt x="22" y="71"/>
                    <a:pt x="21" y="71"/>
                    <a:pt x="21" y="71"/>
                  </a:cubicBezTo>
                  <a:cubicBezTo>
                    <a:pt x="21" y="71"/>
                    <a:pt x="21" y="71"/>
                    <a:pt x="21" y="71"/>
                  </a:cubicBezTo>
                  <a:cubicBezTo>
                    <a:pt x="21" y="71"/>
                    <a:pt x="20" y="71"/>
                    <a:pt x="20" y="71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20" y="70"/>
                    <a:pt x="20" y="70"/>
                    <a:pt x="19" y="70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18" y="69"/>
                    <a:pt x="17" y="69"/>
                    <a:pt x="17" y="68"/>
                  </a:cubicBezTo>
                  <a:cubicBezTo>
                    <a:pt x="17" y="68"/>
                    <a:pt x="17" y="68"/>
                    <a:pt x="17" y="68"/>
                  </a:cubicBezTo>
                  <a:cubicBezTo>
                    <a:pt x="17" y="68"/>
                    <a:pt x="16" y="68"/>
                    <a:pt x="16" y="67"/>
                  </a:cubicBezTo>
                  <a:cubicBezTo>
                    <a:pt x="16" y="67"/>
                    <a:pt x="16" y="67"/>
                    <a:pt x="16" y="67"/>
                  </a:cubicBezTo>
                  <a:cubicBezTo>
                    <a:pt x="16" y="67"/>
                    <a:pt x="16" y="67"/>
                    <a:pt x="16" y="67"/>
                  </a:cubicBezTo>
                  <a:cubicBezTo>
                    <a:pt x="16" y="67"/>
                    <a:pt x="16" y="67"/>
                    <a:pt x="16" y="66"/>
                  </a:cubicBezTo>
                  <a:cubicBezTo>
                    <a:pt x="15" y="66"/>
                    <a:pt x="15" y="66"/>
                    <a:pt x="15" y="66"/>
                  </a:cubicBezTo>
                  <a:cubicBezTo>
                    <a:pt x="15" y="66"/>
                    <a:pt x="15" y="66"/>
                    <a:pt x="15" y="66"/>
                  </a:cubicBezTo>
                  <a:cubicBezTo>
                    <a:pt x="15" y="65"/>
                    <a:pt x="15" y="65"/>
                    <a:pt x="15" y="65"/>
                  </a:cubicBezTo>
                  <a:cubicBezTo>
                    <a:pt x="15" y="65"/>
                    <a:pt x="15" y="65"/>
                    <a:pt x="15" y="65"/>
                  </a:cubicBezTo>
                  <a:cubicBezTo>
                    <a:pt x="14" y="64"/>
                    <a:pt x="14" y="64"/>
                    <a:pt x="14" y="64"/>
                  </a:cubicBezTo>
                  <a:cubicBezTo>
                    <a:pt x="14" y="64"/>
                    <a:pt x="14" y="64"/>
                    <a:pt x="14" y="64"/>
                  </a:cubicBezTo>
                  <a:cubicBezTo>
                    <a:pt x="14" y="63"/>
                    <a:pt x="14" y="63"/>
                    <a:pt x="14" y="63"/>
                  </a:cubicBezTo>
                  <a:cubicBezTo>
                    <a:pt x="14" y="63"/>
                    <a:pt x="14" y="63"/>
                    <a:pt x="14" y="63"/>
                  </a:cubicBezTo>
                  <a:cubicBezTo>
                    <a:pt x="13" y="60"/>
                    <a:pt x="14" y="56"/>
                    <a:pt x="16" y="54"/>
                  </a:cubicBezTo>
                  <a:cubicBezTo>
                    <a:pt x="16" y="53"/>
                    <a:pt x="16" y="52"/>
                    <a:pt x="16" y="52"/>
                  </a:cubicBezTo>
                  <a:cubicBezTo>
                    <a:pt x="15" y="52"/>
                    <a:pt x="14" y="52"/>
                    <a:pt x="14" y="52"/>
                  </a:cubicBezTo>
                  <a:cubicBezTo>
                    <a:pt x="12" y="55"/>
                    <a:pt x="11" y="58"/>
                    <a:pt x="11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8" y="60"/>
                    <a:pt x="5" y="56"/>
                    <a:pt x="5" y="52"/>
                  </a:cubicBezTo>
                  <a:cubicBezTo>
                    <a:pt x="5" y="52"/>
                    <a:pt x="5" y="51"/>
                    <a:pt x="5" y="51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6" y="49"/>
                    <a:pt x="6" y="48"/>
                    <a:pt x="7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8" y="45"/>
                    <a:pt x="10" y="44"/>
                    <a:pt x="12" y="44"/>
                  </a:cubicBezTo>
                  <a:cubicBezTo>
                    <a:pt x="12" y="43"/>
                    <a:pt x="13" y="43"/>
                    <a:pt x="12" y="42"/>
                  </a:cubicBezTo>
                  <a:cubicBezTo>
                    <a:pt x="12" y="41"/>
                    <a:pt x="12" y="41"/>
                    <a:pt x="11" y="41"/>
                  </a:cubicBezTo>
                  <a:cubicBezTo>
                    <a:pt x="9" y="42"/>
                    <a:pt x="7" y="43"/>
                    <a:pt x="6" y="44"/>
                  </a:cubicBezTo>
                  <a:cubicBezTo>
                    <a:pt x="4" y="42"/>
                    <a:pt x="3" y="40"/>
                    <a:pt x="3" y="37"/>
                  </a:cubicBezTo>
                  <a:cubicBezTo>
                    <a:pt x="3" y="37"/>
                    <a:pt x="3" y="36"/>
                    <a:pt x="3" y="36"/>
                  </a:cubicBezTo>
                  <a:cubicBezTo>
                    <a:pt x="3" y="36"/>
                    <a:pt x="3" y="36"/>
                    <a:pt x="3" y="35"/>
                  </a:cubicBezTo>
                  <a:cubicBezTo>
                    <a:pt x="3" y="35"/>
                    <a:pt x="3" y="35"/>
                    <a:pt x="3" y="35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3" y="34"/>
                    <a:pt x="3" y="34"/>
                    <a:pt x="3" y="33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4" y="33"/>
                    <a:pt x="4" y="32"/>
                    <a:pt x="4" y="32"/>
                  </a:cubicBezTo>
                  <a:cubicBezTo>
                    <a:pt x="4" y="32"/>
                    <a:pt x="4" y="32"/>
                    <a:pt x="4" y="32"/>
                  </a:cubicBezTo>
                  <a:cubicBezTo>
                    <a:pt x="4" y="32"/>
                    <a:pt x="4" y="31"/>
                    <a:pt x="5" y="31"/>
                  </a:cubicBezTo>
                  <a:cubicBezTo>
                    <a:pt x="5" y="31"/>
                    <a:pt x="5" y="31"/>
                    <a:pt x="5" y="30"/>
                  </a:cubicBezTo>
                  <a:cubicBezTo>
                    <a:pt x="5" y="30"/>
                    <a:pt x="6" y="30"/>
                    <a:pt x="6" y="30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6" y="29"/>
                    <a:pt x="6" y="29"/>
                    <a:pt x="7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7" y="29"/>
                    <a:pt x="8" y="29"/>
                    <a:pt x="8" y="28"/>
                  </a:cubicBezTo>
                  <a:cubicBezTo>
                    <a:pt x="9" y="28"/>
                    <a:pt x="11" y="27"/>
                    <a:pt x="12" y="27"/>
                  </a:cubicBezTo>
                  <a:cubicBezTo>
                    <a:pt x="13" y="27"/>
                    <a:pt x="14" y="27"/>
                    <a:pt x="14" y="26"/>
                  </a:cubicBezTo>
                  <a:cubicBezTo>
                    <a:pt x="14" y="25"/>
                    <a:pt x="13" y="25"/>
                    <a:pt x="12" y="25"/>
                  </a:cubicBezTo>
                  <a:cubicBezTo>
                    <a:pt x="11" y="25"/>
                    <a:pt x="10" y="25"/>
                    <a:pt x="8" y="26"/>
                  </a:cubicBezTo>
                  <a:cubicBezTo>
                    <a:pt x="8" y="25"/>
                    <a:pt x="8" y="23"/>
                    <a:pt x="8" y="22"/>
                  </a:cubicBezTo>
                  <a:cubicBezTo>
                    <a:pt x="8" y="18"/>
                    <a:pt x="10" y="15"/>
                    <a:pt x="14" y="14"/>
                  </a:cubicBezTo>
                  <a:cubicBezTo>
                    <a:pt x="18" y="13"/>
                    <a:pt x="22" y="15"/>
                    <a:pt x="24" y="18"/>
                  </a:cubicBezTo>
                  <a:cubicBezTo>
                    <a:pt x="24" y="18"/>
                    <a:pt x="24" y="19"/>
                    <a:pt x="25" y="19"/>
                  </a:cubicBezTo>
                  <a:cubicBezTo>
                    <a:pt x="25" y="19"/>
                    <a:pt x="26" y="18"/>
                    <a:pt x="26" y="18"/>
                  </a:cubicBezTo>
                  <a:cubicBezTo>
                    <a:pt x="26" y="18"/>
                    <a:pt x="26" y="17"/>
                    <a:pt x="26" y="17"/>
                  </a:cubicBezTo>
                  <a:cubicBezTo>
                    <a:pt x="24" y="14"/>
                    <a:pt x="21" y="12"/>
                    <a:pt x="17" y="11"/>
                  </a:cubicBezTo>
                  <a:cubicBezTo>
                    <a:pt x="18" y="6"/>
                    <a:pt x="22" y="3"/>
                    <a:pt x="27" y="3"/>
                  </a:cubicBezTo>
                  <a:cubicBezTo>
                    <a:pt x="32" y="3"/>
                    <a:pt x="36" y="7"/>
                    <a:pt x="36" y="12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6" y="23"/>
                    <a:pt x="25" y="21"/>
                    <a:pt x="23" y="21"/>
                  </a:cubicBezTo>
                  <a:cubicBezTo>
                    <a:pt x="21" y="21"/>
                    <a:pt x="19" y="22"/>
                    <a:pt x="19" y="23"/>
                  </a:cubicBezTo>
                  <a:cubicBezTo>
                    <a:pt x="18" y="25"/>
                    <a:pt x="19" y="27"/>
                    <a:pt x="20" y="28"/>
                  </a:cubicBezTo>
                  <a:cubicBezTo>
                    <a:pt x="22" y="29"/>
                    <a:pt x="24" y="29"/>
                    <a:pt x="25" y="27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0" y="29"/>
                    <a:pt x="30" y="29"/>
                    <a:pt x="31" y="29"/>
                  </a:cubicBezTo>
                  <a:cubicBezTo>
                    <a:pt x="31" y="29"/>
                    <a:pt x="32" y="29"/>
                    <a:pt x="33" y="28"/>
                  </a:cubicBezTo>
                  <a:cubicBezTo>
                    <a:pt x="36" y="24"/>
                    <a:pt x="36" y="24"/>
                    <a:pt x="36" y="24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26" y="33"/>
                    <a:pt x="26" y="33"/>
                    <a:pt x="26" y="33"/>
                  </a:cubicBezTo>
                  <a:cubicBezTo>
                    <a:pt x="25" y="32"/>
                    <a:pt x="23" y="31"/>
                    <a:pt x="22" y="31"/>
                  </a:cubicBezTo>
                  <a:cubicBezTo>
                    <a:pt x="20" y="31"/>
                    <a:pt x="19" y="33"/>
                    <a:pt x="19" y="35"/>
                  </a:cubicBezTo>
                  <a:cubicBezTo>
                    <a:pt x="19" y="36"/>
                    <a:pt x="20" y="38"/>
                    <a:pt x="22" y="38"/>
                  </a:cubicBezTo>
                  <a:cubicBezTo>
                    <a:pt x="23" y="39"/>
                    <a:pt x="25" y="38"/>
                    <a:pt x="26" y="36"/>
                  </a:cubicBezTo>
                  <a:cubicBezTo>
                    <a:pt x="36" y="36"/>
                    <a:pt x="36" y="36"/>
                    <a:pt x="36" y="36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9"/>
                    <a:pt x="31" y="38"/>
                    <a:pt x="29" y="38"/>
                  </a:cubicBezTo>
                  <a:cubicBezTo>
                    <a:pt x="27" y="39"/>
                    <a:pt x="26" y="40"/>
                    <a:pt x="26" y="42"/>
                  </a:cubicBezTo>
                  <a:cubicBezTo>
                    <a:pt x="26" y="44"/>
                    <a:pt x="27" y="45"/>
                    <a:pt x="29" y="46"/>
                  </a:cubicBezTo>
                  <a:cubicBezTo>
                    <a:pt x="31" y="46"/>
                    <a:pt x="33" y="45"/>
                    <a:pt x="33" y="43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6" y="48"/>
                    <a:pt x="36" y="48"/>
                    <a:pt x="36" y="48"/>
                  </a:cubicBezTo>
                  <a:cubicBezTo>
                    <a:pt x="26" y="48"/>
                    <a:pt x="26" y="48"/>
                    <a:pt x="26" y="48"/>
                  </a:cubicBezTo>
                  <a:cubicBezTo>
                    <a:pt x="25" y="48"/>
                    <a:pt x="24" y="49"/>
                    <a:pt x="23" y="50"/>
                  </a:cubicBezTo>
                  <a:cubicBezTo>
                    <a:pt x="23" y="54"/>
                    <a:pt x="23" y="54"/>
                    <a:pt x="23" y="54"/>
                  </a:cubicBezTo>
                  <a:cubicBezTo>
                    <a:pt x="21" y="55"/>
                    <a:pt x="20" y="57"/>
                    <a:pt x="20" y="58"/>
                  </a:cubicBezTo>
                  <a:cubicBezTo>
                    <a:pt x="20" y="60"/>
                    <a:pt x="22" y="62"/>
                    <a:pt x="23" y="62"/>
                  </a:cubicBezTo>
                  <a:cubicBezTo>
                    <a:pt x="25" y="62"/>
                    <a:pt x="27" y="61"/>
                    <a:pt x="27" y="59"/>
                  </a:cubicBezTo>
                  <a:cubicBezTo>
                    <a:pt x="28" y="57"/>
                    <a:pt x="27" y="55"/>
                    <a:pt x="25" y="55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67"/>
                    <a:pt x="31" y="71"/>
                    <a:pt x="25" y="71"/>
                  </a:cubicBezTo>
                  <a:close/>
                  <a:moveTo>
                    <a:pt x="24" y="25"/>
                  </a:moveTo>
                  <a:cubicBezTo>
                    <a:pt x="24" y="25"/>
                    <a:pt x="23" y="26"/>
                    <a:pt x="22" y="26"/>
                  </a:cubicBezTo>
                  <a:cubicBezTo>
                    <a:pt x="22" y="26"/>
                    <a:pt x="21" y="25"/>
                    <a:pt x="21" y="25"/>
                  </a:cubicBezTo>
                  <a:cubicBezTo>
                    <a:pt x="21" y="24"/>
                    <a:pt x="22" y="24"/>
                    <a:pt x="22" y="24"/>
                  </a:cubicBezTo>
                  <a:cubicBezTo>
                    <a:pt x="23" y="24"/>
                    <a:pt x="24" y="24"/>
                    <a:pt x="24" y="25"/>
                  </a:cubicBezTo>
                  <a:close/>
                  <a:moveTo>
                    <a:pt x="24" y="35"/>
                  </a:moveTo>
                  <a:cubicBezTo>
                    <a:pt x="24" y="35"/>
                    <a:pt x="23" y="36"/>
                    <a:pt x="22" y="36"/>
                  </a:cubicBezTo>
                  <a:cubicBezTo>
                    <a:pt x="22" y="36"/>
                    <a:pt x="21" y="35"/>
                    <a:pt x="21" y="35"/>
                  </a:cubicBezTo>
                  <a:cubicBezTo>
                    <a:pt x="21" y="34"/>
                    <a:pt x="22" y="33"/>
                    <a:pt x="22" y="33"/>
                  </a:cubicBezTo>
                  <a:cubicBezTo>
                    <a:pt x="23" y="33"/>
                    <a:pt x="24" y="34"/>
                    <a:pt x="24" y="35"/>
                  </a:cubicBezTo>
                  <a:close/>
                  <a:moveTo>
                    <a:pt x="31" y="42"/>
                  </a:moveTo>
                  <a:cubicBezTo>
                    <a:pt x="31" y="43"/>
                    <a:pt x="30" y="43"/>
                    <a:pt x="30" y="43"/>
                  </a:cubicBezTo>
                  <a:cubicBezTo>
                    <a:pt x="29" y="43"/>
                    <a:pt x="28" y="43"/>
                    <a:pt x="28" y="42"/>
                  </a:cubicBezTo>
                  <a:cubicBezTo>
                    <a:pt x="28" y="41"/>
                    <a:pt x="29" y="41"/>
                    <a:pt x="30" y="41"/>
                  </a:cubicBezTo>
                  <a:cubicBezTo>
                    <a:pt x="30" y="41"/>
                    <a:pt x="31" y="41"/>
                    <a:pt x="31" y="42"/>
                  </a:cubicBezTo>
                  <a:close/>
                  <a:moveTo>
                    <a:pt x="25" y="58"/>
                  </a:moveTo>
                  <a:cubicBezTo>
                    <a:pt x="25" y="59"/>
                    <a:pt x="24" y="59"/>
                    <a:pt x="24" y="59"/>
                  </a:cubicBezTo>
                  <a:cubicBezTo>
                    <a:pt x="23" y="59"/>
                    <a:pt x="22" y="59"/>
                    <a:pt x="22" y="58"/>
                  </a:cubicBezTo>
                  <a:cubicBezTo>
                    <a:pt x="22" y="57"/>
                    <a:pt x="23" y="57"/>
                    <a:pt x="24" y="57"/>
                  </a:cubicBezTo>
                  <a:cubicBezTo>
                    <a:pt x="24" y="57"/>
                    <a:pt x="25" y="57"/>
                    <a:pt x="25" y="58"/>
                  </a:cubicBezTo>
                  <a:close/>
                  <a:moveTo>
                    <a:pt x="71" y="42"/>
                  </a:moveTo>
                  <a:cubicBezTo>
                    <a:pt x="65" y="42"/>
                    <a:pt x="65" y="42"/>
                    <a:pt x="65" y="42"/>
                  </a:cubicBezTo>
                  <a:cubicBezTo>
                    <a:pt x="64" y="42"/>
                    <a:pt x="64" y="42"/>
                    <a:pt x="63" y="43"/>
                  </a:cubicBezTo>
                  <a:cubicBezTo>
                    <a:pt x="63" y="46"/>
                    <a:pt x="62" y="49"/>
                    <a:pt x="60" y="52"/>
                  </a:cubicBezTo>
                  <a:cubicBezTo>
                    <a:pt x="60" y="52"/>
                    <a:pt x="60" y="53"/>
                    <a:pt x="60" y="53"/>
                  </a:cubicBezTo>
                  <a:cubicBezTo>
                    <a:pt x="65" y="58"/>
                    <a:pt x="65" y="58"/>
                    <a:pt x="65" y="58"/>
                  </a:cubicBezTo>
                  <a:cubicBezTo>
                    <a:pt x="63" y="60"/>
                    <a:pt x="60" y="63"/>
                    <a:pt x="58" y="65"/>
                  </a:cubicBezTo>
                  <a:cubicBezTo>
                    <a:pt x="53" y="60"/>
                    <a:pt x="53" y="60"/>
                    <a:pt x="53" y="60"/>
                  </a:cubicBezTo>
                  <a:cubicBezTo>
                    <a:pt x="53" y="60"/>
                    <a:pt x="52" y="60"/>
                    <a:pt x="52" y="60"/>
                  </a:cubicBezTo>
                  <a:cubicBezTo>
                    <a:pt x="49" y="62"/>
                    <a:pt x="46" y="63"/>
                    <a:pt x="43" y="63"/>
                  </a:cubicBezTo>
                  <a:cubicBezTo>
                    <a:pt x="42" y="64"/>
                    <a:pt x="42" y="64"/>
                    <a:pt x="42" y="65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39" y="72"/>
                    <a:pt x="36" y="72"/>
                    <a:pt x="33" y="71"/>
                  </a:cubicBezTo>
                  <a:cubicBezTo>
                    <a:pt x="36" y="69"/>
                    <a:pt x="38" y="65"/>
                    <a:pt x="38" y="60"/>
                  </a:cubicBezTo>
                  <a:cubicBezTo>
                    <a:pt x="38" y="54"/>
                    <a:pt x="38" y="54"/>
                    <a:pt x="38" y="54"/>
                  </a:cubicBezTo>
                  <a:cubicBezTo>
                    <a:pt x="47" y="54"/>
                    <a:pt x="54" y="46"/>
                    <a:pt x="54" y="37"/>
                  </a:cubicBezTo>
                  <a:cubicBezTo>
                    <a:pt x="54" y="28"/>
                    <a:pt x="47" y="21"/>
                    <a:pt x="38" y="20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8"/>
                    <a:pt x="37" y="5"/>
                    <a:pt x="34" y="3"/>
                  </a:cubicBezTo>
                  <a:cubicBezTo>
                    <a:pt x="37" y="3"/>
                    <a:pt x="39" y="3"/>
                    <a:pt x="42" y="3"/>
                  </a:cubicBezTo>
                  <a:cubicBezTo>
                    <a:pt x="42" y="9"/>
                    <a:pt x="42" y="9"/>
                    <a:pt x="42" y="9"/>
                  </a:cubicBezTo>
                  <a:cubicBezTo>
                    <a:pt x="42" y="10"/>
                    <a:pt x="42" y="11"/>
                    <a:pt x="43" y="11"/>
                  </a:cubicBezTo>
                  <a:cubicBezTo>
                    <a:pt x="46" y="11"/>
                    <a:pt x="49" y="13"/>
                    <a:pt x="52" y="14"/>
                  </a:cubicBezTo>
                  <a:cubicBezTo>
                    <a:pt x="52" y="15"/>
                    <a:pt x="53" y="15"/>
                    <a:pt x="53" y="14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60" y="11"/>
                    <a:pt x="63" y="14"/>
                    <a:pt x="65" y="16"/>
                  </a:cubicBezTo>
                  <a:cubicBezTo>
                    <a:pt x="60" y="21"/>
                    <a:pt x="60" y="21"/>
                    <a:pt x="60" y="21"/>
                  </a:cubicBezTo>
                  <a:cubicBezTo>
                    <a:pt x="60" y="21"/>
                    <a:pt x="60" y="22"/>
                    <a:pt x="60" y="23"/>
                  </a:cubicBezTo>
                  <a:cubicBezTo>
                    <a:pt x="62" y="25"/>
                    <a:pt x="63" y="28"/>
                    <a:pt x="63" y="31"/>
                  </a:cubicBezTo>
                  <a:cubicBezTo>
                    <a:pt x="64" y="32"/>
                    <a:pt x="64" y="32"/>
                    <a:pt x="65" y="32"/>
                  </a:cubicBezTo>
                  <a:cubicBezTo>
                    <a:pt x="71" y="32"/>
                    <a:pt x="71" y="32"/>
                    <a:pt x="71" y="32"/>
                  </a:cubicBezTo>
                  <a:cubicBezTo>
                    <a:pt x="72" y="35"/>
                    <a:pt x="72" y="39"/>
                    <a:pt x="71" y="42"/>
                  </a:cubicBezTo>
                  <a:close/>
                  <a:moveTo>
                    <a:pt x="46" y="37"/>
                  </a:moveTo>
                  <a:cubicBezTo>
                    <a:pt x="46" y="33"/>
                    <a:pt x="43" y="29"/>
                    <a:pt x="38" y="29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6" y="23"/>
                    <a:pt x="52" y="29"/>
                    <a:pt x="52" y="37"/>
                  </a:cubicBezTo>
                  <a:cubicBezTo>
                    <a:pt x="52" y="45"/>
                    <a:pt x="46" y="51"/>
                    <a:pt x="38" y="52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43" y="45"/>
                    <a:pt x="46" y="41"/>
                    <a:pt x="46" y="37"/>
                  </a:cubicBezTo>
                  <a:close/>
                  <a:moveTo>
                    <a:pt x="38" y="43"/>
                  </a:moveTo>
                  <a:cubicBezTo>
                    <a:pt x="38" y="31"/>
                    <a:pt x="38" y="31"/>
                    <a:pt x="38" y="31"/>
                  </a:cubicBezTo>
                  <a:cubicBezTo>
                    <a:pt x="41" y="32"/>
                    <a:pt x="43" y="34"/>
                    <a:pt x="43" y="37"/>
                  </a:cubicBezTo>
                  <a:cubicBezTo>
                    <a:pt x="43" y="40"/>
                    <a:pt x="41" y="43"/>
                    <a:pt x="38" y="43"/>
                  </a:cubicBezTo>
                  <a:close/>
                  <a:moveTo>
                    <a:pt x="38" y="43"/>
                  </a:moveTo>
                  <a:cubicBezTo>
                    <a:pt x="38" y="43"/>
                    <a:pt x="38" y="43"/>
                    <a:pt x="38" y="4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1F1ACE05-C4F4-4DCF-AEA5-D471F0995391}"/>
              </a:ext>
            </a:extLst>
          </p:cNvPr>
          <p:cNvGrpSpPr/>
          <p:nvPr/>
        </p:nvGrpSpPr>
        <p:grpSpPr>
          <a:xfrm>
            <a:off x="2430112" y="3769052"/>
            <a:ext cx="785484" cy="785484"/>
            <a:chOff x="2347637" y="3686577"/>
            <a:chExt cx="950435" cy="950435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8373A6FC-F0DB-46BD-ABBE-B930903A3E18}"/>
                </a:ext>
              </a:extLst>
            </p:cNvPr>
            <p:cNvSpPr/>
            <p:nvPr/>
          </p:nvSpPr>
          <p:spPr>
            <a:xfrm>
              <a:off x="2347637" y="3686577"/>
              <a:ext cx="950435" cy="95043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E4090280-1C3E-4ABF-A1F5-01AF2AB4BECB}"/>
                </a:ext>
              </a:extLst>
            </p:cNvPr>
            <p:cNvGrpSpPr/>
            <p:nvPr/>
          </p:nvGrpSpPr>
          <p:grpSpPr>
            <a:xfrm>
              <a:off x="2528520" y="3900595"/>
              <a:ext cx="517319" cy="517316"/>
              <a:chOff x="4872038" y="563563"/>
              <a:chExt cx="246063" cy="246062"/>
            </a:xfrm>
            <a:solidFill>
              <a:schemeClr val="bg1"/>
            </a:solidFill>
          </p:grpSpPr>
          <p:sp>
            <p:nvSpPr>
              <p:cNvPr id="70" name="Freeform 394">
                <a:extLst>
                  <a:ext uri="{FF2B5EF4-FFF2-40B4-BE49-F238E27FC236}">
                    <a16:creationId xmlns:a16="http://schemas.microsoft.com/office/drawing/2014/main" id="{6A3C01A4-C02C-4DDC-8A0F-593C327B349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72038" y="646113"/>
                <a:ext cx="230188" cy="163512"/>
              </a:xfrm>
              <a:custGeom>
                <a:avLst/>
                <a:gdLst>
                  <a:gd name="T0" fmla="*/ 5 w 69"/>
                  <a:gd name="T1" fmla="*/ 49 h 49"/>
                  <a:gd name="T2" fmla="*/ 64 w 69"/>
                  <a:gd name="T3" fmla="*/ 49 h 49"/>
                  <a:gd name="T4" fmla="*/ 69 w 69"/>
                  <a:gd name="T5" fmla="*/ 44 h 49"/>
                  <a:gd name="T6" fmla="*/ 69 w 69"/>
                  <a:gd name="T7" fmla="*/ 40 h 49"/>
                  <a:gd name="T8" fmla="*/ 68 w 69"/>
                  <a:gd name="T9" fmla="*/ 39 h 49"/>
                  <a:gd name="T10" fmla="*/ 65 w 69"/>
                  <a:gd name="T11" fmla="*/ 39 h 49"/>
                  <a:gd name="T12" fmla="*/ 65 w 69"/>
                  <a:gd name="T13" fmla="*/ 20 h 49"/>
                  <a:gd name="T14" fmla="*/ 63 w 69"/>
                  <a:gd name="T15" fmla="*/ 20 h 49"/>
                  <a:gd name="T16" fmla="*/ 63 w 69"/>
                  <a:gd name="T17" fmla="*/ 39 h 49"/>
                  <a:gd name="T18" fmla="*/ 60 w 69"/>
                  <a:gd name="T19" fmla="*/ 39 h 49"/>
                  <a:gd name="T20" fmla="*/ 60 w 69"/>
                  <a:gd name="T21" fmla="*/ 20 h 49"/>
                  <a:gd name="T22" fmla="*/ 58 w 69"/>
                  <a:gd name="T23" fmla="*/ 20 h 49"/>
                  <a:gd name="T24" fmla="*/ 58 w 69"/>
                  <a:gd name="T25" fmla="*/ 39 h 49"/>
                  <a:gd name="T26" fmla="*/ 42 w 69"/>
                  <a:gd name="T27" fmla="*/ 39 h 49"/>
                  <a:gd name="T28" fmla="*/ 39 w 69"/>
                  <a:gd name="T29" fmla="*/ 41 h 49"/>
                  <a:gd name="T30" fmla="*/ 38 w 69"/>
                  <a:gd name="T31" fmla="*/ 42 h 49"/>
                  <a:gd name="T32" fmla="*/ 31 w 69"/>
                  <a:gd name="T33" fmla="*/ 42 h 49"/>
                  <a:gd name="T34" fmla="*/ 30 w 69"/>
                  <a:gd name="T35" fmla="*/ 41 h 49"/>
                  <a:gd name="T36" fmla="*/ 27 w 69"/>
                  <a:gd name="T37" fmla="*/ 39 h 49"/>
                  <a:gd name="T38" fmla="*/ 11 w 69"/>
                  <a:gd name="T39" fmla="*/ 39 h 49"/>
                  <a:gd name="T40" fmla="*/ 11 w 69"/>
                  <a:gd name="T41" fmla="*/ 9 h 49"/>
                  <a:gd name="T42" fmla="*/ 12 w 69"/>
                  <a:gd name="T43" fmla="*/ 7 h 49"/>
                  <a:gd name="T44" fmla="*/ 35 w 69"/>
                  <a:gd name="T45" fmla="*/ 7 h 49"/>
                  <a:gd name="T46" fmla="*/ 35 w 69"/>
                  <a:gd name="T47" fmla="*/ 5 h 49"/>
                  <a:gd name="T48" fmla="*/ 12 w 69"/>
                  <a:gd name="T49" fmla="*/ 5 h 49"/>
                  <a:gd name="T50" fmla="*/ 9 w 69"/>
                  <a:gd name="T51" fmla="*/ 9 h 49"/>
                  <a:gd name="T52" fmla="*/ 9 w 69"/>
                  <a:gd name="T53" fmla="*/ 39 h 49"/>
                  <a:gd name="T54" fmla="*/ 6 w 69"/>
                  <a:gd name="T55" fmla="*/ 39 h 49"/>
                  <a:gd name="T56" fmla="*/ 6 w 69"/>
                  <a:gd name="T57" fmla="*/ 6 h 49"/>
                  <a:gd name="T58" fmla="*/ 10 w 69"/>
                  <a:gd name="T59" fmla="*/ 2 h 49"/>
                  <a:gd name="T60" fmla="*/ 35 w 69"/>
                  <a:gd name="T61" fmla="*/ 2 h 49"/>
                  <a:gd name="T62" fmla="*/ 35 w 69"/>
                  <a:gd name="T63" fmla="*/ 0 h 49"/>
                  <a:gd name="T64" fmla="*/ 10 w 69"/>
                  <a:gd name="T65" fmla="*/ 0 h 49"/>
                  <a:gd name="T66" fmla="*/ 4 w 69"/>
                  <a:gd name="T67" fmla="*/ 6 h 49"/>
                  <a:gd name="T68" fmla="*/ 4 w 69"/>
                  <a:gd name="T69" fmla="*/ 39 h 49"/>
                  <a:gd name="T70" fmla="*/ 1 w 69"/>
                  <a:gd name="T71" fmla="*/ 39 h 49"/>
                  <a:gd name="T72" fmla="*/ 0 w 69"/>
                  <a:gd name="T73" fmla="*/ 40 h 49"/>
                  <a:gd name="T74" fmla="*/ 0 w 69"/>
                  <a:gd name="T75" fmla="*/ 44 h 49"/>
                  <a:gd name="T76" fmla="*/ 5 w 69"/>
                  <a:gd name="T77" fmla="*/ 49 h 49"/>
                  <a:gd name="T78" fmla="*/ 3 w 69"/>
                  <a:gd name="T79" fmla="*/ 42 h 49"/>
                  <a:gd name="T80" fmla="*/ 27 w 69"/>
                  <a:gd name="T81" fmla="*/ 42 h 49"/>
                  <a:gd name="T82" fmla="*/ 28 w 69"/>
                  <a:gd name="T83" fmla="*/ 42 h 49"/>
                  <a:gd name="T84" fmla="*/ 31 w 69"/>
                  <a:gd name="T85" fmla="*/ 44 h 49"/>
                  <a:gd name="T86" fmla="*/ 38 w 69"/>
                  <a:gd name="T87" fmla="*/ 44 h 49"/>
                  <a:gd name="T88" fmla="*/ 41 w 69"/>
                  <a:gd name="T89" fmla="*/ 42 h 49"/>
                  <a:gd name="T90" fmla="*/ 42 w 69"/>
                  <a:gd name="T91" fmla="*/ 42 h 49"/>
                  <a:gd name="T92" fmla="*/ 67 w 69"/>
                  <a:gd name="T93" fmla="*/ 42 h 49"/>
                  <a:gd name="T94" fmla="*/ 67 w 69"/>
                  <a:gd name="T95" fmla="*/ 44 h 49"/>
                  <a:gd name="T96" fmla="*/ 64 w 69"/>
                  <a:gd name="T97" fmla="*/ 47 h 49"/>
                  <a:gd name="T98" fmla="*/ 5 w 69"/>
                  <a:gd name="T99" fmla="*/ 47 h 49"/>
                  <a:gd name="T100" fmla="*/ 3 w 69"/>
                  <a:gd name="T101" fmla="*/ 44 h 49"/>
                  <a:gd name="T102" fmla="*/ 3 w 69"/>
                  <a:gd name="T103" fmla="*/ 42 h 49"/>
                  <a:gd name="T104" fmla="*/ 3 w 69"/>
                  <a:gd name="T105" fmla="*/ 42 h 49"/>
                  <a:gd name="T106" fmla="*/ 3 w 69"/>
                  <a:gd name="T107" fmla="*/ 42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69" h="49">
                    <a:moveTo>
                      <a:pt x="5" y="49"/>
                    </a:moveTo>
                    <a:cubicBezTo>
                      <a:pt x="64" y="49"/>
                      <a:pt x="64" y="49"/>
                      <a:pt x="64" y="49"/>
                    </a:cubicBezTo>
                    <a:cubicBezTo>
                      <a:pt x="67" y="49"/>
                      <a:pt x="69" y="47"/>
                      <a:pt x="69" y="44"/>
                    </a:cubicBezTo>
                    <a:cubicBezTo>
                      <a:pt x="69" y="40"/>
                      <a:pt x="69" y="40"/>
                      <a:pt x="69" y="40"/>
                    </a:cubicBezTo>
                    <a:cubicBezTo>
                      <a:pt x="69" y="40"/>
                      <a:pt x="68" y="39"/>
                      <a:pt x="68" y="39"/>
                    </a:cubicBezTo>
                    <a:cubicBezTo>
                      <a:pt x="65" y="39"/>
                      <a:pt x="65" y="39"/>
                      <a:pt x="65" y="39"/>
                    </a:cubicBezTo>
                    <a:cubicBezTo>
                      <a:pt x="65" y="20"/>
                      <a:pt x="65" y="20"/>
                      <a:pt x="65" y="20"/>
                    </a:cubicBezTo>
                    <a:cubicBezTo>
                      <a:pt x="63" y="20"/>
                      <a:pt x="63" y="20"/>
                      <a:pt x="63" y="20"/>
                    </a:cubicBezTo>
                    <a:cubicBezTo>
                      <a:pt x="63" y="39"/>
                      <a:pt x="63" y="39"/>
                      <a:pt x="63" y="39"/>
                    </a:cubicBezTo>
                    <a:cubicBezTo>
                      <a:pt x="60" y="39"/>
                      <a:pt x="60" y="39"/>
                      <a:pt x="60" y="39"/>
                    </a:cubicBezTo>
                    <a:cubicBezTo>
                      <a:pt x="60" y="20"/>
                      <a:pt x="60" y="20"/>
                      <a:pt x="60" y="20"/>
                    </a:cubicBezTo>
                    <a:cubicBezTo>
                      <a:pt x="58" y="20"/>
                      <a:pt x="58" y="20"/>
                      <a:pt x="58" y="20"/>
                    </a:cubicBezTo>
                    <a:cubicBezTo>
                      <a:pt x="58" y="39"/>
                      <a:pt x="58" y="39"/>
                      <a:pt x="58" y="39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41" y="39"/>
                      <a:pt x="40" y="40"/>
                      <a:pt x="39" y="41"/>
                    </a:cubicBezTo>
                    <a:cubicBezTo>
                      <a:pt x="39" y="41"/>
                      <a:pt x="39" y="42"/>
                      <a:pt x="38" y="42"/>
                    </a:cubicBezTo>
                    <a:cubicBezTo>
                      <a:pt x="31" y="42"/>
                      <a:pt x="31" y="42"/>
                      <a:pt x="31" y="42"/>
                    </a:cubicBezTo>
                    <a:cubicBezTo>
                      <a:pt x="31" y="42"/>
                      <a:pt x="31" y="41"/>
                      <a:pt x="30" y="41"/>
                    </a:cubicBezTo>
                    <a:cubicBezTo>
                      <a:pt x="30" y="40"/>
                      <a:pt x="29" y="39"/>
                      <a:pt x="27" y="39"/>
                    </a:cubicBezTo>
                    <a:cubicBezTo>
                      <a:pt x="11" y="39"/>
                      <a:pt x="11" y="39"/>
                      <a:pt x="11" y="39"/>
                    </a:cubicBezTo>
                    <a:cubicBezTo>
                      <a:pt x="11" y="9"/>
                      <a:pt x="11" y="9"/>
                      <a:pt x="11" y="9"/>
                    </a:cubicBezTo>
                    <a:cubicBezTo>
                      <a:pt x="11" y="8"/>
                      <a:pt x="12" y="7"/>
                      <a:pt x="12" y="7"/>
                    </a:cubicBezTo>
                    <a:cubicBezTo>
                      <a:pt x="35" y="7"/>
                      <a:pt x="35" y="7"/>
                      <a:pt x="35" y="7"/>
                    </a:cubicBezTo>
                    <a:cubicBezTo>
                      <a:pt x="35" y="5"/>
                      <a:pt x="35" y="5"/>
                      <a:pt x="35" y="5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0" y="5"/>
                      <a:pt x="9" y="6"/>
                      <a:pt x="9" y="9"/>
                    </a:cubicBezTo>
                    <a:cubicBezTo>
                      <a:pt x="9" y="39"/>
                      <a:pt x="9" y="39"/>
                      <a:pt x="9" y="39"/>
                    </a:cubicBezTo>
                    <a:cubicBezTo>
                      <a:pt x="6" y="39"/>
                      <a:pt x="6" y="39"/>
                      <a:pt x="6" y="39"/>
                    </a:cubicBezTo>
                    <a:cubicBezTo>
                      <a:pt x="6" y="6"/>
                      <a:pt x="6" y="6"/>
                      <a:pt x="6" y="6"/>
                    </a:cubicBezTo>
                    <a:cubicBezTo>
                      <a:pt x="6" y="4"/>
                      <a:pt x="8" y="2"/>
                      <a:pt x="10" y="2"/>
                    </a:cubicBezTo>
                    <a:cubicBezTo>
                      <a:pt x="35" y="2"/>
                      <a:pt x="35" y="2"/>
                      <a:pt x="35" y="2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7" y="0"/>
                      <a:pt x="4" y="3"/>
                      <a:pt x="4" y="6"/>
                    </a:cubicBezTo>
                    <a:cubicBezTo>
                      <a:pt x="4" y="39"/>
                      <a:pt x="4" y="39"/>
                      <a:pt x="4" y="39"/>
                    </a:cubicBezTo>
                    <a:cubicBezTo>
                      <a:pt x="1" y="39"/>
                      <a:pt x="1" y="39"/>
                      <a:pt x="1" y="39"/>
                    </a:cubicBezTo>
                    <a:cubicBezTo>
                      <a:pt x="1" y="39"/>
                      <a:pt x="0" y="40"/>
                      <a:pt x="0" y="40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7"/>
                      <a:pt x="2" y="49"/>
                      <a:pt x="5" y="49"/>
                    </a:cubicBezTo>
                    <a:close/>
                    <a:moveTo>
                      <a:pt x="3" y="42"/>
                    </a:moveTo>
                    <a:cubicBezTo>
                      <a:pt x="27" y="42"/>
                      <a:pt x="27" y="42"/>
                      <a:pt x="27" y="42"/>
                    </a:cubicBezTo>
                    <a:cubicBezTo>
                      <a:pt x="28" y="42"/>
                      <a:pt x="28" y="42"/>
                      <a:pt x="28" y="42"/>
                    </a:cubicBezTo>
                    <a:cubicBezTo>
                      <a:pt x="29" y="43"/>
                      <a:pt x="30" y="44"/>
                      <a:pt x="31" y="44"/>
                    </a:cubicBezTo>
                    <a:cubicBezTo>
                      <a:pt x="38" y="44"/>
                      <a:pt x="38" y="44"/>
                      <a:pt x="38" y="44"/>
                    </a:cubicBezTo>
                    <a:cubicBezTo>
                      <a:pt x="40" y="44"/>
                      <a:pt x="41" y="43"/>
                      <a:pt x="41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67" y="42"/>
                      <a:pt x="67" y="42"/>
                      <a:pt x="67" y="42"/>
                    </a:cubicBezTo>
                    <a:cubicBezTo>
                      <a:pt x="67" y="44"/>
                      <a:pt x="67" y="44"/>
                      <a:pt x="67" y="44"/>
                    </a:cubicBezTo>
                    <a:cubicBezTo>
                      <a:pt x="67" y="46"/>
                      <a:pt x="65" y="47"/>
                      <a:pt x="64" y="47"/>
                    </a:cubicBezTo>
                    <a:cubicBezTo>
                      <a:pt x="5" y="47"/>
                      <a:pt x="5" y="47"/>
                      <a:pt x="5" y="47"/>
                    </a:cubicBezTo>
                    <a:cubicBezTo>
                      <a:pt x="4" y="47"/>
                      <a:pt x="3" y="46"/>
                      <a:pt x="3" y="44"/>
                    </a:cubicBezTo>
                    <a:lnTo>
                      <a:pt x="3" y="42"/>
                    </a:lnTo>
                    <a:close/>
                    <a:moveTo>
                      <a:pt x="3" y="42"/>
                    </a:moveTo>
                    <a:cubicBezTo>
                      <a:pt x="3" y="42"/>
                      <a:pt x="3" y="42"/>
                      <a:pt x="3" y="42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1" name="Freeform 395">
                <a:extLst>
                  <a:ext uri="{FF2B5EF4-FFF2-40B4-BE49-F238E27FC236}">
                    <a16:creationId xmlns:a16="http://schemas.microsoft.com/office/drawing/2014/main" id="{525D72CF-875E-429B-AA69-0BF71785BD1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926013" y="712788"/>
                <a:ext cx="122238" cy="39687"/>
              </a:xfrm>
              <a:custGeom>
                <a:avLst/>
                <a:gdLst>
                  <a:gd name="T0" fmla="*/ 0 w 37"/>
                  <a:gd name="T1" fmla="*/ 1 h 12"/>
                  <a:gd name="T2" fmla="*/ 0 w 37"/>
                  <a:gd name="T3" fmla="*/ 11 h 12"/>
                  <a:gd name="T4" fmla="*/ 1 w 37"/>
                  <a:gd name="T5" fmla="*/ 12 h 12"/>
                  <a:gd name="T6" fmla="*/ 36 w 37"/>
                  <a:gd name="T7" fmla="*/ 12 h 12"/>
                  <a:gd name="T8" fmla="*/ 37 w 37"/>
                  <a:gd name="T9" fmla="*/ 11 h 12"/>
                  <a:gd name="T10" fmla="*/ 37 w 37"/>
                  <a:gd name="T11" fmla="*/ 1 h 12"/>
                  <a:gd name="T12" fmla="*/ 36 w 37"/>
                  <a:gd name="T13" fmla="*/ 0 h 12"/>
                  <a:gd name="T14" fmla="*/ 1 w 37"/>
                  <a:gd name="T15" fmla="*/ 0 h 12"/>
                  <a:gd name="T16" fmla="*/ 0 w 37"/>
                  <a:gd name="T17" fmla="*/ 1 h 12"/>
                  <a:gd name="T18" fmla="*/ 3 w 37"/>
                  <a:gd name="T19" fmla="*/ 2 h 12"/>
                  <a:gd name="T20" fmla="*/ 35 w 37"/>
                  <a:gd name="T21" fmla="*/ 2 h 12"/>
                  <a:gd name="T22" fmla="*/ 35 w 37"/>
                  <a:gd name="T23" fmla="*/ 9 h 12"/>
                  <a:gd name="T24" fmla="*/ 3 w 37"/>
                  <a:gd name="T25" fmla="*/ 9 h 12"/>
                  <a:gd name="T26" fmla="*/ 3 w 37"/>
                  <a:gd name="T27" fmla="*/ 2 h 12"/>
                  <a:gd name="T28" fmla="*/ 3 w 37"/>
                  <a:gd name="T29" fmla="*/ 2 h 12"/>
                  <a:gd name="T30" fmla="*/ 3 w 37"/>
                  <a:gd name="T31" fmla="*/ 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7" h="12">
                    <a:moveTo>
                      <a:pt x="0" y="1"/>
                    </a:moveTo>
                    <a:cubicBezTo>
                      <a:pt x="0" y="11"/>
                      <a:pt x="0" y="11"/>
                      <a:pt x="0" y="11"/>
                    </a:cubicBezTo>
                    <a:cubicBezTo>
                      <a:pt x="0" y="11"/>
                      <a:pt x="1" y="12"/>
                      <a:pt x="1" y="12"/>
                    </a:cubicBezTo>
                    <a:cubicBezTo>
                      <a:pt x="36" y="12"/>
                      <a:pt x="36" y="12"/>
                      <a:pt x="36" y="12"/>
                    </a:cubicBezTo>
                    <a:cubicBezTo>
                      <a:pt x="37" y="12"/>
                      <a:pt x="37" y="11"/>
                      <a:pt x="37" y="11"/>
                    </a:cubicBezTo>
                    <a:cubicBezTo>
                      <a:pt x="37" y="1"/>
                      <a:pt x="37" y="1"/>
                      <a:pt x="37" y="1"/>
                    </a:cubicBezTo>
                    <a:cubicBezTo>
                      <a:pt x="37" y="0"/>
                      <a:pt x="37" y="0"/>
                      <a:pt x="36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1"/>
                    </a:cubicBezTo>
                    <a:close/>
                    <a:moveTo>
                      <a:pt x="3" y="2"/>
                    </a:moveTo>
                    <a:cubicBezTo>
                      <a:pt x="35" y="2"/>
                      <a:pt x="35" y="2"/>
                      <a:pt x="35" y="2"/>
                    </a:cubicBezTo>
                    <a:cubicBezTo>
                      <a:pt x="35" y="9"/>
                      <a:pt x="35" y="9"/>
                      <a:pt x="35" y="9"/>
                    </a:cubicBezTo>
                    <a:cubicBezTo>
                      <a:pt x="3" y="9"/>
                      <a:pt x="3" y="9"/>
                      <a:pt x="3" y="9"/>
                    </a:cubicBezTo>
                    <a:lnTo>
                      <a:pt x="3" y="2"/>
                    </a:lnTo>
                    <a:close/>
                    <a:moveTo>
                      <a:pt x="3" y="2"/>
                    </a:moveTo>
                    <a:cubicBezTo>
                      <a:pt x="3" y="2"/>
                      <a:pt x="3" y="2"/>
                      <a:pt x="3" y="2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2" name="Rectangle 396">
                <a:extLst>
                  <a:ext uri="{FF2B5EF4-FFF2-40B4-BE49-F238E27FC236}">
                    <a16:creationId xmlns:a16="http://schemas.microsoft.com/office/drawing/2014/main" id="{A5B7942A-F7AC-4B9F-B102-B34F59874B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41888" y="725488"/>
                <a:ext cx="11113" cy="1111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3" name="Rectangle 397">
                <a:extLst>
                  <a:ext uri="{FF2B5EF4-FFF2-40B4-BE49-F238E27FC236}">
                    <a16:creationId xmlns:a16="http://schemas.microsoft.com/office/drawing/2014/main" id="{3617AC42-2FC2-4961-902D-9710B12D0E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59350" y="725488"/>
                <a:ext cx="6350" cy="1111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4" name="Rectangle 398">
                <a:extLst>
                  <a:ext uri="{FF2B5EF4-FFF2-40B4-BE49-F238E27FC236}">
                    <a16:creationId xmlns:a16="http://schemas.microsoft.com/office/drawing/2014/main" id="{D3B26426-DA6C-4C92-B373-0B264CD472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75225" y="725488"/>
                <a:ext cx="7938" cy="1111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5" name="Rectangle 399">
                <a:extLst>
                  <a:ext uri="{FF2B5EF4-FFF2-40B4-BE49-F238E27FC236}">
                    <a16:creationId xmlns:a16="http://schemas.microsoft.com/office/drawing/2014/main" id="{1D0C1129-14A3-45BB-9860-D2EF734AC5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92688" y="725488"/>
                <a:ext cx="6350" cy="1111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6" name="Freeform 400">
                <a:extLst>
                  <a:ext uri="{FF2B5EF4-FFF2-40B4-BE49-F238E27FC236}">
                    <a16:creationId xmlns:a16="http://schemas.microsoft.com/office/drawing/2014/main" id="{C9B51106-81D7-4E41-9488-69E2E08E4E1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995863" y="563563"/>
                <a:ext cx="122238" cy="139700"/>
              </a:xfrm>
              <a:custGeom>
                <a:avLst/>
                <a:gdLst>
                  <a:gd name="T0" fmla="*/ 33 w 37"/>
                  <a:gd name="T1" fmla="*/ 19 h 42"/>
                  <a:gd name="T2" fmla="*/ 33 w 37"/>
                  <a:gd name="T3" fmla="*/ 15 h 42"/>
                  <a:gd name="T4" fmla="*/ 19 w 37"/>
                  <a:gd name="T5" fmla="*/ 0 h 42"/>
                  <a:gd name="T6" fmla="*/ 4 w 37"/>
                  <a:gd name="T7" fmla="*/ 15 h 42"/>
                  <a:gd name="T8" fmla="*/ 4 w 37"/>
                  <a:gd name="T9" fmla="*/ 19 h 42"/>
                  <a:gd name="T10" fmla="*/ 0 w 37"/>
                  <a:gd name="T11" fmla="*/ 23 h 42"/>
                  <a:gd name="T12" fmla="*/ 0 w 37"/>
                  <a:gd name="T13" fmla="*/ 38 h 42"/>
                  <a:gd name="T14" fmla="*/ 4 w 37"/>
                  <a:gd name="T15" fmla="*/ 42 h 42"/>
                  <a:gd name="T16" fmla="*/ 33 w 37"/>
                  <a:gd name="T17" fmla="*/ 42 h 42"/>
                  <a:gd name="T18" fmla="*/ 37 w 37"/>
                  <a:gd name="T19" fmla="*/ 38 h 42"/>
                  <a:gd name="T20" fmla="*/ 37 w 37"/>
                  <a:gd name="T21" fmla="*/ 23 h 42"/>
                  <a:gd name="T22" fmla="*/ 33 w 37"/>
                  <a:gd name="T23" fmla="*/ 19 h 42"/>
                  <a:gd name="T24" fmla="*/ 6 w 37"/>
                  <a:gd name="T25" fmla="*/ 15 h 42"/>
                  <a:gd name="T26" fmla="*/ 19 w 37"/>
                  <a:gd name="T27" fmla="*/ 3 h 42"/>
                  <a:gd name="T28" fmla="*/ 31 w 37"/>
                  <a:gd name="T29" fmla="*/ 15 h 42"/>
                  <a:gd name="T30" fmla="*/ 31 w 37"/>
                  <a:gd name="T31" fmla="*/ 19 h 42"/>
                  <a:gd name="T32" fmla="*/ 28 w 37"/>
                  <a:gd name="T33" fmla="*/ 19 h 42"/>
                  <a:gd name="T34" fmla="*/ 28 w 37"/>
                  <a:gd name="T35" fmla="*/ 15 h 42"/>
                  <a:gd name="T36" fmla="*/ 19 w 37"/>
                  <a:gd name="T37" fmla="*/ 5 h 42"/>
                  <a:gd name="T38" fmla="*/ 9 w 37"/>
                  <a:gd name="T39" fmla="*/ 15 h 42"/>
                  <a:gd name="T40" fmla="*/ 9 w 37"/>
                  <a:gd name="T41" fmla="*/ 19 h 42"/>
                  <a:gd name="T42" fmla="*/ 6 w 37"/>
                  <a:gd name="T43" fmla="*/ 19 h 42"/>
                  <a:gd name="T44" fmla="*/ 6 w 37"/>
                  <a:gd name="T45" fmla="*/ 15 h 42"/>
                  <a:gd name="T46" fmla="*/ 11 w 37"/>
                  <a:gd name="T47" fmla="*/ 19 h 42"/>
                  <a:gd name="T48" fmla="*/ 11 w 37"/>
                  <a:gd name="T49" fmla="*/ 15 h 42"/>
                  <a:gd name="T50" fmla="*/ 19 w 37"/>
                  <a:gd name="T51" fmla="*/ 8 h 42"/>
                  <a:gd name="T52" fmla="*/ 26 w 37"/>
                  <a:gd name="T53" fmla="*/ 15 h 42"/>
                  <a:gd name="T54" fmla="*/ 26 w 37"/>
                  <a:gd name="T55" fmla="*/ 19 h 42"/>
                  <a:gd name="T56" fmla="*/ 11 w 37"/>
                  <a:gd name="T57" fmla="*/ 19 h 42"/>
                  <a:gd name="T58" fmla="*/ 34 w 37"/>
                  <a:gd name="T59" fmla="*/ 38 h 42"/>
                  <a:gd name="T60" fmla="*/ 33 w 37"/>
                  <a:gd name="T61" fmla="*/ 40 h 42"/>
                  <a:gd name="T62" fmla="*/ 4 w 37"/>
                  <a:gd name="T63" fmla="*/ 40 h 42"/>
                  <a:gd name="T64" fmla="*/ 3 w 37"/>
                  <a:gd name="T65" fmla="*/ 38 h 42"/>
                  <a:gd name="T66" fmla="*/ 3 w 37"/>
                  <a:gd name="T67" fmla="*/ 23 h 42"/>
                  <a:gd name="T68" fmla="*/ 4 w 37"/>
                  <a:gd name="T69" fmla="*/ 21 h 42"/>
                  <a:gd name="T70" fmla="*/ 33 w 37"/>
                  <a:gd name="T71" fmla="*/ 21 h 42"/>
                  <a:gd name="T72" fmla="*/ 34 w 37"/>
                  <a:gd name="T73" fmla="*/ 23 h 42"/>
                  <a:gd name="T74" fmla="*/ 34 w 37"/>
                  <a:gd name="T75" fmla="*/ 38 h 42"/>
                  <a:gd name="T76" fmla="*/ 34 w 37"/>
                  <a:gd name="T77" fmla="*/ 38 h 42"/>
                  <a:gd name="T78" fmla="*/ 34 w 37"/>
                  <a:gd name="T79" fmla="*/ 38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37" h="42">
                    <a:moveTo>
                      <a:pt x="33" y="19"/>
                    </a:moveTo>
                    <a:cubicBezTo>
                      <a:pt x="33" y="15"/>
                      <a:pt x="33" y="15"/>
                      <a:pt x="33" y="15"/>
                    </a:cubicBezTo>
                    <a:cubicBezTo>
                      <a:pt x="33" y="7"/>
                      <a:pt x="27" y="0"/>
                      <a:pt x="19" y="0"/>
                    </a:cubicBezTo>
                    <a:cubicBezTo>
                      <a:pt x="10" y="0"/>
                      <a:pt x="4" y="7"/>
                      <a:pt x="4" y="15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2" y="19"/>
                      <a:pt x="0" y="21"/>
                      <a:pt x="0" y="23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40"/>
                      <a:pt x="2" y="42"/>
                      <a:pt x="4" y="42"/>
                    </a:cubicBezTo>
                    <a:cubicBezTo>
                      <a:pt x="33" y="42"/>
                      <a:pt x="33" y="42"/>
                      <a:pt x="33" y="42"/>
                    </a:cubicBezTo>
                    <a:cubicBezTo>
                      <a:pt x="35" y="42"/>
                      <a:pt x="37" y="40"/>
                      <a:pt x="37" y="38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7" y="21"/>
                      <a:pt x="35" y="19"/>
                      <a:pt x="33" y="19"/>
                    </a:cubicBezTo>
                    <a:close/>
                    <a:moveTo>
                      <a:pt x="6" y="15"/>
                    </a:moveTo>
                    <a:cubicBezTo>
                      <a:pt x="6" y="8"/>
                      <a:pt x="12" y="3"/>
                      <a:pt x="19" y="3"/>
                    </a:cubicBezTo>
                    <a:cubicBezTo>
                      <a:pt x="25" y="3"/>
                      <a:pt x="31" y="8"/>
                      <a:pt x="31" y="15"/>
                    </a:cubicBezTo>
                    <a:cubicBezTo>
                      <a:pt x="31" y="19"/>
                      <a:pt x="31" y="19"/>
                      <a:pt x="31" y="19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28" y="15"/>
                      <a:pt x="28" y="15"/>
                      <a:pt x="28" y="15"/>
                    </a:cubicBezTo>
                    <a:cubicBezTo>
                      <a:pt x="28" y="10"/>
                      <a:pt x="24" y="5"/>
                      <a:pt x="19" y="5"/>
                    </a:cubicBezTo>
                    <a:cubicBezTo>
                      <a:pt x="13" y="5"/>
                      <a:pt x="9" y="10"/>
                      <a:pt x="9" y="15"/>
                    </a:cubicBezTo>
                    <a:cubicBezTo>
                      <a:pt x="9" y="19"/>
                      <a:pt x="9" y="19"/>
                      <a:pt x="9" y="19"/>
                    </a:cubicBezTo>
                    <a:cubicBezTo>
                      <a:pt x="6" y="19"/>
                      <a:pt x="6" y="19"/>
                      <a:pt x="6" y="19"/>
                    </a:cubicBezTo>
                    <a:lnTo>
                      <a:pt x="6" y="15"/>
                    </a:lnTo>
                    <a:close/>
                    <a:moveTo>
                      <a:pt x="11" y="19"/>
                    </a:moveTo>
                    <a:cubicBezTo>
                      <a:pt x="11" y="15"/>
                      <a:pt x="11" y="15"/>
                      <a:pt x="11" y="15"/>
                    </a:cubicBezTo>
                    <a:cubicBezTo>
                      <a:pt x="11" y="11"/>
                      <a:pt x="14" y="8"/>
                      <a:pt x="19" y="8"/>
                    </a:cubicBezTo>
                    <a:cubicBezTo>
                      <a:pt x="23" y="8"/>
                      <a:pt x="26" y="11"/>
                      <a:pt x="26" y="15"/>
                    </a:cubicBezTo>
                    <a:cubicBezTo>
                      <a:pt x="26" y="19"/>
                      <a:pt x="26" y="19"/>
                      <a:pt x="26" y="19"/>
                    </a:cubicBezTo>
                    <a:lnTo>
                      <a:pt x="11" y="19"/>
                    </a:lnTo>
                    <a:close/>
                    <a:moveTo>
                      <a:pt x="34" y="38"/>
                    </a:moveTo>
                    <a:cubicBezTo>
                      <a:pt x="34" y="39"/>
                      <a:pt x="34" y="40"/>
                      <a:pt x="33" y="40"/>
                    </a:cubicBezTo>
                    <a:cubicBezTo>
                      <a:pt x="4" y="40"/>
                      <a:pt x="4" y="40"/>
                      <a:pt x="4" y="40"/>
                    </a:cubicBezTo>
                    <a:cubicBezTo>
                      <a:pt x="3" y="40"/>
                      <a:pt x="3" y="39"/>
                      <a:pt x="3" y="38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2"/>
                      <a:pt x="3" y="21"/>
                      <a:pt x="4" y="21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4" y="21"/>
                      <a:pt x="34" y="22"/>
                      <a:pt x="34" y="23"/>
                    </a:cubicBezTo>
                    <a:lnTo>
                      <a:pt x="34" y="38"/>
                    </a:lnTo>
                    <a:close/>
                    <a:moveTo>
                      <a:pt x="34" y="38"/>
                    </a:moveTo>
                    <a:cubicBezTo>
                      <a:pt x="34" y="38"/>
                      <a:pt x="34" y="38"/>
                      <a:pt x="34" y="3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7" name="Freeform 401">
                <a:extLst>
                  <a:ext uri="{FF2B5EF4-FFF2-40B4-BE49-F238E27FC236}">
                    <a16:creationId xmlns:a16="http://schemas.microsoft.com/office/drawing/2014/main" id="{5B6CD381-C952-41BD-8FAC-930A1174CB0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045075" y="649288"/>
                <a:ext cx="23813" cy="33337"/>
              </a:xfrm>
              <a:custGeom>
                <a:avLst/>
                <a:gdLst>
                  <a:gd name="T0" fmla="*/ 4 w 7"/>
                  <a:gd name="T1" fmla="*/ 0 h 10"/>
                  <a:gd name="T2" fmla="*/ 0 w 7"/>
                  <a:gd name="T3" fmla="*/ 3 h 10"/>
                  <a:gd name="T4" fmla="*/ 2 w 7"/>
                  <a:gd name="T5" fmla="*/ 7 h 10"/>
                  <a:gd name="T6" fmla="*/ 2 w 7"/>
                  <a:gd name="T7" fmla="*/ 10 h 10"/>
                  <a:gd name="T8" fmla="*/ 5 w 7"/>
                  <a:gd name="T9" fmla="*/ 10 h 10"/>
                  <a:gd name="T10" fmla="*/ 5 w 7"/>
                  <a:gd name="T11" fmla="*/ 7 h 10"/>
                  <a:gd name="T12" fmla="*/ 7 w 7"/>
                  <a:gd name="T13" fmla="*/ 3 h 10"/>
                  <a:gd name="T14" fmla="*/ 4 w 7"/>
                  <a:gd name="T15" fmla="*/ 0 h 10"/>
                  <a:gd name="T16" fmla="*/ 4 w 7"/>
                  <a:gd name="T17" fmla="*/ 5 h 10"/>
                  <a:gd name="T18" fmla="*/ 2 w 7"/>
                  <a:gd name="T19" fmla="*/ 4 h 10"/>
                  <a:gd name="T20" fmla="*/ 4 w 7"/>
                  <a:gd name="T21" fmla="*/ 3 h 10"/>
                  <a:gd name="T22" fmla="*/ 5 w 7"/>
                  <a:gd name="T23" fmla="*/ 4 h 10"/>
                  <a:gd name="T24" fmla="*/ 4 w 7"/>
                  <a:gd name="T25" fmla="*/ 5 h 10"/>
                  <a:gd name="T26" fmla="*/ 4 w 7"/>
                  <a:gd name="T27" fmla="*/ 5 h 10"/>
                  <a:gd name="T28" fmla="*/ 4 w 7"/>
                  <a:gd name="T29" fmla="*/ 5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" h="10">
                    <a:moveTo>
                      <a:pt x="4" y="0"/>
                    </a:moveTo>
                    <a:cubicBezTo>
                      <a:pt x="2" y="0"/>
                      <a:pt x="0" y="1"/>
                      <a:pt x="0" y="3"/>
                    </a:cubicBezTo>
                    <a:cubicBezTo>
                      <a:pt x="0" y="5"/>
                      <a:pt x="1" y="7"/>
                      <a:pt x="2" y="7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5" y="10"/>
                      <a:pt x="5" y="10"/>
                      <a:pt x="5" y="10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6" y="7"/>
                      <a:pt x="7" y="5"/>
                      <a:pt x="7" y="3"/>
                    </a:cubicBezTo>
                    <a:cubicBezTo>
                      <a:pt x="7" y="1"/>
                      <a:pt x="5" y="0"/>
                      <a:pt x="4" y="0"/>
                    </a:cubicBezTo>
                    <a:close/>
                    <a:moveTo>
                      <a:pt x="4" y="5"/>
                    </a:moveTo>
                    <a:cubicBezTo>
                      <a:pt x="3" y="5"/>
                      <a:pt x="2" y="5"/>
                      <a:pt x="2" y="4"/>
                    </a:cubicBezTo>
                    <a:cubicBezTo>
                      <a:pt x="2" y="3"/>
                      <a:pt x="3" y="3"/>
                      <a:pt x="4" y="3"/>
                    </a:cubicBezTo>
                    <a:cubicBezTo>
                      <a:pt x="4" y="3"/>
                      <a:pt x="5" y="3"/>
                      <a:pt x="5" y="4"/>
                    </a:cubicBezTo>
                    <a:cubicBezTo>
                      <a:pt x="5" y="5"/>
                      <a:pt x="4" y="5"/>
                      <a:pt x="4" y="5"/>
                    </a:cubicBezTo>
                    <a:close/>
                    <a:moveTo>
                      <a:pt x="4" y="5"/>
                    </a:moveTo>
                    <a:cubicBezTo>
                      <a:pt x="4" y="5"/>
                      <a:pt x="4" y="5"/>
                      <a:pt x="4" y="5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8" name="Rectangle 402">
                <a:extLst>
                  <a:ext uri="{FF2B5EF4-FFF2-40B4-BE49-F238E27FC236}">
                    <a16:creationId xmlns:a16="http://schemas.microsoft.com/office/drawing/2014/main" id="{D62A030B-948B-4826-B66B-ECCEB0C2BD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46650" y="630238"/>
                <a:ext cx="9525" cy="635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9" name="Rectangle 403">
                <a:extLst>
                  <a:ext uri="{FF2B5EF4-FFF2-40B4-BE49-F238E27FC236}">
                    <a16:creationId xmlns:a16="http://schemas.microsoft.com/office/drawing/2014/main" id="{4F537A0F-5492-4156-A661-9268DDA55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46650" y="612775"/>
                <a:ext cx="9525" cy="1111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" name="Rectangle 404">
                <a:extLst>
                  <a:ext uri="{FF2B5EF4-FFF2-40B4-BE49-F238E27FC236}">
                    <a16:creationId xmlns:a16="http://schemas.microsoft.com/office/drawing/2014/main" id="{7276864B-9460-4ABD-958D-2D0A064BB1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46650" y="596900"/>
                <a:ext cx="9525" cy="95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" name="Rectangle 405">
                <a:extLst>
                  <a:ext uri="{FF2B5EF4-FFF2-40B4-BE49-F238E27FC236}">
                    <a16:creationId xmlns:a16="http://schemas.microsoft.com/office/drawing/2014/main" id="{2E5B74E6-693D-437F-B6DB-B494FB9CC7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46650" y="579438"/>
                <a:ext cx="9525" cy="1111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Rectangle 406">
                <a:extLst>
                  <a:ext uri="{FF2B5EF4-FFF2-40B4-BE49-F238E27FC236}">
                    <a16:creationId xmlns:a16="http://schemas.microsoft.com/office/drawing/2014/main" id="{A9C4BDE8-2F0C-4045-99F4-3AC6C44768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62525" y="579438"/>
                <a:ext cx="9525" cy="1111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Rectangle 408">
                <a:extLst>
                  <a:ext uri="{FF2B5EF4-FFF2-40B4-BE49-F238E27FC236}">
                    <a16:creationId xmlns:a16="http://schemas.microsoft.com/office/drawing/2014/main" id="{DD6A33EA-421F-44D9-BB3E-913476679E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78400" y="579438"/>
                <a:ext cx="11113" cy="1111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Rectangle 409">
                <a:extLst>
                  <a:ext uri="{FF2B5EF4-FFF2-40B4-BE49-F238E27FC236}">
                    <a16:creationId xmlns:a16="http://schemas.microsoft.com/office/drawing/2014/main" id="{227609CD-3E83-49A3-9585-F64284DA6E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95863" y="579438"/>
                <a:ext cx="9525" cy="1111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2B6C664-68E1-4D62-8D6C-8D3F0D084CF4}"/>
              </a:ext>
            </a:extLst>
          </p:cNvPr>
          <p:cNvGrpSpPr/>
          <p:nvPr/>
        </p:nvGrpSpPr>
        <p:grpSpPr>
          <a:xfrm>
            <a:off x="8930181" y="3769051"/>
            <a:ext cx="785484" cy="785484"/>
            <a:chOff x="8847706" y="3686576"/>
            <a:chExt cx="950435" cy="950435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6C86A96C-17D9-482D-B349-058D90F80B05}"/>
                </a:ext>
              </a:extLst>
            </p:cNvPr>
            <p:cNvSpPr/>
            <p:nvPr/>
          </p:nvSpPr>
          <p:spPr>
            <a:xfrm>
              <a:off x="8847706" y="3686576"/>
              <a:ext cx="950435" cy="95043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CB7DA58B-CDF9-4B8B-8A15-96F18661D98C}"/>
                </a:ext>
              </a:extLst>
            </p:cNvPr>
            <p:cNvGrpSpPr/>
            <p:nvPr/>
          </p:nvGrpSpPr>
          <p:grpSpPr>
            <a:xfrm>
              <a:off x="9059520" y="3922717"/>
              <a:ext cx="517319" cy="510642"/>
              <a:chOff x="6616700" y="4335463"/>
              <a:chExt cx="246063" cy="242887"/>
            </a:xfrm>
            <a:solidFill>
              <a:schemeClr val="bg1"/>
            </a:solidFill>
          </p:grpSpPr>
          <p:sp>
            <p:nvSpPr>
              <p:cNvPr id="86" name="Freeform 23">
                <a:extLst>
                  <a:ext uri="{FF2B5EF4-FFF2-40B4-BE49-F238E27FC236}">
                    <a16:creationId xmlns:a16="http://schemas.microsoft.com/office/drawing/2014/main" id="{D4D44FD7-67B6-41E6-850B-3C69529DEC2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16700" y="4335463"/>
                <a:ext cx="139700" cy="190500"/>
              </a:xfrm>
              <a:custGeom>
                <a:avLst/>
                <a:gdLst>
                  <a:gd name="T0" fmla="*/ 37 w 42"/>
                  <a:gd name="T1" fmla="*/ 0 h 57"/>
                  <a:gd name="T2" fmla="*/ 31 w 42"/>
                  <a:gd name="T3" fmla="*/ 0 h 57"/>
                  <a:gd name="T4" fmla="*/ 8 w 42"/>
                  <a:gd name="T5" fmla="*/ 23 h 57"/>
                  <a:gd name="T6" fmla="*/ 8 w 42"/>
                  <a:gd name="T7" fmla="*/ 25 h 57"/>
                  <a:gd name="T8" fmla="*/ 0 w 42"/>
                  <a:gd name="T9" fmla="*/ 39 h 57"/>
                  <a:gd name="T10" fmla="*/ 0 w 42"/>
                  <a:gd name="T11" fmla="*/ 40 h 57"/>
                  <a:gd name="T12" fmla="*/ 0 w 42"/>
                  <a:gd name="T13" fmla="*/ 40 h 57"/>
                  <a:gd name="T14" fmla="*/ 5 w 42"/>
                  <a:gd name="T15" fmla="*/ 44 h 57"/>
                  <a:gd name="T16" fmla="*/ 8 w 42"/>
                  <a:gd name="T17" fmla="*/ 45 h 57"/>
                  <a:gd name="T18" fmla="*/ 8 w 42"/>
                  <a:gd name="T19" fmla="*/ 50 h 57"/>
                  <a:gd name="T20" fmla="*/ 8 w 42"/>
                  <a:gd name="T21" fmla="*/ 51 h 57"/>
                  <a:gd name="T22" fmla="*/ 14 w 42"/>
                  <a:gd name="T23" fmla="*/ 57 h 57"/>
                  <a:gd name="T24" fmla="*/ 23 w 42"/>
                  <a:gd name="T25" fmla="*/ 57 h 57"/>
                  <a:gd name="T26" fmla="*/ 24 w 42"/>
                  <a:gd name="T27" fmla="*/ 57 h 57"/>
                  <a:gd name="T28" fmla="*/ 28 w 42"/>
                  <a:gd name="T29" fmla="*/ 52 h 57"/>
                  <a:gd name="T30" fmla="*/ 28 w 42"/>
                  <a:gd name="T31" fmla="*/ 43 h 57"/>
                  <a:gd name="T32" fmla="*/ 25 w 42"/>
                  <a:gd name="T33" fmla="*/ 43 h 57"/>
                  <a:gd name="T34" fmla="*/ 25 w 42"/>
                  <a:gd name="T35" fmla="*/ 52 h 57"/>
                  <a:gd name="T36" fmla="*/ 25 w 42"/>
                  <a:gd name="T37" fmla="*/ 52 h 57"/>
                  <a:gd name="T38" fmla="*/ 23 w 42"/>
                  <a:gd name="T39" fmla="*/ 53 h 57"/>
                  <a:gd name="T40" fmla="*/ 14 w 42"/>
                  <a:gd name="T41" fmla="*/ 53 h 57"/>
                  <a:gd name="T42" fmla="*/ 14 w 42"/>
                  <a:gd name="T43" fmla="*/ 53 h 57"/>
                  <a:gd name="T44" fmla="*/ 11 w 42"/>
                  <a:gd name="T45" fmla="*/ 50 h 57"/>
                  <a:gd name="T46" fmla="*/ 11 w 42"/>
                  <a:gd name="T47" fmla="*/ 45 h 57"/>
                  <a:gd name="T48" fmla="*/ 10 w 42"/>
                  <a:gd name="T49" fmla="*/ 44 h 57"/>
                  <a:gd name="T50" fmla="*/ 5 w 42"/>
                  <a:gd name="T51" fmla="*/ 41 h 57"/>
                  <a:gd name="T52" fmla="*/ 5 w 42"/>
                  <a:gd name="T53" fmla="*/ 41 h 57"/>
                  <a:gd name="T54" fmla="*/ 3 w 42"/>
                  <a:gd name="T55" fmla="*/ 40 h 57"/>
                  <a:gd name="T56" fmla="*/ 11 w 42"/>
                  <a:gd name="T57" fmla="*/ 26 h 57"/>
                  <a:gd name="T58" fmla="*/ 11 w 42"/>
                  <a:gd name="T59" fmla="*/ 26 h 57"/>
                  <a:gd name="T60" fmla="*/ 11 w 42"/>
                  <a:gd name="T61" fmla="*/ 23 h 57"/>
                  <a:gd name="T62" fmla="*/ 31 w 42"/>
                  <a:gd name="T63" fmla="*/ 3 h 57"/>
                  <a:gd name="T64" fmla="*/ 37 w 42"/>
                  <a:gd name="T65" fmla="*/ 3 h 57"/>
                  <a:gd name="T66" fmla="*/ 37 w 42"/>
                  <a:gd name="T67" fmla="*/ 3 h 57"/>
                  <a:gd name="T68" fmla="*/ 39 w 42"/>
                  <a:gd name="T69" fmla="*/ 4 h 57"/>
                  <a:gd name="T70" fmla="*/ 39 w 42"/>
                  <a:gd name="T71" fmla="*/ 12 h 57"/>
                  <a:gd name="T72" fmla="*/ 42 w 42"/>
                  <a:gd name="T73" fmla="*/ 12 h 57"/>
                  <a:gd name="T74" fmla="*/ 42 w 42"/>
                  <a:gd name="T75" fmla="*/ 4 h 57"/>
                  <a:gd name="T76" fmla="*/ 42 w 42"/>
                  <a:gd name="T77" fmla="*/ 4 h 57"/>
                  <a:gd name="T78" fmla="*/ 37 w 42"/>
                  <a:gd name="T79" fmla="*/ 0 h 57"/>
                  <a:gd name="T80" fmla="*/ 37 w 42"/>
                  <a:gd name="T81" fmla="*/ 0 h 57"/>
                  <a:gd name="T82" fmla="*/ 37 w 42"/>
                  <a:gd name="T83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42" h="57">
                    <a:moveTo>
                      <a:pt x="37" y="0"/>
                    </a:moveTo>
                    <a:cubicBezTo>
                      <a:pt x="31" y="0"/>
                      <a:pt x="31" y="0"/>
                      <a:pt x="31" y="0"/>
                    </a:cubicBezTo>
                    <a:cubicBezTo>
                      <a:pt x="18" y="0"/>
                      <a:pt x="8" y="10"/>
                      <a:pt x="8" y="23"/>
                    </a:cubicBezTo>
                    <a:cubicBezTo>
                      <a:pt x="8" y="25"/>
                      <a:pt x="8" y="25"/>
                      <a:pt x="8" y="25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0" y="39"/>
                      <a:pt x="0" y="39"/>
                      <a:pt x="0" y="40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42"/>
                      <a:pt x="2" y="44"/>
                      <a:pt x="5" y="44"/>
                    </a:cubicBezTo>
                    <a:cubicBezTo>
                      <a:pt x="6" y="44"/>
                      <a:pt x="7" y="45"/>
                      <a:pt x="8" y="45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8" y="54"/>
                      <a:pt x="11" y="57"/>
                      <a:pt x="14" y="57"/>
                    </a:cubicBezTo>
                    <a:cubicBezTo>
                      <a:pt x="23" y="57"/>
                      <a:pt x="23" y="57"/>
                      <a:pt x="23" y="57"/>
                    </a:cubicBezTo>
                    <a:cubicBezTo>
                      <a:pt x="23" y="57"/>
                      <a:pt x="23" y="57"/>
                      <a:pt x="24" y="57"/>
                    </a:cubicBezTo>
                    <a:cubicBezTo>
                      <a:pt x="26" y="56"/>
                      <a:pt x="28" y="54"/>
                      <a:pt x="28" y="52"/>
                    </a:cubicBezTo>
                    <a:cubicBezTo>
                      <a:pt x="28" y="43"/>
                      <a:pt x="28" y="43"/>
                      <a:pt x="28" y="43"/>
                    </a:cubicBezTo>
                    <a:cubicBezTo>
                      <a:pt x="25" y="43"/>
                      <a:pt x="25" y="43"/>
                      <a:pt x="25" y="43"/>
                    </a:cubicBezTo>
                    <a:cubicBezTo>
                      <a:pt x="25" y="52"/>
                      <a:pt x="25" y="52"/>
                      <a:pt x="25" y="52"/>
                    </a:cubicBezTo>
                    <a:cubicBezTo>
                      <a:pt x="25" y="52"/>
                      <a:pt x="25" y="52"/>
                      <a:pt x="25" y="52"/>
                    </a:cubicBezTo>
                    <a:cubicBezTo>
                      <a:pt x="25" y="53"/>
                      <a:pt x="24" y="54"/>
                      <a:pt x="23" y="53"/>
                    </a:cubicBezTo>
                    <a:cubicBezTo>
                      <a:pt x="14" y="53"/>
                      <a:pt x="14" y="53"/>
                      <a:pt x="14" y="53"/>
                    </a:cubicBezTo>
                    <a:cubicBezTo>
                      <a:pt x="14" y="53"/>
                      <a:pt x="14" y="53"/>
                      <a:pt x="14" y="53"/>
                    </a:cubicBezTo>
                    <a:cubicBezTo>
                      <a:pt x="12" y="53"/>
                      <a:pt x="11" y="52"/>
                      <a:pt x="11" y="50"/>
                    </a:cubicBezTo>
                    <a:cubicBezTo>
                      <a:pt x="11" y="45"/>
                      <a:pt x="11" y="45"/>
                      <a:pt x="11" y="45"/>
                    </a:cubicBezTo>
                    <a:cubicBezTo>
                      <a:pt x="11" y="44"/>
                      <a:pt x="11" y="44"/>
                      <a:pt x="10" y="44"/>
                    </a:cubicBezTo>
                    <a:cubicBezTo>
                      <a:pt x="9" y="42"/>
                      <a:pt x="7" y="41"/>
                      <a:pt x="5" y="41"/>
                    </a:cubicBezTo>
                    <a:cubicBezTo>
                      <a:pt x="5" y="41"/>
                      <a:pt x="5" y="41"/>
                      <a:pt x="5" y="41"/>
                    </a:cubicBezTo>
                    <a:cubicBezTo>
                      <a:pt x="4" y="41"/>
                      <a:pt x="3" y="41"/>
                      <a:pt x="3" y="40"/>
                    </a:cubicBezTo>
                    <a:cubicBezTo>
                      <a:pt x="11" y="26"/>
                      <a:pt x="11" y="26"/>
                      <a:pt x="11" y="26"/>
                    </a:cubicBezTo>
                    <a:cubicBezTo>
                      <a:pt x="11" y="26"/>
                      <a:pt x="11" y="26"/>
                      <a:pt x="11" y="26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1" y="12"/>
                      <a:pt x="20" y="3"/>
                      <a:pt x="31" y="3"/>
                    </a:cubicBezTo>
                    <a:cubicBezTo>
                      <a:pt x="37" y="3"/>
                      <a:pt x="37" y="3"/>
                      <a:pt x="37" y="3"/>
                    </a:cubicBezTo>
                    <a:cubicBezTo>
                      <a:pt x="37" y="3"/>
                      <a:pt x="37" y="3"/>
                      <a:pt x="37" y="3"/>
                    </a:cubicBezTo>
                    <a:cubicBezTo>
                      <a:pt x="38" y="3"/>
                      <a:pt x="39" y="4"/>
                      <a:pt x="39" y="4"/>
                    </a:cubicBezTo>
                    <a:cubicBezTo>
                      <a:pt x="39" y="12"/>
                      <a:pt x="39" y="12"/>
                      <a:pt x="39" y="12"/>
                    </a:cubicBezTo>
                    <a:cubicBezTo>
                      <a:pt x="42" y="12"/>
                      <a:pt x="42" y="12"/>
                      <a:pt x="42" y="12"/>
                    </a:cubicBezTo>
                    <a:cubicBezTo>
                      <a:pt x="42" y="4"/>
                      <a:pt x="42" y="4"/>
                      <a:pt x="42" y="4"/>
                    </a:cubicBezTo>
                    <a:cubicBezTo>
                      <a:pt x="42" y="4"/>
                      <a:pt x="42" y="4"/>
                      <a:pt x="42" y="4"/>
                    </a:cubicBezTo>
                    <a:cubicBezTo>
                      <a:pt x="42" y="2"/>
                      <a:pt x="40" y="0"/>
                      <a:pt x="37" y="0"/>
                    </a:cubicBezTo>
                    <a:close/>
                    <a:moveTo>
                      <a:pt x="37" y="0"/>
                    </a:moveTo>
                    <a:cubicBezTo>
                      <a:pt x="37" y="0"/>
                      <a:pt x="37" y="0"/>
                      <a:pt x="37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24">
                <a:extLst>
                  <a:ext uri="{FF2B5EF4-FFF2-40B4-BE49-F238E27FC236}">
                    <a16:creationId xmlns:a16="http://schemas.microsoft.com/office/drawing/2014/main" id="{B8E14AEB-78D5-41F1-A5BE-38F0B282CF9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700838" y="4489450"/>
                <a:ext cx="142875" cy="88900"/>
              </a:xfrm>
              <a:custGeom>
                <a:avLst/>
                <a:gdLst>
                  <a:gd name="T0" fmla="*/ 38 w 43"/>
                  <a:gd name="T1" fmla="*/ 0 h 27"/>
                  <a:gd name="T2" fmla="*/ 21 w 43"/>
                  <a:gd name="T3" fmla="*/ 0 h 27"/>
                  <a:gd name="T4" fmla="*/ 21 w 43"/>
                  <a:gd name="T5" fmla="*/ 3 h 27"/>
                  <a:gd name="T6" fmla="*/ 38 w 43"/>
                  <a:gd name="T7" fmla="*/ 3 h 27"/>
                  <a:gd name="T8" fmla="*/ 38 w 43"/>
                  <a:gd name="T9" fmla="*/ 3 h 27"/>
                  <a:gd name="T10" fmla="*/ 40 w 43"/>
                  <a:gd name="T11" fmla="*/ 4 h 27"/>
                  <a:gd name="T12" fmla="*/ 40 w 43"/>
                  <a:gd name="T13" fmla="*/ 7 h 27"/>
                  <a:gd name="T14" fmla="*/ 34 w 43"/>
                  <a:gd name="T15" fmla="*/ 14 h 27"/>
                  <a:gd name="T16" fmla="*/ 32 w 43"/>
                  <a:gd name="T17" fmla="*/ 15 h 27"/>
                  <a:gd name="T18" fmla="*/ 32 w 43"/>
                  <a:gd name="T19" fmla="*/ 24 h 27"/>
                  <a:gd name="T20" fmla="*/ 3 w 43"/>
                  <a:gd name="T21" fmla="*/ 24 h 27"/>
                  <a:gd name="T22" fmla="*/ 3 w 43"/>
                  <a:gd name="T23" fmla="*/ 20 h 27"/>
                  <a:gd name="T24" fmla="*/ 0 w 43"/>
                  <a:gd name="T25" fmla="*/ 20 h 27"/>
                  <a:gd name="T26" fmla="*/ 0 w 43"/>
                  <a:gd name="T27" fmla="*/ 26 h 27"/>
                  <a:gd name="T28" fmla="*/ 1 w 43"/>
                  <a:gd name="T29" fmla="*/ 27 h 27"/>
                  <a:gd name="T30" fmla="*/ 34 w 43"/>
                  <a:gd name="T31" fmla="*/ 27 h 27"/>
                  <a:gd name="T32" fmla="*/ 35 w 43"/>
                  <a:gd name="T33" fmla="*/ 26 h 27"/>
                  <a:gd name="T34" fmla="*/ 35 w 43"/>
                  <a:gd name="T35" fmla="*/ 17 h 27"/>
                  <a:gd name="T36" fmla="*/ 43 w 43"/>
                  <a:gd name="T37" fmla="*/ 8 h 27"/>
                  <a:gd name="T38" fmla="*/ 43 w 43"/>
                  <a:gd name="T39" fmla="*/ 7 h 27"/>
                  <a:gd name="T40" fmla="*/ 43 w 43"/>
                  <a:gd name="T41" fmla="*/ 4 h 27"/>
                  <a:gd name="T42" fmla="*/ 43 w 43"/>
                  <a:gd name="T43" fmla="*/ 4 h 27"/>
                  <a:gd name="T44" fmla="*/ 38 w 43"/>
                  <a:gd name="T45" fmla="*/ 0 h 27"/>
                  <a:gd name="T46" fmla="*/ 38 w 43"/>
                  <a:gd name="T47" fmla="*/ 0 h 27"/>
                  <a:gd name="T48" fmla="*/ 38 w 43"/>
                  <a:gd name="T49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43" h="27">
                    <a:moveTo>
                      <a:pt x="38" y="0"/>
                    </a:moveTo>
                    <a:cubicBezTo>
                      <a:pt x="21" y="0"/>
                      <a:pt x="21" y="0"/>
                      <a:pt x="21" y="0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38" y="3"/>
                      <a:pt x="38" y="3"/>
                      <a:pt x="38" y="3"/>
                    </a:cubicBezTo>
                    <a:cubicBezTo>
                      <a:pt x="38" y="3"/>
                      <a:pt x="38" y="3"/>
                      <a:pt x="38" y="3"/>
                    </a:cubicBezTo>
                    <a:cubicBezTo>
                      <a:pt x="39" y="3"/>
                      <a:pt x="40" y="4"/>
                      <a:pt x="40" y="4"/>
                    </a:cubicBezTo>
                    <a:cubicBezTo>
                      <a:pt x="40" y="7"/>
                      <a:pt x="40" y="7"/>
                      <a:pt x="40" y="7"/>
                    </a:cubicBezTo>
                    <a:cubicBezTo>
                      <a:pt x="40" y="8"/>
                      <a:pt x="38" y="14"/>
                      <a:pt x="34" y="14"/>
                    </a:cubicBezTo>
                    <a:cubicBezTo>
                      <a:pt x="33" y="14"/>
                      <a:pt x="32" y="14"/>
                      <a:pt x="32" y="15"/>
                    </a:cubicBezTo>
                    <a:cubicBezTo>
                      <a:pt x="32" y="24"/>
                      <a:pt x="32" y="24"/>
                      <a:pt x="32" y="24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3" y="20"/>
                      <a:pt x="3" y="20"/>
                      <a:pt x="3" y="20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27"/>
                      <a:pt x="0" y="27"/>
                      <a:pt x="1" y="27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4" y="27"/>
                      <a:pt x="35" y="27"/>
                      <a:pt x="35" y="26"/>
                    </a:cubicBezTo>
                    <a:cubicBezTo>
                      <a:pt x="35" y="17"/>
                      <a:pt x="35" y="17"/>
                      <a:pt x="35" y="17"/>
                    </a:cubicBezTo>
                    <a:cubicBezTo>
                      <a:pt x="40" y="16"/>
                      <a:pt x="42" y="11"/>
                      <a:pt x="43" y="8"/>
                    </a:cubicBezTo>
                    <a:cubicBezTo>
                      <a:pt x="43" y="8"/>
                      <a:pt x="43" y="8"/>
                      <a:pt x="43" y="7"/>
                    </a:cubicBezTo>
                    <a:cubicBezTo>
                      <a:pt x="43" y="4"/>
                      <a:pt x="43" y="4"/>
                      <a:pt x="43" y="4"/>
                    </a:cubicBezTo>
                    <a:cubicBezTo>
                      <a:pt x="43" y="4"/>
                      <a:pt x="43" y="4"/>
                      <a:pt x="43" y="4"/>
                    </a:cubicBezTo>
                    <a:cubicBezTo>
                      <a:pt x="43" y="2"/>
                      <a:pt x="41" y="0"/>
                      <a:pt x="38" y="0"/>
                    </a:cubicBezTo>
                    <a:close/>
                    <a:moveTo>
                      <a:pt x="38" y="0"/>
                    </a:moveTo>
                    <a:cubicBezTo>
                      <a:pt x="38" y="0"/>
                      <a:pt x="38" y="0"/>
                      <a:pt x="38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Freeform 25">
                <a:extLst>
                  <a:ext uri="{FF2B5EF4-FFF2-40B4-BE49-F238E27FC236}">
                    <a16:creationId xmlns:a16="http://schemas.microsoft.com/office/drawing/2014/main" id="{F1627F32-2F4F-4026-84F4-4C2386971D5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746875" y="4349750"/>
                <a:ext cx="115888" cy="122237"/>
              </a:xfrm>
              <a:custGeom>
                <a:avLst/>
                <a:gdLst>
                  <a:gd name="T0" fmla="*/ 30 w 35"/>
                  <a:gd name="T1" fmla="*/ 14 h 37"/>
                  <a:gd name="T2" fmla="*/ 32 w 35"/>
                  <a:gd name="T3" fmla="*/ 10 h 37"/>
                  <a:gd name="T4" fmla="*/ 27 w 35"/>
                  <a:gd name="T5" fmla="*/ 4 h 37"/>
                  <a:gd name="T6" fmla="*/ 22 w 35"/>
                  <a:gd name="T7" fmla="*/ 6 h 37"/>
                  <a:gd name="T8" fmla="*/ 21 w 35"/>
                  <a:gd name="T9" fmla="*/ 2 h 37"/>
                  <a:gd name="T10" fmla="*/ 13 w 35"/>
                  <a:gd name="T11" fmla="*/ 0 h 37"/>
                  <a:gd name="T12" fmla="*/ 12 w 35"/>
                  <a:gd name="T13" fmla="*/ 6 h 37"/>
                  <a:gd name="T14" fmla="*/ 11 w 35"/>
                  <a:gd name="T15" fmla="*/ 9 h 37"/>
                  <a:gd name="T16" fmla="*/ 15 w 35"/>
                  <a:gd name="T17" fmla="*/ 7 h 37"/>
                  <a:gd name="T18" fmla="*/ 18 w 35"/>
                  <a:gd name="T19" fmla="*/ 3 h 37"/>
                  <a:gd name="T20" fmla="*/ 19 w 35"/>
                  <a:gd name="T21" fmla="*/ 8 h 37"/>
                  <a:gd name="T22" fmla="*/ 24 w 35"/>
                  <a:gd name="T23" fmla="*/ 9 h 37"/>
                  <a:gd name="T24" fmla="*/ 28 w 35"/>
                  <a:gd name="T25" fmla="*/ 9 h 37"/>
                  <a:gd name="T26" fmla="*/ 26 w 35"/>
                  <a:gd name="T27" fmla="*/ 13 h 37"/>
                  <a:gd name="T28" fmla="*/ 28 w 35"/>
                  <a:gd name="T29" fmla="*/ 17 h 37"/>
                  <a:gd name="T30" fmla="*/ 32 w 35"/>
                  <a:gd name="T31" fmla="*/ 20 h 37"/>
                  <a:gd name="T32" fmla="*/ 27 w 35"/>
                  <a:gd name="T33" fmla="*/ 21 h 37"/>
                  <a:gd name="T34" fmla="*/ 26 w 35"/>
                  <a:gd name="T35" fmla="*/ 26 h 37"/>
                  <a:gd name="T36" fmla="*/ 26 w 35"/>
                  <a:gd name="T37" fmla="*/ 31 h 37"/>
                  <a:gd name="T38" fmla="*/ 22 w 35"/>
                  <a:gd name="T39" fmla="*/ 28 h 37"/>
                  <a:gd name="T40" fmla="*/ 18 w 35"/>
                  <a:gd name="T41" fmla="*/ 31 h 37"/>
                  <a:gd name="T42" fmla="*/ 15 w 35"/>
                  <a:gd name="T43" fmla="*/ 34 h 37"/>
                  <a:gd name="T44" fmla="*/ 14 w 35"/>
                  <a:gd name="T45" fmla="*/ 29 h 37"/>
                  <a:gd name="T46" fmla="*/ 9 w 35"/>
                  <a:gd name="T47" fmla="*/ 28 h 37"/>
                  <a:gd name="T48" fmla="*/ 5 w 35"/>
                  <a:gd name="T49" fmla="*/ 29 h 37"/>
                  <a:gd name="T50" fmla="*/ 7 w 35"/>
                  <a:gd name="T51" fmla="*/ 24 h 37"/>
                  <a:gd name="T52" fmla="*/ 5 w 35"/>
                  <a:gd name="T53" fmla="*/ 20 h 37"/>
                  <a:gd name="T54" fmla="*/ 0 w 35"/>
                  <a:gd name="T55" fmla="*/ 23 h 37"/>
                  <a:gd name="T56" fmla="*/ 4 w 35"/>
                  <a:gd name="T57" fmla="*/ 25 h 37"/>
                  <a:gd name="T58" fmla="*/ 1 w 35"/>
                  <a:gd name="T59" fmla="*/ 30 h 37"/>
                  <a:gd name="T60" fmla="*/ 8 w 35"/>
                  <a:gd name="T61" fmla="*/ 34 h 37"/>
                  <a:gd name="T62" fmla="*/ 12 w 35"/>
                  <a:gd name="T63" fmla="*/ 32 h 37"/>
                  <a:gd name="T64" fmla="*/ 13 w 35"/>
                  <a:gd name="T65" fmla="*/ 37 h 37"/>
                  <a:gd name="T66" fmla="*/ 21 w 35"/>
                  <a:gd name="T67" fmla="*/ 36 h 37"/>
                  <a:gd name="T68" fmla="*/ 22 w 35"/>
                  <a:gd name="T69" fmla="*/ 31 h 37"/>
                  <a:gd name="T70" fmla="*/ 27 w 35"/>
                  <a:gd name="T71" fmla="*/ 34 h 37"/>
                  <a:gd name="T72" fmla="*/ 32 w 35"/>
                  <a:gd name="T73" fmla="*/ 27 h 37"/>
                  <a:gd name="T74" fmla="*/ 30 w 35"/>
                  <a:gd name="T75" fmla="*/ 23 h 37"/>
                  <a:gd name="T76" fmla="*/ 35 w 35"/>
                  <a:gd name="T77" fmla="*/ 22 h 37"/>
                  <a:gd name="T78" fmla="*/ 33 w 35"/>
                  <a:gd name="T79" fmla="*/ 14 h 37"/>
                  <a:gd name="T80" fmla="*/ 33 w 35"/>
                  <a:gd name="T81" fmla="*/ 14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35" h="37">
                    <a:moveTo>
                      <a:pt x="33" y="14"/>
                    </a:moveTo>
                    <a:cubicBezTo>
                      <a:pt x="30" y="14"/>
                      <a:pt x="30" y="14"/>
                      <a:pt x="30" y="14"/>
                    </a:cubicBezTo>
                    <a:cubicBezTo>
                      <a:pt x="29" y="14"/>
                      <a:pt x="29" y="13"/>
                      <a:pt x="29" y="13"/>
                    </a:cubicBezTo>
                    <a:cubicBezTo>
                      <a:pt x="32" y="10"/>
                      <a:pt x="32" y="10"/>
                      <a:pt x="32" y="10"/>
                    </a:cubicBezTo>
                    <a:cubicBezTo>
                      <a:pt x="32" y="9"/>
                      <a:pt x="32" y="8"/>
                      <a:pt x="32" y="8"/>
                    </a:cubicBezTo>
                    <a:cubicBezTo>
                      <a:pt x="27" y="4"/>
                      <a:pt x="27" y="4"/>
                      <a:pt x="27" y="4"/>
                    </a:cubicBezTo>
                    <a:cubicBezTo>
                      <a:pt x="27" y="3"/>
                      <a:pt x="26" y="3"/>
                      <a:pt x="25" y="4"/>
                    </a:cubicBezTo>
                    <a:cubicBezTo>
                      <a:pt x="22" y="6"/>
                      <a:pt x="22" y="6"/>
                      <a:pt x="22" y="6"/>
                    </a:cubicBezTo>
                    <a:cubicBezTo>
                      <a:pt x="22" y="6"/>
                      <a:pt x="22" y="6"/>
                      <a:pt x="21" y="6"/>
                    </a:cubicBezTo>
                    <a:cubicBezTo>
                      <a:pt x="21" y="2"/>
                      <a:pt x="21" y="2"/>
                      <a:pt x="21" y="2"/>
                    </a:cubicBezTo>
                    <a:cubicBezTo>
                      <a:pt x="21" y="1"/>
                      <a:pt x="20" y="0"/>
                      <a:pt x="20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3" y="0"/>
                      <a:pt x="12" y="1"/>
                      <a:pt x="12" y="2"/>
                    </a:cubicBezTo>
                    <a:cubicBezTo>
                      <a:pt x="12" y="6"/>
                      <a:pt x="12" y="6"/>
                      <a:pt x="12" y="6"/>
                    </a:cubicBezTo>
                    <a:cubicBezTo>
                      <a:pt x="11" y="6"/>
                      <a:pt x="10" y="6"/>
                      <a:pt x="9" y="7"/>
                    </a:cubicBezTo>
                    <a:cubicBezTo>
                      <a:pt x="11" y="9"/>
                      <a:pt x="11" y="9"/>
                      <a:pt x="11" y="9"/>
                    </a:cubicBezTo>
                    <a:cubicBezTo>
                      <a:pt x="12" y="9"/>
                      <a:pt x="13" y="9"/>
                      <a:pt x="14" y="8"/>
                    </a:cubicBezTo>
                    <a:cubicBezTo>
                      <a:pt x="14" y="8"/>
                      <a:pt x="15" y="8"/>
                      <a:pt x="15" y="7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18" y="3"/>
                      <a:pt x="18" y="3"/>
                      <a:pt x="18" y="3"/>
                    </a:cubicBezTo>
                    <a:cubicBezTo>
                      <a:pt x="18" y="7"/>
                      <a:pt x="18" y="7"/>
                      <a:pt x="18" y="7"/>
                    </a:cubicBezTo>
                    <a:cubicBezTo>
                      <a:pt x="18" y="8"/>
                      <a:pt x="19" y="8"/>
                      <a:pt x="19" y="8"/>
                    </a:cubicBezTo>
                    <a:cubicBezTo>
                      <a:pt x="20" y="9"/>
                      <a:pt x="21" y="9"/>
                      <a:pt x="22" y="9"/>
                    </a:cubicBezTo>
                    <a:cubicBezTo>
                      <a:pt x="23" y="10"/>
                      <a:pt x="23" y="10"/>
                      <a:pt x="24" y="9"/>
                    </a:cubicBezTo>
                    <a:cubicBezTo>
                      <a:pt x="26" y="7"/>
                      <a:pt x="26" y="7"/>
                      <a:pt x="26" y="7"/>
                    </a:cubicBezTo>
                    <a:cubicBezTo>
                      <a:pt x="28" y="9"/>
                      <a:pt x="28" y="9"/>
                      <a:pt x="28" y="9"/>
                    </a:cubicBezTo>
                    <a:cubicBezTo>
                      <a:pt x="26" y="11"/>
                      <a:pt x="26" y="11"/>
                      <a:pt x="26" y="11"/>
                    </a:cubicBezTo>
                    <a:cubicBezTo>
                      <a:pt x="26" y="12"/>
                      <a:pt x="25" y="13"/>
                      <a:pt x="26" y="13"/>
                    </a:cubicBezTo>
                    <a:cubicBezTo>
                      <a:pt x="26" y="14"/>
                      <a:pt x="27" y="15"/>
                      <a:pt x="27" y="16"/>
                    </a:cubicBezTo>
                    <a:cubicBezTo>
                      <a:pt x="27" y="17"/>
                      <a:pt x="28" y="17"/>
                      <a:pt x="28" y="17"/>
                    </a:cubicBezTo>
                    <a:cubicBezTo>
                      <a:pt x="32" y="17"/>
                      <a:pt x="32" y="17"/>
                      <a:pt x="32" y="17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28" y="20"/>
                      <a:pt x="28" y="20"/>
                      <a:pt x="28" y="20"/>
                    </a:cubicBezTo>
                    <a:cubicBezTo>
                      <a:pt x="28" y="20"/>
                      <a:pt x="27" y="21"/>
                      <a:pt x="27" y="21"/>
                    </a:cubicBezTo>
                    <a:cubicBezTo>
                      <a:pt x="27" y="22"/>
                      <a:pt x="26" y="23"/>
                      <a:pt x="26" y="24"/>
                    </a:cubicBezTo>
                    <a:cubicBezTo>
                      <a:pt x="25" y="25"/>
                      <a:pt x="26" y="26"/>
                      <a:pt x="26" y="26"/>
                    </a:cubicBezTo>
                    <a:cubicBezTo>
                      <a:pt x="28" y="29"/>
                      <a:pt x="28" y="29"/>
                      <a:pt x="28" y="29"/>
                    </a:cubicBezTo>
                    <a:cubicBezTo>
                      <a:pt x="26" y="31"/>
                      <a:pt x="26" y="31"/>
                      <a:pt x="26" y="31"/>
                    </a:cubicBezTo>
                    <a:cubicBezTo>
                      <a:pt x="24" y="28"/>
                      <a:pt x="24" y="28"/>
                      <a:pt x="24" y="28"/>
                    </a:cubicBezTo>
                    <a:cubicBezTo>
                      <a:pt x="23" y="28"/>
                      <a:pt x="23" y="28"/>
                      <a:pt x="22" y="28"/>
                    </a:cubicBezTo>
                    <a:cubicBezTo>
                      <a:pt x="21" y="28"/>
                      <a:pt x="20" y="29"/>
                      <a:pt x="19" y="29"/>
                    </a:cubicBezTo>
                    <a:cubicBezTo>
                      <a:pt x="19" y="29"/>
                      <a:pt x="18" y="30"/>
                      <a:pt x="18" y="31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15" y="31"/>
                      <a:pt x="15" y="31"/>
                      <a:pt x="15" y="31"/>
                    </a:cubicBezTo>
                    <a:cubicBezTo>
                      <a:pt x="15" y="30"/>
                      <a:pt x="14" y="29"/>
                      <a:pt x="14" y="29"/>
                    </a:cubicBezTo>
                    <a:cubicBezTo>
                      <a:pt x="13" y="29"/>
                      <a:pt x="12" y="29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7" y="31"/>
                      <a:pt x="7" y="31"/>
                      <a:pt x="7" y="31"/>
                    </a:cubicBezTo>
                    <a:cubicBezTo>
                      <a:pt x="5" y="29"/>
                      <a:pt x="5" y="29"/>
                      <a:pt x="5" y="29"/>
                    </a:cubicBezTo>
                    <a:cubicBezTo>
                      <a:pt x="7" y="26"/>
                      <a:pt x="7" y="26"/>
                      <a:pt x="7" y="26"/>
                    </a:cubicBezTo>
                    <a:cubicBezTo>
                      <a:pt x="8" y="26"/>
                      <a:pt x="8" y="25"/>
                      <a:pt x="7" y="24"/>
                    </a:cubicBezTo>
                    <a:cubicBezTo>
                      <a:pt x="7" y="23"/>
                      <a:pt x="6" y="22"/>
                      <a:pt x="6" y="21"/>
                    </a:cubicBezTo>
                    <a:cubicBezTo>
                      <a:pt x="6" y="21"/>
                      <a:pt x="5" y="20"/>
                      <a:pt x="5" y="20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4" y="24"/>
                      <a:pt x="4" y="24"/>
                      <a:pt x="4" y="25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8"/>
                      <a:pt x="1" y="29"/>
                      <a:pt x="1" y="30"/>
                    </a:cubicBezTo>
                    <a:cubicBezTo>
                      <a:pt x="6" y="34"/>
                      <a:pt x="6" y="34"/>
                      <a:pt x="6" y="34"/>
                    </a:cubicBezTo>
                    <a:cubicBezTo>
                      <a:pt x="6" y="35"/>
                      <a:pt x="7" y="35"/>
                      <a:pt x="8" y="34"/>
                    </a:cubicBezTo>
                    <a:cubicBezTo>
                      <a:pt x="11" y="31"/>
                      <a:pt x="11" y="31"/>
                      <a:pt x="11" y="31"/>
                    </a:cubicBezTo>
                    <a:cubicBezTo>
                      <a:pt x="11" y="31"/>
                      <a:pt x="11" y="32"/>
                      <a:pt x="12" y="32"/>
                    </a:cubicBezTo>
                    <a:cubicBezTo>
                      <a:pt x="12" y="36"/>
                      <a:pt x="12" y="36"/>
                      <a:pt x="12" y="36"/>
                    </a:cubicBezTo>
                    <a:cubicBezTo>
                      <a:pt x="12" y="36"/>
                      <a:pt x="13" y="37"/>
                      <a:pt x="13" y="37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0" y="37"/>
                      <a:pt x="21" y="36"/>
                      <a:pt x="21" y="36"/>
                    </a:cubicBezTo>
                    <a:cubicBezTo>
                      <a:pt x="21" y="32"/>
                      <a:pt x="21" y="32"/>
                      <a:pt x="21" y="32"/>
                    </a:cubicBezTo>
                    <a:cubicBezTo>
                      <a:pt x="22" y="32"/>
                      <a:pt x="22" y="31"/>
                      <a:pt x="22" y="31"/>
                    </a:cubicBezTo>
                    <a:cubicBezTo>
                      <a:pt x="25" y="34"/>
                      <a:pt x="25" y="34"/>
                      <a:pt x="25" y="34"/>
                    </a:cubicBezTo>
                    <a:cubicBezTo>
                      <a:pt x="26" y="35"/>
                      <a:pt x="27" y="35"/>
                      <a:pt x="27" y="34"/>
                    </a:cubicBezTo>
                    <a:cubicBezTo>
                      <a:pt x="32" y="30"/>
                      <a:pt x="32" y="30"/>
                      <a:pt x="32" y="30"/>
                    </a:cubicBezTo>
                    <a:cubicBezTo>
                      <a:pt x="32" y="29"/>
                      <a:pt x="32" y="28"/>
                      <a:pt x="32" y="27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29" y="24"/>
                      <a:pt x="29" y="24"/>
                      <a:pt x="30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4" y="23"/>
                      <a:pt x="35" y="23"/>
                      <a:pt x="35" y="22"/>
                    </a:cubicBezTo>
                    <a:cubicBezTo>
                      <a:pt x="35" y="16"/>
                      <a:pt x="35" y="16"/>
                      <a:pt x="35" y="16"/>
                    </a:cubicBezTo>
                    <a:cubicBezTo>
                      <a:pt x="35" y="15"/>
                      <a:pt x="34" y="14"/>
                      <a:pt x="33" y="14"/>
                    </a:cubicBezTo>
                    <a:close/>
                    <a:moveTo>
                      <a:pt x="33" y="14"/>
                    </a:moveTo>
                    <a:cubicBezTo>
                      <a:pt x="33" y="14"/>
                      <a:pt x="33" y="14"/>
                      <a:pt x="33" y="1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" name="Freeform 26">
                <a:extLst>
                  <a:ext uri="{FF2B5EF4-FFF2-40B4-BE49-F238E27FC236}">
                    <a16:creationId xmlns:a16="http://schemas.microsoft.com/office/drawing/2014/main" id="{D04E2979-371D-4A5F-937C-95D3C32D593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780213" y="4392613"/>
                <a:ext cx="42863" cy="39687"/>
              </a:xfrm>
              <a:custGeom>
                <a:avLst/>
                <a:gdLst>
                  <a:gd name="T0" fmla="*/ 7 w 13"/>
                  <a:gd name="T1" fmla="*/ 0 h 12"/>
                  <a:gd name="T2" fmla="*/ 0 w 13"/>
                  <a:gd name="T3" fmla="*/ 6 h 12"/>
                  <a:gd name="T4" fmla="*/ 7 w 13"/>
                  <a:gd name="T5" fmla="*/ 12 h 12"/>
                  <a:gd name="T6" fmla="*/ 13 w 13"/>
                  <a:gd name="T7" fmla="*/ 6 h 12"/>
                  <a:gd name="T8" fmla="*/ 7 w 13"/>
                  <a:gd name="T9" fmla="*/ 0 h 12"/>
                  <a:gd name="T10" fmla="*/ 7 w 13"/>
                  <a:gd name="T11" fmla="*/ 9 h 12"/>
                  <a:gd name="T12" fmla="*/ 3 w 13"/>
                  <a:gd name="T13" fmla="*/ 6 h 12"/>
                  <a:gd name="T14" fmla="*/ 7 w 13"/>
                  <a:gd name="T15" fmla="*/ 3 h 12"/>
                  <a:gd name="T16" fmla="*/ 10 w 13"/>
                  <a:gd name="T17" fmla="*/ 6 h 12"/>
                  <a:gd name="T18" fmla="*/ 7 w 13"/>
                  <a:gd name="T19" fmla="*/ 9 h 12"/>
                  <a:gd name="T20" fmla="*/ 7 w 13"/>
                  <a:gd name="T21" fmla="*/ 9 h 12"/>
                  <a:gd name="T22" fmla="*/ 7 w 13"/>
                  <a:gd name="T23" fmla="*/ 9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12">
                    <a:moveTo>
                      <a:pt x="7" y="0"/>
                    </a:moveTo>
                    <a:cubicBezTo>
                      <a:pt x="3" y="0"/>
                      <a:pt x="0" y="2"/>
                      <a:pt x="0" y="6"/>
                    </a:cubicBezTo>
                    <a:cubicBezTo>
                      <a:pt x="0" y="9"/>
                      <a:pt x="3" y="12"/>
                      <a:pt x="7" y="12"/>
                    </a:cubicBezTo>
                    <a:cubicBezTo>
                      <a:pt x="10" y="12"/>
                      <a:pt x="13" y="9"/>
                      <a:pt x="13" y="6"/>
                    </a:cubicBezTo>
                    <a:cubicBezTo>
                      <a:pt x="13" y="2"/>
                      <a:pt x="10" y="0"/>
                      <a:pt x="7" y="0"/>
                    </a:cubicBezTo>
                    <a:close/>
                    <a:moveTo>
                      <a:pt x="7" y="9"/>
                    </a:moveTo>
                    <a:cubicBezTo>
                      <a:pt x="5" y="9"/>
                      <a:pt x="3" y="7"/>
                      <a:pt x="3" y="6"/>
                    </a:cubicBezTo>
                    <a:cubicBezTo>
                      <a:pt x="3" y="4"/>
                      <a:pt x="5" y="3"/>
                      <a:pt x="7" y="3"/>
                    </a:cubicBezTo>
                    <a:cubicBezTo>
                      <a:pt x="8" y="3"/>
                      <a:pt x="10" y="4"/>
                      <a:pt x="10" y="6"/>
                    </a:cubicBezTo>
                    <a:cubicBezTo>
                      <a:pt x="10" y="7"/>
                      <a:pt x="8" y="9"/>
                      <a:pt x="7" y="9"/>
                    </a:cubicBezTo>
                    <a:close/>
                    <a:moveTo>
                      <a:pt x="7" y="9"/>
                    </a:moveTo>
                    <a:cubicBezTo>
                      <a:pt x="7" y="9"/>
                      <a:pt x="7" y="9"/>
                      <a:pt x="7" y="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" name="Freeform 27">
                <a:extLst>
                  <a:ext uri="{FF2B5EF4-FFF2-40B4-BE49-F238E27FC236}">
                    <a16:creationId xmlns:a16="http://schemas.microsoft.com/office/drawing/2014/main" id="{F1522AF0-165F-498D-971E-F0B2F9246FD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70675" y="4416425"/>
                <a:ext cx="33338" cy="15875"/>
              </a:xfrm>
              <a:custGeom>
                <a:avLst/>
                <a:gdLst>
                  <a:gd name="T0" fmla="*/ 7 w 10"/>
                  <a:gd name="T1" fmla="*/ 0 h 5"/>
                  <a:gd name="T2" fmla="*/ 7 w 10"/>
                  <a:gd name="T3" fmla="*/ 2 h 5"/>
                  <a:gd name="T4" fmla="*/ 3 w 10"/>
                  <a:gd name="T5" fmla="*/ 2 h 5"/>
                  <a:gd name="T6" fmla="*/ 3 w 10"/>
                  <a:gd name="T7" fmla="*/ 0 h 5"/>
                  <a:gd name="T8" fmla="*/ 0 w 10"/>
                  <a:gd name="T9" fmla="*/ 0 h 5"/>
                  <a:gd name="T10" fmla="*/ 0 w 10"/>
                  <a:gd name="T11" fmla="*/ 2 h 5"/>
                  <a:gd name="T12" fmla="*/ 0 w 10"/>
                  <a:gd name="T13" fmla="*/ 2 h 5"/>
                  <a:gd name="T14" fmla="*/ 3 w 10"/>
                  <a:gd name="T15" fmla="*/ 5 h 5"/>
                  <a:gd name="T16" fmla="*/ 7 w 10"/>
                  <a:gd name="T17" fmla="*/ 5 h 5"/>
                  <a:gd name="T18" fmla="*/ 7 w 10"/>
                  <a:gd name="T19" fmla="*/ 5 h 5"/>
                  <a:gd name="T20" fmla="*/ 10 w 10"/>
                  <a:gd name="T21" fmla="*/ 2 h 5"/>
                  <a:gd name="T22" fmla="*/ 10 w 10"/>
                  <a:gd name="T23" fmla="*/ 0 h 5"/>
                  <a:gd name="T24" fmla="*/ 7 w 10"/>
                  <a:gd name="T25" fmla="*/ 0 h 5"/>
                  <a:gd name="T26" fmla="*/ 7 w 10"/>
                  <a:gd name="T27" fmla="*/ 0 h 5"/>
                  <a:gd name="T28" fmla="*/ 7 w 10"/>
                  <a:gd name="T29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0" h="5">
                    <a:moveTo>
                      <a:pt x="7" y="0"/>
                    </a:moveTo>
                    <a:cubicBezTo>
                      <a:pt x="7" y="2"/>
                      <a:pt x="7" y="2"/>
                      <a:pt x="7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4"/>
                      <a:pt x="1" y="5"/>
                      <a:pt x="3" y="5"/>
                    </a:cubicBezTo>
                    <a:cubicBezTo>
                      <a:pt x="7" y="5"/>
                      <a:pt x="7" y="5"/>
                      <a:pt x="7" y="5"/>
                    </a:cubicBezTo>
                    <a:cubicBezTo>
                      <a:pt x="7" y="5"/>
                      <a:pt x="7" y="5"/>
                      <a:pt x="7" y="5"/>
                    </a:cubicBezTo>
                    <a:cubicBezTo>
                      <a:pt x="9" y="5"/>
                      <a:pt x="10" y="3"/>
                      <a:pt x="10" y="2"/>
                    </a:cubicBezTo>
                    <a:cubicBezTo>
                      <a:pt x="10" y="0"/>
                      <a:pt x="10" y="0"/>
                      <a:pt x="10" y="0"/>
                    </a:cubicBezTo>
                    <a:lnTo>
                      <a:pt x="7" y="0"/>
                    </a:lnTo>
                    <a:close/>
                    <a:moveTo>
                      <a:pt x="7" y="0"/>
                    </a:moveTo>
                    <a:cubicBezTo>
                      <a:pt x="7" y="0"/>
                      <a:pt x="7" y="0"/>
                      <a:pt x="7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" name="Freeform 28">
                <a:extLst>
                  <a:ext uri="{FF2B5EF4-FFF2-40B4-BE49-F238E27FC236}">
                    <a16:creationId xmlns:a16="http://schemas.microsoft.com/office/drawing/2014/main" id="{5BE85F2F-400D-440D-8685-9AC20368DB1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746875" y="4478338"/>
                <a:ext cx="30163" cy="30162"/>
              </a:xfrm>
              <a:custGeom>
                <a:avLst/>
                <a:gdLst>
                  <a:gd name="T0" fmla="*/ 4 w 9"/>
                  <a:gd name="T1" fmla="*/ 0 h 9"/>
                  <a:gd name="T2" fmla="*/ 0 w 9"/>
                  <a:gd name="T3" fmla="*/ 4 h 9"/>
                  <a:gd name="T4" fmla="*/ 4 w 9"/>
                  <a:gd name="T5" fmla="*/ 9 h 9"/>
                  <a:gd name="T6" fmla="*/ 9 w 9"/>
                  <a:gd name="T7" fmla="*/ 4 h 9"/>
                  <a:gd name="T8" fmla="*/ 4 w 9"/>
                  <a:gd name="T9" fmla="*/ 0 h 9"/>
                  <a:gd name="T10" fmla="*/ 4 w 9"/>
                  <a:gd name="T11" fmla="*/ 6 h 9"/>
                  <a:gd name="T12" fmla="*/ 3 w 9"/>
                  <a:gd name="T13" fmla="*/ 4 h 9"/>
                  <a:gd name="T14" fmla="*/ 4 w 9"/>
                  <a:gd name="T15" fmla="*/ 3 h 9"/>
                  <a:gd name="T16" fmla="*/ 6 w 9"/>
                  <a:gd name="T17" fmla="*/ 4 h 9"/>
                  <a:gd name="T18" fmla="*/ 4 w 9"/>
                  <a:gd name="T19" fmla="*/ 6 h 9"/>
                  <a:gd name="T20" fmla="*/ 4 w 9"/>
                  <a:gd name="T21" fmla="*/ 6 h 9"/>
                  <a:gd name="T22" fmla="*/ 4 w 9"/>
                  <a:gd name="T23" fmla="*/ 6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" h="9">
                    <a:moveTo>
                      <a:pt x="4" y="0"/>
                    </a:move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7" y="9"/>
                      <a:pt x="9" y="7"/>
                      <a:pt x="9" y="4"/>
                    </a:cubicBezTo>
                    <a:cubicBezTo>
                      <a:pt x="9" y="2"/>
                      <a:pt x="7" y="0"/>
                      <a:pt x="4" y="0"/>
                    </a:cubicBezTo>
                    <a:close/>
                    <a:moveTo>
                      <a:pt x="4" y="6"/>
                    </a:moveTo>
                    <a:cubicBezTo>
                      <a:pt x="3" y="6"/>
                      <a:pt x="3" y="5"/>
                      <a:pt x="3" y="4"/>
                    </a:cubicBezTo>
                    <a:cubicBezTo>
                      <a:pt x="3" y="3"/>
                      <a:pt x="3" y="3"/>
                      <a:pt x="4" y="3"/>
                    </a:cubicBezTo>
                    <a:cubicBezTo>
                      <a:pt x="5" y="3"/>
                      <a:pt x="6" y="3"/>
                      <a:pt x="6" y="4"/>
                    </a:cubicBezTo>
                    <a:cubicBezTo>
                      <a:pt x="6" y="5"/>
                      <a:pt x="5" y="6"/>
                      <a:pt x="4" y="6"/>
                    </a:cubicBezTo>
                    <a:close/>
                    <a:moveTo>
                      <a:pt x="4" y="6"/>
                    </a:moveTo>
                    <a:cubicBezTo>
                      <a:pt x="4" y="6"/>
                      <a:pt x="4" y="6"/>
                      <a:pt x="4" y="6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" name="Freeform 29">
                <a:extLst>
                  <a:ext uri="{FF2B5EF4-FFF2-40B4-BE49-F238E27FC236}">
                    <a16:creationId xmlns:a16="http://schemas.microsoft.com/office/drawing/2014/main" id="{CB83AD16-69CB-41BA-8EB6-2E437E8CFE4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9725" y="4452938"/>
                <a:ext cx="30163" cy="28575"/>
              </a:xfrm>
              <a:custGeom>
                <a:avLst/>
                <a:gdLst>
                  <a:gd name="T0" fmla="*/ 4 w 9"/>
                  <a:gd name="T1" fmla="*/ 0 h 9"/>
                  <a:gd name="T2" fmla="*/ 0 w 9"/>
                  <a:gd name="T3" fmla="*/ 5 h 9"/>
                  <a:gd name="T4" fmla="*/ 4 w 9"/>
                  <a:gd name="T5" fmla="*/ 9 h 9"/>
                  <a:gd name="T6" fmla="*/ 9 w 9"/>
                  <a:gd name="T7" fmla="*/ 5 h 9"/>
                  <a:gd name="T8" fmla="*/ 4 w 9"/>
                  <a:gd name="T9" fmla="*/ 0 h 9"/>
                  <a:gd name="T10" fmla="*/ 4 w 9"/>
                  <a:gd name="T11" fmla="*/ 6 h 9"/>
                  <a:gd name="T12" fmla="*/ 3 w 9"/>
                  <a:gd name="T13" fmla="*/ 5 h 9"/>
                  <a:gd name="T14" fmla="*/ 4 w 9"/>
                  <a:gd name="T15" fmla="*/ 3 h 9"/>
                  <a:gd name="T16" fmla="*/ 6 w 9"/>
                  <a:gd name="T17" fmla="*/ 5 h 9"/>
                  <a:gd name="T18" fmla="*/ 4 w 9"/>
                  <a:gd name="T19" fmla="*/ 6 h 9"/>
                  <a:gd name="T20" fmla="*/ 4 w 9"/>
                  <a:gd name="T21" fmla="*/ 6 h 9"/>
                  <a:gd name="T22" fmla="*/ 4 w 9"/>
                  <a:gd name="T23" fmla="*/ 6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" h="9">
                    <a:moveTo>
                      <a:pt x="4" y="0"/>
                    </a:moveTo>
                    <a:cubicBezTo>
                      <a:pt x="2" y="0"/>
                      <a:pt x="0" y="2"/>
                      <a:pt x="0" y="5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7" y="9"/>
                      <a:pt x="9" y="7"/>
                      <a:pt x="9" y="5"/>
                    </a:cubicBezTo>
                    <a:cubicBezTo>
                      <a:pt x="9" y="2"/>
                      <a:pt x="7" y="0"/>
                      <a:pt x="4" y="0"/>
                    </a:cubicBezTo>
                    <a:close/>
                    <a:moveTo>
                      <a:pt x="4" y="6"/>
                    </a:moveTo>
                    <a:cubicBezTo>
                      <a:pt x="3" y="6"/>
                      <a:pt x="3" y="5"/>
                      <a:pt x="3" y="5"/>
                    </a:cubicBezTo>
                    <a:cubicBezTo>
                      <a:pt x="3" y="4"/>
                      <a:pt x="3" y="3"/>
                      <a:pt x="4" y="3"/>
                    </a:cubicBezTo>
                    <a:cubicBezTo>
                      <a:pt x="5" y="3"/>
                      <a:pt x="6" y="4"/>
                      <a:pt x="6" y="5"/>
                    </a:cubicBezTo>
                    <a:cubicBezTo>
                      <a:pt x="6" y="5"/>
                      <a:pt x="5" y="6"/>
                      <a:pt x="4" y="6"/>
                    </a:cubicBezTo>
                    <a:close/>
                    <a:moveTo>
                      <a:pt x="4" y="6"/>
                    </a:moveTo>
                    <a:cubicBezTo>
                      <a:pt x="4" y="6"/>
                      <a:pt x="4" y="6"/>
                      <a:pt x="4" y="6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" name="Freeform 30">
                <a:extLst>
                  <a:ext uri="{FF2B5EF4-FFF2-40B4-BE49-F238E27FC236}">
                    <a16:creationId xmlns:a16="http://schemas.microsoft.com/office/drawing/2014/main" id="{2C00EC05-F917-42E6-A7DF-6086C42FE72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737350" y="4368800"/>
                <a:ext cx="30163" cy="33337"/>
              </a:xfrm>
              <a:custGeom>
                <a:avLst/>
                <a:gdLst>
                  <a:gd name="T0" fmla="*/ 4 w 9"/>
                  <a:gd name="T1" fmla="*/ 0 h 10"/>
                  <a:gd name="T2" fmla="*/ 0 w 9"/>
                  <a:gd name="T3" fmla="*/ 5 h 10"/>
                  <a:gd name="T4" fmla="*/ 4 w 9"/>
                  <a:gd name="T5" fmla="*/ 10 h 10"/>
                  <a:gd name="T6" fmla="*/ 9 w 9"/>
                  <a:gd name="T7" fmla="*/ 5 h 10"/>
                  <a:gd name="T8" fmla="*/ 4 w 9"/>
                  <a:gd name="T9" fmla="*/ 0 h 10"/>
                  <a:gd name="T10" fmla="*/ 4 w 9"/>
                  <a:gd name="T11" fmla="*/ 7 h 10"/>
                  <a:gd name="T12" fmla="*/ 3 w 9"/>
                  <a:gd name="T13" fmla="*/ 5 h 10"/>
                  <a:gd name="T14" fmla="*/ 4 w 9"/>
                  <a:gd name="T15" fmla="*/ 4 h 10"/>
                  <a:gd name="T16" fmla="*/ 6 w 9"/>
                  <a:gd name="T17" fmla="*/ 5 h 10"/>
                  <a:gd name="T18" fmla="*/ 4 w 9"/>
                  <a:gd name="T19" fmla="*/ 7 h 10"/>
                  <a:gd name="T20" fmla="*/ 4 w 9"/>
                  <a:gd name="T21" fmla="*/ 7 h 10"/>
                  <a:gd name="T22" fmla="*/ 4 w 9"/>
                  <a:gd name="T23" fmla="*/ 7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" h="10">
                    <a:moveTo>
                      <a:pt x="4" y="0"/>
                    </a:moveTo>
                    <a:cubicBezTo>
                      <a:pt x="2" y="0"/>
                      <a:pt x="0" y="3"/>
                      <a:pt x="0" y="5"/>
                    </a:cubicBezTo>
                    <a:cubicBezTo>
                      <a:pt x="0" y="8"/>
                      <a:pt x="2" y="10"/>
                      <a:pt x="4" y="10"/>
                    </a:cubicBezTo>
                    <a:cubicBezTo>
                      <a:pt x="7" y="10"/>
                      <a:pt x="9" y="8"/>
                      <a:pt x="9" y="5"/>
                    </a:cubicBezTo>
                    <a:cubicBezTo>
                      <a:pt x="9" y="3"/>
                      <a:pt x="7" y="0"/>
                      <a:pt x="4" y="0"/>
                    </a:cubicBezTo>
                    <a:close/>
                    <a:moveTo>
                      <a:pt x="4" y="7"/>
                    </a:moveTo>
                    <a:cubicBezTo>
                      <a:pt x="3" y="7"/>
                      <a:pt x="3" y="6"/>
                      <a:pt x="3" y="5"/>
                    </a:cubicBezTo>
                    <a:cubicBezTo>
                      <a:pt x="3" y="4"/>
                      <a:pt x="3" y="4"/>
                      <a:pt x="4" y="4"/>
                    </a:cubicBezTo>
                    <a:cubicBezTo>
                      <a:pt x="5" y="4"/>
                      <a:pt x="6" y="4"/>
                      <a:pt x="6" y="5"/>
                    </a:cubicBezTo>
                    <a:cubicBezTo>
                      <a:pt x="6" y="6"/>
                      <a:pt x="5" y="7"/>
                      <a:pt x="4" y="7"/>
                    </a:cubicBezTo>
                    <a:close/>
                    <a:moveTo>
                      <a:pt x="4" y="7"/>
                    </a:moveTo>
                    <a:cubicBezTo>
                      <a:pt x="4" y="7"/>
                      <a:pt x="4" y="7"/>
                      <a:pt x="4" y="7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" name="Rectangle 31">
                <a:extLst>
                  <a:ext uri="{FF2B5EF4-FFF2-40B4-BE49-F238E27FC236}">
                    <a16:creationId xmlns:a16="http://schemas.microsoft.com/office/drawing/2014/main" id="{DBA1E82F-0A08-4D54-B06F-34596B9794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3063" y="4416425"/>
                <a:ext cx="14288" cy="95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" name="Rectangle 32">
                <a:extLst>
                  <a:ext uri="{FF2B5EF4-FFF2-40B4-BE49-F238E27FC236}">
                    <a16:creationId xmlns:a16="http://schemas.microsoft.com/office/drawing/2014/main" id="{33968AF7-AC01-42FA-9E95-CBDD3BC37E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3063" y="4435475"/>
                <a:ext cx="14288" cy="95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6" name="Rectangle 33">
                <a:extLst>
                  <a:ext uri="{FF2B5EF4-FFF2-40B4-BE49-F238E27FC236}">
                    <a16:creationId xmlns:a16="http://schemas.microsoft.com/office/drawing/2014/main" id="{EECE8E9C-F2D8-475E-87DE-8682FA9549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00838" y="4535488"/>
                <a:ext cx="9525" cy="95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7D828B64-62B7-42C6-A8DC-4F811E9FC4D9}"/>
              </a:ext>
            </a:extLst>
          </p:cNvPr>
          <p:cNvGrpSpPr/>
          <p:nvPr/>
        </p:nvGrpSpPr>
        <p:grpSpPr>
          <a:xfrm>
            <a:off x="8597611" y="5182509"/>
            <a:ext cx="785484" cy="785484"/>
            <a:chOff x="8515136" y="5100034"/>
            <a:chExt cx="950435" cy="950435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CA91BEDF-E123-4924-8035-0FB741ECAED2}"/>
                </a:ext>
              </a:extLst>
            </p:cNvPr>
            <p:cNvSpPr/>
            <p:nvPr/>
          </p:nvSpPr>
          <p:spPr>
            <a:xfrm>
              <a:off x="8515136" y="5100034"/>
              <a:ext cx="950435" cy="950435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E9506580-83E7-443C-9FC6-95D99A6B5FE8}"/>
                </a:ext>
              </a:extLst>
            </p:cNvPr>
            <p:cNvGrpSpPr/>
            <p:nvPr/>
          </p:nvGrpSpPr>
          <p:grpSpPr>
            <a:xfrm>
              <a:off x="8697712" y="5317048"/>
              <a:ext cx="517319" cy="517316"/>
              <a:chOff x="2314575" y="3587750"/>
              <a:chExt cx="246063" cy="246062"/>
            </a:xfrm>
            <a:solidFill>
              <a:schemeClr val="bg1"/>
            </a:solidFill>
          </p:grpSpPr>
          <p:sp>
            <p:nvSpPr>
              <p:cNvPr id="98" name="Freeform 73">
                <a:extLst>
                  <a:ext uri="{FF2B5EF4-FFF2-40B4-BE49-F238E27FC236}">
                    <a16:creationId xmlns:a16="http://schemas.microsoft.com/office/drawing/2014/main" id="{82DD2C73-2326-498B-B89E-BD1A1425AC5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314575" y="3587750"/>
                <a:ext cx="246063" cy="190500"/>
              </a:xfrm>
              <a:custGeom>
                <a:avLst/>
                <a:gdLst>
                  <a:gd name="T0" fmla="*/ 31 w 74"/>
                  <a:gd name="T1" fmla="*/ 38 h 57"/>
                  <a:gd name="T2" fmla="*/ 31 w 74"/>
                  <a:gd name="T3" fmla="*/ 57 h 57"/>
                  <a:gd name="T4" fmla="*/ 33 w 74"/>
                  <a:gd name="T5" fmla="*/ 57 h 57"/>
                  <a:gd name="T6" fmla="*/ 33 w 74"/>
                  <a:gd name="T7" fmla="*/ 38 h 57"/>
                  <a:gd name="T8" fmla="*/ 40 w 74"/>
                  <a:gd name="T9" fmla="*/ 38 h 57"/>
                  <a:gd name="T10" fmla="*/ 40 w 74"/>
                  <a:gd name="T11" fmla="*/ 41 h 57"/>
                  <a:gd name="T12" fmla="*/ 43 w 74"/>
                  <a:gd name="T13" fmla="*/ 41 h 57"/>
                  <a:gd name="T14" fmla="*/ 43 w 74"/>
                  <a:gd name="T15" fmla="*/ 38 h 57"/>
                  <a:gd name="T16" fmla="*/ 47 w 74"/>
                  <a:gd name="T17" fmla="*/ 38 h 57"/>
                  <a:gd name="T18" fmla="*/ 47 w 74"/>
                  <a:gd name="T19" fmla="*/ 53 h 57"/>
                  <a:gd name="T20" fmla="*/ 50 w 74"/>
                  <a:gd name="T21" fmla="*/ 53 h 57"/>
                  <a:gd name="T22" fmla="*/ 50 w 74"/>
                  <a:gd name="T23" fmla="*/ 38 h 57"/>
                  <a:gd name="T24" fmla="*/ 63 w 74"/>
                  <a:gd name="T25" fmla="*/ 38 h 57"/>
                  <a:gd name="T26" fmla="*/ 74 w 74"/>
                  <a:gd name="T27" fmla="*/ 28 h 57"/>
                  <a:gd name="T28" fmla="*/ 67 w 74"/>
                  <a:gd name="T29" fmla="*/ 18 h 57"/>
                  <a:gd name="T30" fmla="*/ 67 w 74"/>
                  <a:gd name="T31" fmla="*/ 18 h 57"/>
                  <a:gd name="T32" fmla="*/ 55 w 74"/>
                  <a:gd name="T33" fmla="*/ 7 h 57"/>
                  <a:gd name="T34" fmla="*/ 50 w 74"/>
                  <a:gd name="T35" fmla="*/ 8 h 57"/>
                  <a:gd name="T36" fmla="*/ 37 w 74"/>
                  <a:gd name="T37" fmla="*/ 0 h 57"/>
                  <a:gd name="T38" fmla="*/ 24 w 74"/>
                  <a:gd name="T39" fmla="*/ 7 h 57"/>
                  <a:gd name="T40" fmla="*/ 18 w 74"/>
                  <a:gd name="T41" fmla="*/ 5 h 57"/>
                  <a:gd name="T42" fmla="*/ 6 w 74"/>
                  <a:gd name="T43" fmla="*/ 17 h 57"/>
                  <a:gd name="T44" fmla="*/ 6 w 74"/>
                  <a:gd name="T45" fmla="*/ 18 h 57"/>
                  <a:gd name="T46" fmla="*/ 0 w 74"/>
                  <a:gd name="T47" fmla="*/ 28 h 57"/>
                  <a:gd name="T48" fmla="*/ 11 w 74"/>
                  <a:gd name="T49" fmla="*/ 38 h 57"/>
                  <a:gd name="T50" fmla="*/ 24 w 74"/>
                  <a:gd name="T51" fmla="*/ 38 h 57"/>
                  <a:gd name="T52" fmla="*/ 24 w 74"/>
                  <a:gd name="T53" fmla="*/ 47 h 57"/>
                  <a:gd name="T54" fmla="*/ 26 w 74"/>
                  <a:gd name="T55" fmla="*/ 47 h 57"/>
                  <a:gd name="T56" fmla="*/ 26 w 74"/>
                  <a:gd name="T57" fmla="*/ 38 h 57"/>
                  <a:gd name="T58" fmla="*/ 31 w 74"/>
                  <a:gd name="T59" fmla="*/ 38 h 57"/>
                  <a:gd name="T60" fmla="*/ 11 w 74"/>
                  <a:gd name="T61" fmla="*/ 36 h 57"/>
                  <a:gd name="T62" fmla="*/ 2 w 74"/>
                  <a:gd name="T63" fmla="*/ 28 h 57"/>
                  <a:gd name="T64" fmla="*/ 8 w 74"/>
                  <a:gd name="T65" fmla="*/ 20 h 57"/>
                  <a:gd name="T66" fmla="*/ 9 w 74"/>
                  <a:gd name="T67" fmla="*/ 20 h 57"/>
                  <a:gd name="T68" fmla="*/ 8 w 74"/>
                  <a:gd name="T69" fmla="*/ 19 h 57"/>
                  <a:gd name="T70" fmla="*/ 8 w 74"/>
                  <a:gd name="T71" fmla="*/ 17 h 57"/>
                  <a:gd name="T72" fmla="*/ 18 w 74"/>
                  <a:gd name="T73" fmla="*/ 7 h 57"/>
                  <a:gd name="T74" fmla="*/ 27 w 74"/>
                  <a:gd name="T75" fmla="*/ 17 h 57"/>
                  <a:gd name="T76" fmla="*/ 30 w 74"/>
                  <a:gd name="T77" fmla="*/ 17 h 57"/>
                  <a:gd name="T78" fmla="*/ 26 w 74"/>
                  <a:gd name="T79" fmla="*/ 8 h 57"/>
                  <a:gd name="T80" fmla="*/ 37 w 74"/>
                  <a:gd name="T81" fmla="*/ 3 h 57"/>
                  <a:gd name="T82" fmla="*/ 49 w 74"/>
                  <a:gd name="T83" fmla="*/ 10 h 57"/>
                  <a:gd name="T84" fmla="*/ 49 w 74"/>
                  <a:gd name="T85" fmla="*/ 11 h 57"/>
                  <a:gd name="T86" fmla="*/ 50 w 74"/>
                  <a:gd name="T87" fmla="*/ 11 h 57"/>
                  <a:gd name="T88" fmla="*/ 55 w 74"/>
                  <a:gd name="T89" fmla="*/ 10 h 57"/>
                  <a:gd name="T90" fmla="*/ 65 w 74"/>
                  <a:gd name="T91" fmla="*/ 17 h 57"/>
                  <a:gd name="T92" fmla="*/ 63 w 74"/>
                  <a:gd name="T93" fmla="*/ 17 h 57"/>
                  <a:gd name="T94" fmla="*/ 58 w 74"/>
                  <a:gd name="T95" fmla="*/ 18 h 57"/>
                  <a:gd name="T96" fmla="*/ 59 w 74"/>
                  <a:gd name="T97" fmla="*/ 20 h 57"/>
                  <a:gd name="T98" fmla="*/ 63 w 74"/>
                  <a:gd name="T99" fmla="*/ 19 h 57"/>
                  <a:gd name="T100" fmla="*/ 71 w 74"/>
                  <a:gd name="T101" fmla="*/ 28 h 57"/>
                  <a:gd name="T102" fmla="*/ 63 w 74"/>
                  <a:gd name="T103" fmla="*/ 36 h 57"/>
                  <a:gd name="T104" fmla="*/ 11 w 74"/>
                  <a:gd name="T105" fmla="*/ 36 h 57"/>
                  <a:gd name="T106" fmla="*/ 11 w 74"/>
                  <a:gd name="T107" fmla="*/ 36 h 57"/>
                  <a:gd name="T108" fmla="*/ 11 w 74"/>
                  <a:gd name="T109" fmla="*/ 36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4" h="57">
                    <a:moveTo>
                      <a:pt x="31" y="38"/>
                    </a:moveTo>
                    <a:cubicBezTo>
                      <a:pt x="31" y="57"/>
                      <a:pt x="31" y="57"/>
                      <a:pt x="31" y="57"/>
                    </a:cubicBezTo>
                    <a:cubicBezTo>
                      <a:pt x="33" y="57"/>
                      <a:pt x="33" y="57"/>
                      <a:pt x="33" y="57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40" y="41"/>
                      <a:pt x="40" y="41"/>
                      <a:pt x="40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38"/>
                      <a:pt x="43" y="38"/>
                      <a:pt x="43" y="38"/>
                    </a:cubicBezTo>
                    <a:cubicBezTo>
                      <a:pt x="47" y="38"/>
                      <a:pt x="47" y="38"/>
                      <a:pt x="47" y="38"/>
                    </a:cubicBezTo>
                    <a:cubicBezTo>
                      <a:pt x="47" y="53"/>
                      <a:pt x="47" y="53"/>
                      <a:pt x="47" y="53"/>
                    </a:cubicBezTo>
                    <a:cubicBezTo>
                      <a:pt x="50" y="53"/>
                      <a:pt x="50" y="53"/>
                      <a:pt x="50" y="53"/>
                    </a:cubicBezTo>
                    <a:cubicBezTo>
                      <a:pt x="50" y="38"/>
                      <a:pt x="50" y="38"/>
                      <a:pt x="50" y="38"/>
                    </a:cubicBezTo>
                    <a:cubicBezTo>
                      <a:pt x="63" y="38"/>
                      <a:pt x="63" y="38"/>
                      <a:pt x="63" y="38"/>
                    </a:cubicBezTo>
                    <a:cubicBezTo>
                      <a:pt x="69" y="38"/>
                      <a:pt x="74" y="34"/>
                      <a:pt x="74" y="28"/>
                    </a:cubicBezTo>
                    <a:cubicBezTo>
                      <a:pt x="74" y="23"/>
                      <a:pt x="71" y="20"/>
                      <a:pt x="67" y="18"/>
                    </a:cubicBezTo>
                    <a:cubicBezTo>
                      <a:pt x="67" y="18"/>
                      <a:pt x="67" y="18"/>
                      <a:pt x="67" y="18"/>
                    </a:cubicBezTo>
                    <a:cubicBezTo>
                      <a:pt x="66" y="12"/>
                      <a:pt x="61" y="7"/>
                      <a:pt x="55" y="7"/>
                    </a:cubicBezTo>
                    <a:cubicBezTo>
                      <a:pt x="53" y="7"/>
                      <a:pt x="52" y="8"/>
                      <a:pt x="50" y="8"/>
                    </a:cubicBezTo>
                    <a:cubicBezTo>
                      <a:pt x="47" y="3"/>
                      <a:pt x="42" y="0"/>
                      <a:pt x="37" y="0"/>
                    </a:cubicBezTo>
                    <a:cubicBezTo>
                      <a:pt x="32" y="0"/>
                      <a:pt x="27" y="3"/>
                      <a:pt x="24" y="7"/>
                    </a:cubicBezTo>
                    <a:cubicBezTo>
                      <a:pt x="22" y="6"/>
                      <a:pt x="20" y="5"/>
                      <a:pt x="18" y="5"/>
                    </a:cubicBezTo>
                    <a:cubicBezTo>
                      <a:pt x="11" y="5"/>
                      <a:pt x="6" y="10"/>
                      <a:pt x="6" y="17"/>
                    </a:cubicBezTo>
                    <a:cubicBezTo>
                      <a:pt x="6" y="17"/>
                      <a:pt x="6" y="18"/>
                      <a:pt x="6" y="18"/>
                    </a:cubicBezTo>
                    <a:cubicBezTo>
                      <a:pt x="2" y="20"/>
                      <a:pt x="0" y="24"/>
                      <a:pt x="0" y="28"/>
                    </a:cubicBezTo>
                    <a:cubicBezTo>
                      <a:pt x="0" y="34"/>
                      <a:pt x="5" y="38"/>
                      <a:pt x="11" y="3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24" y="47"/>
                      <a:pt x="24" y="47"/>
                      <a:pt x="24" y="47"/>
                    </a:cubicBezTo>
                    <a:cubicBezTo>
                      <a:pt x="26" y="47"/>
                      <a:pt x="26" y="47"/>
                      <a:pt x="26" y="47"/>
                    </a:cubicBezTo>
                    <a:cubicBezTo>
                      <a:pt x="26" y="38"/>
                      <a:pt x="26" y="38"/>
                      <a:pt x="26" y="38"/>
                    </a:cubicBezTo>
                    <a:lnTo>
                      <a:pt x="31" y="38"/>
                    </a:lnTo>
                    <a:close/>
                    <a:moveTo>
                      <a:pt x="11" y="36"/>
                    </a:moveTo>
                    <a:cubicBezTo>
                      <a:pt x="6" y="36"/>
                      <a:pt x="2" y="32"/>
                      <a:pt x="2" y="28"/>
                    </a:cubicBezTo>
                    <a:cubicBezTo>
                      <a:pt x="2" y="24"/>
                      <a:pt x="4" y="21"/>
                      <a:pt x="8" y="20"/>
                    </a:cubicBezTo>
                    <a:cubicBezTo>
                      <a:pt x="9" y="20"/>
                      <a:pt x="9" y="20"/>
                      <a:pt x="9" y="20"/>
                    </a:cubicBezTo>
                    <a:cubicBezTo>
                      <a:pt x="8" y="19"/>
                      <a:pt x="8" y="19"/>
                      <a:pt x="8" y="19"/>
                    </a:cubicBezTo>
                    <a:cubicBezTo>
                      <a:pt x="8" y="18"/>
                      <a:pt x="8" y="17"/>
                      <a:pt x="8" y="17"/>
                    </a:cubicBezTo>
                    <a:cubicBezTo>
                      <a:pt x="8" y="12"/>
                      <a:pt x="12" y="7"/>
                      <a:pt x="18" y="7"/>
                    </a:cubicBezTo>
                    <a:cubicBezTo>
                      <a:pt x="23" y="7"/>
                      <a:pt x="27" y="12"/>
                      <a:pt x="27" y="17"/>
                    </a:cubicBezTo>
                    <a:cubicBezTo>
                      <a:pt x="30" y="17"/>
                      <a:pt x="30" y="17"/>
                      <a:pt x="30" y="17"/>
                    </a:cubicBezTo>
                    <a:cubicBezTo>
                      <a:pt x="30" y="14"/>
                      <a:pt x="28" y="11"/>
                      <a:pt x="26" y="8"/>
                    </a:cubicBezTo>
                    <a:cubicBezTo>
                      <a:pt x="28" y="5"/>
                      <a:pt x="32" y="3"/>
                      <a:pt x="37" y="3"/>
                    </a:cubicBezTo>
                    <a:cubicBezTo>
                      <a:pt x="42" y="3"/>
                      <a:pt x="46" y="6"/>
                      <a:pt x="49" y="10"/>
                    </a:cubicBezTo>
                    <a:cubicBezTo>
                      <a:pt x="49" y="11"/>
                      <a:pt x="49" y="11"/>
                      <a:pt x="49" y="11"/>
                    </a:cubicBezTo>
                    <a:cubicBezTo>
                      <a:pt x="50" y="11"/>
                      <a:pt x="50" y="11"/>
                      <a:pt x="50" y="11"/>
                    </a:cubicBezTo>
                    <a:cubicBezTo>
                      <a:pt x="52" y="10"/>
                      <a:pt x="53" y="10"/>
                      <a:pt x="55" y="10"/>
                    </a:cubicBezTo>
                    <a:cubicBezTo>
                      <a:pt x="59" y="10"/>
                      <a:pt x="63" y="13"/>
                      <a:pt x="65" y="17"/>
                    </a:cubicBezTo>
                    <a:cubicBezTo>
                      <a:pt x="64" y="17"/>
                      <a:pt x="64" y="17"/>
                      <a:pt x="63" y="17"/>
                    </a:cubicBezTo>
                    <a:cubicBezTo>
                      <a:pt x="61" y="17"/>
                      <a:pt x="59" y="17"/>
                      <a:pt x="58" y="18"/>
                    </a:cubicBezTo>
                    <a:cubicBezTo>
                      <a:pt x="59" y="20"/>
                      <a:pt x="59" y="20"/>
                      <a:pt x="59" y="20"/>
                    </a:cubicBezTo>
                    <a:cubicBezTo>
                      <a:pt x="60" y="20"/>
                      <a:pt x="61" y="19"/>
                      <a:pt x="63" y="19"/>
                    </a:cubicBezTo>
                    <a:cubicBezTo>
                      <a:pt x="68" y="19"/>
                      <a:pt x="71" y="23"/>
                      <a:pt x="71" y="28"/>
                    </a:cubicBezTo>
                    <a:cubicBezTo>
                      <a:pt x="71" y="32"/>
                      <a:pt x="68" y="36"/>
                      <a:pt x="63" y="36"/>
                    </a:cubicBezTo>
                    <a:lnTo>
                      <a:pt x="11" y="36"/>
                    </a:lnTo>
                    <a:close/>
                    <a:moveTo>
                      <a:pt x="11" y="36"/>
                    </a:moveTo>
                    <a:cubicBezTo>
                      <a:pt x="11" y="36"/>
                      <a:pt x="11" y="36"/>
                      <a:pt x="11" y="36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9" name="Freeform 74">
                <a:extLst>
                  <a:ext uri="{FF2B5EF4-FFF2-40B4-BE49-F238E27FC236}">
                    <a16:creationId xmlns:a16="http://schemas.microsoft.com/office/drawing/2014/main" id="{C89DA0CB-1DF0-4647-80D5-8D63F4F4BB6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330450" y="3681413"/>
                <a:ext cx="20638" cy="19050"/>
              </a:xfrm>
              <a:custGeom>
                <a:avLst/>
                <a:gdLst>
                  <a:gd name="T0" fmla="*/ 2 w 6"/>
                  <a:gd name="T1" fmla="*/ 0 h 6"/>
                  <a:gd name="T2" fmla="*/ 0 w 6"/>
                  <a:gd name="T3" fmla="*/ 0 h 6"/>
                  <a:gd name="T4" fmla="*/ 6 w 6"/>
                  <a:gd name="T5" fmla="*/ 6 h 6"/>
                  <a:gd name="T6" fmla="*/ 6 w 6"/>
                  <a:gd name="T7" fmla="*/ 3 h 6"/>
                  <a:gd name="T8" fmla="*/ 2 w 6"/>
                  <a:gd name="T9" fmla="*/ 0 h 6"/>
                  <a:gd name="T10" fmla="*/ 2 w 6"/>
                  <a:gd name="T11" fmla="*/ 0 h 6"/>
                  <a:gd name="T12" fmla="*/ 2 w 6"/>
                  <a:gd name="T1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6">
                    <a:moveTo>
                      <a:pt x="2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"/>
                      <a:pt x="2" y="6"/>
                      <a:pt x="6" y="6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4" y="3"/>
                      <a:pt x="2" y="2"/>
                      <a:pt x="2" y="0"/>
                    </a:cubicBezTo>
                    <a:close/>
                    <a:moveTo>
                      <a:pt x="2" y="0"/>
                    </a:move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0" name="Freeform 75">
                <a:extLst>
                  <a:ext uri="{FF2B5EF4-FFF2-40B4-BE49-F238E27FC236}">
                    <a16:creationId xmlns:a16="http://schemas.microsoft.com/office/drawing/2014/main" id="{C778CFE4-6906-4440-B5BC-72228D19B92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351088" y="3621088"/>
                <a:ext cx="22225" cy="23812"/>
              </a:xfrm>
              <a:custGeom>
                <a:avLst/>
                <a:gdLst>
                  <a:gd name="T0" fmla="*/ 7 w 7"/>
                  <a:gd name="T1" fmla="*/ 2 h 7"/>
                  <a:gd name="T2" fmla="*/ 7 w 7"/>
                  <a:gd name="T3" fmla="*/ 0 h 7"/>
                  <a:gd name="T4" fmla="*/ 0 w 7"/>
                  <a:gd name="T5" fmla="*/ 7 h 7"/>
                  <a:gd name="T6" fmla="*/ 2 w 7"/>
                  <a:gd name="T7" fmla="*/ 7 h 7"/>
                  <a:gd name="T8" fmla="*/ 7 w 7"/>
                  <a:gd name="T9" fmla="*/ 2 h 7"/>
                  <a:gd name="T10" fmla="*/ 7 w 7"/>
                  <a:gd name="T11" fmla="*/ 2 h 7"/>
                  <a:gd name="T12" fmla="*/ 7 w 7"/>
                  <a:gd name="T13" fmla="*/ 2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" h="7">
                    <a:moveTo>
                      <a:pt x="7" y="2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2" y="4"/>
                      <a:pt x="4" y="2"/>
                      <a:pt x="7" y="2"/>
                    </a:cubicBezTo>
                    <a:close/>
                    <a:moveTo>
                      <a:pt x="7" y="2"/>
                    </a:moveTo>
                    <a:cubicBezTo>
                      <a:pt x="7" y="2"/>
                      <a:pt x="7" y="2"/>
                      <a:pt x="7" y="2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1" name="Freeform 76">
                <a:extLst>
                  <a:ext uri="{FF2B5EF4-FFF2-40B4-BE49-F238E27FC236}">
                    <a16:creationId xmlns:a16="http://schemas.microsoft.com/office/drawing/2014/main" id="{55BB714E-A8EF-492C-AB2F-090E63C5528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341563" y="3751263"/>
                <a:ext cx="58738" cy="66675"/>
              </a:xfrm>
              <a:custGeom>
                <a:avLst/>
                <a:gdLst>
                  <a:gd name="T0" fmla="*/ 7 w 18"/>
                  <a:gd name="T1" fmla="*/ 18 h 20"/>
                  <a:gd name="T2" fmla="*/ 12 w 18"/>
                  <a:gd name="T3" fmla="*/ 18 h 20"/>
                  <a:gd name="T4" fmla="*/ 18 w 18"/>
                  <a:gd name="T5" fmla="*/ 12 h 20"/>
                  <a:gd name="T6" fmla="*/ 18 w 18"/>
                  <a:gd name="T7" fmla="*/ 0 h 20"/>
                  <a:gd name="T8" fmla="*/ 16 w 18"/>
                  <a:gd name="T9" fmla="*/ 0 h 20"/>
                  <a:gd name="T10" fmla="*/ 16 w 18"/>
                  <a:gd name="T11" fmla="*/ 12 h 20"/>
                  <a:gd name="T12" fmla="*/ 12 w 18"/>
                  <a:gd name="T13" fmla="*/ 16 h 20"/>
                  <a:gd name="T14" fmla="*/ 7 w 18"/>
                  <a:gd name="T15" fmla="*/ 16 h 20"/>
                  <a:gd name="T16" fmla="*/ 4 w 18"/>
                  <a:gd name="T17" fmla="*/ 13 h 20"/>
                  <a:gd name="T18" fmla="*/ 0 w 18"/>
                  <a:gd name="T19" fmla="*/ 17 h 20"/>
                  <a:gd name="T20" fmla="*/ 4 w 18"/>
                  <a:gd name="T21" fmla="*/ 20 h 20"/>
                  <a:gd name="T22" fmla="*/ 7 w 18"/>
                  <a:gd name="T23" fmla="*/ 18 h 20"/>
                  <a:gd name="T24" fmla="*/ 3 w 18"/>
                  <a:gd name="T25" fmla="*/ 17 h 20"/>
                  <a:gd name="T26" fmla="*/ 4 w 18"/>
                  <a:gd name="T27" fmla="*/ 16 h 20"/>
                  <a:gd name="T28" fmla="*/ 5 w 18"/>
                  <a:gd name="T29" fmla="*/ 17 h 20"/>
                  <a:gd name="T30" fmla="*/ 4 w 18"/>
                  <a:gd name="T31" fmla="*/ 18 h 20"/>
                  <a:gd name="T32" fmla="*/ 3 w 18"/>
                  <a:gd name="T33" fmla="*/ 17 h 20"/>
                  <a:gd name="T34" fmla="*/ 3 w 18"/>
                  <a:gd name="T35" fmla="*/ 17 h 20"/>
                  <a:gd name="T36" fmla="*/ 3 w 18"/>
                  <a:gd name="T37" fmla="*/ 17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8" h="20">
                    <a:moveTo>
                      <a:pt x="7" y="18"/>
                    </a:moveTo>
                    <a:cubicBezTo>
                      <a:pt x="12" y="18"/>
                      <a:pt x="12" y="18"/>
                      <a:pt x="12" y="18"/>
                    </a:cubicBezTo>
                    <a:cubicBezTo>
                      <a:pt x="15" y="18"/>
                      <a:pt x="18" y="15"/>
                      <a:pt x="18" y="12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6" y="12"/>
                      <a:pt x="16" y="12"/>
                      <a:pt x="16" y="12"/>
                    </a:cubicBezTo>
                    <a:cubicBezTo>
                      <a:pt x="16" y="14"/>
                      <a:pt x="14" y="16"/>
                      <a:pt x="12" y="16"/>
                    </a:cubicBezTo>
                    <a:cubicBezTo>
                      <a:pt x="7" y="16"/>
                      <a:pt x="7" y="16"/>
                      <a:pt x="7" y="16"/>
                    </a:cubicBezTo>
                    <a:cubicBezTo>
                      <a:pt x="7" y="14"/>
                      <a:pt x="5" y="13"/>
                      <a:pt x="4" y="13"/>
                    </a:cubicBezTo>
                    <a:cubicBezTo>
                      <a:pt x="2" y="13"/>
                      <a:pt x="0" y="15"/>
                      <a:pt x="0" y="17"/>
                    </a:cubicBezTo>
                    <a:cubicBezTo>
                      <a:pt x="0" y="19"/>
                      <a:pt x="2" y="20"/>
                      <a:pt x="4" y="20"/>
                    </a:cubicBezTo>
                    <a:cubicBezTo>
                      <a:pt x="5" y="20"/>
                      <a:pt x="7" y="19"/>
                      <a:pt x="7" y="18"/>
                    </a:cubicBezTo>
                    <a:close/>
                    <a:moveTo>
                      <a:pt x="3" y="17"/>
                    </a:moveTo>
                    <a:cubicBezTo>
                      <a:pt x="3" y="16"/>
                      <a:pt x="3" y="16"/>
                      <a:pt x="4" y="16"/>
                    </a:cubicBezTo>
                    <a:cubicBezTo>
                      <a:pt x="4" y="16"/>
                      <a:pt x="5" y="16"/>
                      <a:pt x="5" y="17"/>
                    </a:cubicBezTo>
                    <a:cubicBezTo>
                      <a:pt x="5" y="17"/>
                      <a:pt x="4" y="18"/>
                      <a:pt x="4" y="18"/>
                    </a:cubicBezTo>
                    <a:cubicBezTo>
                      <a:pt x="3" y="18"/>
                      <a:pt x="3" y="17"/>
                      <a:pt x="3" y="17"/>
                    </a:cubicBezTo>
                    <a:close/>
                    <a:moveTo>
                      <a:pt x="3" y="17"/>
                    </a:moveTo>
                    <a:cubicBezTo>
                      <a:pt x="3" y="17"/>
                      <a:pt x="3" y="17"/>
                      <a:pt x="3" y="17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2" name="Freeform 77">
                <a:extLst>
                  <a:ext uri="{FF2B5EF4-FFF2-40B4-BE49-F238E27FC236}">
                    <a16:creationId xmlns:a16="http://schemas.microsoft.com/office/drawing/2014/main" id="{ACC18C6E-A51D-4C2A-9571-A78062AF8CB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406650" y="3787775"/>
                <a:ext cx="26988" cy="46037"/>
              </a:xfrm>
              <a:custGeom>
                <a:avLst/>
                <a:gdLst>
                  <a:gd name="T0" fmla="*/ 8 w 8"/>
                  <a:gd name="T1" fmla="*/ 11 h 14"/>
                  <a:gd name="T2" fmla="*/ 5 w 8"/>
                  <a:gd name="T3" fmla="*/ 7 h 14"/>
                  <a:gd name="T4" fmla="*/ 5 w 8"/>
                  <a:gd name="T5" fmla="*/ 0 h 14"/>
                  <a:gd name="T6" fmla="*/ 3 w 8"/>
                  <a:gd name="T7" fmla="*/ 0 h 14"/>
                  <a:gd name="T8" fmla="*/ 3 w 8"/>
                  <a:gd name="T9" fmla="*/ 7 h 14"/>
                  <a:gd name="T10" fmla="*/ 0 w 8"/>
                  <a:gd name="T11" fmla="*/ 11 h 14"/>
                  <a:gd name="T12" fmla="*/ 4 w 8"/>
                  <a:gd name="T13" fmla="*/ 14 h 14"/>
                  <a:gd name="T14" fmla="*/ 8 w 8"/>
                  <a:gd name="T15" fmla="*/ 11 h 14"/>
                  <a:gd name="T16" fmla="*/ 3 w 8"/>
                  <a:gd name="T17" fmla="*/ 11 h 14"/>
                  <a:gd name="T18" fmla="*/ 4 w 8"/>
                  <a:gd name="T19" fmla="*/ 9 h 14"/>
                  <a:gd name="T20" fmla="*/ 5 w 8"/>
                  <a:gd name="T21" fmla="*/ 11 h 14"/>
                  <a:gd name="T22" fmla="*/ 4 w 8"/>
                  <a:gd name="T23" fmla="*/ 12 h 14"/>
                  <a:gd name="T24" fmla="*/ 3 w 8"/>
                  <a:gd name="T25" fmla="*/ 11 h 14"/>
                  <a:gd name="T26" fmla="*/ 3 w 8"/>
                  <a:gd name="T27" fmla="*/ 11 h 14"/>
                  <a:gd name="T28" fmla="*/ 3 w 8"/>
                  <a:gd name="T29" fmla="*/ 11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" h="14">
                    <a:moveTo>
                      <a:pt x="8" y="11"/>
                    </a:moveTo>
                    <a:cubicBezTo>
                      <a:pt x="8" y="9"/>
                      <a:pt x="7" y="8"/>
                      <a:pt x="5" y="7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7"/>
                      <a:pt x="3" y="7"/>
                      <a:pt x="3" y="7"/>
                    </a:cubicBezTo>
                    <a:cubicBezTo>
                      <a:pt x="1" y="8"/>
                      <a:pt x="0" y="9"/>
                      <a:pt x="0" y="11"/>
                    </a:cubicBezTo>
                    <a:cubicBezTo>
                      <a:pt x="0" y="12"/>
                      <a:pt x="2" y="14"/>
                      <a:pt x="4" y="14"/>
                    </a:cubicBezTo>
                    <a:cubicBezTo>
                      <a:pt x="6" y="14"/>
                      <a:pt x="8" y="12"/>
                      <a:pt x="8" y="11"/>
                    </a:cubicBezTo>
                    <a:close/>
                    <a:moveTo>
                      <a:pt x="3" y="11"/>
                    </a:moveTo>
                    <a:cubicBezTo>
                      <a:pt x="3" y="10"/>
                      <a:pt x="3" y="9"/>
                      <a:pt x="4" y="9"/>
                    </a:cubicBezTo>
                    <a:cubicBezTo>
                      <a:pt x="5" y="9"/>
                      <a:pt x="5" y="10"/>
                      <a:pt x="5" y="11"/>
                    </a:cubicBezTo>
                    <a:cubicBezTo>
                      <a:pt x="5" y="11"/>
                      <a:pt x="5" y="12"/>
                      <a:pt x="4" y="12"/>
                    </a:cubicBezTo>
                    <a:cubicBezTo>
                      <a:pt x="3" y="12"/>
                      <a:pt x="3" y="11"/>
                      <a:pt x="3" y="11"/>
                    </a:cubicBezTo>
                    <a:close/>
                    <a:moveTo>
                      <a:pt x="3" y="11"/>
                    </a:moveTo>
                    <a:cubicBezTo>
                      <a:pt x="3" y="11"/>
                      <a:pt x="3" y="11"/>
                      <a:pt x="3" y="11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3" name="Freeform 78">
                <a:extLst>
                  <a:ext uri="{FF2B5EF4-FFF2-40B4-BE49-F238E27FC236}">
                    <a16:creationId xmlns:a16="http://schemas.microsoft.com/office/drawing/2014/main" id="{DAC2DCAB-E2BE-42E6-8849-BB4D3765A59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439988" y="3730625"/>
                <a:ext cx="23813" cy="103187"/>
              </a:xfrm>
              <a:custGeom>
                <a:avLst/>
                <a:gdLst>
                  <a:gd name="T0" fmla="*/ 5 w 7"/>
                  <a:gd name="T1" fmla="*/ 24 h 31"/>
                  <a:gd name="T2" fmla="*/ 5 w 7"/>
                  <a:gd name="T3" fmla="*/ 0 h 31"/>
                  <a:gd name="T4" fmla="*/ 2 w 7"/>
                  <a:gd name="T5" fmla="*/ 0 h 31"/>
                  <a:gd name="T6" fmla="*/ 2 w 7"/>
                  <a:gd name="T7" fmla="*/ 24 h 31"/>
                  <a:gd name="T8" fmla="*/ 0 w 7"/>
                  <a:gd name="T9" fmla="*/ 28 h 31"/>
                  <a:gd name="T10" fmla="*/ 4 w 7"/>
                  <a:gd name="T11" fmla="*/ 31 h 31"/>
                  <a:gd name="T12" fmla="*/ 7 w 7"/>
                  <a:gd name="T13" fmla="*/ 28 h 31"/>
                  <a:gd name="T14" fmla="*/ 5 w 7"/>
                  <a:gd name="T15" fmla="*/ 24 h 31"/>
                  <a:gd name="T16" fmla="*/ 5 w 7"/>
                  <a:gd name="T17" fmla="*/ 28 h 31"/>
                  <a:gd name="T18" fmla="*/ 4 w 7"/>
                  <a:gd name="T19" fmla="*/ 29 h 31"/>
                  <a:gd name="T20" fmla="*/ 2 w 7"/>
                  <a:gd name="T21" fmla="*/ 28 h 31"/>
                  <a:gd name="T22" fmla="*/ 4 w 7"/>
                  <a:gd name="T23" fmla="*/ 26 h 31"/>
                  <a:gd name="T24" fmla="*/ 5 w 7"/>
                  <a:gd name="T25" fmla="*/ 28 h 31"/>
                  <a:gd name="T26" fmla="*/ 5 w 7"/>
                  <a:gd name="T27" fmla="*/ 28 h 31"/>
                  <a:gd name="T28" fmla="*/ 5 w 7"/>
                  <a:gd name="T29" fmla="*/ 28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" h="31">
                    <a:moveTo>
                      <a:pt x="5" y="24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24"/>
                      <a:pt x="2" y="24"/>
                      <a:pt x="2" y="24"/>
                    </a:cubicBezTo>
                    <a:cubicBezTo>
                      <a:pt x="1" y="25"/>
                      <a:pt x="0" y="26"/>
                      <a:pt x="0" y="28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5" y="31"/>
                      <a:pt x="7" y="29"/>
                      <a:pt x="7" y="28"/>
                    </a:cubicBezTo>
                    <a:cubicBezTo>
                      <a:pt x="7" y="26"/>
                      <a:pt x="6" y="25"/>
                      <a:pt x="5" y="24"/>
                    </a:cubicBezTo>
                    <a:close/>
                    <a:moveTo>
                      <a:pt x="5" y="28"/>
                    </a:moveTo>
                    <a:cubicBezTo>
                      <a:pt x="5" y="28"/>
                      <a:pt x="4" y="29"/>
                      <a:pt x="4" y="29"/>
                    </a:cubicBezTo>
                    <a:cubicBezTo>
                      <a:pt x="3" y="29"/>
                      <a:pt x="2" y="28"/>
                      <a:pt x="2" y="28"/>
                    </a:cubicBezTo>
                    <a:cubicBezTo>
                      <a:pt x="2" y="27"/>
                      <a:pt x="3" y="26"/>
                      <a:pt x="4" y="26"/>
                    </a:cubicBezTo>
                    <a:cubicBezTo>
                      <a:pt x="4" y="26"/>
                      <a:pt x="5" y="27"/>
                      <a:pt x="5" y="28"/>
                    </a:cubicBezTo>
                    <a:close/>
                    <a:moveTo>
                      <a:pt x="5" y="28"/>
                    </a:moveTo>
                    <a:cubicBezTo>
                      <a:pt x="5" y="28"/>
                      <a:pt x="5" y="28"/>
                      <a:pt x="5" y="2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" name="Freeform 79">
                <a:extLst>
                  <a:ext uri="{FF2B5EF4-FFF2-40B4-BE49-F238E27FC236}">
                    <a16:creationId xmlns:a16="http://schemas.microsoft.com/office/drawing/2014/main" id="{8C4EF3F1-7BE0-4E5E-843E-AA1B5679880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470150" y="3770313"/>
                <a:ext cx="60325" cy="47625"/>
              </a:xfrm>
              <a:custGeom>
                <a:avLst/>
                <a:gdLst>
                  <a:gd name="T0" fmla="*/ 6 w 18"/>
                  <a:gd name="T1" fmla="*/ 12 h 14"/>
                  <a:gd name="T2" fmla="*/ 11 w 18"/>
                  <a:gd name="T3" fmla="*/ 12 h 14"/>
                  <a:gd name="T4" fmla="*/ 15 w 18"/>
                  <a:gd name="T5" fmla="*/ 14 h 14"/>
                  <a:gd name="T6" fmla="*/ 18 w 18"/>
                  <a:gd name="T7" fmla="*/ 11 h 14"/>
                  <a:gd name="T8" fmla="*/ 15 w 18"/>
                  <a:gd name="T9" fmla="*/ 7 h 14"/>
                  <a:gd name="T10" fmla="*/ 11 w 18"/>
                  <a:gd name="T11" fmla="*/ 10 h 14"/>
                  <a:gd name="T12" fmla="*/ 6 w 18"/>
                  <a:gd name="T13" fmla="*/ 10 h 14"/>
                  <a:gd name="T14" fmla="*/ 3 w 18"/>
                  <a:gd name="T15" fmla="*/ 6 h 14"/>
                  <a:gd name="T16" fmla="*/ 3 w 18"/>
                  <a:gd name="T17" fmla="*/ 0 h 14"/>
                  <a:gd name="T18" fmla="*/ 0 w 18"/>
                  <a:gd name="T19" fmla="*/ 0 h 14"/>
                  <a:gd name="T20" fmla="*/ 0 w 18"/>
                  <a:gd name="T21" fmla="*/ 6 h 14"/>
                  <a:gd name="T22" fmla="*/ 6 w 18"/>
                  <a:gd name="T23" fmla="*/ 12 h 14"/>
                  <a:gd name="T24" fmla="*/ 16 w 18"/>
                  <a:gd name="T25" fmla="*/ 11 h 14"/>
                  <a:gd name="T26" fmla="*/ 15 w 18"/>
                  <a:gd name="T27" fmla="*/ 12 h 14"/>
                  <a:gd name="T28" fmla="*/ 14 w 18"/>
                  <a:gd name="T29" fmla="*/ 11 h 14"/>
                  <a:gd name="T30" fmla="*/ 15 w 18"/>
                  <a:gd name="T31" fmla="*/ 10 h 14"/>
                  <a:gd name="T32" fmla="*/ 16 w 18"/>
                  <a:gd name="T33" fmla="*/ 11 h 14"/>
                  <a:gd name="T34" fmla="*/ 16 w 18"/>
                  <a:gd name="T35" fmla="*/ 11 h 14"/>
                  <a:gd name="T36" fmla="*/ 16 w 18"/>
                  <a:gd name="T37" fmla="*/ 11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8" h="14">
                    <a:moveTo>
                      <a:pt x="6" y="12"/>
                    </a:moveTo>
                    <a:cubicBezTo>
                      <a:pt x="11" y="12"/>
                      <a:pt x="11" y="12"/>
                      <a:pt x="11" y="12"/>
                    </a:cubicBezTo>
                    <a:cubicBezTo>
                      <a:pt x="12" y="13"/>
                      <a:pt x="13" y="14"/>
                      <a:pt x="15" y="14"/>
                    </a:cubicBezTo>
                    <a:cubicBezTo>
                      <a:pt x="17" y="14"/>
                      <a:pt x="18" y="13"/>
                      <a:pt x="18" y="11"/>
                    </a:cubicBezTo>
                    <a:cubicBezTo>
                      <a:pt x="18" y="9"/>
                      <a:pt x="17" y="7"/>
                      <a:pt x="15" y="7"/>
                    </a:cubicBezTo>
                    <a:cubicBezTo>
                      <a:pt x="13" y="7"/>
                      <a:pt x="12" y="8"/>
                      <a:pt x="11" y="10"/>
                    </a:cubicBezTo>
                    <a:cubicBezTo>
                      <a:pt x="6" y="10"/>
                      <a:pt x="6" y="10"/>
                      <a:pt x="6" y="10"/>
                    </a:cubicBezTo>
                    <a:cubicBezTo>
                      <a:pt x="4" y="10"/>
                      <a:pt x="3" y="8"/>
                      <a:pt x="3" y="6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9"/>
                      <a:pt x="3" y="12"/>
                      <a:pt x="6" y="12"/>
                    </a:cubicBezTo>
                    <a:close/>
                    <a:moveTo>
                      <a:pt x="16" y="11"/>
                    </a:moveTo>
                    <a:cubicBezTo>
                      <a:pt x="16" y="11"/>
                      <a:pt x="15" y="12"/>
                      <a:pt x="15" y="12"/>
                    </a:cubicBezTo>
                    <a:cubicBezTo>
                      <a:pt x="14" y="12"/>
                      <a:pt x="14" y="11"/>
                      <a:pt x="14" y="11"/>
                    </a:cubicBezTo>
                    <a:cubicBezTo>
                      <a:pt x="14" y="10"/>
                      <a:pt x="14" y="10"/>
                      <a:pt x="15" y="10"/>
                    </a:cubicBezTo>
                    <a:cubicBezTo>
                      <a:pt x="15" y="10"/>
                      <a:pt x="16" y="10"/>
                      <a:pt x="16" y="11"/>
                    </a:cubicBezTo>
                    <a:close/>
                    <a:moveTo>
                      <a:pt x="16" y="11"/>
                    </a:moveTo>
                    <a:cubicBezTo>
                      <a:pt x="16" y="11"/>
                      <a:pt x="16" y="11"/>
                      <a:pt x="16" y="11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5" name="Freeform 80">
                <a:extLst>
                  <a:ext uri="{FF2B5EF4-FFF2-40B4-BE49-F238E27FC236}">
                    <a16:creationId xmlns:a16="http://schemas.microsoft.com/office/drawing/2014/main" id="{5425F76F-C202-4DDA-B2EF-483AD1436E7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427288" y="3624263"/>
                <a:ext cx="36513" cy="36512"/>
              </a:xfrm>
              <a:custGeom>
                <a:avLst/>
                <a:gdLst>
                  <a:gd name="T0" fmla="*/ 9 w 11"/>
                  <a:gd name="T1" fmla="*/ 2 h 11"/>
                  <a:gd name="T2" fmla="*/ 0 w 11"/>
                  <a:gd name="T3" fmla="*/ 2 h 11"/>
                  <a:gd name="T4" fmla="*/ 2 w 11"/>
                  <a:gd name="T5" fmla="*/ 4 h 11"/>
                  <a:gd name="T6" fmla="*/ 7 w 11"/>
                  <a:gd name="T7" fmla="*/ 4 h 11"/>
                  <a:gd name="T8" fmla="*/ 7 w 11"/>
                  <a:gd name="T9" fmla="*/ 9 h 11"/>
                  <a:gd name="T10" fmla="*/ 9 w 11"/>
                  <a:gd name="T11" fmla="*/ 11 h 11"/>
                  <a:gd name="T12" fmla="*/ 9 w 11"/>
                  <a:gd name="T13" fmla="*/ 2 h 11"/>
                  <a:gd name="T14" fmla="*/ 9 w 11"/>
                  <a:gd name="T15" fmla="*/ 2 h 11"/>
                  <a:gd name="T16" fmla="*/ 9 w 11"/>
                  <a:gd name="T17" fmla="*/ 2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" h="11">
                    <a:moveTo>
                      <a:pt x="9" y="2"/>
                    </a:moveTo>
                    <a:cubicBezTo>
                      <a:pt x="7" y="0"/>
                      <a:pt x="3" y="0"/>
                      <a:pt x="0" y="2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4" y="3"/>
                      <a:pt x="6" y="3"/>
                      <a:pt x="7" y="4"/>
                    </a:cubicBezTo>
                    <a:cubicBezTo>
                      <a:pt x="9" y="5"/>
                      <a:pt x="9" y="8"/>
                      <a:pt x="7" y="9"/>
                    </a:cubicBezTo>
                    <a:cubicBezTo>
                      <a:pt x="9" y="11"/>
                      <a:pt x="9" y="11"/>
                      <a:pt x="9" y="11"/>
                    </a:cubicBezTo>
                    <a:cubicBezTo>
                      <a:pt x="11" y="8"/>
                      <a:pt x="11" y="5"/>
                      <a:pt x="9" y="2"/>
                    </a:cubicBezTo>
                    <a:close/>
                    <a:moveTo>
                      <a:pt x="9" y="2"/>
                    </a:moveTo>
                    <a:cubicBezTo>
                      <a:pt x="9" y="2"/>
                      <a:pt x="9" y="2"/>
                      <a:pt x="9" y="2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6" name="Freeform 81">
                <a:extLst>
                  <a:ext uri="{FF2B5EF4-FFF2-40B4-BE49-F238E27FC236}">
                    <a16:creationId xmlns:a16="http://schemas.microsoft.com/office/drawing/2014/main" id="{602CAFF1-763C-4FBE-969F-DDBA87D9568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524125" y="3660775"/>
                <a:ext cx="19050" cy="39687"/>
              </a:xfrm>
              <a:custGeom>
                <a:avLst/>
                <a:gdLst>
                  <a:gd name="T0" fmla="*/ 6 w 6"/>
                  <a:gd name="T1" fmla="*/ 6 h 12"/>
                  <a:gd name="T2" fmla="*/ 0 w 6"/>
                  <a:gd name="T3" fmla="*/ 0 h 12"/>
                  <a:gd name="T4" fmla="*/ 0 w 6"/>
                  <a:gd name="T5" fmla="*/ 2 h 12"/>
                  <a:gd name="T6" fmla="*/ 3 w 6"/>
                  <a:gd name="T7" fmla="*/ 6 h 12"/>
                  <a:gd name="T8" fmla="*/ 0 w 6"/>
                  <a:gd name="T9" fmla="*/ 9 h 12"/>
                  <a:gd name="T10" fmla="*/ 0 w 6"/>
                  <a:gd name="T11" fmla="*/ 12 h 12"/>
                  <a:gd name="T12" fmla="*/ 6 w 6"/>
                  <a:gd name="T13" fmla="*/ 6 h 12"/>
                  <a:gd name="T14" fmla="*/ 6 w 6"/>
                  <a:gd name="T15" fmla="*/ 6 h 12"/>
                  <a:gd name="T16" fmla="*/ 6 w 6"/>
                  <a:gd name="T17" fmla="*/ 6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" h="12">
                    <a:moveTo>
                      <a:pt x="6" y="6"/>
                    </a:moveTo>
                    <a:cubicBezTo>
                      <a:pt x="6" y="2"/>
                      <a:pt x="3" y="0"/>
                      <a:pt x="0" y="0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2" y="2"/>
                      <a:pt x="3" y="4"/>
                      <a:pt x="3" y="6"/>
                    </a:cubicBezTo>
                    <a:cubicBezTo>
                      <a:pt x="3" y="8"/>
                      <a:pt x="2" y="9"/>
                      <a:pt x="0" y="9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3" y="12"/>
                      <a:pt x="6" y="9"/>
                      <a:pt x="6" y="6"/>
                    </a:cubicBezTo>
                    <a:close/>
                    <a:moveTo>
                      <a:pt x="6" y="6"/>
                    </a:moveTo>
                    <a:cubicBezTo>
                      <a:pt x="6" y="6"/>
                      <a:pt x="6" y="6"/>
                      <a:pt x="6" y="6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7" name="Freeform 82">
                <a:extLst>
                  <a:ext uri="{FF2B5EF4-FFF2-40B4-BE49-F238E27FC236}">
                    <a16:creationId xmlns:a16="http://schemas.microsoft.com/office/drawing/2014/main" id="{24317849-D822-44E7-B0E7-B017F60D1F6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447925" y="3675063"/>
                <a:ext cx="39688" cy="19050"/>
              </a:xfrm>
              <a:custGeom>
                <a:avLst/>
                <a:gdLst>
                  <a:gd name="T0" fmla="*/ 6 w 12"/>
                  <a:gd name="T1" fmla="*/ 6 h 6"/>
                  <a:gd name="T2" fmla="*/ 12 w 12"/>
                  <a:gd name="T3" fmla="*/ 0 h 6"/>
                  <a:gd name="T4" fmla="*/ 10 w 12"/>
                  <a:gd name="T5" fmla="*/ 0 h 6"/>
                  <a:gd name="T6" fmla="*/ 6 w 12"/>
                  <a:gd name="T7" fmla="*/ 4 h 6"/>
                  <a:gd name="T8" fmla="*/ 3 w 12"/>
                  <a:gd name="T9" fmla="*/ 0 h 6"/>
                  <a:gd name="T10" fmla="*/ 0 w 12"/>
                  <a:gd name="T11" fmla="*/ 0 h 6"/>
                  <a:gd name="T12" fmla="*/ 6 w 12"/>
                  <a:gd name="T13" fmla="*/ 6 h 6"/>
                  <a:gd name="T14" fmla="*/ 6 w 12"/>
                  <a:gd name="T15" fmla="*/ 6 h 6"/>
                  <a:gd name="T16" fmla="*/ 6 w 12"/>
                  <a:gd name="T17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" h="6">
                    <a:moveTo>
                      <a:pt x="6" y="6"/>
                    </a:moveTo>
                    <a:cubicBezTo>
                      <a:pt x="10" y="6"/>
                      <a:pt x="12" y="4"/>
                      <a:pt x="12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0" y="2"/>
                      <a:pt x="8" y="4"/>
                      <a:pt x="6" y="4"/>
                    </a:cubicBezTo>
                    <a:cubicBezTo>
                      <a:pt x="4" y="4"/>
                      <a:pt x="3" y="2"/>
                      <a:pt x="3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4"/>
                      <a:pt x="3" y="6"/>
                      <a:pt x="6" y="6"/>
                    </a:cubicBezTo>
                    <a:close/>
                    <a:moveTo>
                      <a:pt x="6" y="6"/>
                    </a:moveTo>
                    <a:cubicBezTo>
                      <a:pt x="6" y="6"/>
                      <a:pt x="6" y="6"/>
                      <a:pt x="6" y="6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8" name="Freeform 83">
                <a:extLst>
                  <a:ext uri="{FF2B5EF4-FFF2-40B4-BE49-F238E27FC236}">
                    <a16:creationId xmlns:a16="http://schemas.microsoft.com/office/drawing/2014/main" id="{2C271CF0-A786-4A0A-B410-73B1B65492D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363788" y="3657600"/>
                <a:ext cx="39688" cy="17462"/>
              </a:xfrm>
              <a:custGeom>
                <a:avLst/>
                <a:gdLst>
                  <a:gd name="T0" fmla="*/ 6 w 12"/>
                  <a:gd name="T1" fmla="*/ 0 h 5"/>
                  <a:gd name="T2" fmla="*/ 0 w 12"/>
                  <a:gd name="T3" fmla="*/ 5 h 5"/>
                  <a:gd name="T4" fmla="*/ 3 w 12"/>
                  <a:gd name="T5" fmla="*/ 5 h 5"/>
                  <a:gd name="T6" fmla="*/ 6 w 12"/>
                  <a:gd name="T7" fmla="*/ 2 h 5"/>
                  <a:gd name="T8" fmla="*/ 10 w 12"/>
                  <a:gd name="T9" fmla="*/ 5 h 5"/>
                  <a:gd name="T10" fmla="*/ 12 w 12"/>
                  <a:gd name="T11" fmla="*/ 5 h 5"/>
                  <a:gd name="T12" fmla="*/ 6 w 12"/>
                  <a:gd name="T13" fmla="*/ 0 h 5"/>
                  <a:gd name="T14" fmla="*/ 6 w 12"/>
                  <a:gd name="T15" fmla="*/ 0 h 5"/>
                  <a:gd name="T16" fmla="*/ 6 w 12"/>
                  <a:gd name="T17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" h="5">
                    <a:moveTo>
                      <a:pt x="6" y="0"/>
                    </a:moveTo>
                    <a:cubicBezTo>
                      <a:pt x="3" y="0"/>
                      <a:pt x="0" y="2"/>
                      <a:pt x="0" y="5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3" y="4"/>
                      <a:pt x="4" y="2"/>
                      <a:pt x="6" y="2"/>
                    </a:cubicBezTo>
                    <a:cubicBezTo>
                      <a:pt x="8" y="2"/>
                      <a:pt x="10" y="4"/>
                      <a:pt x="10" y="5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2"/>
                      <a:pt x="10" y="0"/>
                      <a:pt x="6" y="0"/>
                    </a:cubicBezTo>
                    <a:close/>
                    <a:moveTo>
                      <a:pt x="6" y="0"/>
                    </a:moveTo>
                    <a:cubicBezTo>
                      <a:pt x="6" y="0"/>
                      <a:pt x="6" y="0"/>
                      <a:pt x="6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502D10A-1D14-4754-8CF2-5B6E51FDF546}"/>
              </a:ext>
            </a:extLst>
          </p:cNvPr>
          <p:cNvGrpSpPr/>
          <p:nvPr/>
        </p:nvGrpSpPr>
        <p:grpSpPr>
          <a:xfrm>
            <a:off x="8597611" y="2355594"/>
            <a:ext cx="785484" cy="785484"/>
            <a:chOff x="8515136" y="2273119"/>
            <a:chExt cx="950435" cy="950435"/>
          </a:xfrm>
        </p:grpSpPr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9E799E56-921C-483C-98CC-9F79611ADAD8}"/>
                </a:ext>
              </a:extLst>
            </p:cNvPr>
            <p:cNvSpPr/>
            <p:nvPr/>
          </p:nvSpPr>
          <p:spPr>
            <a:xfrm>
              <a:off x="8515136" y="2273119"/>
              <a:ext cx="950435" cy="950435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B558CA16-0F9A-4DAA-9899-8B247109998E}"/>
                </a:ext>
              </a:extLst>
            </p:cNvPr>
            <p:cNvGrpSpPr/>
            <p:nvPr/>
          </p:nvGrpSpPr>
          <p:grpSpPr>
            <a:xfrm>
              <a:off x="8702986" y="2489432"/>
              <a:ext cx="517319" cy="517316"/>
              <a:chOff x="3168650" y="2824163"/>
              <a:chExt cx="246063" cy="246062"/>
            </a:xfrm>
            <a:solidFill>
              <a:schemeClr val="bg1"/>
            </a:solidFill>
          </p:grpSpPr>
          <p:sp>
            <p:nvSpPr>
              <p:cNvPr id="110" name="Freeform 184">
                <a:extLst>
                  <a:ext uri="{FF2B5EF4-FFF2-40B4-BE49-F238E27FC236}">
                    <a16:creationId xmlns:a16="http://schemas.microsoft.com/office/drawing/2014/main" id="{57A2F7EF-179B-4C8B-BEC0-8E7E003A574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168650" y="2863850"/>
                <a:ext cx="158750" cy="155575"/>
              </a:xfrm>
              <a:custGeom>
                <a:avLst/>
                <a:gdLst>
                  <a:gd name="T0" fmla="*/ 6 w 48"/>
                  <a:gd name="T1" fmla="*/ 4 h 47"/>
                  <a:gd name="T2" fmla="*/ 7 w 48"/>
                  <a:gd name="T3" fmla="*/ 3 h 47"/>
                  <a:gd name="T4" fmla="*/ 48 w 48"/>
                  <a:gd name="T5" fmla="*/ 3 h 47"/>
                  <a:gd name="T6" fmla="*/ 48 w 48"/>
                  <a:gd name="T7" fmla="*/ 0 h 47"/>
                  <a:gd name="T8" fmla="*/ 7 w 48"/>
                  <a:gd name="T9" fmla="*/ 0 h 47"/>
                  <a:gd name="T10" fmla="*/ 4 w 48"/>
                  <a:gd name="T11" fmla="*/ 4 h 47"/>
                  <a:gd name="T12" fmla="*/ 4 w 48"/>
                  <a:gd name="T13" fmla="*/ 40 h 47"/>
                  <a:gd name="T14" fmla="*/ 1 w 48"/>
                  <a:gd name="T15" fmla="*/ 40 h 47"/>
                  <a:gd name="T16" fmla="*/ 0 w 48"/>
                  <a:gd name="T17" fmla="*/ 41 h 47"/>
                  <a:gd name="T18" fmla="*/ 0 w 48"/>
                  <a:gd name="T19" fmla="*/ 44 h 47"/>
                  <a:gd name="T20" fmla="*/ 3 w 48"/>
                  <a:gd name="T21" fmla="*/ 47 h 47"/>
                  <a:gd name="T22" fmla="*/ 25 w 48"/>
                  <a:gd name="T23" fmla="*/ 47 h 47"/>
                  <a:gd name="T24" fmla="*/ 25 w 48"/>
                  <a:gd name="T25" fmla="*/ 44 h 47"/>
                  <a:gd name="T26" fmla="*/ 3 w 48"/>
                  <a:gd name="T27" fmla="*/ 44 h 47"/>
                  <a:gd name="T28" fmla="*/ 3 w 48"/>
                  <a:gd name="T29" fmla="*/ 42 h 47"/>
                  <a:gd name="T30" fmla="*/ 25 w 48"/>
                  <a:gd name="T31" fmla="*/ 42 h 47"/>
                  <a:gd name="T32" fmla="*/ 25 w 48"/>
                  <a:gd name="T33" fmla="*/ 40 h 47"/>
                  <a:gd name="T34" fmla="*/ 6 w 48"/>
                  <a:gd name="T35" fmla="*/ 40 h 47"/>
                  <a:gd name="T36" fmla="*/ 6 w 48"/>
                  <a:gd name="T37" fmla="*/ 4 h 47"/>
                  <a:gd name="T38" fmla="*/ 6 w 48"/>
                  <a:gd name="T39" fmla="*/ 4 h 47"/>
                  <a:gd name="T40" fmla="*/ 6 w 48"/>
                  <a:gd name="T41" fmla="*/ 4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48" h="47">
                    <a:moveTo>
                      <a:pt x="6" y="4"/>
                    </a:moveTo>
                    <a:cubicBezTo>
                      <a:pt x="6" y="3"/>
                      <a:pt x="7" y="3"/>
                      <a:pt x="7" y="3"/>
                    </a:cubicBezTo>
                    <a:cubicBezTo>
                      <a:pt x="48" y="3"/>
                      <a:pt x="48" y="3"/>
                      <a:pt x="48" y="3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5" y="0"/>
                      <a:pt x="4" y="2"/>
                      <a:pt x="4" y="4"/>
                    </a:cubicBezTo>
                    <a:cubicBezTo>
                      <a:pt x="4" y="40"/>
                      <a:pt x="4" y="40"/>
                      <a:pt x="4" y="40"/>
                    </a:cubicBezTo>
                    <a:cubicBezTo>
                      <a:pt x="1" y="40"/>
                      <a:pt x="1" y="40"/>
                      <a:pt x="1" y="40"/>
                    </a:cubicBezTo>
                    <a:cubicBezTo>
                      <a:pt x="1" y="40"/>
                      <a:pt x="0" y="40"/>
                      <a:pt x="0" y="41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6"/>
                      <a:pt x="1" y="47"/>
                      <a:pt x="3" y="47"/>
                    </a:cubicBezTo>
                    <a:cubicBezTo>
                      <a:pt x="25" y="47"/>
                      <a:pt x="25" y="47"/>
                      <a:pt x="25" y="47"/>
                    </a:cubicBezTo>
                    <a:cubicBezTo>
                      <a:pt x="25" y="44"/>
                      <a:pt x="25" y="44"/>
                      <a:pt x="25" y="44"/>
                    </a:cubicBezTo>
                    <a:cubicBezTo>
                      <a:pt x="3" y="44"/>
                      <a:pt x="3" y="44"/>
                      <a:pt x="3" y="44"/>
                    </a:cubicBezTo>
                    <a:cubicBezTo>
                      <a:pt x="3" y="42"/>
                      <a:pt x="3" y="42"/>
                      <a:pt x="3" y="42"/>
                    </a:cubicBezTo>
                    <a:cubicBezTo>
                      <a:pt x="25" y="42"/>
                      <a:pt x="25" y="42"/>
                      <a:pt x="25" y="42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6" y="40"/>
                      <a:pt x="6" y="40"/>
                      <a:pt x="6" y="40"/>
                    </a:cubicBezTo>
                    <a:lnTo>
                      <a:pt x="6" y="4"/>
                    </a:lnTo>
                    <a:close/>
                    <a:moveTo>
                      <a:pt x="6" y="4"/>
                    </a:moveTo>
                    <a:cubicBezTo>
                      <a:pt x="6" y="4"/>
                      <a:pt x="6" y="4"/>
                      <a:pt x="6" y="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1" name="Rectangle 185">
                <a:extLst>
                  <a:ext uri="{FF2B5EF4-FFF2-40B4-BE49-F238E27FC236}">
                    <a16:creationId xmlns:a16="http://schemas.microsoft.com/office/drawing/2014/main" id="{ECE463BE-5EE7-457D-92AA-9DDCC698C1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51213" y="2946400"/>
                <a:ext cx="9525" cy="635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2" name="Freeform 186">
                <a:extLst>
                  <a:ext uri="{FF2B5EF4-FFF2-40B4-BE49-F238E27FC236}">
                    <a16:creationId xmlns:a16="http://schemas.microsoft.com/office/drawing/2014/main" id="{5A4E5E25-5D09-436C-84C3-AF68BEB0C76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333750" y="2824163"/>
                <a:ext cx="77788" cy="112712"/>
              </a:xfrm>
              <a:custGeom>
                <a:avLst/>
                <a:gdLst>
                  <a:gd name="T0" fmla="*/ 4 w 23"/>
                  <a:gd name="T1" fmla="*/ 34 h 34"/>
                  <a:gd name="T2" fmla="*/ 19 w 23"/>
                  <a:gd name="T3" fmla="*/ 34 h 34"/>
                  <a:gd name="T4" fmla="*/ 23 w 23"/>
                  <a:gd name="T5" fmla="*/ 31 h 34"/>
                  <a:gd name="T6" fmla="*/ 23 w 23"/>
                  <a:gd name="T7" fmla="*/ 4 h 34"/>
                  <a:gd name="T8" fmla="*/ 19 w 23"/>
                  <a:gd name="T9" fmla="*/ 0 h 34"/>
                  <a:gd name="T10" fmla="*/ 4 w 23"/>
                  <a:gd name="T11" fmla="*/ 0 h 34"/>
                  <a:gd name="T12" fmla="*/ 0 w 23"/>
                  <a:gd name="T13" fmla="*/ 4 h 34"/>
                  <a:gd name="T14" fmla="*/ 0 w 23"/>
                  <a:gd name="T15" fmla="*/ 31 h 34"/>
                  <a:gd name="T16" fmla="*/ 4 w 23"/>
                  <a:gd name="T17" fmla="*/ 34 h 34"/>
                  <a:gd name="T18" fmla="*/ 19 w 23"/>
                  <a:gd name="T19" fmla="*/ 32 h 34"/>
                  <a:gd name="T20" fmla="*/ 4 w 23"/>
                  <a:gd name="T21" fmla="*/ 32 h 34"/>
                  <a:gd name="T22" fmla="*/ 3 w 23"/>
                  <a:gd name="T23" fmla="*/ 31 h 34"/>
                  <a:gd name="T24" fmla="*/ 3 w 23"/>
                  <a:gd name="T25" fmla="*/ 27 h 34"/>
                  <a:gd name="T26" fmla="*/ 20 w 23"/>
                  <a:gd name="T27" fmla="*/ 27 h 34"/>
                  <a:gd name="T28" fmla="*/ 20 w 23"/>
                  <a:gd name="T29" fmla="*/ 31 h 34"/>
                  <a:gd name="T30" fmla="*/ 19 w 23"/>
                  <a:gd name="T31" fmla="*/ 32 h 34"/>
                  <a:gd name="T32" fmla="*/ 4 w 23"/>
                  <a:gd name="T33" fmla="*/ 2 h 34"/>
                  <a:gd name="T34" fmla="*/ 19 w 23"/>
                  <a:gd name="T35" fmla="*/ 2 h 34"/>
                  <a:gd name="T36" fmla="*/ 20 w 23"/>
                  <a:gd name="T37" fmla="*/ 4 h 34"/>
                  <a:gd name="T38" fmla="*/ 20 w 23"/>
                  <a:gd name="T39" fmla="*/ 25 h 34"/>
                  <a:gd name="T40" fmla="*/ 3 w 23"/>
                  <a:gd name="T41" fmla="*/ 25 h 34"/>
                  <a:gd name="T42" fmla="*/ 3 w 23"/>
                  <a:gd name="T43" fmla="*/ 4 h 34"/>
                  <a:gd name="T44" fmla="*/ 4 w 23"/>
                  <a:gd name="T45" fmla="*/ 2 h 34"/>
                  <a:gd name="T46" fmla="*/ 4 w 23"/>
                  <a:gd name="T47" fmla="*/ 2 h 34"/>
                  <a:gd name="T48" fmla="*/ 4 w 23"/>
                  <a:gd name="T49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3" h="34">
                    <a:moveTo>
                      <a:pt x="4" y="34"/>
                    </a:moveTo>
                    <a:cubicBezTo>
                      <a:pt x="19" y="34"/>
                      <a:pt x="19" y="34"/>
                      <a:pt x="19" y="34"/>
                    </a:cubicBezTo>
                    <a:cubicBezTo>
                      <a:pt x="21" y="34"/>
                      <a:pt x="23" y="33"/>
                      <a:pt x="23" y="31"/>
                    </a:cubicBezTo>
                    <a:cubicBezTo>
                      <a:pt x="23" y="4"/>
                      <a:pt x="23" y="4"/>
                      <a:pt x="23" y="4"/>
                    </a:cubicBezTo>
                    <a:cubicBezTo>
                      <a:pt x="23" y="2"/>
                      <a:pt x="21" y="0"/>
                      <a:pt x="19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0" y="33"/>
                      <a:pt x="2" y="34"/>
                      <a:pt x="4" y="34"/>
                    </a:cubicBezTo>
                    <a:close/>
                    <a:moveTo>
                      <a:pt x="19" y="32"/>
                    </a:moveTo>
                    <a:cubicBezTo>
                      <a:pt x="4" y="32"/>
                      <a:pt x="4" y="32"/>
                      <a:pt x="4" y="32"/>
                    </a:cubicBezTo>
                    <a:cubicBezTo>
                      <a:pt x="3" y="32"/>
                      <a:pt x="3" y="31"/>
                      <a:pt x="3" y="31"/>
                    </a:cubicBezTo>
                    <a:cubicBezTo>
                      <a:pt x="3" y="27"/>
                      <a:pt x="3" y="27"/>
                      <a:pt x="3" y="27"/>
                    </a:cubicBezTo>
                    <a:cubicBezTo>
                      <a:pt x="20" y="27"/>
                      <a:pt x="20" y="27"/>
                      <a:pt x="20" y="27"/>
                    </a:cubicBezTo>
                    <a:cubicBezTo>
                      <a:pt x="20" y="31"/>
                      <a:pt x="20" y="31"/>
                      <a:pt x="20" y="31"/>
                    </a:cubicBezTo>
                    <a:cubicBezTo>
                      <a:pt x="20" y="31"/>
                      <a:pt x="20" y="32"/>
                      <a:pt x="19" y="32"/>
                    </a:cubicBezTo>
                    <a:close/>
                    <a:moveTo>
                      <a:pt x="4" y="2"/>
                    </a:moveTo>
                    <a:cubicBezTo>
                      <a:pt x="19" y="2"/>
                      <a:pt x="19" y="2"/>
                      <a:pt x="19" y="2"/>
                    </a:cubicBezTo>
                    <a:cubicBezTo>
                      <a:pt x="20" y="2"/>
                      <a:pt x="20" y="3"/>
                      <a:pt x="20" y="4"/>
                    </a:cubicBezTo>
                    <a:cubicBezTo>
                      <a:pt x="20" y="25"/>
                      <a:pt x="20" y="25"/>
                      <a:pt x="20" y="25"/>
                    </a:cubicBezTo>
                    <a:cubicBezTo>
                      <a:pt x="3" y="25"/>
                      <a:pt x="3" y="25"/>
                      <a:pt x="3" y="25"/>
                    </a:cubicBezTo>
                    <a:cubicBezTo>
                      <a:pt x="3" y="4"/>
                      <a:pt x="3" y="4"/>
                      <a:pt x="3" y="4"/>
                    </a:cubicBezTo>
                    <a:cubicBezTo>
                      <a:pt x="3" y="3"/>
                      <a:pt x="3" y="2"/>
                      <a:pt x="4" y="2"/>
                    </a:cubicBezTo>
                    <a:close/>
                    <a:moveTo>
                      <a:pt x="4" y="2"/>
                    </a:moveTo>
                    <a:cubicBezTo>
                      <a:pt x="4" y="2"/>
                      <a:pt x="4" y="2"/>
                      <a:pt x="4" y="2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3" name="Rectangle 187">
                <a:extLst>
                  <a:ext uri="{FF2B5EF4-FFF2-40B4-BE49-F238E27FC236}">
                    <a16:creationId xmlns:a16="http://schemas.microsoft.com/office/drawing/2014/main" id="{515420CA-AE37-49C3-94D7-E838DCFA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7088" y="2916238"/>
                <a:ext cx="11113" cy="1111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4" name="Freeform 188">
                <a:extLst>
                  <a:ext uri="{FF2B5EF4-FFF2-40B4-BE49-F238E27FC236}">
                    <a16:creationId xmlns:a16="http://schemas.microsoft.com/office/drawing/2014/main" id="{B24BBC24-D66C-40D9-B39C-F3C31B197D6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241675" y="2882900"/>
                <a:ext cx="36513" cy="36512"/>
              </a:xfrm>
              <a:custGeom>
                <a:avLst/>
                <a:gdLst>
                  <a:gd name="T0" fmla="*/ 11 w 11"/>
                  <a:gd name="T1" fmla="*/ 10 h 11"/>
                  <a:gd name="T2" fmla="*/ 1 w 11"/>
                  <a:gd name="T3" fmla="*/ 0 h 11"/>
                  <a:gd name="T4" fmla="*/ 0 w 11"/>
                  <a:gd name="T5" fmla="*/ 2 h 11"/>
                  <a:gd name="T6" fmla="*/ 0 w 11"/>
                  <a:gd name="T7" fmla="*/ 10 h 11"/>
                  <a:gd name="T8" fmla="*/ 1 w 11"/>
                  <a:gd name="T9" fmla="*/ 11 h 11"/>
                  <a:gd name="T10" fmla="*/ 10 w 11"/>
                  <a:gd name="T11" fmla="*/ 11 h 11"/>
                  <a:gd name="T12" fmla="*/ 11 w 11"/>
                  <a:gd name="T13" fmla="*/ 10 h 11"/>
                  <a:gd name="T14" fmla="*/ 3 w 11"/>
                  <a:gd name="T15" fmla="*/ 9 h 11"/>
                  <a:gd name="T16" fmla="*/ 3 w 11"/>
                  <a:gd name="T17" fmla="*/ 3 h 11"/>
                  <a:gd name="T18" fmla="*/ 9 w 11"/>
                  <a:gd name="T19" fmla="*/ 9 h 11"/>
                  <a:gd name="T20" fmla="*/ 3 w 11"/>
                  <a:gd name="T21" fmla="*/ 9 h 11"/>
                  <a:gd name="T22" fmla="*/ 3 w 11"/>
                  <a:gd name="T23" fmla="*/ 9 h 11"/>
                  <a:gd name="T24" fmla="*/ 3 w 11"/>
                  <a:gd name="T25" fmla="*/ 9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" h="11">
                    <a:moveTo>
                      <a:pt x="11" y="10"/>
                    </a:moveTo>
                    <a:cubicBezTo>
                      <a:pt x="11" y="5"/>
                      <a:pt x="7" y="0"/>
                      <a:pt x="1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11"/>
                      <a:pt x="1" y="11"/>
                      <a:pt x="1" y="11"/>
                    </a:cubicBezTo>
                    <a:cubicBezTo>
                      <a:pt x="10" y="11"/>
                      <a:pt x="10" y="11"/>
                      <a:pt x="10" y="11"/>
                    </a:cubicBezTo>
                    <a:cubicBezTo>
                      <a:pt x="11" y="11"/>
                      <a:pt x="11" y="11"/>
                      <a:pt x="11" y="10"/>
                    </a:cubicBezTo>
                    <a:close/>
                    <a:moveTo>
                      <a:pt x="3" y="9"/>
                    </a:moveTo>
                    <a:cubicBezTo>
                      <a:pt x="3" y="3"/>
                      <a:pt x="3" y="3"/>
                      <a:pt x="3" y="3"/>
                    </a:cubicBezTo>
                    <a:cubicBezTo>
                      <a:pt x="6" y="3"/>
                      <a:pt x="8" y="6"/>
                      <a:pt x="9" y="9"/>
                    </a:cubicBezTo>
                    <a:lnTo>
                      <a:pt x="3" y="9"/>
                    </a:lnTo>
                    <a:close/>
                    <a:moveTo>
                      <a:pt x="3" y="9"/>
                    </a:moveTo>
                    <a:cubicBezTo>
                      <a:pt x="3" y="9"/>
                      <a:pt x="3" y="9"/>
                      <a:pt x="3" y="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5" name="Freeform 189">
                <a:extLst>
                  <a:ext uri="{FF2B5EF4-FFF2-40B4-BE49-F238E27FC236}">
                    <a16:creationId xmlns:a16="http://schemas.microsoft.com/office/drawing/2014/main" id="{DD774AB9-A9A8-4EC2-A693-8697AF02AB5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201988" y="2897188"/>
                <a:ext cx="66675" cy="66675"/>
              </a:xfrm>
              <a:custGeom>
                <a:avLst/>
                <a:gdLst>
                  <a:gd name="T0" fmla="*/ 18 w 20"/>
                  <a:gd name="T1" fmla="*/ 9 h 20"/>
                  <a:gd name="T2" fmla="*/ 11 w 20"/>
                  <a:gd name="T3" fmla="*/ 9 h 20"/>
                  <a:gd name="T4" fmla="*/ 11 w 20"/>
                  <a:gd name="T5" fmla="*/ 1 h 20"/>
                  <a:gd name="T6" fmla="*/ 10 w 20"/>
                  <a:gd name="T7" fmla="*/ 0 h 20"/>
                  <a:gd name="T8" fmla="*/ 0 w 20"/>
                  <a:gd name="T9" fmla="*/ 10 h 20"/>
                  <a:gd name="T10" fmla="*/ 10 w 20"/>
                  <a:gd name="T11" fmla="*/ 20 h 20"/>
                  <a:gd name="T12" fmla="*/ 20 w 20"/>
                  <a:gd name="T13" fmla="*/ 10 h 20"/>
                  <a:gd name="T14" fmla="*/ 18 w 20"/>
                  <a:gd name="T15" fmla="*/ 9 h 20"/>
                  <a:gd name="T16" fmla="*/ 10 w 20"/>
                  <a:gd name="T17" fmla="*/ 17 h 20"/>
                  <a:gd name="T18" fmla="*/ 2 w 20"/>
                  <a:gd name="T19" fmla="*/ 11 h 20"/>
                  <a:gd name="T20" fmla="*/ 8 w 20"/>
                  <a:gd name="T21" fmla="*/ 3 h 20"/>
                  <a:gd name="T22" fmla="*/ 8 w 20"/>
                  <a:gd name="T23" fmla="*/ 10 h 20"/>
                  <a:gd name="T24" fmla="*/ 10 w 20"/>
                  <a:gd name="T25" fmla="*/ 11 h 20"/>
                  <a:gd name="T26" fmla="*/ 17 w 20"/>
                  <a:gd name="T27" fmla="*/ 11 h 20"/>
                  <a:gd name="T28" fmla="*/ 10 w 20"/>
                  <a:gd name="T29" fmla="*/ 17 h 20"/>
                  <a:gd name="T30" fmla="*/ 10 w 20"/>
                  <a:gd name="T31" fmla="*/ 17 h 20"/>
                  <a:gd name="T32" fmla="*/ 10 w 20"/>
                  <a:gd name="T33" fmla="*/ 17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0" h="20">
                    <a:moveTo>
                      <a:pt x="18" y="9"/>
                    </a:moveTo>
                    <a:cubicBezTo>
                      <a:pt x="11" y="9"/>
                      <a:pt x="11" y="9"/>
                      <a:pt x="11" y="9"/>
                    </a:cubicBezTo>
                    <a:cubicBezTo>
                      <a:pt x="11" y="1"/>
                      <a:pt x="11" y="1"/>
                      <a:pt x="11" y="1"/>
                    </a:cubicBezTo>
                    <a:cubicBezTo>
                      <a:pt x="11" y="1"/>
                      <a:pt x="10" y="0"/>
                      <a:pt x="10" y="0"/>
                    </a:cubicBezTo>
                    <a:cubicBezTo>
                      <a:pt x="4" y="0"/>
                      <a:pt x="0" y="4"/>
                      <a:pt x="0" y="10"/>
                    </a:cubicBezTo>
                    <a:cubicBezTo>
                      <a:pt x="0" y="15"/>
                      <a:pt x="4" y="20"/>
                      <a:pt x="10" y="20"/>
                    </a:cubicBezTo>
                    <a:cubicBezTo>
                      <a:pt x="15" y="20"/>
                      <a:pt x="20" y="15"/>
                      <a:pt x="20" y="10"/>
                    </a:cubicBezTo>
                    <a:cubicBezTo>
                      <a:pt x="20" y="9"/>
                      <a:pt x="19" y="9"/>
                      <a:pt x="18" y="9"/>
                    </a:cubicBezTo>
                    <a:close/>
                    <a:moveTo>
                      <a:pt x="10" y="17"/>
                    </a:moveTo>
                    <a:cubicBezTo>
                      <a:pt x="6" y="17"/>
                      <a:pt x="3" y="14"/>
                      <a:pt x="2" y="11"/>
                    </a:cubicBezTo>
                    <a:cubicBezTo>
                      <a:pt x="2" y="7"/>
                      <a:pt x="5" y="3"/>
                      <a:pt x="8" y="3"/>
                    </a:cubicBezTo>
                    <a:cubicBezTo>
                      <a:pt x="8" y="10"/>
                      <a:pt x="8" y="10"/>
                      <a:pt x="8" y="10"/>
                    </a:cubicBezTo>
                    <a:cubicBezTo>
                      <a:pt x="8" y="11"/>
                      <a:pt x="9" y="11"/>
                      <a:pt x="10" y="11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16" y="15"/>
                      <a:pt x="13" y="17"/>
                      <a:pt x="10" y="17"/>
                    </a:cubicBezTo>
                    <a:close/>
                    <a:moveTo>
                      <a:pt x="10" y="17"/>
                    </a:moveTo>
                    <a:cubicBezTo>
                      <a:pt x="10" y="17"/>
                      <a:pt x="10" y="17"/>
                      <a:pt x="10" y="17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6" name="Freeform 190">
                <a:extLst>
                  <a:ext uri="{FF2B5EF4-FFF2-40B4-BE49-F238E27FC236}">
                    <a16:creationId xmlns:a16="http://schemas.microsoft.com/office/drawing/2014/main" id="{21B8B45D-AD5E-4FC6-B2E3-60A2ADCF712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275013" y="2882900"/>
                <a:ext cx="19050" cy="17462"/>
              </a:xfrm>
              <a:custGeom>
                <a:avLst/>
                <a:gdLst>
                  <a:gd name="T0" fmla="*/ 6 w 6"/>
                  <a:gd name="T1" fmla="*/ 0 h 5"/>
                  <a:gd name="T2" fmla="*/ 4 w 6"/>
                  <a:gd name="T3" fmla="*/ 0 h 5"/>
                  <a:gd name="T4" fmla="*/ 3 w 6"/>
                  <a:gd name="T5" fmla="*/ 1 h 5"/>
                  <a:gd name="T6" fmla="*/ 0 w 6"/>
                  <a:gd name="T7" fmla="*/ 3 h 5"/>
                  <a:gd name="T8" fmla="*/ 2 w 6"/>
                  <a:gd name="T9" fmla="*/ 5 h 5"/>
                  <a:gd name="T10" fmla="*/ 4 w 6"/>
                  <a:gd name="T11" fmla="*/ 3 h 5"/>
                  <a:gd name="T12" fmla="*/ 6 w 6"/>
                  <a:gd name="T13" fmla="*/ 3 h 5"/>
                  <a:gd name="T14" fmla="*/ 6 w 6"/>
                  <a:gd name="T15" fmla="*/ 0 h 5"/>
                  <a:gd name="T16" fmla="*/ 6 w 6"/>
                  <a:gd name="T17" fmla="*/ 0 h 5"/>
                  <a:gd name="T18" fmla="*/ 6 w 6"/>
                  <a:gd name="T19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" h="5">
                    <a:moveTo>
                      <a:pt x="6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3" y="1"/>
                      <a:pt x="3" y="1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6" y="3"/>
                      <a:pt x="6" y="3"/>
                      <a:pt x="6" y="3"/>
                    </a:cubicBezTo>
                    <a:lnTo>
                      <a:pt x="6" y="0"/>
                    </a:lnTo>
                    <a:close/>
                    <a:moveTo>
                      <a:pt x="6" y="0"/>
                    </a:moveTo>
                    <a:cubicBezTo>
                      <a:pt x="6" y="0"/>
                      <a:pt x="6" y="0"/>
                      <a:pt x="6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7" name="Rectangle 191">
                <a:extLst>
                  <a:ext uri="{FF2B5EF4-FFF2-40B4-BE49-F238E27FC236}">
                    <a16:creationId xmlns:a16="http://schemas.microsoft.com/office/drawing/2014/main" id="{B44B7727-3FCD-4F00-8239-EFB93AB5C9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05175" y="2882900"/>
                <a:ext cx="15875" cy="1111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8" name="Rectangle 192">
                <a:extLst>
                  <a:ext uri="{FF2B5EF4-FFF2-40B4-BE49-F238E27FC236}">
                    <a16:creationId xmlns:a16="http://schemas.microsoft.com/office/drawing/2014/main" id="{AA158DF4-B618-4C3E-A1E8-0AB9079DF9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05175" y="2900363"/>
                <a:ext cx="15875" cy="95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9" name="Rectangle 193">
                <a:extLst>
                  <a:ext uri="{FF2B5EF4-FFF2-40B4-BE49-F238E27FC236}">
                    <a16:creationId xmlns:a16="http://schemas.microsoft.com/office/drawing/2014/main" id="{333B7D8A-21C4-4EBD-940B-738C009D2D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98813" y="2973388"/>
                <a:ext cx="46038" cy="95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0" name="Rectangle 194">
                <a:extLst>
                  <a:ext uri="{FF2B5EF4-FFF2-40B4-BE49-F238E27FC236}">
                    <a16:creationId xmlns:a16="http://schemas.microsoft.com/office/drawing/2014/main" id="{2567784F-C831-42E6-B979-89FAE41F33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1838" y="2936875"/>
                <a:ext cx="22225" cy="95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1" name="Freeform 195">
                <a:extLst>
                  <a:ext uri="{FF2B5EF4-FFF2-40B4-BE49-F238E27FC236}">
                    <a16:creationId xmlns:a16="http://schemas.microsoft.com/office/drawing/2014/main" id="{2D983A95-0135-4C9C-AF0F-97E49150994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297238" y="2930525"/>
                <a:ext cx="26988" cy="22225"/>
              </a:xfrm>
              <a:custGeom>
                <a:avLst/>
                <a:gdLst>
                  <a:gd name="T0" fmla="*/ 0 w 8"/>
                  <a:gd name="T1" fmla="*/ 4 h 7"/>
                  <a:gd name="T2" fmla="*/ 4 w 8"/>
                  <a:gd name="T3" fmla="*/ 7 h 7"/>
                  <a:gd name="T4" fmla="*/ 8 w 8"/>
                  <a:gd name="T5" fmla="*/ 4 h 7"/>
                  <a:gd name="T6" fmla="*/ 4 w 8"/>
                  <a:gd name="T7" fmla="*/ 0 h 7"/>
                  <a:gd name="T8" fmla="*/ 0 w 8"/>
                  <a:gd name="T9" fmla="*/ 4 h 7"/>
                  <a:gd name="T10" fmla="*/ 4 w 8"/>
                  <a:gd name="T11" fmla="*/ 2 h 7"/>
                  <a:gd name="T12" fmla="*/ 5 w 8"/>
                  <a:gd name="T13" fmla="*/ 4 h 7"/>
                  <a:gd name="T14" fmla="*/ 4 w 8"/>
                  <a:gd name="T15" fmla="*/ 5 h 7"/>
                  <a:gd name="T16" fmla="*/ 3 w 8"/>
                  <a:gd name="T17" fmla="*/ 4 h 7"/>
                  <a:gd name="T18" fmla="*/ 4 w 8"/>
                  <a:gd name="T19" fmla="*/ 2 h 7"/>
                  <a:gd name="T20" fmla="*/ 4 w 8"/>
                  <a:gd name="T21" fmla="*/ 2 h 7"/>
                  <a:gd name="T22" fmla="*/ 4 w 8"/>
                  <a:gd name="T23" fmla="*/ 2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" h="7">
                    <a:moveTo>
                      <a:pt x="0" y="4"/>
                    </a:moveTo>
                    <a:cubicBezTo>
                      <a:pt x="0" y="6"/>
                      <a:pt x="2" y="7"/>
                      <a:pt x="4" y="7"/>
                    </a:cubicBezTo>
                    <a:cubicBezTo>
                      <a:pt x="6" y="7"/>
                      <a:pt x="8" y="6"/>
                      <a:pt x="8" y="4"/>
                    </a:cubicBezTo>
                    <a:cubicBezTo>
                      <a:pt x="8" y="2"/>
                      <a:pt x="6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lose/>
                    <a:moveTo>
                      <a:pt x="4" y="2"/>
                    </a:moveTo>
                    <a:cubicBezTo>
                      <a:pt x="5" y="2"/>
                      <a:pt x="5" y="3"/>
                      <a:pt x="5" y="4"/>
                    </a:cubicBezTo>
                    <a:cubicBezTo>
                      <a:pt x="5" y="4"/>
                      <a:pt x="5" y="5"/>
                      <a:pt x="4" y="5"/>
                    </a:cubicBezTo>
                    <a:cubicBezTo>
                      <a:pt x="3" y="5"/>
                      <a:pt x="3" y="4"/>
                      <a:pt x="3" y="4"/>
                    </a:cubicBezTo>
                    <a:cubicBezTo>
                      <a:pt x="3" y="3"/>
                      <a:pt x="3" y="2"/>
                      <a:pt x="4" y="2"/>
                    </a:cubicBezTo>
                    <a:close/>
                    <a:moveTo>
                      <a:pt x="4" y="2"/>
                    </a:moveTo>
                    <a:cubicBezTo>
                      <a:pt x="4" y="2"/>
                      <a:pt x="4" y="2"/>
                      <a:pt x="4" y="2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2" name="Rectangle 196">
                <a:extLst>
                  <a:ext uri="{FF2B5EF4-FFF2-40B4-BE49-F238E27FC236}">
                    <a16:creationId xmlns:a16="http://schemas.microsoft.com/office/drawing/2014/main" id="{C22E9E99-73DD-4415-92B4-3D4760368B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7088" y="2843213"/>
                <a:ext cx="26988" cy="95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3" name="Rectangle 197">
                <a:extLst>
                  <a:ext uri="{FF2B5EF4-FFF2-40B4-BE49-F238E27FC236}">
                    <a16:creationId xmlns:a16="http://schemas.microsoft.com/office/drawing/2014/main" id="{A211E696-6BFC-409F-8BF4-2BCA6657A8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7088" y="2860675"/>
                <a:ext cx="26988" cy="635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4" name="Rectangle 198">
                <a:extLst>
                  <a:ext uri="{FF2B5EF4-FFF2-40B4-BE49-F238E27FC236}">
                    <a16:creationId xmlns:a16="http://schemas.microsoft.com/office/drawing/2014/main" id="{CD4C5A99-0D64-4428-BFBB-B1FE3F4F04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7088" y="2876550"/>
                <a:ext cx="11113" cy="635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5" name="Rectangle 199">
                <a:extLst>
                  <a:ext uri="{FF2B5EF4-FFF2-40B4-BE49-F238E27FC236}">
                    <a16:creationId xmlns:a16="http://schemas.microsoft.com/office/drawing/2014/main" id="{DDB757B2-8AD5-4150-A52A-1478675172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84550" y="2876550"/>
                <a:ext cx="9525" cy="635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6" name="Freeform 200">
                <a:extLst>
                  <a:ext uri="{FF2B5EF4-FFF2-40B4-BE49-F238E27FC236}">
                    <a16:creationId xmlns:a16="http://schemas.microsoft.com/office/drawing/2014/main" id="{F79719C9-6776-4985-BCF2-6CA9B65FA98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257550" y="2963863"/>
                <a:ext cx="157163" cy="106362"/>
              </a:xfrm>
              <a:custGeom>
                <a:avLst/>
                <a:gdLst>
                  <a:gd name="T0" fmla="*/ 43 w 47"/>
                  <a:gd name="T1" fmla="*/ 0 h 32"/>
                  <a:gd name="T2" fmla="*/ 4 w 47"/>
                  <a:gd name="T3" fmla="*/ 0 h 32"/>
                  <a:gd name="T4" fmla="*/ 0 w 47"/>
                  <a:gd name="T5" fmla="*/ 3 h 32"/>
                  <a:gd name="T6" fmla="*/ 0 w 47"/>
                  <a:gd name="T7" fmla="*/ 28 h 32"/>
                  <a:gd name="T8" fmla="*/ 4 w 47"/>
                  <a:gd name="T9" fmla="*/ 32 h 32"/>
                  <a:gd name="T10" fmla="*/ 43 w 47"/>
                  <a:gd name="T11" fmla="*/ 32 h 32"/>
                  <a:gd name="T12" fmla="*/ 47 w 47"/>
                  <a:gd name="T13" fmla="*/ 28 h 32"/>
                  <a:gd name="T14" fmla="*/ 47 w 47"/>
                  <a:gd name="T15" fmla="*/ 3 h 32"/>
                  <a:gd name="T16" fmla="*/ 43 w 47"/>
                  <a:gd name="T17" fmla="*/ 0 h 32"/>
                  <a:gd name="T18" fmla="*/ 3 w 47"/>
                  <a:gd name="T19" fmla="*/ 28 h 32"/>
                  <a:gd name="T20" fmla="*/ 3 w 47"/>
                  <a:gd name="T21" fmla="*/ 3 h 32"/>
                  <a:gd name="T22" fmla="*/ 4 w 47"/>
                  <a:gd name="T23" fmla="*/ 2 h 32"/>
                  <a:gd name="T24" fmla="*/ 37 w 47"/>
                  <a:gd name="T25" fmla="*/ 2 h 32"/>
                  <a:gd name="T26" fmla="*/ 37 w 47"/>
                  <a:gd name="T27" fmla="*/ 29 h 32"/>
                  <a:gd name="T28" fmla="*/ 4 w 47"/>
                  <a:gd name="T29" fmla="*/ 29 h 32"/>
                  <a:gd name="T30" fmla="*/ 3 w 47"/>
                  <a:gd name="T31" fmla="*/ 28 h 32"/>
                  <a:gd name="T32" fmla="*/ 44 w 47"/>
                  <a:gd name="T33" fmla="*/ 28 h 32"/>
                  <a:gd name="T34" fmla="*/ 43 w 47"/>
                  <a:gd name="T35" fmla="*/ 29 h 32"/>
                  <a:gd name="T36" fmla="*/ 39 w 47"/>
                  <a:gd name="T37" fmla="*/ 29 h 32"/>
                  <a:gd name="T38" fmla="*/ 39 w 47"/>
                  <a:gd name="T39" fmla="*/ 2 h 32"/>
                  <a:gd name="T40" fmla="*/ 43 w 47"/>
                  <a:gd name="T41" fmla="*/ 2 h 32"/>
                  <a:gd name="T42" fmla="*/ 44 w 47"/>
                  <a:gd name="T43" fmla="*/ 3 h 32"/>
                  <a:gd name="T44" fmla="*/ 44 w 47"/>
                  <a:gd name="T45" fmla="*/ 28 h 32"/>
                  <a:gd name="T46" fmla="*/ 44 w 47"/>
                  <a:gd name="T47" fmla="*/ 28 h 32"/>
                  <a:gd name="T48" fmla="*/ 44 w 47"/>
                  <a:gd name="T49" fmla="*/ 28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47" h="32">
                    <a:moveTo>
                      <a:pt x="43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30"/>
                      <a:pt x="2" y="32"/>
                      <a:pt x="4" y="32"/>
                    </a:cubicBezTo>
                    <a:cubicBezTo>
                      <a:pt x="43" y="32"/>
                      <a:pt x="43" y="32"/>
                      <a:pt x="43" y="32"/>
                    </a:cubicBezTo>
                    <a:cubicBezTo>
                      <a:pt x="45" y="32"/>
                      <a:pt x="47" y="30"/>
                      <a:pt x="47" y="28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7" y="1"/>
                      <a:pt x="45" y="0"/>
                      <a:pt x="43" y="0"/>
                    </a:cubicBezTo>
                    <a:close/>
                    <a:moveTo>
                      <a:pt x="3" y="28"/>
                    </a:moveTo>
                    <a:cubicBezTo>
                      <a:pt x="3" y="3"/>
                      <a:pt x="3" y="3"/>
                      <a:pt x="3" y="3"/>
                    </a:cubicBezTo>
                    <a:cubicBezTo>
                      <a:pt x="3" y="3"/>
                      <a:pt x="3" y="2"/>
                      <a:pt x="4" y="2"/>
                    </a:cubicBezTo>
                    <a:cubicBezTo>
                      <a:pt x="37" y="2"/>
                      <a:pt x="37" y="2"/>
                      <a:pt x="37" y="2"/>
                    </a:cubicBezTo>
                    <a:cubicBezTo>
                      <a:pt x="37" y="29"/>
                      <a:pt x="37" y="29"/>
                      <a:pt x="37" y="29"/>
                    </a:cubicBezTo>
                    <a:cubicBezTo>
                      <a:pt x="4" y="29"/>
                      <a:pt x="4" y="29"/>
                      <a:pt x="4" y="29"/>
                    </a:cubicBezTo>
                    <a:cubicBezTo>
                      <a:pt x="3" y="29"/>
                      <a:pt x="3" y="29"/>
                      <a:pt x="3" y="28"/>
                    </a:cubicBezTo>
                    <a:close/>
                    <a:moveTo>
                      <a:pt x="44" y="28"/>
                    </a:moveTo>
                    <a:cubicBezTo>
                      <a:pt x="44" y="29"/>
                      <a:pt x="44" y="29"/>
                      <a:pt x="43" y="29"/>
                    </a:cubicBezTo>
                    <a:cubicBezTo>
                      <a:pt x="39" y="29"/>
                      <a:pt x="39" y="29"/>
                      <a:pt x="39" y="29"/>
                    </a:cubicBezTo>
                    <a:cubicBezTo>
                      <a:pt x="39" y="2"/>
                      <a:pt x="39" y="2"/>
                      <a:pt x="39" y="2"/>
                    </a:cubicBezTo>
                    <a:cubicBezTo>
                      <a:pt x="43" y="2"/>
                      <a:pt x="43" y="2"/>
                      <a:pt x="43" y="2"/>
                    </a:cubicBezTo>
                    <a:cubicBezTo>
                      <a:pt x="44" y="2"/>
                      <a:pt x="44" y="3"/>
                      <a:pt x="44" y="3"/>
                    </a:cubicBezTo>
                    <a:lnTo>
                      <a:pt x="44" y="28"/>
                    </a:lnTo>
                    <a:close/>
                    <a:moveTo>
                      <a:pt x="44" y="28"/>
                    </a:moveTo>
                    <a:cubicBezTo>
                      <a:pt x="44" y="28"/>
                      <a:pt x="44" y="28"/>
                      <a:pt x="44" y="2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7" name="Rectangle 201">
                <a:extLst>
                  <a:ext uri="{FF2B5EF4-FFF2-40B4-BE49-F238E27FC236}">
                    <a16:creationId xmlns:a16="http://schemas.microsoft.com/office/drawing/2014/main" id="{C2F87911-4E49-44D4-9AED-00997A45AD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4075" y="3009900"/>
                <a:ext cx="6350" cy="95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8" name="Freeform 202">
                <a:extLst>
                  <a:ext uri="{FF2B5EF4-FFF2-40B4-BE49-F238E27FC236}">
                    <a16:creationId xmlns:a16="http://schemas.microsoft.com/office/drawing/2014/main" id="{4FA28A5C-88E6-4BD5-9E0C-470106A5267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275013" y="2986088"/>
                <a:ext cx="98425" cy="63500"/>
              </a:xfrm>
              <a:custGeom>
                <a:avLst/>
                <a:gdLst>
                  <a:gd name="T0" fmla="*/ 27 w 30"/>
                  <a:gd name="T1" fmla="*/ 16 h 19"/>
                  <a:gd name="T2" fmla="*/ 27 w 30"/>
                  <a:gd name="T3" fmla="*/ 3 h 19"/>
                  <a:gd name="T4" fmla="*/ 25 w 30"/>
                  <a:gd name="T5" fmla="*/ 3 h 19"/>
                  <a:gd name="T6" fmla="*/ 25 w 30"/>
                  <a:gd name="T7" fmla="*/ 16 h 19"/>
                  <a:gd name="T8" fmla="*/ 22 w 30"/>
                  <a:gd name="T9" fmla="*/ 16 h 19"/>
                  <a:gd name="T10" fmla="*/ 22 w 30"/>
                  <a:gd name="T11" fmla="*/ 6 h 19"/>
                  <a:gd name="T12" fmla="*/ 20 w 30"/>
                  <a:gd name="T13" fmla="*/ 6 h 19"/>
                  <a:gd name="T14" fmla="*/ 20 w 30"/>
                  <a:gd name="T15" fmla="*/ 16 h 19"/>
                  <a:gd name="T16" fmla="*/ 17 w 30"/>
                  <a:gd name="T17" fmla="*/ 16 h 19"/>
                  <a:gd name="T18" fmla="*/ 17 w 30"/>
                  <a:gd name="T19" fmla="*/ 9 h 19"/>
                  <a:gd name="T20" fmla="*/ 15 w 30"/>
                  <a:gd name="T21" fmla="*/ 9 h 19"/>
                  <a:gd name="T22" fmla="*/ 15 w 30"/>
                  <a:gd name="T23" fmla="*/ 16 h 19"/>
                  <a:gd name="T24" fmla="*/ 12 w 30"/>
                  <a:gd name="T25" fmla="*/ 16 h 19"/>
                  <a:gd name="T26" fmla="*/ 12 w 30"/>
                  <a:gd name="T27" fmla="*/ 5 h 19"/>
                  <a:gd name="T28" fmla="*/ 10 w 30"/>
                  <a:gd name="T29" fmla="*/ 5 h 19"/>
                  <a:gd name="T30" fmla="*/ 10 w 30"/>
                  <a:gd name="T31" fmla="*/ 16 h 19"/>
                  <a:gd name="T32" fmla="*/ 7 w 30"/>
                  <a:gd name="T33" fmla="*/ 16 h 19"/>
                  <a:gd name="T34" fmla="*/ 7 w 30"/>
                  <a:gd name="T35" fmla="*/ 11 h 19"/>
                  <a:gd name="T36" fmla="*/ 5 w 30"/>
                  <a:gd name="T37" fmla="*/ 11 h 19"/>
                  <a:gd name="T38" fmla="*/ 5 w 30"/>
                  <a:gd name="T39" fmla="*/ 16 h 19"/>
                  <a:gd name="T40" fmla="*/ 2 w 30"/>
                  <a:gd name="T41" fmla="*/ 16 h 19"/>
                  <a:gd name="T42" fmla="*/ 2 w 30"/>
                  <a:gd name="T43" fmla="*/ 0 h 19"/>
                  <a:gd name="T44" fmla="*/ 0 w 30"/>
                  <a:gd name="T45" fmla="*/ 0 h 19"/>
                  <a:gd name="T46" fmla="*/ 0 w 30"/>
                  <a:gd name="T47" fmla="*/ 17 h 19"/>
                  <a:gd name="T48" fmla="*/ 1 w 30"/>
                  <a:gd name="T49" fmla="*/ 19 h 19"/>
                  <a:gd name="T50" fmla="*/ 30 w 30"/>
                  <a:gd name="T51" fmla="*/ 19 h 19"/>
                  <a:gd name="T52" fmla="*/ 30 w 30"/>
                  <a:gd name="T53" fmla="*/ 16 h 19"/>
                  <a:gd name="T54" fmla="*/ 27 w 30"/>
                  <a:gd name="T55" fmla="*/ 16 h 19"/>
                  <a:gd name="T56" fmla="*/ 27 w 30"/>
                  <a:gd name="T57" fmla="*/ 16 h 19"/>
                  <a:gd name="T58" fmla="*/ 27 w 30"/>
                  <a:gd name="T59" fmla="*/ 16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30" h="19">
                    <a:moveTo>
                      <a:pt x="27" y="16"/>
                    </a:moveTo>
                    <a:cubicBezTo>
                      <a:pt x="27" y="3"/>
                      <a:pt x="27" y="3"/>
                      <a:pt x="27" y="3"/>
                    </a:cubicBezTo>
                    <a:cubicBezTo>
                      <a:pt x="25" y="3"/>
                      <a:pt x="25" y="3"/>
                      <a:pt x="25" y="3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2" y="6"/>
                      <a:pt x="22" y="6"/>
                      <a:pt x="22" y="6"/>
                    </a:cubicBezTo>
                    <a:cubicBezTo>
                      <a:pt x="20" y="6"/>
                      <a:pt x="20" y="6"/>
                      <a:pt x="20" y="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17" y="16"/>
                      <a:pt x="17" y="16"/>
                      <a:pt x="17" y="16"/>
                    </a:cubicBezTo>
                    <a:cubicBezTo>
                      <a:pt x="17" y="9"/>
                      <a:pt x="17" y="9"/>
                      <a:pt x="17" y="9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15" y="16"/>
                      <a:pt x="15" y="16"/>
                      <a:pt x="15" y="16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10" y="16"/>
                      <a:pt x="10" y="16"/>
                      <a:pt x="10" y="16"/>
                    </a:cubicBezTo>
                    <a:cubicBezTo>
                      <a:pt x="7" y="16"/>
                      <a:pt x="7" y="16"/>
                      <a:pt x="7" y="16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2" y="16"/>
                      <a:pt x="2" y="16"/>
                      <a:pt x="2" y="16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18"/>
                      <a:pt x="1" y="19"/>
                      <a:pt x="1" y="19"/>
                    </a:cubicBezTo>
                    <a:cubicBezTo>
                      <a:pt x="30" y="19"/>
                      <a:pt x="30" y="19"/>
                      <a:pt x="30" y="19"/>
                    </a:cubicBezTo>
                    <a:cubicBezTo>
                      <a:pt x="30" y="16"/>
                      <a:pt x="30" y="16"/>
                      <a:pt x="30" y="16"/>
                    </a:cubicBezTo>
                    <a:lnTo>
                      <a:pt x="27" y="16"/>
                    </a:lnTo>
                    <a:close/>
                    <a:moveTo>
                      <a:pt x="27" y="16"/>
                    </a:moveTo>
                    <a:cubicBezTo>
                      <a:pt x="27" y="16"/>
                      <a:pt x="27" y="16"/>
                      <a:pt x="27" y="16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129" name="Rectangle 128">
            <a:extLst>
              <a:ext uri="{FF2B5EF4-FFF2-40B4-BE49-F238E27FC236}">
                <a16:creationId xmlns:a16="http://schemas.microsoft.com/office/drawing/2014/main" id="{40AF4AC7-4182-49A1-9CD1-8767709BA4BB}"/>
              </a:ext>
            </a:extLst>
          </p:cNvPr>
          <p:cNvSpPr/>
          <p:nvPr/>
        </p:nvSpPr>
        <p:spPr>
          <a:xfrm>
            <a:off x="4198468" y="5211102"/>
            <a:ext cx="1582756" cy="3265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600" dirty="0">
                <a:latin typeface="Poppins SemiBold" panose="00000700000000000000" pitchFamily="2" charset="0"/>
                <a:ea typeface="Open Sans bold" panose="020B0806030504020204" pitchFamily="34" charset="0"/>
                <a:cs typeface="Poppins SemiBold" panose="00000700000000000000" pitchFamily="2" charset="0"/>
              </a:rPr>
              <a:t>PROBLEM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EA500DF0-0ACC-448D-BC7A-D0818BB0AFFB}"/>
              </a:ext>
            </a:extLst>
          </p:cNvPr>
          <p:cNvSpPr/>
          <p:nvPr/>
        </p:nvSpPr>
        <p:spPr>
          <a:xfrm>
            <a:off x="6398745" y="5211102"/>
            <a:ext cx="1582756" cy="3265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600" dirty="0">
                <a:latin typeface="Poppins SemiBold" panose="00000700000000000000" pitchFamily="2" charset="0"/>
                <a:ea typeface="Open Sans bold" panose="020B0806030504020204" pitchFamily="34" charset="0"/>
                <a:cs typeface="Poppins SemiBold" panose="00000700000000000000" pitchFamily="2" charset="0"/>
              </a:rPr>
              <a:t>SOLUTIONS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66BEAF14-3C53-4034-A753-7AA6CA09A23F}"/>
              </a:ext>
            </a:extLst>
          </p:cNvPr>
          <p:cNvSpPr/>
          <p:nvPr/>
        </p:nvSpPr>
        <p:spPr>
          <a:xfrm>
            <a:off x="9619153" y="2237445"/>
            <a:ext cx="178816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Poppins SemiBold" panose="00000700000000000000" pitchFamily="2" charset="0"/>
                <a:ea typeface="Open Sans bold" panose="020B0806030504020204" pitchFamily="34" charset="0"/>
                <a:cs typeface="Poppins SemiBold" panose="00000700000000000000" pitchFamily="2" charset="0"/>
              </a:rPr>
              <a:t>Title text here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2CD22C9E-B518-40FA-B1D6-3F26D9FBEC15}"/>
              </a:ext>
            </a:extLst>
          </p:cNvPr>
          <p:cNvSpPr/>
          <p:nvPr/>
        </p:nvSpPr>
        <p:spPr>
          <a:xfrm>
            <a:off x="9619154" y="2517344"/>
            <a:ext cx="1788160" cy="7225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</a:pPr>
            <a:r>
              <a:rPr lang="en-GB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Using a simple syntax</a:t>
            </a:r>
          </a:p>
          <a:p>
            <a:pPr>
              <a:lnSpc>
                <a:spcPts val="1700"/>
              </a:lnSpc>
            </a:pPr>
            <a:r>
              <a:rPr lang="en-GB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 That have to add a tag attribute to you want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50B489AF-932D-4EFE-91D8-4773F1DEC66C}"/>
              </a:ext>
            </a:extLst>
          </p:cNvPr>
          <p:cNvSpPr/>
          <p:nvPr/>
        </p:nvSpPr>
        <p:spPr>
          <a:xfrm>
            <a:off x="9619153" y="5184629"/>
            <a:ext cx="178816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Poppins SemiBold" panose="00000700000000000000" pitchFamily="2" charset="0"/>
                <a:ea typeface="Open Sans bold" panose="020B0806030504020204" pitchFamily="34" charset="0"/>
                <a:cs typeface="Poppins SemiBold" panose="00000700000000000000" pitchFamily="2" charset="0"/>
              </a:rPr>
              <a:t>Title text here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89311196-FCEF-4920-BABA-21B2B35037BC}"/>
              </a:ext>
            </a:extLst>
          </p:cNvPr>
          <p:cNvSpPr/>
          <p:nvPr/>
        </p:nvSpPr>
        <p:spPr>
          <a:xfrm>
            <a:off x="9619153" y="5464528"/>
            <a:ext cx="1808095" cy="7183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</a:pPr>
            <a:r>
              <a:rPr lang="en-GB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Using a simple syntax</a:t>
            </a:r>
          </a:p>
          <a:p>
            <a:pPr>
              <a:lnSpc>
                <a:spcPts val="1700"/>
              </a:lnSpc>
            </a:pPr>
            <a:r>
              <a:rPr lang="en-GB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 That have to add a tag attribute to you want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B3CB80BE-9F2D-4444-842A-126C76D8C2AD}"/>
              </a:ext>
            </a:extLst>
          </p:cNvPr>
          <p:cNvSpPr/>
          <p:nvPr/>
        </p:nvSpPr>
        <p:spPr>
          <a:xfrm>
            <a:off x="9950485" y="3651399"/>
            <a:ext cx="161054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Poppins SemiBold" panose="00000700000000000000" pitchFamily="2" charset="0"/>
                <a:ea typeface="Open Sans bold" panose="020B0806030504020204" pitchFamily="34" charset="0"/>
                <a:cs typeface="Poppins SemiBold" panose="00000700000000000000" pitchFamily="2" charset="0"/>
              </a:rPr>
              <a:t>Title text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4524768C-CE6A-45C3-A750-66EDCDE118A5}"/>
              </a:ext>
            </a:extLst>
          </p:cNvPr>
          <p:cNvSpPr/>
          <p:nvPr/>
        </p:nvSpPr>
        <p:spPr>
          <a:xfrm>
            <a:off x="9950486" y="3953494"/>
            <a:ext cx="1747062" cy="5069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</a:pPr>
            <a:r>
              <a:rPr lang="en-GB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Using a simple syntax</a:t>
            </a:r>
          </a:p>
          <a:p>
            <a:pPr>
              <a:lnSpc>
                <a:spcPts val="1700"/>
              </a:lnSpc>
            </a:pPr>
            <a:r>
              <a:rPr lang="en-GB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tag attribute to you want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981B3071-95D3-41BE-BF97-3A779F16C787}"/>
              </a:ext>
            </a:extLst>
          </p:cNvPr>
          <p:cNvSpPr/>
          <p:nvPr/>
        </p:nvSpPr>
        <p:spPr>
          <a:xfrm>
            <a:off x="625287" y="3717059"/>
            <a:ext cx="161054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600" dirty="0">
                <a:latin typeface="Poppins SemiBold" panose="00000700000000000000" pitchFamily="2" charset="0"/>
                <a:ea typeface="Open Sans bold" panose="020B0806030504020204" pitchFamily="34" charset="0"/>
                <a:cs typeface="Poppins SemiBold" panose="00000700000000000000" pitchFamily="2" charset="0"/>
              </a:rPr>
              <a:t>Title text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13C8D77B-BCB0-422E-8073-0798935E8FB6}"/>
              </a:ext>
            </a:extLst>
          </p:cNvPr>
          <p:cNvSpPr/>
          <p:nvPr/>
        </p:nvSpPr>
        <p:spPr>
          <a:xfrm>
            <a:off x="494452" y="3996958"/>
            <a:ext cx="1741378" cy="5069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ts val="1700"/>
              </a:lnSpc>
            </a:pPr>
            <a:r>
              <a:rPr lang="en-GB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Using a simple syntax</a:t>
            </a:r>
          </a:p>
          <a:p>
            <a:pPr algn="r">
              <a:lnSpc>
                <a:spcPts val="1700"/>
              </a:lnSpc>
            </a:pPr>
            <a:r>
              <a:rPr lang="en-GB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tag attribute to you want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3A657A07-A6CD-4CB8-A92C-B2406B115B6D}"/>
              </a:ext>
            </a:extLst>
          </p:cNvPr>
          <p:cNvSpPr/>
          <p:nvPr/>
        </p:nvSpPr>
        <p:spPr>
          <a:xfrm>
            <a:off x="742622" y="2237445"/>
            <a:ext cx="178816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600" dirty="0">
                <a:latin typeface="Poppins SemiBold" panose="00000700000000000000" pitchFamily="2" charset="0"/>
                <a:ea typeface="Open Sans bold" panose="020B0806030504020204" pitchFamily="34" charset="0"/>
                <a:cs typeface="Poppins SemiBold" panose="00000700000000000000" pitchFamily="2" charset="0"/>
              </a:rPr>
              <a:t>Title text here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16F9B3A1-B132-4499-9D20-FC33690BCAE5}"/>
              </a:ext>
            </a:extLst>
          </p:cNvPr>
          <p:cNvSpPr/>
          <p:nvPr/>
        </p:nvSpPr>
        <p:spPr>
          <a:xfrm>
            <a:off x="742623" y="2517344"/>
            <a:ext cx="1788160" cy="7225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ts val="1700"/>
              </a:lnSpc>
            </a:pPr>
            <a:r>
              <a:rPr lang="en-GB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Using a simple syntax</a:t>
            </a:r>
          </a:p>
          <a:p>
            <a:pPr algn="r">
              <a:lnSpc>
                <a:spcPts val="1700"/>
              </a:lnSpc>
            </a:pPr>
            <a:r>
              <a:rPr lang="en-GB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 That have to add a tag attribute to you want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E502205D-6845-4751-B0A8-35DE41BFAA3E}"/>
              </a:ext>
            </a:extLst>
          </p:cNvPr>
          <p:cNvSpPr/>
          <p:nvPr/>
        </p:nvSpPr>
        <p:spPr>
          <a:xfrm>
            <a:off x="742622" y="5184629"/>
            <a:ext cx="178816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600" dirty="0">
                <a:latin typeface="Poppins SemiBold" panose="00000700000000000000" pitchFamily="2" charset="0"/>
                <a:ea typeface="Open Sans bold" panose="020B0806030504020204" pitchFamily="34" charset="0"/>
                <a:cs typeface="Poppins SemiBold" panose="00000700000000000000" pitchFamily="2" charset="0"/>
              </a:rPr>
              <a:t>Title text here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A7A7AA8D-8513-4026-AAA6-FAED11A5DDA5}"/>
              </a:ext>
            </a:extLst>
          </p:cNvPr>
          <p:cNvSpPr/>
          <p:nvPr/>
        </p:nvSpPr>
        <p:spPr>
          <a:xfrm>
            <a:off x="742623" y="5464528"/>
            <a:ext cx="1788160" cy="7183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ts val="1700"/>
              </a:lnSpc>
            </a:pPr>
            <a:r>
              <a:rPr lang="en-GB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Using a simple syntax</a:t>
            </a:r>
          </a:p>
          <a:p>
            <a:pPr algn="r">
              <a:lnSpc>
                <a:spcPts val="1700"/>
              </a:lnSpc>
            </a:pPr>
            <a:r>
              <a:rPr lang="en-GB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 That have to add a tag attribute to you want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676D17C5-ECA7-420D-A086-7B6024DA6B22}"/>
              </a:ext>
            </a:extLst>
          </p:cNvPr>
          <p:cNvGrpSpPr/>
          <p:nvPr/>
        </p:nvGrpSpPr>
        <p:grpSpPr>
          <a:xfrm>
            <a:off x="6763919" y="3686577"/>
            <a:ext cx="906461" cy="901041"/>
            <a:chOff x="10937875" y="1793875"/>
            <a:chExt cx="1327150" cy="1319213"/>
          </a:xfrm>
          <a:solidFill>
            <a:schemeClr val="bg1"/>
          </a:solidFill>
        </p:grpSpPr>
        <p:sp>
          <p:nvSpPr>
            <p:cNvPr id="149" name="Freeform 5">
              <a:extLst>
                <a:ext uri="{FF2B5EF4-FFF2-40B4-BE49-F238E27FC236}">
                  <a16:creationId xmlns:a16="http://schemas.microsoft.com/office/drawing/2014/main" id="{5F536358-9307-460F-B108-25B9B5C946B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937875" y="2566988"/>
              <a:ext cx="166688" cy="546100"/>
            </a:xfrm>
            <a:custGeom>
              <a:avLst/>
              <a:gdLst>
                <a:gd name="T0" fmla="*/ 7 w 44"/>
                <a:gd name="T1" fmla="*/ 0 h 144"/>
                <a:gd name="T2" fmla="*/ 38 w 44"/>
                <a:gd name="T3" fmla="*/ 0 h 144"/>
                <a:gd name="T4" fmla="*/ 44 w 44"/>
                <a:gd name="T5" fmla="*/ 6 h 144"/>
                <a:gd name="T6" fmla="*/ 44 w 44"/>
                <a:gd name="T7" fmla="*/ 138 h 144"/>
                <a:gd name="T8" fmla="*/ 38 w 44"/>
                <a:gd name="T9" fmla="*/ 144 h 144"/>
                <a:gd name="T10" fmla="*/ 7 w 44"/>
                <a:gd name="T11" fmla="*/ 144 h 144"/>
                <a:gd name="T12" fmla="*/ 0 w 44"/>
                <a:gd name="T13" fmla="*/ 138 h 144"/>
                <a:gd name="T14" fmla="*/ 0 w 44"/>
                <a:gd name="T15" fmla="*/ 6 h 144"/>
                <a:gd name="T16" fmla="*/ 7 w 44"/>
                <a:gd name="T17" fmla="*/ 0 h 144"/>
                <a:gd name="T18" fmla="*/ 7 w 44"/>
                <a:gd name="T19" fmla="*/ 0 h 144"/>
                <a:gd name="T20" fmla="*/ 7 w 44"/>
                <a:gd name="T2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4" h="144">
                  <a:moveTo>
                    <a:pt x="7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41" y="0"/>
                    <a:pt x="44" y="3"/>
                    <a:pt x="44" y="6"/>
                  </a:cubicBezTo>
                  <a:cubicBezTo>
                    <a:pt x="44" y="138"/>
                    <a:pt x="44" y="138"/>
                    <a:pt x="44" y="138"/>
                  </a:cubicBezTo>
                  <a:cubicBezTo>
                    <a:pt x="44" y="141"/>
                    <a:pt x="41" y="144"/>
                    <a:pt x="38" y="144"/>
                  </a:cubicBezTo>
                  <a:cubicBezTo>
                    <a:pt x="7" y="144"/>
                    <a:pt x="7" y="144"/>
                    <a:pt x="7" y="144"/>
                  </a:cubicBezTo>
                  <a:cubicBezTo>
                    <a:pt x="3" y="144"/>
                    <a:pt x="0" y="141"/>
                    <a:pt x="0" y="13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7" y="0"/>
                  </a:cubicBezTo>
                  <a:close/>
                  <a:moveTo>
                    <a:pt x="7" y="0"/>
                  </a:moveTo>
                  <a:cubicBezTo>
                    <a:pt x="7" y="0"/>
                    <a:pt x="7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0" name="Freeform 6">
              <a:extLst>
                <a:ext uri="{FF2B5EF4-FFF2-40B4-BE49-F238E27FC236}">
                  <a16:creationId xmlns:a16="http://schemas.microsoft.com/office/drawing/2014/main" id="{F9D21ED9-2107-4A10-8A74-409D6426043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153775" y="2613025"/>
              <a:ext cx="1111250" cy="477837"/>
            </a:xfrm>
            <a:custGeom>
              <a:avLst/>
              <a:gdLst>
                <a:gd name="T0" fmla="*/ 292 w 295"/>
                <a:gd name="T1" fmla="*/ 32 h 126"/>
                <a:gd name="T2" fmla="*/ 280 w 295"/>
                <a:gd name="T3" fmla="*/ 29 h 126"/>
                <a:gd name="T4" fmla="*/ 164 w 295"/>
                <a:gd name="T5" fmla="*/ 68 h 126"/>
                <a:gd name="T6" fmla="*/ 157 w 295"/>
                <a:gd name="T7" fmla="*/ 69 h 126"/>
                <a:gd name="T8" fmla="*/ 157 w 295"/>
                <a:gd name="T9" fmla="*/ 69 h 126"/>
                <a:gd name="T10" fmla="*/ 156 w 295"/>
                <a:gd name="T11" fmla="*/ 69 h 126"/>
                <a:gd name="T12" fmla="*/ 154 w 295"/>
                <a:gd name="T13" fmla="*/ 69 h 126"/>
                <a:gd name="T14" fmla="*/ 98 w 295"/>
                <a:gd name="T15" fmla="*/ 69 h 126"/>
                <a:gd name="T16" fmla="*/ 70 w 295"/>
                <a:gd name="T17" fmla="*/ 78 h 126"/>
                <a:gd name="T18" fmla="*/ 66 w 295"/>
                <a:gd name="T19" fmla="*/ 81 h 126"/>
                <a:gd name="T20" fmla="*/ 57 w 295"/>
                <a:gd name="T21" fmla="*/ 79 h 126"/>
                <a:gd name="T22" fmla="*/ 59 w 295"/>
                <a:gd name="T23" fmla="*/ 70 h 126"/>
                <a:gd name="T24" fmla="*/ 64 w 295"/>
                <a:gd name="T25" fmla="*/ 67 h 126"/>
                <a:gd name="T26" fmla="*/ 98 w 295"/>
                <a:gd name="T27" fmla="*/ 57 h 126"/>
                <a:gd name="T28" fmla="*/ 136 w 295"/>
                <a:gd name="T29" fmla="*/ 57 h 126"/>
                <a:gd name="T30" fmla="*/ 137 w 295"/>
                <a:gd name="T31" fmla="*/ 38 h 126"/>
                <a:gd name="T32" fmla="*/ 137 w 295"/>
                <a:gd name="T33" fmla="*/ 37 h 126"/>
                <a:gd name="T34" fmla="*/ 115 w 295"/>
                <a:gd name="T35" fmla="*/ 25 h 126"/>
                <a:gd name="T36" fmla="*/ 82 w 295"/>
                <a:gd name="T37" fmla="*/ 25 h 126"/>
                <a:gd name="T38" fmla="*/ 78 w 295"/>
                <a:gd name="T39" fmla="*/ 25 h 126"/>
                <a:gd name="T40" fmla="*/ 43 w 295"/>
                <a:gd name="T41" fmla="*/ 11 h 126"/>
                <a:gd name="T42" fmla="*/ 11 w 295"/>
                <a:gd name="T43" fmla="*/ 0 h 126"/>
                <a:gd name="T44" fmla="*/ 0 w 295"/>
                <a:gd name="T45" fmla="*/ 0 h 126"/>
                <a:gd name="T46" fmla="*/ 0 w 295"/>
                <a:gd name="T47" fmla="*/ 126 h 126"/>
                <a:gd name="T48" fmla="*/ 152 w 295"/>
                <a:gd name="T49" fmla="*/ 126 h 126"/>
                <a:gd name="T50" fmla="*/ 172 w 295"/>
                <a:gd name="T51" fmla="*/ 120 h 126"/>
                <a:gd name="T52" fmla="*/ 289 w 295"/>
                <a:gd name="T53" fmla="*/ 49 h 126"/>
                <a:gd name="T54" fmla="*/ 294 w 295"/>
                <a:gd name="T55" fmla="*/ 41 h 126"/>
                <a:gd name="T56" fmla="*/ 292 w 295"/>
                <a:gd name="T57" fmla="*/ 33 h 126"/>
                <a:gd name="T58" fmla="*/ 292 w 295"/>
                <a:gd name="T59" fmla="*/ 32 h 126"/>
                <a:gd name="T60" fmla="*/ 292 w 295"/>
                <a:gd name="T61" fmla="*/ 32 h 126"/>
                <a:gd name="T62" fmla="*/ 292 w 295"/>
                <a:gd name="T63" fmla="*/ 32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5" h="126">
                  <a:moveTo>
                    <a:pt x="292" y="32"/>
                  </a:moveTo>
                  <a:cubicBezTo>
                    <a:pt x="289" y="29"/>
                    <a:pt x="284" y="27"/>
                    <a:pt x="280" y="29"/>
                  </a:cubicBezTo>
                  <a:cubicBezTo>
                    <a:pt x="164" y="68"/>
                    <a:pt x="164" y="68"/>
                    <a:pt x="164" y="68"/>
                  </a:cubicBezTo>
                  <a:cubicBezTo>
                    <a:pt x="162" y="68"/>
                    <a:pt x="160" y="69"/>
                    <a:pt x="157" y="69"/>
                  </a:cubicBezTo>
                  <a:cubicBezTo>
                    <a:pt x="157" y="69"/>
                    <a:pt x="157" y="69"/>
                    <a:pt x="157" y="69"/>
                  </a:cubicBezTo>
                  <a:cubicBezTo>
                    <a:pt x="157" y="69"/>
                    <a:pt x="156" y="69"/>
                    <a:pt x="156" y="69"/>
                  </a:cubicBezTo>
                  <a:cubicBezTo>
                    <a:pt x="156" y="69"/>
                    <a:pt x="155" y="69"/>
                    <a:pt x="154" y="69"/>
                  </a:cubicBezTo>
                  <a:cubicBezTo>
                    <a:pt x="98" y="69"/>
                    <a:pt x="98" y="69"/>
                    <a:pt x="98" y="69"/>
                  </a:cubicBezTo>
                  <a:cubicBezTo>
                    <a:pt x="88" y="69"/>
                    <a:pt x="79" y="72"/>
                    <a:pt x="70" y="78"/>
                  </a:cubicBezTo>
                  <a:cubicBezTo>
                    <a:pt x="66" y="81"/>
                    <a:pt x="66" y="81"/>
                    <a:pt x="66" y="81"/>
                  </a:cubicBezTo>
                  <a:cubicBezTo>
                    <a:pt x="63" y="83"/>
                    <a:pt x="59" y="82"/>
                    <a:pt x="57" y="79"/>
                  </a:cubicBezTo>
                  <a:cubicBezTo>
                    <a:pt x="55" y="76"/>
                    <a:pt x="56" y="72"/>
                    <a:pt x="59" y="70"/>
                  </a:cubicBezTo>
                  <a:cubicBezTo>
                    <a:pt x="64" y="67"/>
                    <a:pt x="64" y="67"/>
                    <a:pt x="64" y="67"/>
                  </a:cubicBezTo>
                  <a:cubicBezTo>
                    <a:pt x="74" y="60"/>
                    <a:pt x="86" y="57"/>
                    <a:pt x="98" y="57"/>
                  </a:cubicBezTo>
                  <a:cubicBezTo>
                    <a:pt x="136" y="57"/>
                    <a:pt x="136" y="57"/>
                    <a:pt x="136" y="57"/>
                  </a:cubicBezTo>
                  <a:cubicBezTo>
                    <a:pt x="140" y="51"/>
                    <a:pt x="141" y="44"/>
                    <a:pt x="137" y="38"/>
                  </a:cubicBezTo>
                  <a:cubicBezTo>
                    <a:pt x="137" y="37"/>
                    <a:pt x="137" y="37"/>
                    <a:pt x="137" y="37"/>
                  </a:cubicBezTo>
                  <a:cubicBezTo>
                    <a:pt x="132" y="30"/>
                    <a:pt x="124" y="25"/>
                    <a:pt x="115" y="25"/>
                  </a:cubicBezTo>
                  <a:cubicBezTo>
                    <a:pt x="82" y="25"/>
                    <a:pt x="82" y="25"/>
                    <a:pt x="82" y="25"/>
                  </a:cubicBezTo>
                  <a:cubicBezTo>
                    <a:pt x="81" y="25"/>
                    <a:pt x="80" y="25"/>
                    <a:pt x="78" y="25"/>
                  </a:cubicBezTo>
                  <a:cubicBezTo>
                    <a:pt x="65" y="24"/>
                    <a:pt x="53" y="19"/>
                    <a:pt x="43" y="11"/>
                  </a:cubicBezTo>
                  <a:cubicBezTo>
                    <a:pt x="34" y="4"/>
                    <a:pt x="23" y="0"/>
                    <a:pt x="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26"/>
                    <a:pt x="0" y="126"/>
                    <a:pt x="0" y="126"/>
                  </a:cubicBezTo>
                  <a:cubicBezTo>
                    <a:pt x="152" y="126"/>
                    <a:pt x="152" y="126"/>
                    <a:pt x="152" y="126"/>
                  </a:cubicBezTo>
                  <a:cubicBezTo>
                    <a:pt x="159" y="126"/>
                    <a:pt x="166" y="124"/>
                    <a:pt x="172" y="120"/>
                  </a:cubicBezTo>
                  <a:cubicBezTo>
                    <a:pt x="289" y="49"/>
                    <a:pt x="289" y="49"/>
                    <a:pt x="289" y="49"/>
                  </a:cubicBezTo>
                  <a:cubicBezTo>
                    <a:pt x="292" y="47"/>
                    <a:pt x="294" y="44"/>
                    <a:pt x="294" y="41"/>
                  </a:cubicBezTo>
                  <a:cubicBezTo>
                    <a:pt x="295" y="38"/>
                    <a:pt x="294" y="35"/>
                    <a:pt x="292" y="33"/>
                  </a:cubicBezTo>
                  <a:cubicBezTo>
                    <a:pt x="292" y="33"/>
                    <a:pt x="292" y="32"/>
                    <a:pt x="292" y="32"/>
                  </a:cubicBezTo>
                  <a:close/>
                  <a:moveTo>
                    <a:pt x="292" y="32"/>
                  </a:moveTo>
                  <a:cubicBezTo>
                    <a:pt x="292" y="32"/>
                    <a:pt x="292" y="32"/>
                    <a:pt x="292" y="3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1" name="Freeform 7">
              <a:extLst>
                <a:ext uri="{FF2B5EF4-FFF2-40B4-BE49-F238E27FC236}">
                  <a16:creationId xmlns:a16="http://schemas.microsoft.com/office/drawing/2014/main" id="{F0506EFC-4462-4A95-83A5-108F20D003B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142663" y="1793875"/>
              <a:ext cx="1084263" cy="1035050"/>
            </a:xfrm>
            <a:custGeom>
              <a:avLst/>
              <a:gdLst>
                <a:gd name="T0" fmla="*/ 157 w 288"/>
                <a:gd name="T1" fmla="*/ 273 h 273"/>
                <a:gd name="T2" fmla="*/ 288 w 288"/>
                <a:gd name="T3" fmla="*/ 141 h 273"/>
                <a:gd name="T4" fmla="*/ 243 w 288"/>
                <a:gd name="T5" fmla="*/ 95 h 273"/>
                <a:gd name="T6" fmla="*/ 226 w 288"/>
                <a:gd name="T7" fmla="*/ 96 h 273"/>
                <a:gd name="T8" fmla="*/ 226 w 288"/>
                <a:gd name="T9" fmla="*/ 96 h 273"/>
                <a:gd name="T10" fmla="*/ 225 w 288"/>
                <a:gd name="T11" fmla="*/ 98 h 273"/>
                <a:gd name="T12" fmla="*/ 205 w 288"/>
                <a:gd name="T13" fmla="*/ 141 h 273"/>
                <a:gd name="T14" fmla="*/ 161 w 288"/>
                <a:gd name="T15" fmla="*/ 141 h 273"/>
                <a:gd name="T16" fmla="*/ 141 w 288"/>
                <a:gd name="T17" fmla="*/ 111 h 273"/>
                <a:gd name="T18" fmla="*/ 154 w 288"/>
                <a:gd name="T19" fmla="*/ 75 h 273"/>
                <a:gd name="T20" fmla="*/ 190 w 288"/>
                <a:gd name="T21" fmla="*/ 63 h 273"/>
                <a:gd name="T22" fmla="*/ 192 w 288"/>
                <a:gd name="T23" fmla="*/ 62 h 273"/>
                <a:gd name="T24" fmla="*/ 192 w 288"/>
                <a:gd name="T25" fmla="*/ 62 h 273"/>
                <a:gd name="T26" fmla="*/ 193 w 288"/>
                <a:gd name="T27" fmla="*/ 45 h 273"/>
                <a:gd name="T28" fmla="*/ 147 w 288"/>
                <a:gd name="T29" fmla="*/ 0 h 273"/>
                <a:gd name="T30" fmla="*/ 100 w 288"/>
                <a:gd name="T31" fmla="*/ 47 h 273"/>
                <a:gd name="T32" fmla="*/ 83 w 288"/>
                <a:gd name="T33" fmla="*/ 54 h 273"/>
                <a:gd name="T34" fmla="*/ 82 w 288"/>
                <a:gd name="T35" fmla="*/ 54 h 273"/>
                <a:gd name="T36" fmla="*/ 65 w 288"/>
                <a:gd name="T37" fmla="*/ 47 h 273"/>
                <a:gd name="T38" fmla="*/ 65 w 288"/>
                <a:gd name="T39" fmla="*/ 47 h 273"/>
                <a:gd name="T40" fmla="*/ 61 w 288"/>
                <a:gd name="T41" fmla="*/ 34 h 273"/>
                <a:gd name="T42" fmla="*/ 54 w 288"/>
                <a:gd name="T43" fmla="*/ 10 h 273"/>
                <a:gd name="T44" fmla="*/ 30 w 288"/>
                <a:gd name="T45" fmla="*/ 1 h 273"/>
                <a:gd name="T46" fmla="*/ 7 w 288"/>
                <a:gd name="T47" fmla="*/ 16 h 273"/>
                <a:gd name="T48" fmla="*/ 6 w 288"/>
                <a:gd name="T49" fmla="*/ 46 h 273"/>
                <a:gd name="T50" fmla="*/ 35 w 288"/>
                <a:gd name="T51" fmla="*/ 60 h 273"/>
                <a:gd name="T52" fmla="*/ 48 w 288"/>
                <a:gd name="T53" fmla="*/ 64 h 273"/>
                <a:gd name="T54" fmla="*/ 48 w 288"/>
                <a:gd name="T55" fmla="*/ 64 h 273"/>
                <a:gd name="T56" fmla="*/ 55 w 288"/>
                <a:gd name="T57" fmla="*/ 81 h 273"/>
                <a:gd name="T58" fmla="*/ 48 w 288"/>
                <a:gd name="T59" fmla="*/ 98 h 273"/>
                <a:gd name="T60" fmla="*/ 1 w 288"/>
                <a:gd name="T61" fmla="*/ 146 h 273"/>
                <a:gd name="T62" fmla="*/ 84 w 288"/>
                <a:gd name="T63" fmla="*/ 229 h 273"/>
                <a:gd name="T64" fmla="*/ 85 w 288"/>
                <a:gd name="T65" fmla="*/ 229 h 273"/>
                <a:gd name="T66" fmla="*/ 118 w 288"/>
                <a:gd name="T67" fmla="*/ 229 h 273"/>
                <a:gd name="T68" fmla="*/ 151 w 288"/>
                <a:gd name="T69" fmla="*/ 247 h 273"/>
                <a:gd name="T70" fmla="*/ 151 w 288"/>
                <a:gd name="T71" fmla="*/ 248 h 273"/>
                <a:gd name="T72" fmla="*/ 153 w 288"/>
                <a:gd name="T73" fmla="*/ 273 h 273"/>
                <a:gd name="T74" fmla="*/ 157 w 288"/>
                <a:gd name="T75" fmla="*/ 273 h 273"/>
                <a:gd name="T76" fmla="*/ 157 w 288"/>
                <a:gd name="T77" fmla="*/ 273 h 273"/>
                <a:gd name="T78" fmla="*/ 157 w 288"/>
                <a:gd name="T79" fmla="*/ 273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88" h="273">
                  <a:moveTo>
                    <a:pt x="157" y="273"/>
                  </a:moveTo>
                  <a:cubicBezTo>
                    <a:pt x="288" y="141"/>
                    <a:pt x="288" y="141"/>
                    <a:pt x="288" y="141"/>
                  </a:cubicBezTo>
                  <a:cubicBezTo>
                    <a:pt x="243" y="95"/>
                    <a:pt x="243" y="95"/>
                    <a:pt x="243" y="95"/>
                  </a:cubicBezTo>
                  <a:cubicBezTo>
                    <a:pt x="238" y="91"/>
                    <a:pt x="231" y="91"/>
                    <a:pt x="226" y="96"/>
                  </a:cubicBezTo>
                  <a:cubicBezTo>
                    <a:pt x="226" y="96"/>
                    <a:pt x="226" y="96"/>
                    <a:pt x="226" y="96"/>
                  </a:cubicBezTo>
                  <a:cubicBezTo>
                    <a:pt x="225" y="97"/>
                    <a:pt x="225" y="98"/>
                    <a:pt x="225" y="98"/>
                  </a:cubicBezTo>
                  <a:cubicBezTo>
                    <a:pt x="227" y="115"/>
                    <a:pt x="219" y="132"/>
                    <a:pt x="205" y="141"/>
                  </a:cubicBezTo>
                  <a:cubicBezTo>
                    <a:pt x="191" y="149"/>
                    <a:pt x="174" y="149"/>
                    <a:pt x="161" y="141"/>
                  </a:cubicBezTo>
                  <a:cubicBezTo>
                    <a:pt x="150" y="134"/>
                    <a:pt x="143" y="123"/>
                    <a:pt x="141" y="111"/>
                  </a:cubicBezTo>
                  <a:cubicBezTo>
                    <a:pt x="140" y="97"/>
                    <a:pt x="144" y="84"/>
                    <a:pt x="154" y="75"/>
                  </a:cubicBezTo>
                  <a:cubicBezTo>
                    <a:pt x="163" y="66"/>
                    <a:pt x="177" y="61"/>
                    <a:pt x="190" y="63"/>
                  </a:cubicBezTo>
                  <a:cubicBezTo>
                    <a:pt x="190" y="63"/>
                    <a:pt x="191" y="63"/>
                    <a:pt x="192" y="62"/>
                  </a:cubicBezTo>
                  <a:cubicBezTo>
                    <a:pt x="192" y="62"/>
                    <a:pt x="192" y="62"/>
                    <a:pt x="192" y="62"/>
                  </a:cubicBezTo>
                  <a:cubicBezTo>
                    <a:pt x="197" y="57"/>
                    <a:pt x="197" y="50"/>
                    <a:pt x="193" y="45"/>
                  </a:cubicBezTo>
                  <a:cubicBezTo>
                    <a:pt x="147" y="0"/>
                    <a:pt x="147" y="0"/>
                    <a:pt x="147" y="0"/>
                  </a:cubicBezTo>
                  <a:cubicBezTo>
                    <a:pt x="100" y="47"/>
                    <a:pt x="100" y="47"/>
                    <a:pt x="100" y="47"/>
                  </a:cubicBezTo>
                  <a:cubicBezTo>
                    <a:pt x="95" y="51"/>
                    <a:pt x="89" y="54"/>
                    <a:pt x="83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76" y="54"/>
                    <a:pt x="70" y="52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2" y="43"/>
                    <a:pt x="60" y="39"/>
                    <a:pt x="61" y="34"/>
                  </a:cubicBezTo>
                  <a:cubicBezTo>
                    <a:pt x="63" y="25"/>
                    <a:pt x="60" y="16"/>
                    <a:pt x="54" y="10"/>
                  </a:cubicBezTo>
                  <a:cubicBezTo>
                    <a:pt x="47" y="3"/>
                    <a:pt x="38" y="0"/>
                    <a:pt x="30" y="1"/>
                  </a:cubicBezTo>
                  <a:cubicBezTo>
                    <a:pt x="20" y="2"/>
                    <a:pt x="12" y="8"/>
                    <a:pt x="7" y="16"/>
                  </a:cubicBezTo>
                  <a:cubicBezTo>
                    <a:pt x="1" y="25"/>
                    <a:pt x="0" y="37"/>
                    <a:pt x="6" y="46"/>
                  </a:cubicBezTo>
                  <a:cubicBezTo>
                    <a:pt x="12" y="56"/>
                    <a:pt x="24" y="62"/>
                    <a:pt x="35" y="60"/>
                  </a:cubicBezTo>
                  <a:cubicBezTo>
                    <a:pt x="40" y="59"/>
                    <a:pt x="45" y="60"/>
                    <a:pt x="48" y="64"/>
                  </a:cubicBezTo>
                  <a:cubicBezTo>
                    <a:pt x="48" y="64"/>
                    <a:pt x="48" y="64"/>
                    <a:pt x="48" y="64"/>
                  </a:cubicBezTo>
                  <a:cubicBezTo>
                    <a:pt x="53" y="69"/>
                    <a:pt x="55" y="75"/>
                    <a:pt x="55" y="81"/>
                  </a:cubicBezTo>
                  <a:cubicBezTo>
                    <a:pt x="55" y="88"/>
                    <a:pt x="53" y="94"/>
                    <a:pt x="48" y="98"/>
                  </a:cubicBezTo>
                  <a:cubicBezTo>
                    <a:pt x="1" y="146"/>
                    <a:pt x="1" y="146"/>
                    <a:pt x="1" y="146"/>
                  </a:cubicBezTo>
                  <a:cubicBezTo>
                    <a:pt x="84" y="229"/>
                    <a:pt x="84" y="229"/>
                    <a:pt x="84" y="229"/>
                  </a:cubicBezTo>
                  <a:cubicBezTo>
                    <a:pt x="84" y="229"/>
                    <a:pt x="85" y="229"/>
                    <a:pt x="85" y="229"/>
                  </a:cubicBezTo>
                  <a:cubicBezTo>
                    <a:pt x="118" y="229"/>
                    <a:pt x="118" y="229"/>
                    <a:pt x="118" y="229"/>
                  </a:cubicBezTo>
                  <a:cubicBezTo>
                    <a:pt x="131" y="229"/>
                    <a:pt x="144" y="236"/>
                    <a:pt x="151" y="247"/>
                  </a:cubicBezTo>
                  <a:cubicBezTo>
                    <a:pt x="151" y="248"/>
                    <a:pt x="151" y="248"/>
                    <a:pt x="151" y="248"/>
                  </a:cubicBezTo>
                  <a:cubicBezTo>
                    <a:pt x="156" y="255"/>
                    <a:pt x="156" y="264"/>
                    <a:pt x="153" y="273"/>
                  </a:cubicBezTo>
                  <a:lnTo>
                    <a:pt x="157" y="273"/>
                  </a:lnTo>
                  <a:close/>
                  <a:moveTo>
                    <a:pt x="157" y="273"/>
                  </a:moveTo>
                  <a:cubicBezTo>
                    <a:pt x="157" y="273"/>
                    <a:pt x="157" y="273"/>
                    <a:pt x="157" y="2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52" name="Freeform 8">
            <a:extLst>
              <a:ext uri="{FF2B5EF4-FFF2-40B4-BE49-F238E27FC236}">
                <a16:creationId xmlns:a16="http://schemas.microsoft.com/office/drawing/2014/main" id="{78D3B98A-B293-4AE7-A954-CBB248D86C7B}"/>
              </a:ext>
            </a:extLst>
          </p:cNvPr>
          <p:cNvSpPr>
            <a:spLocks noEditPoints="1"/>
          </p:cNvSpPr>
          <p:nvPr/>
        </p:nvSpPr>
        <p:spPr bwMode="auto">
          <a:xfrm>
            <a:off x="4491744" y="3673952"/>
            <a:ext cx="934654" cy="940074"/>
          </a:xfrm>
          <a:custGeom>
            <a:avLst/>
            <a:gdLst>
              <a:gd name="T0" fmla="*/ 287 w 363"/>
              <a:gd name="T1" fmla="*/ 295 h 363"/>
              <a:gd name="T2" fmla="*/ 280 w 363"/>
              <a:gd name="T3" fmla="*/ 348 h 363"/>
              <a:gd name="T4" fmla="*/ 136 w 363"/>
              <a:gd name="T5" fmla="*/ 295 h 363"/>
              <a:gd name="T6" fmla="*/ 68 w 363"/>
              <a:gd name="T7" fmla="*/ 265 h 363"/>
              <a:gd name="T8" fmla="*/ 53 w 363"/>
              <a:gd name="T9" fmla="*/ 250 h 363"/>
              <a:gd name="T10" fmla="*/ 50 w 363"/>
              <a:gd name="T11" fmla="*/ 216 h 363"/>
              <a:gd name="T12" fmla="*/ 23 w 363"/>
              <a:gd name="T13" fmla="*/ 204 h 363"/>
              <a:gd name="T14" fmla="*/ 52 w 363"/>
              <a:gd name="T15" fmla="*/ 132 h 363"/>
              <a:gd name="T16" fmla="*/ 53 w 363"/>
              <a:gd name="T17" fmla="*/ 114 h 363"/>
              <a:gd name="T18" fmla="*/ 151 w 363"/>
              <a:gd name="T19" fmla="*/ 0 h 363"/>
              <a:gd name="T20" fmla="*/ 38 w 363"/>
              <a:gd name="T21" fmla="*/ 126 h 363"/>
              <a:gd name="T22" fmla="*/ 0 w 363"/>
              <a:gd name="T23" fmla="*/ 197 h 363"/>
              <a:gd name="T24" fmla="*/ 23 w 363"/>
              <a:gd name="T25" fmla="*/ 219 h 363"/>
              <a:gd name="T26" fmla="*/ 38 w 363"/>
              <a:gd name="T27" fmla="*/ 250 h 363"/>
              <a:gd name="T28" fmla="*/ 68 w 363"/>
              <a:gd name="T29" fmla="*/ 280 h 363"/>
              <a:gd name="T30" fmla="*/ 121 w 363"/>
              <a:gd name="T31" fmla="*/ 295 h 363"/>
              <a:gd name="T32" fmla="*/ 129 w 363"/>
              <a:gd name="T33" fmla="*/ 363 h 363"/>
              <a:gd name="T34" fmla="*/ 295 w 363"/>
              <a:gd name="T35" fmla="*/ 355 h 363"/>
              <a:gd name="T36" fmla="*/ 332 w 363"/>
              <a:gd name="T37" fmla="*/ 266 h 363"/>
              <a:gd name="T38" fmla="*/ 333 w 363"/>
              <a:gd name="T39" fmla="*/ 219 h 363"/>
              <a:gd name="T40" fmla="*/ 317 w 363"/>
              <a:gd name="T41" fmla="*/ 264 h 363"/>
              <a:gd name="T42" fmla="*/ 212 w 363"/>
              <a:gd name="T43" fmla="*/ 68 h 363"/>
              <a:gd name="T44" fmla="*/ 219 w 363"/>
              <a:gd name="T45" fmla="*/ 31 h 363"/>
              <a:gd name="T46" fmla="*/ 204 w 363"/>
              <a:gd name="T47" fmla="*/ 53 h 363"/>
              <a:gd name="T48" fmla="*/ 181 w 363"/>
              <a:gd name="T49" fmla="*/ 38 h 363"/>
              <a:gd name="T50" fmla="*/ 242 w 363"/>
              <a:gd name="T51" fmla="*/ 15 h 363"/>
              <a:gd name="T52" fmla="*/ 204 w 363"/>
              <a:gd name="T53" fmla="*/ 0 h 363"/>
              <a:gd name="T54" fmla="*/ 166 w 363"/>
              <a:gd name="T55" fmla="*/ 121 h 363"/>
              <a:gd name="T56" fmla="*/ 181 w 363"/>
              <a:gd name="T57" fmla="*/ 68 h 363"/>
              <a:gd name="T58" fmla="*/ 317 w 363"/>
              <a:gd name="T59" fmla="*/ 0 h 363"/>
              <a:gd name="T60" fmla="*/ 325 w 363"/>
              <a:gd name="T61" fmla="*/ 15 h 363"/>
              <a:gd name="T62" fmla="*/ 348 w 363"/>
              <a:gd name="T63" fmla="*/ 72 h 363"/>
              <a:gd name="T64" fmla="*/ 307 w 363"/>
              <a:gd name="T65" fmla="*/ 80 h 363"/>
              <a:gd name="T66" fmla="*/ 323 w 363"/>
              <a:gd name="T67" fmla="*/ 128 h 363"/>
              <a:gd name="T68" fmla="*/ 348 w 363"/>
              <a:gd name="T69" fmla="*/ 88 h 363"/>
              <a:gd name="T70" fmla="*/ 325 w 363"/>
              <a:gd name="T71" fmla="*/ 182 h 363"/>
              <a:gd name="T72" fmla="*/ 295 w 363"/>
              <a:gd name="T73" fmla="*/ 144 h 363"/>
              <a:gd name="T74" fmla="*/ 249 w 363"/>
              <a:gd name="T75" fmla="*/ 136 h 363"/>
              <a:gd name="T76" fmla="*/ 280 w 363"/>
              <a:gd name="T77" fmla="*/ 151 h 363"/>
              <a:gd name="T78" fmla="*/ 227 w 363"/>
              <a:gd name="T79" fmla="*/ 182 h 363"/>
              <a:gd name="T80" fmla="*/ 325 w 363"/>
              <a:gd name="T81" fmla="*/ 197 h 363"/>
              <a:gd name="T82" fmla="*/ 363 w 363"/>
              <a:gd name="T83" fmla="*/ 38 h 363"/>
              <a:gd name="T84" fmla="*/ 144 w 363"/>
              <a:gd name="T85" fmla="*/ 182 h 363"/>
              <a:gd name="T86" fmla="*/ 159 w 363"/>
              <a:gd name="T87" fmla="*/ 204 h 363"/>
              <a:gd name="T88" fmla="*/ 159 w 363"/>
              <a:gd name="T89" fmla="*/ 180 h 363"/>
              <a:gd name="T90" fmla="*/ 197 w 363"/>
              <a:gd name="T91" fmla="*/ 174 h 363"/>
              <a:gd name="T92" fmla="*/ 219 w 363"/>
              <a:gd name="T93" fmla="*/ 151 h 363"/>
              <a:gd name="T94" fmla="*/ 219 w 363"/>
              <a:gd name="T95" fmla="*/ 112 h 363"/>
              <a:gd name="T96" fmla="*/ 265 w 363"/>
              <a:gd name="T97" fmla="*/ 106 h 363"/>
              <a:gd name="T98" fmla="*/ 287 w 363"/>
              <a:gd name="T99" fmla="*/ 83 h 363"/>
              <a:gd name="T100" fmla="*/ 312 w 363"/>
              <a:gd name="T101" fmla="*/ 51 h 363"/>
              <a:gd name="T102" fmla="*/ 285 w 363"/>
              <a:gd name="T103" fmla="*/ 3 h 363"/>
              <a:gd name="T104" fmla="*/ 237 w 363"/>
              <a:gd name="T105" fmla="*/ 40 h 363"/>
              <a:gd name="T106" fmla="*/ 272 w 363"/>
              <a:gd name="T107" fmla="*/ 26 h 363"/>
              <a:gd name="T108" fmla="*/ 272 w 363"/>
              <a:gd name="T109" fmla="*/ 85 h 363"/>
              <a:gd name="T110" fmla="*/ 227 w 363"/>
              <a:gd name="T111" fmla="*/ 91 h 363"/>
              <a:gd name="T112" fmla="*/ 204 w 363"/>
              <a:gd name="T113" fmla="*/ 114 h 363"/>
              <a:gd name="T114" fmla="*/ 204 w 363"/>
              <a:gd name="T115" fmla="*/ 153 h 363"/>
              <a:gd name="T116" fmla="*/ 166 w 363"/>
              <a:gd name="T117" fmla="*/ 159 h 363"/>
              <a:gd name="T118" fmla="*/ 144 w 363"/>
              <a:gd name="T119" fmla="*/ 182 h 363"/>
              <a:gd name="T120" fmla="*/ 159 w 363"/>
              <a:gd name="T121" fmla="*/ 235 h 363"/>
              <a:gd name="T122" fmla="*/ 144 w 363"/>
              <a:gd name="T123" fmla="*/ 219 h 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363" h="363">
                <a:moveTo>
                  <a:pt x="317" y="264"/>
                </a:moveTo>
                <a:cubicBezTo>
                  <a:pt x="316" y="268"/>
                  <a:pt x="309" y="295"/>
                  <a:pt x="287" y="295"/>
                </a:cubicBezTo>
                <a:cubicBezTo>
                  <a:pt x="283" y="295"/>
                  <a:pt x="280" y="298"/>
                  <a:pt x="280" y="303"/>
                </a:cubicBezTo>
                <a:cubicBezTo>
                  <a:pt x="280" y="348"/>
                  <a:pt x="280" y="348"/>
                  <a:pt x="280" y="348"/>
                </a:cubicBezTo>
                <a:cubicBezTo>
                  <a:pt x="136" y="348"/>
                  <a:pt x="136" y="348"/>
                  <a:pt x="136" y="348"/>
                </a:cubicBezTo>
                <a:cubicBezTo>
                  <a:pt x="136" y="295"/>
                  <a:pt x="136" y="295"/>
                  <a:pt x="136" y="295"/>
                </a:cubicBezTo>
                <a:cubicBezTo>
                  <a:pt x="136" y="271"/>
                  <a:pt x="121" y="265"/>
                  <a:pt x="113" y="265"/>
                </a:cubicBezTo>
                <a:cubicBezTo>
                  <a:pt x="68" y="265"/>
                  <a:pt x="68" y="265"/>
                  <a:pt x="68" y="265"/>
                </a:cubicBezTo>
                <a:cubicBezTo>
                  <a:pt x="67" y="265"/>
                  <a:pt x="67" y="265"/>
                  <a:pt x="66" y="265"/>
                </a:cubicBezTo>
                <a:cubicBezTo>
                  <a:pt x="58" y="264"/>
                  <a:pt x="52" y="258"/>
                  <a:pt x="53" y="250"/>
                </a:cubicBezTo>
                <a:cubicBezTo>
                  <a:pt x="53" y="222"/>
                  <a:pt x="53" y="222"/>
                  <a:pt x="53" y="222"/>
                </a:cubicBezTo>
                <a:cubicBezTo>
                  <a:pt x="53" y="219"/>
                  <a:pt x="52" y="217"/>
                  <a:pt x="50" y="216"/>
                </a:cubicBezTo>
                <a:cubicBezTo>
                  <a:pt x="43" y="209"/>
                  <a:pt x="33" y="205"/>
                  <a:pt x="23" y="204"/>
                </a:cubicBezTo>
                <a:cubicBezTo>
                  <a:pt x="23" y="204"/>
                  <a:pt x="23" y="204"/>
                  <a:pt x="23" y="204"/>
                </a:cubicBezTo>
                <a:cubicBezTo>
                  <a:pt x="19" y="205"/>
                  <a:pt x="16" y="202"/>
                  <a:pt x="15" y="198"/>
                </a:cubicBezTo>
                <a:cubicBezTo>
                  <a:pt x="52" y="132"/>
                  <a:pt x="52" y="132"/>
                  <a:pt x="52" y="132"/>
                </a:cubicBezTo>
                <a:cubicBezTo>
                  <a:pt x="53" y="131"/>
                  <a:pt x="53" y="130"/>
                  <a:pt x="53" y="128"/>
                </a:cubicBezTo>
                <a:cubicBezTo>
                  <a:pt x="53" y="114"/>
                  <a:pt x="53" y="114"/>
                  <a:pt x="53" y="114"/>
                </a:cubicBezTo>
                <a:cubicBezTo>
                  <a:pt x="53" y="59"/>
                  <a:pt x="97" y="16"/>
                  <a:pt x="151" y="15"/>
                </a:cubicBezTo>
                <a:cubicBezTo>
                  <a:pt x="151" y="0"/>
                  <a:pt x="151" y="0"/>
                  <a:pt x="151" y="0"/>
                </a:cubicBezTo>
                <a:cubicBezTo>
                  <a:pt x="89" y="0"/>
                  <a:pt x="38" y="51"/>
                  <a:pt x="38" y="114"/>
                </a:cubicBezTo>
                <a:cubicBezTo>
                  <a:pt x="38" y="126"/>
                  <a:pt x="38" y="126"/>
                  <a:pt x="38" y="126"/>
                </a:cubicBezTo>
                <a:cubicBezTo>
                  <a:pt x="1" y="193"/>
                  <a:pt x="1" y="193"/>
                  <a:pt x="1" y="193"/>
                </a:cubicBezTo>
                <a:cubicBezTo>
                  <a:pt x="0" y="194"/>
                  <a:pt x="0" y="196"/>
                  <a:pt x="0" y="197"/>
                </a:cubicBezTo>
                <a:cubicBezTo>
                  <a:pt x="0" y="197"/>
                  <a:pt x="0" y="198"/>
                  <a:pt x="0" y="198"/>
                </a:cubicBezTo>
                <a:cubicBezTo>
                  <a:pt x="0" y="210"/>
                  <a:pt x="11" y="220"/>
                  <a:pt x="23" y="219"/>
                </a:cubicBezTo>
                <a:cubicBezTo>
                  <a:pt x="28" y="220"/>
                  <a:pt x="34" y="222"/>
                  <a:pt x="38" y="225"/>
                </a:cubicBezTo>
                <a:cubicBezTo>
                  <a:pt x="38" y="250"/>
                  <a:pt x="38" y="250"/>
                  <a:pt x="38" y="250"/>
                </a:cubicBezTo>
                <a:cubicBezTo>
                  <a:pt x="38" y="250"/>
                  <a:pt x="38" y="251"/>
                  <a:pt x="38" y="251"/>
                </a:cubicBezTo>
                <a:cubicBezTo>
                  <a:pt x="38" y="268"/>
                  <a:pt x="52" y="280"/>
                  <a:pt x="68" y="280"/>
                </a:cubicBezTo>
                <a:cubicBezTo>
                  <a:pt x="113" y="280"/>
                  <a:pt x="113" y="280"/>
                  <a:pt x="113" y="280"/>
                </a:cubicBezTo>
                <a:cubicBezTo>
                  <a:pt x="115" y="280"/>
                  <a:pt x="121" y="281"/>
                  <a:pt x="121" y="295"/>
                </a:cubicBezTo>
                <a:cubicBezTo>
                  <a:pt x="121" y="355"/>
                  <a:pt x="121" y="355"/>
                  <a:pt x="121" y="355"/>
                </a:cubicBezTo>
                <a:cubicBezTo>
                  <a:pt x="121" y="360"/>
                  <a:pt x="124" y="363"/>
                  <a:pt x="129" y="363"/>
                </a:cubicBezTo>
                <a:cubicBezTo>
                  <a:pt x="287" y="363"/>
                  <a:pt x="287" y="363"/>
                  <a:pt x="287" y="363"/>
                </a:cubicBezTo>
                <a:cubicBezTo>
                  <a:pt x="291" y="363"/>
                  <a:pt x="295" y="360"/>
                  <a:pt x="295" y="355"/>
                </a:cubicBezTo>
                <a:cubicBezTo>
                  <a:pt x="295" y="309"/>
                  <a:pt x="295" y="309"/>
                  <a:pt x="295" y="309"/>
                </a:cubicBezTo>
                <a:cubicBezTo>
                  <a:pt x="318" y="305"/>
                  <a:pt x="330" y="280"/>
                  <a:pt x="332" y="266"/>
                </a:cubicBezTo>
                <a:cubicBezTo>
                  <a:pt x="332" y="266"/>
                  <a:pt x="333" y="265"/>
                  <a:pt x="333" y="265"/>
                </a:cubicBezTo>
                <a:cubicBezTo>
                  <a:pt x="333" y="219"/>
                  <a:pt x="333" y="219"/>
                  <a:pt x="333" y="219"/>
                </a:cubicBezTo>
                <a:cubicBezTo>
                  <a:pt x="317" y="219"/>
                  <a:pt x="317" y="219"/>
                  <a:pt x="317" y="219"/>
                </a:cubicBezTo>
                <a:lnTo>
                  <a:pt x="317" y="264"/>
                </a:lnTo>
                <a:close/>
                <a:moveTo>
                  <a:pt x="181" y="68"/>
                </a:moveTo>
                <a:cubicBezTo>
                  <a:pt x="212" y="68"/>
                  <a:pt x="212" y="68"/>
                  <a:pt x="212" y="68"/>
                </a:cubicBezTo>
                <a:cubicBezTo>
                  <a:pt x="216" y="68"/>
                  <a:pt x="219" y="65"/>
                  <a:pt x="219" y="61"/>
                </a:cubicBezTo>
                <a:cubicBezTo>
                  <a:pt x="219" y="31"/>
                  <a:pt x="219" y="31"/>
                  <a:pt x="219" y="31"/>
                </a:cubicBezTo>
                <a:cubicBezTo>
                  <a:pt x="204" y="31"/>
                  <a:pt x="204" y="31"/>
                  <a:pt x="204" y="31"/>
                </a:cubicBezTo>
                <a:cubicBezTo>
                  <a:pt x="204" y="53"/>
                  <a:pt x="204" y="53"/>
                  <a:pt x="204" y="53"/>
                </a:cubicBezTo>
                <a:cubicBezTo>
                  <a:pt x="181" y="53"/>
                  <a:pt x="181" y="53"/>
                  <a:pt x="181" y="53"/>
                </a:cubicBezTo>
                <a:cubicBezTo>
                  <a:pt x="181" y="38"/>
                  <a:pt x="181" y="38"/>
                  <a:pt x="181" y="38"/>
                </a:cubicBezTo>
                <a:cubicBezTo>
                  <a:pt x="181" y="26"/>
                  <a:pt x="192" y="15"/>
                  <a:pt x="204" y="15"/>
                </a:cubicBezTo>
                <a:cubicBezTo>
                  <a:pt x="242" y="15"/>
                  <a:pt x="242" y="15"/>
                  <a:pt x="242" y="15"/>
                </a:cubicBezTo>
                <a:cubicBezTo>
                  <a:pt x="242" y="0"/>
                  <a:pt x="242" y="0"/>
                  <a:pt x="242" y="0"/>
                </a:cubicBezTo>
                <a:cubicBezTo>
                  <a:pt x="204" y="0"/>
                  <a:pt x="204" y="0"/>
                  <a:pt x="204" y="0"/>
                </a:cubicBezTo>
                <a:cubicBezTo>
                  <a:pt x="183" y="0"/>
                  <a:pt x="166" y="17"/>
                  <a:pt x="166" y="38"/>
                </a:cubicBezTo>
                <a:cubicBezTo>
                  <a:pt x="166" y="121"/>
                  <a:pt x="166" y="121"/>
                  <a:pt x="166" y="121"/>
                </a:cubicBezTo>
                <a:cubicBezTo>
                  <a:pt x="181" y="121"/>
                  <a:pt x="181" y="121"/>
                  <a:pt x="181" y="121"/>
                </a:cubicBezTo>
                <a:lnTo>
                  <a:pt x="181" y="68"/>
                </a:lnTo>
                <a:close/>
                <a:moveTo>
                  <a:pt x="325" y="0"/>
                </a:moveTo>
                <a:cubicBezTo>
                  <a:pt x="317" y="0"/>
                  <a:pt x="317" y="0"/>
                  <a:pt x="317" y="0"/>
                </a:cubicBezTo>
                <a:cubicBezTo>
                  <a:pt x="317" y="15"/>
                  <a:pt x="317" y="15"/>
                  <a:pt x="317" y="15"/>
                </a:cubicBezTo>
                <a:cubicBezTo>
                  <a:pt x="325" y="15"/>
                  <a:pt x="325" y="15"/>
                  <a:pt x="325" y="15"/>
                </a:cubicBezTo>
                <a:cubicBezTo>
                  <a:pt x="337" y="15"/>
                  <a:pt x="348" y="26"/>
                  <a:pt x="348" y="38"/>
                </a:cubicBezTo>
                <a:cubicBezTo>
                  <a:pt x="348" y="72"/>
                  <a:pt x="348" y="72"/>
                  <a:pt x="348" y="72"/>
                </a:cubicBezTo>
                <a:cubicBezTo>
                  <a:pt x="315" y="72"/>
                  <a:pt x="315" y="72"/>
                  <a:pt x="315" y="72"/>
                </a:cubicBezTo>
                <a:cubicBezTo>
                  <a:pt x="310" y="72"/>
                  <a:pt x="307" y="76"/>
                  <a:pt x="307" y="80"/>
                </a:cubicBezTo>
                <a:cubicBezTo>
                  <a:pt x="307" y="128"/>
                  <a:pt x="307" y="128"/>
                  <a:pt x="307" y="128"/>
                </a:cubicBezTo>
                <a:cubicBezTo>
                  <a:pt x="323" y="128"/>
                  <a:pt x="323" y="128"/>
                  <a:pt x="323" y="128"/>
                </a:cubicBezTo>
                <a:cubicBezTo>
                  <a:pt x="323" y="88"/>
                  <a:pt x="323" y="88"/>
                  <a:pt x="323" y="88"/>
                </a:cubicBezTo>
                <a:cubicBezTo>
                  <a:pt x="348" y="88"/>
                  <a:pt x="348" y="88"/>
                  <a:pt x="348" y="88"/>
                </a:cubicBezTo>
                <a:cubicBezTo>
                  <a:pt x="348" y="159"/>
                  <a:pt x="348" y="159"/>
                  <a:pt x="348" y="159"/>
                </a:cubicBezTo>
                <a:cubicBezTo>
                  <a:pt x="348" y="172"/>
                  <a:pt x="337" y="182"/>
                  <a:pt x="325" y="182"/>
                </a:cubicBezTo>
                <a:cubicBezTo>
                  <a:pt x="295" y="182"/>
                  <a:pt x="295" y="182"/>
                  <a:pt x="295" y="182"/>
                </a:cubicBezTo>
                <a:cubicBezTo>
                  <a:pt x="295" y="144"/>
                  <a:pt x="295" y="144"/>
                  <a:pt x="295" y="144"/>
                </a:cubicBezTo>
                <a:cubicBezTo>
                  <a:pt x="295" y="140"/>
                  <a:pt x="291" y="136"/>
                  <a:pt x="287" y="136"/>
                </a:cubicBezTo>
                <a:cubicBezTo>
                  <a:pt x="249" y="136"/>
                  <a:pt x="249" y="136"/>
                  <a:pt x="249" y="136"/>
                </a:cubicBezTo>
                <a:cubicBezTo>
                  <a:pt x="249" y="151"/>
                  <a:pt x="249" y="151"/>
                  <a:pt x="249" y="151"/>
                </a:cubicBezTo>
                <a:cubicBezTo>
                  <a:pt x="280" y="151"/>
                  <a:pt x="280" y="151"/>
                  <a:pt x="280" y="151"/>
                </a:cubicBezTo>
                <a:cubicBezTo>
                  <a:pt x="280" y="182"/>
                  <a:pt x="280" y="182"/>
                  <a:pt x="280" y="182"/>
                </a:cubicBezTo>
                <a:cubicBezTo>
                  <a:pt x="227" y="182"/>
                  <a:pt x="227" y="182"/>
                  <a:pt x="227" y="182"/>
                </a:cubicBezTo>
                <a:cubicBezTo>
                  <a:pt x="227" y="197"/>
                  <a:pt x="227" y="197"/>
                  <a:pt x="227" y="197"/>
                </a:cubicBezTo>
                <a:cubicBezTo>
                  <a:pt x="325" y="197"/>
                  <a:pt x="325" y="197"/>
                  <a:pt x="325" y="197"/>
                </a:cubicBezTo>
                <a:cubicBezTo>
                  <a:pt x="346" y="197"/>
                  <a:pt x="363" y="180"/>
                  <a:pt x="363" y="159"/>
                </a:cubicBezTo>
                <a:cubicBezTo>
                  <a:pt x="363" y="38"/>
                  <a:pt x="363" y="38"/>
                  <a:pt x="363" y="38"/>
                </a:cubicBezTo>
                <a:cubicBezTo>
                  <a:pt x="363" y="17"/>
                  <a:pt x="346" y="0"/>
                  <a:pt x="325" y="0"/>
                </a:cubicBezTo>
                <a:close/>
                <a:moveTo>
                  <a:pt x="144" y="182"/>
                </a:moveTo>
                <a:cubicBezTo>
                  <a:pt x="144" y="204"/>
                  <a:pt x="144" y="204"/>
                  <a:pt x="144" y="204"/>
                </a:cubicBezTo>
                <a:cubicBezTo>
                  <a:pt x="159" y="204"/>
                  <a:pt x="159" y="204"/>
                  <a:pt x="159" y="204"/>
                </a:cubicBezTo>
                <a:cubicBezTo>
                  <a:pt x="159" y="182"/>
                  <a:pt x="159" y="182"/>
                  <a:pt x="159" y="182"/>
                </a:cubicBezTo>
                <a:cubicBezTo>
                  <a:pt x="159" y="181"/>
                  <a:pt x="159" y="181"/>
                  <a:pt x="159" y="180"/>
                </a:cubicBezTo>
                <a:cubicBezTo>
                  <a:pt x="159" y="177"/>
                  <a:pt x="162" y="174"/>
                  <a:pt x="166" y="174"/>
                </a:cubicBezTo>
                <a:cubicBezTo>
                  <a:pt x="197" y="174"/>
                  <a:pt x="197" y="174"/>
                  <a:pt x="197" y="174"/>
                </a:cubicBezTo>
                <a:cubicBezTo>
                  <a:pt x="197" y="174"/>
                  <a:pt x="197" y="174"/>
                  <a:pt x="198" y="174"/>
                </a:cubicBezTo>
                <a:cubicBezTo>
                  <a:pt x="210" y="174"/>
                  <a:pt x="220" y="164"/>
                  <a:pt x="219" y="151"/>
                </a:cubicBezTo>
                <a:cubicBezTo>
                  <a:pt x="219" y="114"/>
                  <a:pt x="219" y="114"/>
                  <a:pt x="219" y="114"/>
                </a:cubicBezTo>
                <a:cubicBezTo>
                  <a:pt x="219" y="113"/>
                  <a:pt x="219" y="113"/>
                  <a:pt x="219" y="112"/>
                </a:cubicBezTo>
                <a:cubicBezTo>
                  <a:pt x="220" y="109"/>
                  <a:pt x="223" y="106"/>
                  <a:pt x="227" y="106"/>
                </a:cubicBezTo>
                <a:cubicBezTo>
                  <a:pt x="265" y="106"/>
                  <a:pt x="265" y="106"/>
                  <a:pt x="265" y="106"/>
                </a:cubicBezTo>
                <a:cubicBezTo>
                  <a:pt x="265" y="106"/>
                  <a:pt x="265" y="106"/>
                  <a:pt x="266" y="106"/>
                </a:cubicBezTo>
                <a:cubicBezTo>
                  <a:pt x="278" y="106"/>
                  <a:pt x="288" y="96"/>
                  <a:pt x="287" y="83"/>
                </a:cubicBezTo>
                <a:cubicBezTo>
                  <a:pt x="287" y="26"/>
                  <a:pt x="287" y="26"/>
                  <a:pt x="287" y="26"/>
                </a:cubicBezTo>
                <a:cubicBezTo>
                  <a:pt x="312" y="51"/>
                  <a:pt x="312" y="51"/>
                  <a:pt x="312" y="51"/>
                </a:cubicBezTo>
                <a:cubicBezTo>
                  <a:pt x="323" y="40"/>
                  <a:pt x="323" y="40"/>
                  <a:pt x="323" y="40"/>
                </a:cubicBezTo>
                <a:cubicBezTo>
                  <a:pt x="285" y="3"/>
                  <a:pt x="285" y="3"/>
                  <a:pt x="285" y="3"/>
                </a:cubicBezTo>
                <a:cubicBezTo>
                  <a:pt x="282" y="0"/>
                  <a:pt x="277" y="0"/>
                  <a:pt x="274" y="3"/>
                </a:cubicBezTo>
                <a:cubicBezTo>
                  <a:pt x="237" y="40"/>
                  <a:pt x="237" y="40"/>
                  <a:pt x="237" y="40"/>
                </a:cubicBezTo>
                <a:cubicBezTo>
                  <a:pt x="247" y="51"/>
                  <a:pt x="247" y="51"/>
                  <a:pt x="247" y="51"/>
                </a:cubicBezTo>
                <a:cubicBezTo>
                  <a:pt x="272" y="26"/>
                  <a:pt x="272" y="26"/>
                  <a:pt x="272" y="26"/>
                </a:cubicBezTo>
                <a:cubicBezTo>
                  <a:pt x="272" y="83"/>
                  <a:pt x="272" y="83"/>
                  <a:pt x="272" y="83"/>
                </a:cubicBezTo>
                <a:cubicBezTo>
                  <a:pt x="272" y="84"/>
                  <a:pt x="272" y="84"/>
                  <a:pt x="272" y="85"/>
                </a:cubicBezTo>
                <a:cubicBezTo>
                  <a:pt x="272" y="89"/>
                  <a:pt x="268" y="91"/>
                  <a:pt x="265" y="91"/>
                </a:cubicBezTo>
                <a:cubicBezTo>
                  <a:pt x="227" y="91"/>
                  <a:pt x="227" y="91"/>
                  <a:pt x="227" y="91"/>
                </a:cubicBezTo>
                <a:cubicBezTo>
                  <a:pt x="226" y="91"/>
                  <a:pt x="226" y="91"/>
                  <a:pt x="225" y="91"/>
                </a:cubicBezTo>
                <a:cubicBezTo>
                  <a:pt x="213" y="91"/>
                  <a:pt x="204" y="102"/>
                  <a:pt x="204" y="114"/>
                </a:cubicBezTo>
                <a:cubicBezTo>
                  <a:pt x="204" y="151"/>
                  <a:pt x="204" y="151"/>
                  <a:pt x="204" y="151"/>
                </a:cubicBezTo>
                <a:cubicBezTo>
                  <a:pt x="204" y="152"/>
                  <a:pt x="204" y="152"/>
                  <a:pt x="204" y="153"/>
                </a:cubicBezTo>
                <a:cubicBezTo>
                  <a:pt x="204" y="157"/>
                  <a:pt x="200" y="159"/>
                  <a:pt x="197" y="159"/>
                </a:cubicBezTo>
                <a:cubicBezTo>
                  <a:pt x="166" y="159"/>
                  <a:pt x="166" y="159"/>
                  <a:pt x="166" y="159"/>
                </a:cubicBezTo>
                <a:cubicBezTo>
                  <a:pt x="166" y="159"/>
                  <a:pt x="165" y="159"/>
                  <a:pt x="165" y="159"/>
                </a:cubicBezTo>
                <a:cubicBezTo>
                  <a:pt x="153" y="159"/>
                  <a:pt x="143" y="170"/>
                  <a:pt x="144" y="182"/>
                </a:cubicBezTo>
                <a:close/>
                <a:moveTo>
                  <a:pt x="144" y="235"/>
                </a:moveTo>
                <a:cubicBezTo>
                  <a:pt x="159" y="235"/>
                  <a:pt x="159" y="235"/>
                  <a:pt x="159" y="235"/>
                </a:cubicBezTo>
                <a:cubicBezTo>
                  <a:pt x="159" y="219"/>
                  <a:pt x="159" y="219"/>
                  <a:pt x="159" y="219"/>
                </a:cubicBezTo>
                <a:cubicBezTo>
                  <a:pt x="144" y="219"/>
                  <a:pt x="144" y="219"/>
                  <a:pt x="144" y="219"/>
                </a:cubicBezTo>
                <a:lnTo>
                  <a:pt x="144" y="23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0CA932E9-AF86-46F1-9357-E918681AC5E2}"/>
              </a:ext>
            </a:extLst>
          </p:cNvPr>
          <p:cNvSpPr txBox="1"/>
          <p:nvPr/>
        </p:nvSpPr>
        <p:spPr>
          <a:xfrm>
            <a:off x="3036430" y="1189576"/>
            <a:ext cx="611914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variations of passages of, the or randomized words</a:t>
            </a:r>
            <a:r>
              <a:rPr lang="en-US" sz="11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There are many variations of passages of, the or randomized words.</a:t>
            </a:r>
          </a:p>
        </p:txBody>
      </p:sp>
    </p:spTree>
    <p:extLst>
      <p:ext uri="{BB962C8B-B14F-4D97-AF65-F5344CB8AC3E}">
        <p14:creationId xmlns:p14="http://schemas.microsoft.com/office/powerpoint/2010/main" val="652697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E9E0CFFC-A84C-4D1F-9631-49E35EB60318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2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C55D4B-50C7-4012-926D-EAA9B349D4ED}"/>
              </a:ext>
            </a:extLst>
          </p:cNvPr>
          <p:cNvSpPr txBox="1"/>
          <p:nvPr/>
        </p:nvSpPr>
        <p:spPr>
          <a:xfrm>
            <a:off x="767451" y="1903591"/>
            <a:ext cx="3118750" cy="598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6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The design of the topic analysis Methods.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B49420-D49B-47C4-A7F7-CF1F63AAB230}"/>
              </a:ext>
            </a:extLst>
          </p:cNvPr>
          <p:cNvSpPr txBox="1"/>
          <p:nvPr/>
        </p:nvSpPr>
        <p:spPr>
          <a:xfrm>
            <a:off x="767451" y="3598739"/>
            <a:ext cx="4166055" cy="484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variations of passages of Lorem Ipsum available, or randomized  which don't look  slightly believable.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2B225F-1A94-481F-B96C-EBFD523BC57D}"/>
              </a:ext>
            </a:extLst>
          </p:cNvPr>
          <p:cNvSpPr txBox="1"/>
          <p:nvPr/>
        </p:nvSpPr>
        <p:spPr>
          <a:xfrm>
            <a:off x="767451" y="2850154"/>
            <a:ext cx="4609297" cy="580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20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variations of passages of Lorem Ipsum available, but the or randomized words which</a:t>
            </a:r>
            <a:endParaRPr lang="en-US" sz="1200" i="1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F84EEA-7109-4584-ADC1-E69B2DA11943}"/>
              </a:ext>
            </a:extLst>
          </p:cNvPr>
          <p:cNvSpPr txBox="1"/>
          <p:nvPr/>
        </p:nvSpPr>
        <p:spPr>
          <a:xfrm>
            <a:off x="714290" y="776213"/>
            <a:ext cx="4609296" cy="65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500" dirty="0">
                <a:solidFill>
                  <a:schemeClr val="accent2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Market</a:t>
            </a:r>
            <a:r>
              <a:rPr lang="en-US" sz="3500" dirty="0">
                <a:latin typeface="Poppins SemiBold" panose="00000700000000000000" pitchFamily="50" charset="0"/>
                <a:cs typeface="Poppins SemiBold" panose="00000700000000000000" pitchFamily="50" charset="0"/>
              </a:rPr>
              <a:t> Analysis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61B03FD-296B-4E5A-92CC-64ABF74D6218}"/>
              </a:ext>
            </a:extLst>
          </p:cNvPr>
          <p:cNvGrpSpPr/>
          <p:nvPr/>
        </p:nvGrpSpPr>
        <p:grpSpPr>
          <a:xfrm>
            <a:off x="6821970" y="2325455"/>
            <a:ext cx="4612499" cy="4181670"/>
            <a:chOff x="163406" y="2295454"/>
            <a:chExt cx="4680723" cy="4243522"/>
          </a:xfrm>
        </p:grpSpPr>
        <p:graphicFrame>
          <p:nvGraphicFramePr>
            <p:cNvPr id="19" name="Chart 18">
              <a:extLst>
                <a:ext uri="{FF2B5EF4-FFF2-40B4-BE49-F238E27FC236}">
                  <a16:creationId xmlns:a16="http://schemas.microsoft.com/office/drawing/2014/main" id="{37501D11-B184-49C0-9370-6752547B3C4D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197856983"/>
                </p:ext>
              </p:extLst>
            </p:nvPr>
          </p:nvGraphicFramePr>
          <p:xfrm>
            <a:off x="163406" y="2295454"/>
            <a:ext cx="4680723" cy="424352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0990D7F-283B-4744-A511-5406D350B2F5}"/>
                </a:ext>
              </a:extLst>
            </p:cNvPr>
            <p:cNvSpPr txBox="1"/>
            <p:nvPr/>
          </p:nvSpPr>
          <p:spPr>
            <a:xfrm>
              <a:off x="1682958" y="4009920"/>
              <a:ext cx="1607548" cy="6694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4500"/>
                </a:lnSpc>
              </a:pPr>
              <a:r>
                <a:rPr lang="en-US" sz="35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Poppins SemiBold" panose="00000700000000000000" pitchFamily="50" charset="0"/>
                  <a:cs typeface="Poppins SemiBold" panose="00000700000000000000" pitchFamily="50" charset="0"/>
                </a:rPr>
                <a:t>7.5B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46A0F68-10FD-41E2-9A2D-A22712D5555C}"/>
                </a:ext>
              </a:extLst>
            </p:cNvPr>
            <p:cNvSpPr txBox="1"/>
            <p:nvPr/>
          </p:nvSpPr>
          <p:spPr>
            <a:xfrm>
              <a:off x="1786641" y="4612501"/>
              <a:ext cx="1400180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oppins Medium" panose="00000600000000000000" pitchFamily="50" charset="0"/>
                  <a:cs typeface="Poppins Medium" panose="00000600000000000000" pitchFamily="50" charset="0"/>
                </a:rPr>
                <a:t>Total</a:t>
              </a:r>
            </a:p>
          </p:txBody>
        </p:sp>
      </p:grp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B1DCA52-79A4-4901-8578-EDA31330170B}"/>
              </a:ext>
            </a:extLst>
          </p:cNvPr>
          <p:cNvSpPr/>
          <p:nvPr/>
        </p:nvSpPr>
        <p:spPr>
          <a:xfrm>
            <a:off x="795727" y="5207478"/>
            <a:ext cx="2950387" cy="263951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10CB1F4F-F64B-47B9-96FE-068245B75FBE}"/>
              </a:ext>
            </a:extLst>
          </p:cNvPr>
          <p:cNvSpPr/>
          <p:nvPr/>
        </p:nvSpPr>
        <p:spPr>
          <a:xfrm>
            <a:off x="795727" y="5781304"/>
            <a:ext cx="2950387" cy="263951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607A48A2-F4DF-4DE8-A652-FEC10ED99C5E}"/>
              </a:ext>
            </a:extLst>
          </p:cNvPr>
          <p:cNvSpPr/>
          <p:nvPr/>
        </p:nvSpPr>
        <p:spPr>
          <a:xfrm>
            <a:off x="795729" y="5207478"/>
            <a:ext cx="1709844" cy="26395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0B1D7322-231C-412E-A5B5-2C36E24F9F94}"/>
              </a:ext>
            </a:extLst>
          </p:cNvPr>
          <p:cNvSpPr/>
          <p:nvPr/>
        </p:nvSpPr>
        <p:spPr>
          <a:xfrm>
            <a:off x="795727" y="5781304"/>
            <a:ext cx="2275659" cy="263951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C2A2726-3F01-4054-9A2D-2D1CE1192235}"/>
              </a:ext>
            </a:extLst>
          </p:cNvPr>
          <p:cNvSpPr txBox="1"/>
          <p:nvPr/>
        </p:nvSpPr>
        <p:spPr>
          <a:xfrm>
            <a:off x="4097221" y="5188506"/>
            <a:ext cx="5197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Poppins regular" panose="00000500000000000000" pitchFamily="2" charset="0"/>
                <a:ea typeface="Jost" pitchFamily="2" charset="0"/>
                <a:cs typeface="Poppins regular" panose="00000500000000000000" pitchFamily="2" charset="0"/>
              </a:rPr>
              <a:t>75%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2F0B453-FDE8-4C36-B459-8FD0175214D6}"/>
              </a:ext>
            </a:extLst>
          </p:cNvPr>
          <p:cNvSpPr txBox="1"/>
          <p:nvPr/>
        </p:nvSpPr>
        <p:spPr>
          <a:xfrm>
            <a:off x="4097221" y="5775145"/>
            <a:ext cx="634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Poppins regular" panose="00000500000000000000" pitchFamily="2" charset="0"/>
                <a:ea typeface="Jost" pitchFamily="2" charset="0"/>
                <a:cs typeface="Poppins regular" panose="00000500000000000000" pitchFamily="2" charset="0"/>
              </a:rPr>
              <a:t>78%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C7D61DA-3CD2-45A1-B596-58B7A5673539}"/>
              </a:ext>
            </a:extLst>
          </p:cNvPr>
          <p:cNvSpPr txBox="1"/>
          <p:nvPr/>
        </p:nvSpPr>
        <p:spPr>
          <a:xfrm>
            <a:off x="6926472" y="846104"/>
            <a:ext cx="4329672" cy="580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20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variations of passages of, the or randomized words</a:t>
            </a:r>
            <a:r>
              <a:rPr lang="en-US" sz="12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There are many variations randomized words.</a:t>
            </a:r>
          </a:p>
        </p:txBody>
      </p:sp>
    </p:spTree>
    <p:extLst>
      <p:ext uri="{BB962C8B-B14F-4D97-AF65-F5344CB8AC3E}">
        <p14:creationId xmlns:p14="http://schemas.microsoft.com/office/powerpoint/2010/main" val="1586822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DB2B066-EAF2-488B-BFB8-C5052AB0E85D}"/>
              </a:ext>
            </a:extLst>
          </p:cNvPr>
          <p:cNvSpPr txBox="1"/>
          <p:nvPr/>
        </p:nvSpPr>
        <p:spPr>
          <a:xfrm>
            <a:off x="3837536" y="776213"/>
            <a:ext cx="4516929" cy="65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3500" dirty="0">
                <a:solidFill>
                  <a:schemeClr val="accent2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Market</a:t>
            </a:r>
            <a:r>
              <a:rPr lang="en-US" sz="3500" dirty="0">
                <a:latin typeface="Poppins SemiBold" panose="00000700000000000000" pitchFamily="50" charset="0"/>
                <a:cs typeface="Poppins SemiBold" panose="00000700000000000000" pitchFamily="50" charset="0"/>
              </a:rPr>
              <a:t> Analysis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420C28D-2676-4654-9414-C7671B970CD4}"/>
              </a:ext>
            </a:extLst>
          </p:cNvPr>
          <p:cNvCxnSpPr>
            <a:cxnSpLocks/>
          </p:cNvCxnSpPr>
          <p:nvPr/>
        </p:nvCxnSpPr>
        <p:spPr>
          <a:xfrm>
            <a:off x="3348291" y="2902686"/>
            <a:ext cx="0" cy="3019639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FFED9E5-4DFA-4F27-8B0E-0F84F5E903D1}"/>
              </a:ext>
            </a:extLst>
          </p:cNvPr>
          <p:cNvCxnSpPr>
            <a:cxnSpLocks/>
          </p:cNvCxnSpPr>
          <p:nvPr/>
        </p:nvCxnSpPr>
        <p:spPr>
          <a:xfrm>
            <a:off x="6117744" y="2902686"/>
            <a:ext cx="0" cy="3019639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F5FB4E82-68A0-4EB4-806C-9D3677E45868}"/>
              </a:ext>
            </a:extLst>
          </p:cNvPr>
          <p:cNvCxnSpPr>
            <a:cxnSpLocks/>
          </p:cNvCxnSpPr>
          <p:nvPr/>
        </p:nvCxnSpPr>
        <p:spPr>
          <a:xfrm>
            <a:off x="8887196" y="2902686"/>
            <a:ext cx="0" cy="3019639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487953F-F0F1-461E-AC7F-4EB9824D6EB9}"/>
              </a:ext>
            </a:extLst>
          </p:cNvPr>
          <p:cNvSpPr txBox="1"/>
          <p:nvPr/>
        </p:nvSpPr>
        <p:spPr>
          <a:xfrm>
            <a:off x="1391443" y="5584812"/>
            <a:ext cx="10902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Poppins regular" panose="00000500000000000000" pitchFamily="2" charset="0"/>
                <a:ea typeface="Open Sans" panose="020B0606030504020204" pitchFamily="34" charset="0"/>
                <a:cs typeface="Poppins regular" panose="00000500000000000000" pitchFamily="2" charset="0"/>
              </a:rPr>
              <a:t>240K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2EAF965-36D8-40D8-9687-93748CBBB760}"/>
              </a:ext>
            </a:extLst>
          </p:cNvPr>
          <p:cNvSpPr txBox="1"/>
          <p:nvPr/>
        </p:nvSpPr>
        <p:spPr>
          <a:xfrm>
            <a:off x="1231569" y="3978243"/>
            <a:ext cx="1466283" cy="34214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1600" dirty="0">
                <a:latin typeface="Poppins regular" panose="00000500000000000000" pitchFamily="2" charset="0"/>
                <a:ea typeface="Roboto" panose="02000000000000000000" pitchFamily="2" charset="0"/>
                <a:cs typeface="Poppins regular" panose="00000500000000000000" pitchFamily="2" charset="0"/>
              </a:rPr>
              <a:t>First Title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E992328-36EC-45EF-A6FF-F5702AF7EEE4}"/>
              </a:ext>
            </a:extLst>
          </p:cNvPr>
          <p:cNvSpPr txBox="1"/>
          <p:nvPr/>
        </p:nvSpPr>
        <p:spPr>
          <a:xfrm>
            <a:off x="953881" y="4506095"/>
            <a:ext cx="1926466" cy="894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Lorem ra words which don't look even, </a:t>
            </a:r>
          </a:p>
          <a:p>
            <a:pPr algn="ctr"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have suffered alteration</a:t>
            </a:r>
          </a:p>
          <a:p>
            <a:pPr algn="ctr"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believable.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2FF4A29-4D0B-40B1-B641-98DB40FA4B77}"/>
              </a:ext>
            </a:extLst>
          </p:cNvPr>
          <p:cNvGrpSpPr/>
          <p:nvPr/>
        </p:nvGrpSpPr>
        <p:grpSpPr>
          <a:xfrm>
            <a:off x="1580258" y="2858556"/>
            <a:ext cx="712575" cy="712576"/>
            <a:chOff x="6047478" y="2419775"/>
            <a:chExt cx="830231" cy="830231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6E41AD3-55FC-4EF2-AE0E-1881601384AF}"/>
                </a:ext>
              </a:extLst>
            </p:cNvPr>
            <p:cNvSpPr/>
            <p:nvPr/>
          </p:nvSpPr>
          <p:spPr>
            <a:xfrm>
              <a:off x="6047478" y="2419775"/>
              <a:ext cx="830231" cy="830231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 155">
              <a:extLst>
                <a:ext uri="{FF2B5EF4-FFF2-40B4-BE49-F238E27FC236}">
                  <a16:creationId xmlns:a16="http://schemas.microsoft.com/office/drawing/2014/main" id="{6A67B3E6-69CD-4332-B8AC-15433D0F68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3709" y="2653628"/>
              <a:ext cx="357769" cy="362526"/>
            </a:xfrm>
            <a:custGeom>
              <a:avLst/>
              <a:gdLst>
                <a:gd name="T0" fmla="*/ 150 w 150"/>
                <a:gd name="T1" fmla="*/ 79 h 160"/>
                <a:gd name="T2" fmla="*/ 74 w 150"/>
                <a:gd name="T3" fmla="*/ 0 h 160"/>
                <a:gd name="T4" fmla="*/ 0 w 150"/>
                <a:gd name="T5" fmla="*/ 79 h 160"/>
                <a:gd name="T6" fmla="*/ 74 w 150"/>
                <a:gd name="T7" fmla="*/ 160 h 160"/>
                <a:gd name="T8" fmla="*/ 81 w 150"/>
                <a:gd name="T9" fmla="*/ 153 h 160"/>
                <a:gd name="T10" fmla="*/ 81 w 150"/>
                <a:gd name="T11" fmla="*/ 86 h 160"/>
                <a:gd name="T12" fmla="*/ 143 w 150"/>
                <a:gd name="T13" fmla="*/ 86 h 160"/>
                <a:gd name="T14" fmla="*/ 150 w 150"/>
                <a:gd name="T15" fmla="*/ 79 h 160"/>
                <a:gd name="T16" fmla="*/ 148 w 150"/>
                <a:gd name="T17" fmla="*/ 96 h 160"/>
                <a:gd name="T18" fmla="*/ 145 w 150"/>
                <a:gd name="T19" fmla="*/ 93 h 160"/>
                <a:gd name="T20" fmla="*/ 92 w 150"/>
                <a:gd name="T21" fmla="*/ 93 h 160"/>
                <a:gd name="T22" fmla="*/ 87 w 150"/>
                <a:gd name="T23" fmla="*/ 98 h 160"/>
                <a:gd name="T24" fmla="*/ 87 w 150"/>
                <a:gd name="T25" fmla="*/ 155 h 160"/>
                <a:gd name="T26" fmla="*/ 89 w 150"/>
                <a:gd name="T27" fmla="*/ 158 h 160"/>
                <a:gd name="T28" fmla="*/ 92 w 150"/>
                <a:gd name="T29" fmla="*/ 158 h 160"/>
                <a:gd name="T30" fmla="*/ 150 w 150"/>
                <a:gd name="T31" fmla="*/ 98 h 160"/>
                <a:gd name="T32" fmla="*/ 148 w 150"/>
                <a:gd name="T33" fmla="*/ 96 h 160"/>
                <a:gd name="T34" fmla="*/ 94 w 150"/>
                <a:gd name="T35" fmla="*/ 150 h 160"/>
                <a:gd name="T36" fmla="*/ 94 w 150"/>
                <a:gd name="T37" fmla="*/ 100 h 160"/>
                <a:gd name="T38" fmla="*/ 141 w 150"/>
                <a:gd name="T39" fmla="*/ 100 h 160"/>
                <a:gd name="T40" fmla="*/ 94 w 150"/>
                <a:gd name="T41" fmla="*/ 15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0" h="160">
                  <a:moveTo>
                    <a:pt x="150" y="79"/>
                  </a:moveTo>
                  <a:cubicBezTo>
                    <a:pt x="150" y="36"/>
                    <a:pt x="116" y="0"/>
                    <a:pt x="74" y="0"/>
                  </a:cubicBezTo>
                  <a:cubicBezTo>
                    <a:pt x="34" y="0"/>
                    <a:pt x="0" y="36"/>
                    <a:pt x="0" y="79"/>
                  </a:cubicBezTo>
                  <a:cubicBezTo>
                    <a:pt x="0" y="124"/>
                    <a:pt x="34" y="160"/>
                    <a:pt x="74" y="160"/>
                  </a:cubicBezTo>
                  <a:cubicBezTo>
                    <a:pt x="78" y="160"/>
                    <a:pt x="81" y="155"/>
                    <a:pt x="81" y="153"/>
                  </a:cubicBezTo>
                  <a:cubicBezTo>
                    <a:pt x="81" y="86"/>
                    <a:pt x="81" y="86"/>
                    <a:pt x="81" y="86"/>
                  </a:cubicBezTo>
                  <a:cubicBezTo>
                    <a:pt x="143" y="86"/>
                    <a:pt x="143" y="86"/>
                    <a:pt x="143" y="86"/>
                  </a:cubicBezTo>
                  <a:cubicBezTo>
                    <a:pt x="148" y="86"/>
                    <a:pt x="150" y="84"/>
                    <a:pt x="150" y="79"/>
                  </a:cubicBezTo>
                  <a:close/>
                  <a:moveTo>
                    <a:pt x="148" y="96"/>
                  </a:moveTo>
                  <a:cubicBezTo>
                    <a:pt x="148" y="93"/>
                    <a:pt x="148" y="93"/>
                    <a:pt x="145" y="93"/>
                  </a:cubicBezTo>
                  <a:cubicBezTo>
                    <a:pt x="92" y="93"/>
                    <a:pt x="92" y="93"/>
                    <a:pt x="92" y="93"/>
                  </a:cubicBezTo>
                  <a:cubicBezTo>
                    <a:pt x="89" y="93"/>
                    <a:pt x="87" y="96"/>
                    <a:pt x="87" y="98"/>
                  </a:cubicBezTo>
                  <a:cubicBezTo>
                    <a:pt x="87" y="155"/>
                    <a:pt x="87" y="155"/>
                    <a:pt x="87" y="155"/>
                  </a:cubicBezTo>
                  <a:cubicBezTo>
                    <a:pt x="89" y="158"/>
                    <a:pt x="89" y="158"/>
                    <a:pt x="89" y="158"/>
                  </a:cubicBezTo>
                  <a:cubicBezTo>
                    <a:pt x="92" y="158"/>
                    <a:pt x="92" y="158"/>
                    <a:pt x="92" y="158"/>
                  </a:cubicBezTo>
                  <a:cubicBezTo>
                    <a:pt x="121" y="155"/>
                    <a:pt x="145" y="129"/>
                    <a:pt x="150" y="98"/>
                  </a:cubicBezTo>
                  <a:cubicBezTo>
                    <a:pt x="150" y="96"/>
                    <a:pt x="150" y="96"/>
                    <a:pt x="148" y="96"/>
                  </a:cubicBezTo>
                  <a:close/>
                  <a:moveTo>
                    <a:pt x="94" y="150"/>
                  </a:moveTo>
                  <a:cubicBezTo>
                    <a:pt x="94" y="100"/>
                    <a:pt x="94" y="100"/>
                    <a:pt x="94" y="100"/>
                  </a:cubicBezTo>
                  <a:cubicBezTo>
                    <a:pt x="141" y="100"/>
                    <a:pt x="141" y="100"/>
                    <a:pt x="141" y="100"/>
                  </a:cubicBezTo>
                  <a:cubicBezTo>
                    <a:pt x="139" y="127"/>
                    <a:pt x="119" y="146"/>
                    <a:pt x="94" y="15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5E311419-14D3-42E2-8B8E-B7F2E2E33BF7}"/>
              </a:ext>
            </a:extLst>
          </p:cNvPr>
          <p:cNvSpPr txBox="1"/>
          <p:nvPr/>
        </p:nvSpPr>
        <p:spPr>
          <a:xfrm>
            <a:off x="4187916" y="5584812"/>
            <a:ext cx="10902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Poppins regular" panose="00000500000000000000" pitchFamily="2" charset="0"/>
                <a:ea typeface="Open Sans" panose="020B0606030504020204" pitchFamily="34" charset="0"/>
                <a:cs typeface="Poppins regular" panose="00000500000000000000" pitchFamily="2" charset="0"/>
              </a:rPr>
              <a:t>67K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D2FF16-3EB5-4A24-ADFA-9F608F58E62E}"/>
              </a:ext>
            </a:extLst>
          </p:cNvPr>
          <p:cNvSpPr txBox="1"/>
          <p:nvPr/>
        </p:nvSpPr>
        <p:spPr>
          <a:xfrm>
            <a:off x="4028042" y="3978243"/>
            <a:ext cx="1466283" cy="34214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1600" dirty="0">
                <a:latin typeface="Poppins regular" panose="00000500000000000000" pitchFamily="2" charset="0"/>
                <a:ea typeface="Roboto" panose="02000000000000000000" pitchFamily="2" charset="0"/>
                <a:cs typeface="Poppins regular" panose="00000500000000000000" pitchFamily="2" charset="0"/>
              </a:rPr>
              <a:t>First Title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AA1CF8D-FC79-4046-B51D-8EDC56DE053A}"/>
              </a:ext>
            </a:extLst>
          </p:cNvPr>
          <p:cNvGrpSpPr/>
          <p:nvPr/>
        </p:nvGrpSpPr>
        <p:grpSpPr>
          <a:xfrm>
            <a:off x="4376731" y="2858556"/>
            <a:ext cx="712575" cy="712576"/>
            <a:chOff x="7536024" y="2419775"/>
            <a:chExt cx="830231" cy="830231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1631E8F-1DD9-4546-B7A1-85EBDF4BFC97}"/>
                </a:ext>
              </a:extLst>
            </p:cNvPr>
            <p:cNvSpPr/>
            <p:nvPr/>
          </p:nvSpPr>
          <p:spPr>
            <a:xfrm>
              <a:off x="7536024" y="2419775"/>
              <a:ext cx="830231" cy="830231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Freeform 177">
              <a:extLst>
                <a:ext uri="{FF2B5EF4-FFF2-40B4-BE49-F238E27FC236}">
                  <a16:creationId xmlns:a16="http://schemas.microsoft.com/office/drawing/2014/main" id="{A398646F-CFCB-4F50-A997-357A08C38D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69877" y="2664956"/>
              <a:ext cx="362526" cy="339869"/>
            </a:xfrm>
            <a:custGeom>
              <a:avLst/>
              <a:gdLst>
                <a:gd name="T0" fmla="*/ 109 w 160"/>
                <a:gd name="T1" fmla="*/ 0 h 150"/>
                <a:gd name="T2" fmla="*/ 51 w 160"/>
                <a:gd name="T3" fmla="*/ 0 h 150"/>
                <a:gd name="T4" fmla="*/ 39 w 160"/>
                <a:gd name="T5" fmla="*/ 15 h 150"/>
                <a:gd name="T6" fmla="*/ 39 w 160"/>
                <a:gd name="T7" fmla="*/ 29 h 150"/>
                <a:gd name="T8" fmla="*/ 17 w 160"/>
                <a:gd name="T9" fmla="*/ 29 h 150"/>
                <a:gd name="T10" fmla="*/ 0 w 160"/>
                <a:gd name="T11" fmla="*/ 47 h 150"/>
                <a:gd name="T12" fmla="*/ 0 w 160"/>
                <a:gd name="T13" fmla="*/ 131 h 150"/>
                <a:gd name="T14" fmla="*/ 17 w 160"/>
                <a:gd name="T15" fmla="*/ 150 h 150"/>
                <a:gd name="T16" fmla="*/ 143 w 160"/>
                <a:gd name="T17" fmla="*/ 150 h 150"/>
                <a:gd name="T18" fmla="*/ 160 w 160"/>
                <a:gd name="T19" fmla="*/ 131 h 150"/>
                <a:gd name="T20" fmla="*/ 160 w 160"/>
                <a:gd name="T21" fmla="*/ 47 h 150"/>
                <a:gd name="T22" fmla="*/ 143 w 160"/>
                <a:gd name="T23" fmla="*/ 29 h 150"/>
                <a:gd name="T24" fmla="*/ 121 w 160"/>
                <a:gd name="T25" fmla="*/ 29 h 150"/>
                <a:gd name="T26" fmla="*/ 121 w 160"/>
                <a:gd name="T27" fmla="*/ 15 h 150"/>
                <a:gd name="T28" fmla="*/ 109 w 160"/>
                <a:gd name="T29" fmla="*/ 0 h 150"/>
                <a:gd name="T30" fmla="*/ 49 w 160"/>
                <a:gd name="T31" fmla="*/ 15 h 150"/>
                <a:gd name="T32" fmla="*/ 51 w 160"/>
                <a:gd name="T33" fmla="*/ 12 h 150"/>
                <a:gd name="T34" fmla="*/ 109 w 160"/>
                <a:gd name="T35" fmla="*/ 12 h 150"/>
                <a:gd name="T36" fmla="*/ 111 w 160"/>
                <a:gd name="T37" fmla="*/ 15 h 150"/>
                <a:gd name="T38" fmla="*/ 111 w 160"/>
                <a:gd name="T39" fmla="*/ 29 h 150"/>
                <a:gd name="T40" fmla="*/ 49 w 160"/>
                <a:gd name="T41" fmla="*/ 29 h 150"/>
                <a:gd name="T42" fmla="*/ 49 w 160"/>
                <a:gd name="T43" fmla="*/ 15 h 150"/>
                <a:gd name="T44" fmla="*/ 49 w 160"/>
                <a:gd name="T45" fmla="*/ 15 h 150"/>
                <a:gd name="T46" fmla="*/ 26 w 160"/>
                <a:gd name="T47" fmla="*/ 136 h 150"/>
                <a:gd name="T48" fmla="*/ 17 w 160"/>
                <a:gd name="T49" fmla="*/ 136 h 150"/>
                <a:gd name="T50" fmla="*/ 13 w 160"/>
                <a:gd name="T51" fmla="*/ 131 h 150"/>
                <a:gd name="T52" fmla="*/ 13 w 160"/>
                <a:gd name="T53" fmla="*/ 47 h 150"/>
                <a:gd name="T54" fmla="*/ 17 w 160"/>
                <a:gd name="T55" fmla="*/ 42 h 150"/>
                <a:gd name="T56" fmla="*/ 26 w 160"/>
                <a:gd name="T57" fmla="*/ 42 h 150"/>
                <a:gd name="T58" fmla="*/ 26 w 160"/>
                <a:gd name="T59" fmla="*/ 136 h 150"/>
                <a:gd name="T60" fmla="*/ 26 w 160"/>
                <a:gd name="T61" fmla="*/ 136 h 150"/>
                <a:gd name="T62" fmla="*/ 134 w 160"/>
                <a:gd name="T63" fmla="*/ 42 h 150"/>
                <a:gd name="T64" fmla="*/ 143 w 160"/>
                <a:gd name="T65" fmla="*/ 42 h 150"/>
                <a:gd name="T66" fmla="*/ 147 w 160"/>
                <a:gd name="T67" fmla="*/ 47 h 150"/>
                <a:gd name="T68" fmla="*/ 147 w 160"/>
                <a:gd name="T69" fmla="*/ 131 h 150"/>
                <a:gd name="T70" fmla="*/ 143 w 160"/>
                <a:gd name="T71" fmla="*/ 136 h 150"/>
                <a:gd name="T72" fmla="*/ 134 w 160"/>
                <a:gd name="T73" fmla="*/ 136 h 150"/>
                <a:gd name="T74" fmla="*/ 134 w 160"/>
                <a:gd name="T75" fmla="*/ 42 h 150"/>
                <a:gd name="T76" fmla="*/ 134 w 160"/>
                <a:gd name="T77" fmla="*/ 42 h 150"/>
                <a:gd name="T78" fmla="*/ 123 w 160"/>
                <a:gd name="T79" fmla="*/ 42 h 150"/>
                <a:gd name="T80" fmla="*/ 123 w 160"/>
                <a:gd name="T81" fmla="*/ 136 h 150"/>
                <a:gd name="T82" fmla="*/ 37 w 160"/>
                <a:gd name="T83" fmla="*/ 136 h 150"/>
                <a:gd name="T84" fmla="*/ 37 w 160"/>
                <a:gd name="T85" fmla="*/ 42 h 150"/>
                <a:gd name="T86" fmla="*/ 123 w 160"/>
                <a:gd name="T87" fmla="*/ 42 h 150"/>
                <a:gd name="T88" fmla="*/ 123 w 160"/>
                <a:gd name="T89" fmla="*/ 42 h 150"/>
                <a:gd name="T90" fmla="*/ 123 w 160"/>
                <a:gd name="T91" fmla="*/ 42 h 150"/>
                <a:gd name="T92" fmla="*/ 123 w 160"/>
                <a:gd name="T93" fmla="*/ 42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60" h="150">
                  <a:moveTo>
                    <a:pt x="109" y="0"/>
                  </a:moveTo>
                  <a:cubicBezTo>
                    <a:pt x="51" y="0"/>
                    <a:pt x="51" y="0"/>
                    <a:pt x="51" y="0"/>
                  </a:cubicBezTo>
                  <a:cubicBezTo>
                    <a:pt x="44" y="0"/>
                    <a:pt x="39" y="6"/>
                    <a:pt x="39" y="15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9" y="29"/>
                    <a:pt x="0" y="36"/>
                    <a:pt x="0" y="47"/>
                  </a:cubicBezTo>
                  <a:cubicBezTo>
                    <a:pt x="0" y="131"/>
                    <a:pt x="0" y="131"/>
                    <a:pt x="0" y="131"/>
                  </a:cubicBezTo>
                  <a:cubicBezTo>
                    <a:pt x="0" y="140"/>
                    <a:pt x="9" y="150"/>
                    <a:pt x="17" y="150"/>
                  </a:cubicBezTo>
                  <a:cubicBezTo>
                    <a:pt x="143" y="150"/>
                    <a:pt x="143" y="150"/>
                    <a:pt x="143" y="150"/>
                  </a:cubicBezTo>
                  <a:cubicBezTo>
                    <a:pt x="151" y="150"/>
                    <a:pt x="160" y="140"/>
                    <a:pt x="160" y="131"/>
                  </a:cubicBezTo>
                  <a:cubicBezTo>
                    <a:pt x="160" y="47"/>
                    <a:pt x="160" y="47"/>
                    <a:pt x="160" y="47"/>
                  </a:cubicBezTo>
                  <a:cubicBezTo>
                    <a:pt x="160" y="36"/>
                    <a:pt x="151" y="29"/>
                    <a:pt x="143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15"/>
                    <a:pt x="121" y="15"/>
                    <a:pt x="121" y="15"/>
                  </a:cubicBezTo>
                  <a:cubicBezTo>
                    <a:pt x="121" y="6"/>
                    <a:pt x="116" y="0"/>
                    <a:pt x="109" y="0"/>
                  </a:cubicBezTo>
                  <a:close/>
                  <a:moveTo>
                    <a:pt x="49" y="15"/>
                  </a:moveTo>
                  <a:cubicBezTo>
                    <a:pt x="49" y="13"/>
                    <a:pt x="50" y="12"/>
                    <a:pt x="51" y="12"/>
                  </a:cubicBezTo>
                  <a:cubicBezTo>
                    <a:pt x="109" y="12"/>
                    <a:pt x="109" y="12"/>
                    <a:pt x="109" y="12"/>
                  </a:cubicBezTo>
                  <a:cubicBezTo>
                    <a:pt x="110" y="12"/>
                    <a:pt x="111" y="13"/>
                    <a:pt x="111" y="15"/>
                  </a:cubicBezTo>
                  <a:cubicBezTo>
                    <a:pt x="111" y="29"/>
                    <a:pt x="111" y="29"/>
                    <a:pt x="111" y="29"/>
                  </a:cubicBezTo>
                  <a:cubicBezTo>
                    <a:pt x="49" y="29"/>
                    <a:pt x="49" y="29"/>
                    <a:pt x="49" y="29"/>
                  </a:cubicBezTo>
                  <a:cubicBezTo>
                    <a:pt x="49" y="15"/>
                    <a:pt x="49" y="15"/>
                    <a:pt x="49" y="15"/>
                  </a:cubicBezTo>
                  <a:cubicBezTo>
                    <a:pt x="49" y="15"/>
                    <a:pt x="49" y="15"/>
                    <a:pt x="49" y="15"/>
                  </a:cubicBezTo>
                  <a:close/>
                  <a:moveTo>
                    <a:pt x="26" y="136"/>
                  </a:moveTo>
                  <a:cubicBezTo>
                    <a:pt x="17" y="136"/>
                    <a:pt x="17" y="136"/>
                    <a:pt x="17" y="136"/>
                  </a:cubicBezTo>
                  <a:cubicBezTo>
                    <a:pt x="14" y="136"/>
                    <a:pt x="13" y="133"/>
                    <a:pt x="13" y="131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44"/>
                    <a:pt x="14" y="42"/>
                    <a:pt x="17" y="42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26" y="136"/>
                    <a:pt x="26" y="136"/>
                    <a:pt x="26" y="136"/>
                  </a:cubicBezTo>
                  <a:cubicBezTo>
                    <a:pt x="26" y="136"/>
                    <a:pt x="26" y="136"/>
                    <a:pt x="26" y="136"/>
                  </a:cubicBezTo>
                  <a:close/>
                  <a:moveTo>
                    <a:pt x="134" y="42"/>
                  </a:moveTo>
                  <a:cubicBezTo>
                    <a:pt x="143" y="42"/>
                    <a:pt x="143" y="42"/>
                    <a:pt x="143" y="42"/>
                  </a:cubicBezTo>
                  <a:cubicBezTo>
                    <a:pt x="144" y="42"/>
                    <a:pt x="147" y="44"/>
                    <a:pt x="147" y="47"/>
                  </a:cubicBezTo>
                  <a:cubicBezTo>
                    <a:pt x="147" y="131"/>
                    <a:pt x="147" y="131"/>
                    <a:pt x="147" y="131"/>
                  </a:cubicBezTo>
                  <a:cubicBezTo>
                    <a:pt x="147" y="133"/>
                    <a:pt x="144" y="136"/>
                    <a:pt x="143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42"/>
                    <a:pt x="134" y="42"/>
                    <a:pt x="134" y="42"/>
                  </a:cubicBezTo>
                  <a:cubicBezTo>
                    <a:pt x="134" y="42"/>
                    <a:pt x="134" y="42"/>
                    <a:pt x="134" y="42"/>
                  </a:cubicBezTo>
                  <a:close/>
                  <a:moveTo>
                    <a:pt x="123" y="42"/>
                  </a:moveTo>
                  <a:cubicBezTo>
                    <a:pt x="123" y="136"/>
                    <a:pt x="123" y="136"/>
                    <a:pt x="123" y="136"/>
                  </a:cubicBezTo>
                  <a:cubicBezTo>
                    <a:pt x="37" y="136"/>
                    <a:pt x="37" y="136"/>
                    <a:pt x="37" y="136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123" y="42"/>
                    <a:pt x="123" y="42"/>
                    <a:pt x="123" y="42"/>
                  </a:cubicBezTo>
                  <a:cubicBezTo>
                    <a:pt x="123" y="42"/>
                    <a:pt x="123" y="42"/>
                    <a:pt x="123" y="42"/>
                  </a:cubicBezTo>
                  <a:close/>
                  <a:moveTo>
                    <a:pt x="123" y="42"/>
                  </a:moveTo>
                  <a:cubicBezTo>
                    <a:pt x="123" y="42"/>
                    <a:pt x="123" y="42"/>
                    <a:pt x="123" y="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BBE2A37D-C8A4-41BF-B6F2-C812BEA10C56}"/>
              </a:ext>
            </a:extLst>
          </p:cNvPr>
          <p:cNvSpPr txBox="1"/>
          <p:nvPr/>
        </p:nvSpPr>
        <p:spPr>
          <a:xfrm>
            <a:off x="6957370" y="5584812"/>
            <a:ext cx="10902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Poppins regular" panose="00000500000000000000" pitchFamily="2" charset="0"/>
                <a:ea typeface="Open Sans" panose="020B0606030504020204" pitchFamily="34" charset="0"/>
                <a:cs typeface="Poppins regular" panose="00000500000000000000" pitchFamily="2" charset="0"/>
              </a:rPr>
              <a:t>18M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85954F-D905-4D34-839A-060DBA1157C5}"/>
              </a:ext>
            </a:extLst>
          </p:cNvPr>
          <p:cNvSpPr txBox="1"/>
          <p:nvPr/>
        </p:nvSpPr>
        <p:spPr>
          <a:xfrm>
            <a:off x="6797496" y="3978243"/>
            <a:ext cx="1466283" cy="34214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1600" dirty="0">
                <a:latin typeface="Poppins regular" panose="00000500000000000000" pitchFamily="2" charset="0"/>
                <a:ea typeface="Roboto" panose="02000000000000000000" pitchFamily="2" charset="0"/>
                <a:cs typeface="Poppins regular" panose="00000500000000000000" pitchFamily="2" charset="0"/>
              </a:rPr>
              <a:t>Second Title</a:t>
            </a: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21B3A8F3-FD41-41DF-BB7C-E2DDF07914EA}"/>
              </a:ext>
            </a:extLst>
          </p:cNvPr>
          <p:cNvGrpSpPr/>
          <p:nvPr/>
        </p:nvGrpSpPr>
        <p:grpSpPr>
          <a:xfrm>
            <a:off x="7146185" y="2858556"/>
            <a:ext cx="712575" cy="712576"/>
            <a:chOff x="7146185" y="2479715"/>
            <a:chExt cx="712575" cy="712576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0DFFDBE-C4EA-4B1B-A7D6-7416583F7E2F}"/>
                </a:ext>
              </a:extLst>
            </p:cNvPr>
            <p:cNvSpPr/>
            <p:nvPr/>
          </p:nvSpPr>
          <p:spPr>
            <a:xfrm>
              <a:off x="7146185" y="2479715"/>
              <a:ext cx="712575" cy="71257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 107">
              <a:extLst>
                <a:ext uri="{FF2B5EF4-FFF2-40B4-BE49-F238E27FC236}">
                  <a16:creationId xmlns:a16="http://schemas.microsoft.com/office/drawing/2014/main" id="{9EA8E36A-068B-4C56-A558-3DBFAAD240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64399" y="2680428"/>
              <a:ext cx="276148" cy="311151"/>
            </a:xfrm>
            <a:custGeom>
              <a:avLst/>
              <a:gdLst>
                <a:gd name="T0" fmla="*/ 127 w 142"/>
                <a:gd name="T1" fmla="*/ 9 h 160"/>
                <a:gd name="T2" fmla="*/ 132 w 142"/>
                <a:gd name="T3" fmla="*/ 14 h 160"/>
                <a:gd name="T4" fmla="*/ 127 w 142"/>
                <a:gd name="T5" fmla="*/ 19 h 160"/>
                <a:gd name="T6" fmla="*/ 15 w 142"/>
                <a:gd name="T7" fmla="*/ 19 h 160"/>
                <a:gd name="T8" fmla="*/ 11 w 142"/>
                <a:gd name="T9" fmla="*/ 14 h 160"/>
                <a:gd name="T10" fmla="*/ 15 w 142"/>
                <a:gd name="T11" fmla="*/ 9 h 160"/>
                <a:gd name="T12" fmla="*/ 127 w 142"/>
                <a:gd name="T13" fmla="*/ 9 h 160"/>
                <a:gd name="T14" fmla="*/ 123 w 142"/>
                <a:gd name="T15" fmla="*/ 28 h 160"/>
                <a:gd name="T16" fmla="*/ 123 w 142"/>
                <a:gd name="T17" fmla="*/ 85 h 160"/>
                <a:gd name="T18" fmla="*/ 20 w 142"/>
                <a:gd name="T19" fmla="*/ 85 h 160"/>
                <a:gd name="T20" fmla="*/ 20 w 142"/>
                <a:gd name="T21" fmla="*/ 28 h 160"/>
                <a:gd name="T22" fmla="*/ 123 w 142"/>
                <a:gd name="T23" fmla="*/ 28 h 160"/>
                <a:gd name="T24" fmla="*/ 127 w 142"/>
                <a:gd name="T25" fmla="*/ 94 h 160"/>
                <a:gd name="T26" fmla="*/ 132 w 142"/>
                <a:gd name="T27" fmla="*/ 99 h 160"/>
                <a:gd name="T28" fmla="*/ 127 w 142"/>
                <a:gd name="T29" fmla="*/ 104 h 160"/>
                <a:gd name="T30" fmla="*/ 15 w 142"/>
                <a:gd name="T31" fmla="*/ 104 h 160"/>
                <a:gd name="T32" fmla="*/ 11 w 142"/>
                <a:gd name="T33" fmla="*/ 99 h 160"/>
                <a:gd name="T34" fmla="*/ 15 w 142"/>
                <a:gd name="T35" fmla="*/ 94 h 160"/>
                <a:gd name="T36" fmla="*/ 127 w 142"/>
                <a:gd name="T37" fmla="*/ 94 h 160"/>
                <a:gd name="T38" fmla="*/ 15 w 142"/>
                <a:gd name="T39" fmla="*/ 0 h 160"/>
                <a:gd name="T40" fmla="*/ 1 w 142"/>
                <a:gd name="T41" fmla="*/ 12 h 160"/>
                <a:gd name="T42" fmla="*/ 11 w 142"/>
                <a:gd name="T43" fmla="*/ 27 h 160"/>
                <a:gd name="T44" fmla="*/ 11 w 142"/>
                <a:gd name="T45" fmla="*/ 86 h 160"/>
                <a:gd name="T46" fmla="*/ 1 w 142"/>
                <a:gd name="T47" fmla="*/ 99 h 160"/>
                <a:gd name="T48" fmla="*/ 15 w 142"/>
                <a:gd name="T49" fmla="*/ 113 h 160"/>
                <a:gd name="T50" fmla="*/ 56 w 142"/>
                <a:gd name="T51" fmla="*/ 113 h 160"/>
                <a:gd name="T52" fmla="*/ 21 w 142"/>
                <a:gd name="T53" fmla="*/ 152 h 160"/>
                <a:gd name="T54" fmla="*/ 21 w 142"/>
                <a:gd name="T55" fmla="*/ 159 h 160"/>
                <a:gd name="T56" fmla="*/ 25 w 142"/>
                <a:gd name="T57" fmla="*/ 160 h 160"/>
                <a:gd name="T58" fmla="*/ 28 w 142"/>
                <a:gd name="T59" fmla="*/ 159 h 160"/>
                <a:gd name="T60" fmla="*/ 67 w 142"/>
                <a:gd name="T61" fmla="*/ 115 h 160"/>
                <a:gd name="T62" fmla="*/ 67 w 142"/>
                <a:gd name="T63" fmla="*/ 155 h 160"/>
                <a:gd name="T64" fmla="*/ 71 w 142"/>
                <a:gd name="T65" fmla="*/ 160 h 160"/>
                <a:gd name="T66" fmla="*/ 76 w 142"/>
                <a:gd name="T67" fmla="*/ 155 h 160"/>
                <a:gd name="T68" fmla="*/ 76 w 142"/>
                <a:gd name="T69" fmla="*/ 115 h 160"/>
                <a:gd name="T70" fmla="*/ 115 w 142"/>
                <a:gd name="T71" fmla="*/ 159 h 160"/>
                <a:gd name="T72" fmla="*/ 118 w 142"/>
                <a:gd name="T73" fmla="*/ 160 h 160"/>
                <a:gd name="T74" fmla="*/ 121 w 142"/>
                <a:gd name="T75" fmla="*/ 159 h 160"/>
                <a:gd name="T76" fmla="*/ 122 w 142"/>
                <a:gd name="T77" fmla="*/ 152 h 160"/>
                <a:gd name="T78" fmla="*/ 86 w 142"/>
                <a:gd name="T79" fmla="*/ 113 h 160"/>
                <a:gd name="T80" fmla="*/ 127 w 142"/>
                <a:gd name="T81" fmla="*/ 113 h 160"/>
                <a:gd name="T82" fmla="*/ 141 w 142"/>
                <a:gd name="T83" fmla="*/ 101 h 160"/>
                <a:gd name="T84" fmla="*/ 132 w 142"/>
                <a:gd name="T85" fmla="*/ 86 h 160"/>
                <a:gd name="T86" fmla="*/ 132 w 142"/>
                <a:gd name="T87" fmla="*/ 27 h 160"/>
                <a:gd name="T88" fmla="*/ 141 w 142"/>
                <a:gd name="T89" fmla="*/ 12 h 160"/>
                <a:gd name="T90" fmla="*/ 127 w 142"/>
                <a:gd name="T91" fmla="*/ 0 h 160"/>
                <a:gd name="T92" fmla="*/ 15 w 142"/>
                <a:gd name="T93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42" h="160">
                  <a:moveTo>
                    <a:pt x="127" y="9"/>
                  </a:moveTo>
                  <a:cubicBezTo>
                    <a:pt x="130" y="9"/>
                    <a:pt x="132" y="12"/>
                    <a:pt x="132" y="14"/>
                  </a:cubicBezTo>
                  <a:cubicBezTo>
                    <a:pt x="132" y="17"/>
                    <a:pt x="130" y="19"/>
                    <a:pt x="127" y="19"/>
                  </a:cubicBezTo>
                  <a:cubicBezTo>
                    <a:pt x="15" y="19"/>
                    <a:pt x="15" y="19"/>
                    <a:pt x="15" y="19"/>
                  </a:cubicBezTo>
                  <a:cubicBezTo>
                    <a:pt x="13" y="19"/>
                    <a:pt x="11" y="17"/>
                    <a:pt x="11" y="14"/>
                  </a:cubicBezTo>
                  <a:cubicBezTo>
                    <a:pt x="11" y="12"/>
                    <a:pt x="13" y="9"/>
                    <a:pt x="15" y="9"/>
                  </a:cubicBezTo>
                  <a:lnTo>
                    <a:pt x="127" y="9"/>
                  </a:lnTo>
                  <a:close/>
                  <a:moveTo>
                    <a:pt x="123" y="28"/>
                  </a:moveTo>
                  <a:cubicBezTo>
                    <a:pt x="123" y="85"/>
                    <a:pt x="123" y="85"/>
                    <a:pt x="123" y="85"/>
                  </a:cubicBezTo>
                  <a:cubicBezTo>
                    <a:pt x="20" y="85"/>
                    <a:pt x="20" y="85"/>
                    <a:pt x="20" y="85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123" y="28"/>
                    <a:pt x="123" y="28"/>
                    <a:pt x="123" y="28"/>
                  </a:cubicBezTo>
                  <a:close/>
                  <a:moveTo>
                    <a:pt x="127" y="94"/>
                  </a:moveTo>
                  <a:cubicBezTo>
                    <a:pt x="130" y="94"/>
                    <a:pt x="132" y="96"/>
                    <a:pt x="132" y="99"/>
                  </a:cubicBezTo>
                  <a:cubicBezTo>
                    <a:pt x="132" y="101"/>
                    <a:pt x="130" y="104"/>
                    <a:pt x="127" y="104"/>
                  </a:cubicBezTo>
                  <a:cubicBezTo>
                    <a:pt x="15" y="104"/>
                    <a:pt x="15" y="104"/>
                    <a:pt x="15" y="104"/>
                  </a:cubicBezTo>
                  <a:cubicBezTo>
                    <a:pt x="13" y="104"/>
                    <a:pt x="11" y="101"/>
                    <a:pt x="11" y="99"/>
                  </a:cubicBezTo>
                  <a:cubicBezTo>
                    <a:pt x="11" y="96"/>
                    <a:pt x="13" y="94"/>
                    <a:pt x="15" y="94"/>
                  </a:cubicBezTo>
                  <a:lnTo>
                    <a:pt x="127" y="94"/>
                  </a:lnTo>
                  <a:close/>
                  <a:moveTo>
                    <a:pt x="15" y="0"/>
                  </a:moveTo>
                  <a:cubicBezTo>
                    <a:pt x="8" y="0"/>
                    <a:pt x="3" y="5"/>
                    <a:pt x="1" y="12"/>
                  </a:cubicBezTo>
                  <a:cubicBezTo>
                    <a:pt x="0" y="19"/>
                    <a:pt x="4" y="25"/>
                    <a:pt x="11" y="27"/>
                  </a:cubicBezTo>
                  <a:cubicBezTo>
                    <a:pt x="11" y="86"/>
                    <a:pt x="11" y="86"/>
                    <a:pt x="11" y="86"/>
                  </a:cubicBezTo>
                  <a:cubicBezTo>
                    <a:pt x="5" y="88"/>
                    <a:pt x="1" y="93"/>
                    <a:pt x="1" y="99"/>
                  </a:cubicBezTo>
                  <a:cubicBezTo>
                    <a:pt x="1" y="107"/>
                    <a:pt x="7" y="113"/>
                    <a:pt x="15" y="113"/>
                  </a:cubicBezTo>
                  <a:cubicBezTo>
                    <a:pt x="56" y="113"/>
                    <a:pt x="56" y="113"/>
                    <a:pt x="56" y="113"/>
                  </a:cubicBezTo>
                  <a:cubicBezTo>
                    <a:pt x="21" y="152"/>
                    <a:pt x="21" y="152"/>
                    <a:pt x="21" y="152"/>
                  </a:cubicBezTo>
                  <a:cubicBezTo>
                    <a:pt x="19" y="154"/>
                    <a:pt x="20" y="157"/>
                    <a:pt x="21" y="159"/>
                  </a:cubicBezTo>
                  <a:cubicBezTo>
                    <a:pt x="22" y="160"/>
                    <a:pt x="23" y="160"/>
                    <a:pt x="25" y="160"/>
                  </a:cubicBezTo>
                  <a:cubicBezTo>
                    <a:pt x="26" y="160"/>
                    <a:pt x="27" y="160"/>
                    <a:pt x="28" y="159"/>
                  </a:cubicBezTo>
                  <a:cubicBezTo>
                    <a:pt x="67" y="115"/>
                    <a:pt x="67" y="115"/>
                    <a:pt x="67" y="115"/>
                  </a:cubicBezTo>
                  <a:cubicBezTo>
                    <a:pt x="67" y="155"/>
                    <a:pt x="67" y="155"/>
                    <a:pt x="67" y="155"/>
                  </a:cubicBezTo>
                  <a:cubicBezTo>
                    <a:pt x="67" y="158"/>
                    <a:pt x="69" y="160"/>
                    <a:pt x="71" y="160"/>
                  </a:cubicBezTo>
                  <a:cubicBezTo>
                    <a:pt x="74" y="160"/>
                    <a:pt x="76" y="158"/>
                    <a:pt x="76" y="155"/>
                  </a:cubicBezTo>
                  <a:cubicBezTo>
                    <a:pt x="76" y="115"/>
                    <a:pt x="76" y="115"/>
                    <a:pt x="76" y="115"/>
                  </a:cubicBezTo>
                  <a:cubicBezTo>
                    <a:pt x="115" y="159"/>
                    <a:pt x="115" y="159"/>
                    <a:pt x="115" y="159"/>
                  </a:cubicBezTo>
                  <a:cubicBezTo>
                    <a:pt x="115" y="160"/>
                    <a:pt x="117" y="160"/>
                    <a:pt x="118" y="160"/>
                  </a:cubicBezTo>
                  <a:cubicBezTo>
                    <a:pt x="119" y="160"/>
                    <a:pt x="120" y="160"/>
                    <a:pt x="121" y="159"/>
                  </a:cubicBezTo>
                  <a:cubicBezTo>
                    <a:pt x="123" y="157"/>
                    <a:pt x="123" y="154"/>
                    <a:pt x="122" y="152"/>
                  </a:cubicBezTo>
                  <a:cubicBezTo>
                    <a:pt x="86" y="113"/>
                    <a:pt x="86" y="113"/>
                    <a:pt x="86" y="113"/>
                  </a:cubicBezTo>
                  <a:cubicBezTo>
                    <a:pt x="127" y="113"/>
                    <a:pt x="127" y="113"/>
                    <a:pt x="127" y="113"/>
                  </a:cubicBezTo>
                  <a:cubicBezTo>
                    <a:pt x="134" y="113"/>
                    <a:pt x="140" y="108"/>
                    <a:pt x="141" y="101"/>
                  </a:cubicBezTo>
                  <a:cubicBezTo>
                    <a:pt x="142" y="94"/>
                    <a:pt x="139" y="88"/>
                    <a:pt x="132" y="86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9" y="25"/>
                    <a:pt x="142" y="19"/>
                    <a:pt x="141" y="12"/>
                  </a:cubicBezTo>
                  <a:cubicBezTo>
                    <a:pt x="140" y="5"/>
                    <a:pt x="134" y="0"/>
                    <a:pt x="127" y="0"/>
                  </a:cubicBezTo>
                  <a:lnTo>
                    <a:pt x="15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77341E6B-127B-4274-810E-195B110AF897}"/>
              </a:ext>
            </a:extLst>
          </p:cNvPr>
          <p:cNvSpPr txBox="1"/>
          <p:nvPr/>
        </p:nvSpPr>
        <p:spPr>
          <a:xfrm>
            <a:off x="9730182" y="5584812"/>
            <a:ext cx="10902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Poppins regular" panose="00000500000000000000" pitchFamily="2" charset="0"/>
                <a:ea typeface="Open Sans" panose="020B0606030504020204" pitchFamily="34" charset="0"/>
                <a:cs typeface="Poppins regular" panose="00000500000000000000" pitchFamily="2" charset="0"/>
              </a:rPr>
              <a:t>60K</a:t>
            </a:r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642CFDBB-3027-46B0-A6EC-AC1503C238B5}"/>
              </a:ext>
            </a:extLst>
          </p:cNvPr>
          <p:cNvGrpSpPr/>
          <p:nvPr/>
        </p:nvGrpSpPr>
        <p:grpSpPr>
          <a:xfrm>
            <a:off x="9918997" y="2858556"/>
            <a:ext cx="712575" cy="712576"/>
            <a:chOff x="9918997" y="2438269"/>
            <a:chExt cx="712575" cy="712576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51BA487-EF2F-4C42-BE6E-C826FB24455C}"/>
                </a:ext>
              </a:extLst>
            </p:cNvPr>
            <p:cNvSpPr/>
            <p:nvPr/>
          </p:nvSpPr>
          <p:spPr>
            <a:xfrm>
              <a:off x="9918997" y="2438269"/>
              <a:ext cx="712575" cy="712576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 111">
              <a:extLst>
                <a:ext uri="{FF2B5EF4-FFF2-40B4-BE49-F238E27FC236}">
                  <a16:creationId xmlns:a16="http://schemas.microsoft.com/office/drawing/2014/main" id="{D38874FE-6575-4CEF-A779-23A057D8A10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9709" y="2648705"/>
              <a:ext cx="311151" cy="291705"/>
            </a:xfrm>
            <a:custGeom>
              <a:avLst/>
              <a:gdLst>
                <a:gd name="T0" fmla="*/ 136 w 160"/>
                <a:gd name="T1" fmla="*/ 20 h 150"/>
                <a:gd name="T2" fmla="*/ 80 w 160"/>
                <a:gd name="T3" fmla="*/ 0 h 150"/>
                <a:gd name="T4" fmla="*/ 23 w 160"/>
                <a:gd name="T5" fmla="*/ 20 h 150"/>
                <a:gd name="T6" fmla="*/ 0 w 160"/>
                <a:gd name="T7" fmla="*/ 70 h 150"/>
                <a:gd name="T8" fmla="*/ 18 w 160"/>
                <a:gd name="T9" fmla="*/ 115 h 150"/>
                <a:gd name="T10" fmla="*/ 11 w 160"/>
                <a:gd name="T11" fmla="*/ 142 h 150"/>
                <a:gd name="T12" fmla="*/ 14 w 160"/>
                <a:gd name="T13" fmla="*/ 150 h 150"/>
                <a:gd name="T14" fmla="*/ 50 w 160"/>
                <a:gd name="T15" fmla="*/ 136 h 150"/>
                <a:gd name="T16" fmla="*/ 79 w 160"/>
                <a:gd name="T17" fmla="*/ 141 h 150"/>
                <a:gd name="T18" fmla="*/ 80 w 160"/>
                <a:gd name="T19" fmla="*/ 141 h 150"/>
                <a:gd name="T20" fmla="*/ 136 w 160"/>
                <a:gd name="T21" fmla="*/ 120 h 150"/>
                <a:gd name="T22" fmla="*/ 160 w 160"/>
                <a:gd name="T23" fmla="*/ 70 h 150"/>
                <a:gd name="T24" fmla="*/ 136 w 160"/>
                <a:gd name="T25" fmla="*/ 20 h 150"/>
                <a:gd name="T26" fmla="*/ 80 w 160"/>
                <a:gd name="T27" fmla="*/ 131 h 150"/>
                <a:gd name="T28" fmla="*/ 79 w 160"/>
                <a:gd name="T29" fmla="*/ 131 h 150"/>
                <a:gd name="T30" fmla="*/ 50 w 160"/>
                <a:gd name="T31" fmla="*/ 126 h 150"/>
                <a:gd name="T32" fmla="*/ 48 w 160"/>
                <a:gd name="T33" fmla="*/ 126 h 150"/>
                <a:gd name="T34" fmla="*/ 45 w 160"/>
                <a:gd name="T35" fmla="*/ 127 h 150"/>
                <a:gd name="T36" fmla="*/ 24 w 160"/>
                <a:gd name="T37" fmla="*/ 140 h 150"/>
                <a:gd name="T38" fmla="*/ 27 w 160"/>
                <a:gd name="T39" fmla="*/ 112 h 150"/>
                <a:gd name="T40" fmla="*/ 26 w 160"/>
                <a:gd name="T41" fmla="*/ 110 h 150"/>
                <a:gd name="T42" fmla="*/ 9 w 160"/>
                <a:gd name="T43" fmla="*/ 70 h 150"/>
                <a:gd name="T44" fmla="*/ 80 w 160"/>
                <a:gd name="T45" fmla="*/ 9 h 150"/>
                <a:gd name="T46" fmla="*/ 150 w 160"/>
                <a:gd name="T47" fmla="*/ 70 h 150"/>
                <a:gd name="T48" fmla="*/ 80 w 160"/>
                <a:gd name="T49" fmla="*/ 131 h 150"/>
                <a:gd name="T50" fmla="*/ 115 w 160"/>
                <a:gd name="T51" fmla="*/ 61 h 150"/>
                <a:gd name="T52" fmla="*/ 110 w 160"/>
                <a:gd name="T53" fmla="*/ 62 h 150"/>
                <a:gd name="T54" fmla="*/ 102 w 160"/>
                <a:gd name="T55" fmla="*/ 73 h 150"/>
                <a:gd name="T56" fmla="*/ 115 w 160"/>
                <a:gd name="T57" fmla="*/ 86 h 150"/>
                <a:gd name="T58" fmla="*/ 126 w 160"/>
                <a:gd name="T59" fmla="*/ 78 h 150"/>
                <a:gd name="T60" fmla="*/ 123 w 160"/>
                <a:gd name="T61" fmla="*/ 65 h 150"/>
                <a:gd name="T62" fmla="*/ 115 w 160"/>
                <a:gd name="T63" fmla="*/ 61 h 150"/>
                <a:gd name="T64" fmla="*/ 117 w 160"/>
                <a:gd name="T65" fmla="*/ 76 h 150"/>
                <a:gd name="T66" fmla="*/ 115 w 160"/>
                <a:gd name="T67" fmla="*/ 76 h 150"/>
                <a:gd name="T68" fmla="*/ 112 w 160"/>
                <a:gd name="T69" fmla="*/ 73 h 150"/>
                <a:gd name="T70" fmla="*/ 115 w 160"/>
                <a:gd name="T71" fmla="*/ 70 h 150"/>
                <a:gd name="T72" fmla="*/ 117 w 160"/>
                <a:gd name="T73" fmla="*/ 76 h 150"/>
                <a:gd name="T74" fmla="*/ 80 w 160"/>
                <a:gd name="T75" fmla="*/ 61 h 150"/>
                <a:gd name="T76" fmla="*/ 75 w 160"/>
                <a:gd name="T77" fmla="*/ 62 h 150"/>
                <a:gd name="T78" fmla="*/ 67 w 160"/>
                <a:gd name="T79" fmla="*/ 73 h 150"/>
                <a:gd name="T80" fmla="*/ 80 w 160"/>
                <a:gd name="T81" fmla="*/ 86 h 150"/>
                <a:gd name="T82" fmla="*/ 91 w 160"/>
                <a:gd name="T83" fmla="*/ 78 h 150"/>
                <a:gd name="T84" fmla="*/ 89 w 160"/>
                <a:gd name="T85" fmla="*/ 65 h 150"/>
                <a:gd name="T86" fmla="*/ 80 w 160"/>
                <a:gd name="T87" fmla="*/ 61 h 150"/>
                <a:gd name="T88" fmla="*/ 82 w 160"/>
                <a:gd name="T89" fmla="*/ 76 h 150"/>
                <a:gd name="T90" fmla="*/ 80 w 160"/>
                <a:gd name="T91" fmla="*/ 76 h 150"/>
                <a:gd name="T92" fmla="*/ 76 w 160"/>
                <a:gd name="T93" fmla="*/ 73 h 150"/>
                <a:gd name="T94" fmla="*/ 80 w 160"/>
                <a:gd name="T95" fmla="*/ 70 h 150"/>
                <a:gd name="T96" fmla="*/ 82 w 160"/>
                <a:gd name="T97" fmla="*/ 76 h 150"/>
                <a:gd name="T98" fmla="*/ 45 w 160"/>
                <a:gd name="T99" fmla="*/ 61 h 150"/>
                <a:gd name="T100" fmla="*/ 40 w 160"/>
                <a:gd name="T101" fmla="*/ 62 h 150"/>
                <a:gd name="T102" fmla="*/ 32 w 160"/>
                <a:gd name="T103" fmla="*/ 73 h 150"/>
                <a:gd name="T104" fmla="*/ 45 w 160"/>
                <a:gd name="T105" fmla="*/ 86 h 150"/>
                <a:gd name="T106" fmla="*/ 57 w 160"/>
                <a:gd name="T107" fmla="*/ 78 h 150"/>
                <a:gd name="T108" fmla="*/ 54 w 160"/>
                <a:gd name="T109" fmla="*/ 65 h 150"/>
                <a:gd name="T110" fmla="*/ 45 w 160"/>
                <a:gd name="T111" fmla="*/ 61 h 150"/>
                <a:gd name="T112" fmla="*/ 47 w 160"/>
                <a:gd name="T113" fmla="*/ 76 h 150"/>
                <a:gd name="T114" fmla="*/ 45 w 160"/>
                <a:gd name="T115" fmla="*/ 76 h 150"/>
                <a:gd name="T116" fmla="*/ 42 w 160"/>
                <a:gd name="T117" fmla="*/ 73 h 150"/>
                <a:gd name="T118" fmla="*/ 45 w 160"/>
                <a:gd name="T119" fmla="*/ 70 h 150"/>
                <a:gd name="T120" fmla="*/ 47 w 160"/>
                <a:gd name="T121" fmla="*/ 76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60" h="150">
                  <a:moveTo>
                    <a:pt x="136" y="20"/>
                  </a:moveTo>
                  <a:cubicBezTo>
                    <a:pt x="121" y="7"/>
                    <a:pt x="101" y="0"/>
                    <a:pt x="80" y="0"/>
                  </a:cubicBezTo>
                  <a:cubicBezTo>
                    <a:pt x="58" y="0"/>
                    <a:pt x="38" y="7"/>
                    <a:pt x="23" y="20"/>
                  </a:cubicBezTo>
                  <a:cubicBezTo>
                    <a:pt x="8" y="34"/>
                    <a:pt x="0" y="51"/>
                    <a:pt x="0" y="70"/>
                  </a:cubicBezTo>
                  <a:cubicBezTo>
                    <a:pt x="0" y="87"/>
                    <a:pt x="6" y="103"/>
                    <a:pt x="18" y="115"/>
                  </a:cubicBezTo>
                  <a:cubicBezTo>
                    <a:pt x="20" y="125"/>
                    <a:pt x="18" y="135"/>
                    <a:pt x="11" y="142"/>
                  </a:cubicBezTo>
                  <a:cubicBezTo>
                    <a:pt x="8" y="145"/>
                    <a:pt x="10" y="150"/>
                    <a:pt x="14" y="150"/>
                  </a:cubicBezTo>
                  <a:cubicBezTo>
                    <a:pt x="27" y="150"/>
                    <a:pt x="40" y="145"/>
                    <a:pt x="50" y="136"/>
                  </a:cubicBezTo>
                  <a:cubicBezTo>
                    <a:pt x="59" y="139"/>
                    <a:pt x="69" y="141"/>
                    <a:pt x="79" y="141"/>
                  </a:cubicBezTo>
                  <a:cubicBezTo>
                    <a:pt x="79" y="141"/>
                    <a:pt x="79" y="141"/>
                    <a:pt x="80" y="141"/>
                  </a:cubicBezTo>
                  <a:cubicBezTo>
                    <a:pt x="101" y="141"/>
                    <a:pt x="121" y="134"/>
                    <a:pt x="136" y="120"/>
                  </a:cubicBezTo>
                  <a:cubicBezTo>
                    <a:pt x="151" y="107"/>
                    <a:pt x="160" y="89"/>
                    <a:pt x="160" y="70"/>
                  </a:cubicBezTo>
                  <a:cubicBezTo>
                    <a:pt x="160" y="51"/>
                    <a:pt x="151" y="34"/>
                    <a:pt x="136" y="20"/>
                  </a:cubicBezTo>
                  <a:close/>
                  <a:moveTo>
                    <a:pt x="80" y="131"/>
                  </a:moveTo>
                  <a:cubicBezTo>
                    <a:pt x="79" y="131"/>
                    <a:pt x="79" y="131"/>
                    <a:pt x="79" y="131"/>
                  </a:cubicBezTo>
                  <a:cubicBezTo>
                    <a:pt x="69" y="131"/>
                    <a:pt x="59" y="130"/>
                    <a:pt x="50" y="126"/>
                  </a:cubicBezTo>
                  <a:cubicBezTo>
                    <a:pt x="50" y="126"/>
                    <a:pt x="49" y="126"/>
                    <a:pt x="48" y="126"/>
                  </a:cubicBezTo>
                  <a:cubicBezTo>
                    <a:pt x="47" y="126"/>
                    <a:pt x="46" y="126"/>
                    <a:pt x="45" y="127"/>
                  </a:cubicBezTo>
                  <a:cubicBezTo>
                    <a:pt x="39" y="133"/>
                    <a:pt x="32" y="138"/>
                    <a:pt x="24" y="140"/>
                  </a:cubicBezTo>
                  <a:cubicBezTo>
                    <a:pt x="28" y="131"/>
                    <a:pt x="29" y="121"/>
                    <a:pt x="27" y="112"/>
                  </a:cubicBezTo>
                  <a:cubicBezTo>
                    <a:pt x="27" y="111"/>
                    <a:pt x="26" y="110"/>
                    <a:pt x="26" y="110"/>
                  </a:cubicBezTo>
                  <a:cubicBezTo>
                    <a:pt x="15" y="99"/>
                    <a:pt x="9" y="85"/>
                    <a:pt x="9" y="70"/>
                  </a:cubicBezTo>
                  <a:cubicBezTo>
                    <a:pt x="9" y="37"/>
                    <a:pt x="41" y="9"/>
                    <a:pt x="80" y="9"/>
                  </a:cubicBezTo>
                  <a:cubicBezTo>
                    <a:pt x="119" y="9"/>
                    <a:pt x="150" y="37"/>
                    <a:pt x="150" y="70"/>
                  </a:cubicBezTo>
                  <a:cubicBezTo>
                    <a:pt x="150" y="104"/>
                    <a:pt x="119" y="131"/>
                    <a:pt x="80" y="131"/>
                  </a:cubicBezTo>
                  <a:close/>
                  <a:moveTo>
                    <a:pt x="115" y="61"/>
                  </a:moveTo>
                  <a:cubicBezTo>
                    <a:pt x="113" y="61"/>
                    <a:pt x="111" y="61"/>
                    <a:pt x="110" y="62"/>
                  </a:cubicBezTo>
                  <a:cubicBezTo>
                    <a:pt x="105" y="64"/>
                    <a:pt x="102" y="68"/>
                    <a:pt x="102" y="73"/>
                  </a:cubicBezTo>
                  <a:cubicBezTo>
                    <a:pt x="102" y="80"/>
                    <a:pt x="108" y="86"/>
                    <a:pt x="115" y="86"/>
                  </a:cubicBezTo>
                  <a:cubicBezTo>
                    <a:pt x="120" y="86"/>
                    <a:pt x="124" y="83"/>
                    <a:pt x="126" y="78"/>
                  </a:cubicBezTo>
                  <a:cubicBezTo>
                    <a:pt x="128" y="73"/>
                    <a:pt x="127" y="68"/>
                    <a:pt x="123" y="65"/>
                  </a:cubicBezTo>
                  <a:cubicBezTo>
                    <a:pt x="121" y="62"/>
                    <a:pt x="118" y="61"/>
                    <a:pt x="115" y="61"/>
                  </a:cubicBezTo>
                  <a:close/>
                  <a:moveTo>
                    <a:pt x="117" y="76"/>
                  </a:moveTo>
                  <a:cubicBezTo>
                    <a:pt x="116" y="76"/>
                    <a:pt x="115" y="76"/>
                    <a:pt x="115" y="76"/>
                  </a:cubicBezTo>
                  <a:cubicBezTo>
                    <a:pt x="113" y="76"/>
                    <a:pt x="112" y="75"/>
                    <a:pt x="112" y="73"/>
                  </a:cubicBezTo>
                  <a:cubicBezTo>
                    <a:pt x="112" y="72"/>
                    <a:pt x="113" y="70"/>
                    <a:pt x="115" y="70"/>
                  </a:cubicBezTo>
                  <a:cubicBezTo>
                    <a:pt x="117" y="70"/>
                    <a:pt x="119" y="74"/>
                    <a:pt x="117" y="76"/>
                  </a:cubicBezTo>
                  <a:close/>
                  <a:moveTo>
                    <a:pt x="80" y="61"/>
                  </a:moveTo>
                  <a:cubicBezTo>
                    <a:pt x="78" y="61"/>
                    <a:pt x="76" y="61"/>
                    <a:pt x="75" y="62"/>
                  </a:cubicBezTo>
                  <a:cubicBezTo>
                    <a:pt x="70" y="64"/>
                    <a:pt x="67" y="68"/>
                    <a:pt x="67" y="73"/>
                  </a:cubicBezTo>
                  <a:cubicBezTo>
                    <a:pt x="67" y="80"/>
                    <a:pt x="73" y="86"/>
                    <a:pt x="80" y="86"/>
                  </a:cubicBezTo>
                  <a:cubicBezTo>
                    <a:pt x="85" y="86"/>
                    <a:pt x="89" y="83"/>
                    <a:pt x="91" y="78"/>
                  </a:cubicBezTo>
                  <a:cubicBezTo>
                    <a:pt x="93" y="73"/>
                    <a:pt x="92" y="68"/>
                    <a:pt x="89" y="65"/>
                  </a:cubicBezTo>
                  <a:cubicBezTo>
                    <a:pt x="86" y="62"/>
                    <a:pt x="83" y="61"/>
                    <a:pt x="80" y="61"/>
                  </a:cubicBezTo>
                  <a:close/>
                  <a:moveTo>
                    <a:pt x="82" y="76"/>
                  </a:moveTo>
                  <a:cubicBezTo>
                    <a:pt x="81" y="76"/>
                    <a:pt x="80" y="76"/>
                    <a:pt x="80" y="76"/>
                  </a:cubicBezTo>
                  <a:cubicBezTo>
                    <a:pt x="78" y="76"/>
                    <a:pt x="76" y="75"/>
                    <a:pt x="76" y="73"/>
                  </a:cubicBezTo>
                  <a:cubicBezTo>
                    <a:pt x="76" y="72"/>
                    <a:pt x="78" y="70"/>
                    <a:pt x="80" y="70"/>
                  </a:cubicBezTo>
                  <a:cubicBezTo>
                    <a:pt x="82" y="70"/>
                    <a:pt x="84" y="74"/>
                    <a:pt x="82" y="76"/>
                  </a:cubicBezTo>
                  <a:close/>
                  <a:moveTo>
                    <a:pt x="45" y="61"/>
                  </a:moveTo>
                  <a:cubicBezTo>
                    <a:pt x="43" y="61"/>
                    <a:pt x="42" y="61"/>
                    <a:pt x="40" y="62"/>
                  </a:cubicBezTo>
                  <a:cubicBezTo>
                    <a:pt x="35" y="64"/>
                    <a:pt x="32" y="68"/>
                    <a:pt x="32" y="73"/>
                  </a:cubicBezTo>
                  <a:cubicBezTo>
                    <a:pt x="32" y="80"/>
                    <a:pt x="38" y="86"/>
                    <a:pt x="45" y="86"/>
                  </a:cubicBezTo>
                  <a:cubicBezTo>
                    <a:pt x="50" y="86"/>
                    <a:pt x="55" y="83"/>
                    <a:pt x="57" y="78"/>
                  </a:cubicBezTo>
                  <a:cubicBezTo>
                    <a:pt x="59" y="73"/>
                    <a:pt x="58" y="68"/>
                    <a:pt x="54" y="65"/>
                  </a:cubicBezTo>
                  <a:cubicBezTo>
                    <a:pt x="52" y="62"/>
                    <a:pt x="48" y="61"/>
                    <a:pt x="45" y="61"/>
                  </a:cubicBezTo>
                  <a:close/>
                  <a:moveTo>
                    <a:pt x="47" y="76"/>
                  </a:moveTo>
                  <a:cubicBezTo>
                    <a:pt x="47" y="76"/>
                    <a:pt x="46" y="76"/>
                    <a:pt x="45" y="76"/>
                  </a:cubicBezTo>
                  <a:cubicBezTo>
                    <a:pt x="43" y="76"/>
                    <a:pt x="42" y="75"/>
                    <a:pt x="42" y="73"/>
                  </a:cubicBezTo>
                  <a:cubicBezTo>
                    <a:pt x="42" y="72"/>
                    <a:pt x="43" y="70"/>
                    <a:pt x="45" y="70"/>
                  </a:cubicBezTo>
                  <a:cubicBezTo>
                    <a:pt x="48" y="70"/>
                    <a:pt x="49" y="74"/>
                    <a:pt x="47" y="76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34128EB8-AA12-4B8C-8EA5-853AAB5FAD11}"/>
              </a:ext>
            </a:extLst>
          </p:cNvPr>
          <p:cNvSpPr txBox="1"/>
          <p:nvPr/>
        </p:nvSpPr>
        <p:spPr>
          <a:xfrm>
            <a:off x="9570308" y="3978243"/>
            <a:ext cx="1466283" cy="34214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1600" dirty="0">
                <a:latin typeface="Poppins regular" panose="00000500000000000000" pitchFamily="2" charset="0"/>
                <a:ea typeface="Roboto" panose="02000000000000000000" pitchFamily="2" charset="0"/>
                <a:cs typeface="Poppins regular" panose="00000500000000000000" pitchFamily="2" charset="0"/>
              </a:rPr>
              <a:t>Third Title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237B384-3599-49F8-9B9F-2E1CAFB7E60C}"/>
              </a:ext>
            </a:extLst>
          </p:cNvPr>
          <p:cNvSpPr txBox="1"/>
          <p:nvPr/>
        </p:nvSpPr>
        <p:spPr>
          <a:xfrm>
            <a:off x="3890041" y="4506095"/>
            <a:ext cx="1926466" cy="894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Lorem ra wlook even There are many, </a:t>
            </a:r>
          </a:p>
          <a:p>
            <a:pPr algn="ctr"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have suffered alteration</a:t>
            </a:r>
          </a:p>
          <a:p>
            <a:pPr algn="ctr"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believable.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3600F70-F3B4-412E-BD3D-F975A4A05014}"/>
              </a:ext>
            </a:extLst>
          </p:cNvPr>
          <p:cNvSpPr txBox="1"/>
          <p:nvPr/>
        </p:nvSpPr>
        <p:spPr>
          <a:xfrm>
            <a:off x="6531467" y="4506095"/>
            <a:ext cx="1926466" cy="894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Lorem ra words which don't look even have suffered alteration</a:t>
            </a:r>
          </a:p>
          <a:p>
            <a:pPr algn="ctr"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believable.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44E98CB-B0CB-41C4-AF93-564AAF4E67DB}"/>
              </a:ext>
            </a:extLst>
          </p:cNvPr>
          <p:cNvSpPr txBox="1"/>
          <p:nvPr/>
        </p:nvSpPr>
        <p:spPr>
          <a:xfrm>
            <a:off x="9467627" y="4506095"/>
            <a:ext cx="1926466" cy="894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Lorem ra words which don't look even</a:t>
            </a:r>
          </a:p>
          <a:p>
            <a:pPr algn="ctr"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have suffered alteration</a:t>
            </a:r>
          </a:p>
          <a:p>
            <a:pPr algn="ctr"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 some randomiz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CC28480-9F6B-4BDD-BF27-32C5DAB50400}"/>
              </a:ext>
            </a:extLst>
          </p:cNvPr>
          <p:cNvSpPr txBox="1"/>
          <p:nvPr/>
        </p:nvSpPr>
        <p:spPr>
          <a:xfrm>
            <a:off x="2052010" y="1688026"/>
            <a:ext cx="8087980" cy="285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2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There are many Lorem ra even there are many,  have suffered 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alteration Lorem ra even there are many, </a:t>
            </a:r>
            <a:endParaRPr lang="en-US" sz="120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2291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2B3EFF68-EB4B-4541-B4DB-B3F295ADE6A6}"/>
              </a:ext>
            </a:extLst>
          </p:cNvPr>
          <p:cNvSpPr/>
          <p:nvPr/>
        </p:nvSpPr>
        <p:spPr>
          <a:xfrm>
            <a:off x="6847152" y="0"/>
            <a:ext cx="5344847" cy="6858000"/>
          </a:xfrm>
          <a:prstGeom prst="rect">
            <a:avLst/>
          </a:prstGeom>
          <a:solidFill>
            <a:schemeClr val="accent2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91E07D-19E5-4B78-880D-DE875C92C68E}"/>
              </a:ext>
            </a:extLst>
          </p:cNvPr>
          <p:cNvSpPr txBox="1"/>
          <p:nvPr/>
        </p:nvSpPr>
        <p:spPr>
          <a:xfrm>
            <a:off x="714290" y="776213"/>
            <a:ext cx="2357096" cy="65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500" dirty="0">
                <a:latin typeface="Poppins SemiBold" panose="00000700000000000000" pitchFamily="50" charset="0"/>
                <a:cs typeface="Poppins SemiBold" panose="00000700000000000000" pitchFamily="50" charset="0"/>
              </a:rPr>
              <a:t>Analysis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DBA18ED-644A-40A9-8F62-800F52CF26FD}"/>
              </a:ext>
            </a:extLst>
          </p:cNvPr>
          <p:cNvGrpSpPr/>
          <p:nvPr/>
        </p:nvGrpSpPr>
        <p:grpSpPr>
          <a:xfrm>
            <a:off x="7126770" y="2325455"/>
            <a:ext cx="4612499" cy="4181670"/>
            <a:chOff x="163406" y="2295454"/>
            <a:chExt cx="4680723" cy="4243522"/>
          </a:xfrm>
        </p:grpSpPr>
        <p:graphicFrame>
          <p:nvGraphicFramePr>
            <p:cNvPr id="10" name="Chart 9">
              <a:extLst>
                <a:ext uri="{FF2B5EF4-FFF2-40B4-BE49-F238E27FC236}">
                  <a16:creationId xmlns:a16="http://schemas.microsoft.com/office/drawing/2014/main" id="{B45F38D7-1352-4453-9C8A-77F18FCB3B15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515607700"/>
                </p:ext>
              </p:extLst>
            </p:nvPr>
          </p:nvGraphicFramePr>
          <p:xfrm>
            <a:off x="163406" y="2295454"/>
            <a:ext cx="4680723" cy="424352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A5883F2-DC67-4730-AAA8-DFD369E1F1F6}"/>
                </a:ext>
              </a:extLst>
            </p:cNvPr>
            <p:cNvSpPr txBox="1"/>
            <p:nvPr/>
          </p:nvSpPr>
          <p:spPr>
            <a:xfrm>
              <a:off x="1682958" y="4009920"/>
              <a:ext cx="1607548" cy="6694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4500"/>
                </a:lnSpc>
              </a:pPr>
              <a:r>
                <a:rPr lang="en-US" sz="35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Poppins SemiBold" panose="00000700000000000000" pitchFamily="50" charset="0"/>
                  <a:cs typeface="Poppins SemiBold" panose="00000700000000000000" pitchFamily="50" charset="0"/>
                </a:rPr>
                <a:t>7.5B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E2159C7-8BEE-4FB6-A816-A893BA7824FF}"/>
                </a:ext>
              </a:extLst>
            </p:cNvPr>
            <p:cNvSpPr txBox="1"/>
            <p:nvPr/>
          </p:nvSpPr>
          <p:spPr>
            <a:xfrm>
              <a:off x="1786641" y="4612501"/>
              <a:ext cx="1400180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oppins Medium" panose="00000600000000000000" pitchFamily="50" charset="0"/>
                  <a:cs typeface="Poppins Medium" panose="00000600000000000000" pitchFamily="50" charset="0"/>
                </a:rPr>
                <a:t>Total</a:t>
              </a: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D0D55054-A4C8-42CF-A7DB-B6139584F4C6}"/>
              </a:ext>
            </a:extLst>
          </p:cNvPr>
          <p:cNvSpPr/>
          <p:nvPr/>
        </p:nvSpPr>
        <p:spPr>
          <a:xfrm>
            <a:off x="3474328" y="3699350"/>
            <a:ext cx="2514600" cy="2402275"/>
          </a:xfrm>
          <a:prstGeom prst="rect">
            <a:avLst/>
          </a:prstGeom>
          <a:noFill/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5D91D6-C4D6-4B78-8D0A-BABB90BB6831}"/>
              </a:ext>
            </a:extLst>
          </p:cNvPr>
          <p:cNvSpPr/>
          <p:nvPr/>
        </p:nvSpPr>
        <p:spPr>
          <a:xfrm>
            <a:off x="829101" y="3699349"/>
            <a:ext cx="2514600" cy="24022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liability">
            <a:extLst>
              <a:ext uri="{FF2B5EF4-FFF2-40B4-BE49-F238E27FC236}">
                <a16:creationId xmlns:a16="http://schemas.microsoft.com/office/drawing/2014/main" id="{6D27BF43-6930-4BA4-A438-996260342A18}"/>
              </a:ext>
            </a:extLst>
          </p:cNvPr>
          <p:cNvSpPr/>
          <p:nvPr/>
        </p:nvSpPr>
        <p:spPr>
          <a:xfrm>
            <a:off x="1549957" y="4769306"/>
            <a:ext cx="1072889" cy="1817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sz="13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Reliability</a:t>
            </a:r>
          </a:p>
        </p:txBody>
      </p:sp>
      <p:sp>
        <p:nvSpPr>
          <p:cNvPr id="21" name="Happy Customers">
            <a:extLst>
              <a:ext uri="{FF2B5EF4-FFF2-40B4-BE49-F238E27FC236}">
                <a16:creationId xmlns:a16="http://schemas.microsoft.com/office/drawing/2014/main" id="{43FBA052-57E8-4907-8FC5-D473028F2E2D}"/>
              </a:ext>
            </a:extLst>
          </p:cNvPr>
          <p:cNvSpPr/>
          <p:nvPr/>
        </p:nvSpPr>
        <p:spPr>
          <a:xfrm>
            <a:off x="3890075" y="4769306"/>
            <a:ext cx="1683106" cy="1817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en-US" sz="1300" dirty="0">
                <a:solidFill>
                  <a:schemeClr val="accent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Functionality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B57E2D-710E-4D13-8FD4-89437CCDD6DC}"/>
              </a:ext>
            </a:extLst>
          </p:cNvPr>
          <p:cNvSpPr txBox="1"/>
          <p:nvPr/>
        </p:nvSpPr>
        <p:spPr>
          <a:xfrm>
            <a:off x="1103483" y="5057558"/>
            <a:ext cx="1965837" cy="6896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000" i="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passages of randomized  which don't look  slightly believable.</a:t>
            </a:r>
            <a:endParaRPr lang="en-US" sz="10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CA48B3-E31B-45FF-B9C3-F506BEA6DDA1}"/>
              </a:ext>
            </a:extLst>
          </p:cNvPr>
          <p:cNvSpPr txBox="1"/>
          <p:nvPr/>
        </p:nvSpPr>
        <p:spPr>
          <a:xfrm>
            <a:off x="3748710" y="5117419"/>
            <a:ext cx="1965837" cy="6896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passages of randomized  which don't look  slightly believable.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DC25890-9EAF-4F00-8538-1ADC96B220D9}"/>
              </a:ext>
            </a:extLst>
          </p:cNvPr>
          <p:cNvSpPr txBox="1"/>
          <p:nvPr/>
        </p:nvSpPr>
        <p:spPr>
          <a:xfrm>
            <a:off x="735552" y="2415986"/>
            <a:ext cx="4609297" cy="580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20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variations of passages of Lorem Ipsum available, but the or randomized words which</a:t>
            </a:r>
            <a:endParaRPr lang="en-US" sz="1200" i="1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04E9CFB-DEA9-4159-BDD4-60A2758CDE4C}"/>
              </a:ext>
            </a:extLst>
          </p:cNvPr>
          <p:cNvSpPr txBox="1"/>
          <p:nvPr/>
        </p:nvSpPr>
        <p:spPr>
          <a:xfrm>
            <a:off x="8170183" y="1331988"/>
            <a:ext cx="2964577" cy="580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20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variations of passages of, the or randomized words.</a:t>
            </a:r>
            <a:endParaRPr lang="en-US" sz="1200" i="1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94DB5E51-6930-484E-A962-B55819E0E39E}"/>
              </a:ext>
            </a:extLst>
          </p:cNvPr>
          <p:cNvSpPr/>
          <p:nvPr/>
        </p:nvSpPr>
        <p:spPr>
          <a:xfrm>
            <a:off x="1827101" y="4050209"/>
            <a:ext cx="518601" cy="518601"/>
          </a:xfrm>
          <a:prstGeom prst="ellipse">
            <a:avLst/>
          </a:prstGeom>
          <a:solidFill>
            <a:schemeClr val="bg1"/>
          </a:solidFill>
          <a:ln w="38100">
            <a:noFill/>
          </a:ln>
          <a:effectLst>
            <a:outerShdw dist="165100" sx="1000" sy="1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Freeform 52">
            <a:extLst>
              <a:ext uri="{FF2B5EF4-FFF2-40B4-BE49-F238E27FC236}">
                <a16:creationId xmlns:a16="http://schemas.microsoft.com/office/drawing/2014/main" id="{8245E520-5021-4951-96A7-708BC3D172C8}"/>
              </a:ext>
            </a:extLst>
          </p:cNvPr>
          <p:cNvSpPr>
            <a:spLocks noEditPoints="1"/>
          </p:cNvSpPr>
          <p:nvPr/>
        </p:nvSpPr>
        <p:spPr bwMode="auto">
          <a:xfrm>
            <a:off x="1958398" y="4167931"/>
            <a:ext cx="305961" cy="283156"/>
          </a:xfrm>
          <a:custGeom>
            <a:avLst/>
            <a:gdLst>
              <a:gd name="T0" fmla="*/ 103 w 161"/>
              <a:gd name="T1" fmla="*/ 39 h 149"/>
              <a:gd name="T2" fmla="*/ 98 w 161"/>
              <a:gd name="T3" fmla="*/ 34 h 149"/>
              <a:gd name="T4" fmla="*/ 100 w 161"/>
              <a:gd name="T5" fmla="*/ 41 h 149"/>
              <a:gd name="T6" fmla="*/ 159 w 161"/>
              <a:gd name="T7" fmla="*/ 58 h 149"/>
              <a:gd name="T8" fmla="*/ 158 w 161"/>
              <a:gd name="T9" fmla="*/ 52 h 149"/>
              <a:gd name="T10" fmla="*/ 116 w 161"/>
              <a:gd name="T11" fmla="*/ 21 h 149"/>
              <a:gd name="T12" fmla="*/ 20 w 161"/>
              <a:gd name="T13" fmla="*/ 21 h 149"/>
              <a:gd name="T14" fmla="*/ 20 w 161"/>
              <a:gd name="T15" fmla="*/ 118 h 149"/>
              <a:gd name="T16" fmla="*/ 23 w 161"/>
              <a:gd name="T17" fmla="*/ 144 h 149"/>
              <a:gd name="T18" fmla="*/ 26 w 161"/>
              <a:gd name="T19" fmla="*/ 149 h 149"/>
              <a:gd name="T20" fmla="*/ 45 w 161"/>
              <a:gd name="T21" fmla="*/ 147 h 149"/>
              <a:gd name="T22" fmla="*/ 68 w 161"/>
              <a:gd name="T23" fmla="*/ 138 h 149"/>
              <a:gd name="T24" fmla="*/ 92 w 161"/>
              <a:gd name="T25" fmla="*/ 147 h 149"/>
              <a:gd name="T26" fmla="*/ 111 w 161"/>
              <a:gd name="T27" fmla="*/ 149 h 149"/>
              <a:gd name="T28" fmla="*/ 113 w 161"/>
              <a:gd name="T29" fmla="*/ 144 h 149"/>
              <a:gd name="T30" fmla="*/ 116 w 161"/>
              <a:gd name="T31" fmla="*/ 118 h 149"/>
              <a:gd name="T32" fmla="*/ 158 w 161"/>
              <a:gd name="T33" fmla="*/ 86 h 149"/>
              <a:gd name="T34" fmla="*/ 159 w 161"/>
              <a:gd name="T35" fmla="*/ 79 h 149"/>
              <a:gd name="T36" fmla="*/ 150 w 161"/>
              <a:gd name="T37" fmla="*/ 58 h 149"/>
              <a:gd name="T38" fmla="*/ 121 w 161"/>
              <a:gd name="T39" fmla="*/ 66 h 149"/>
              <a:gd name="T40" fmla="*/ 150 w 161"/>
              <a:gd name="T41" fmla="*/ 58 h 149"/>
              <a:gd name="T42" fmla="*/ 31 w 161"/>
              <a:gd name="T43" fmla="*/ 143 h 149"/>
              <a:gd name="T44" fmla="*/ 45 w 161"/>
              <a:gd name="T45" fmla="*/ 133 h 149"/>
              <a:gd name="T46" fmla="*/ 97 w 161"/>
              <a:gd name="T47" fmla="*/ 143 h 149"/>
              <a:gd name="T48" fmla="*/ 98 w 161"/>
              <a:gd name="T49" fmla="*/ 131 h 149"/>
              <a:gd name="T50" fmla="*/ 97 w 161"/>
              <a:gd name="T51" fmla="*/ 143 h 149"/>
              <a:gd name="T52" fmla="*/ 98 w 161"/>
              <a:gd name="T53" fmla="*/ 123 h 149"/>
              <a:gd name="T54" fmla="*/ 85 w 161"/>
              <a:gd name="T55" fmla="*/ 130 h 149"/>
              <a:gd name="T56" fmla="*/ 52 w 161"/>
              <a:gd name="T57" fmla="*/ 130 h 149"/>
              <a:gd name="T58" fmla="*/ 39 w 161"/>
              <a:gd name="T59" fmla="*/ 123 h 149"/>
              <a:gd name="T60" fmla="*/ 7 w 161"/>
              <a:gd name="T61" fmla="*/ 70 h 149"/>
              <a:gd name="T62" fmla="*/ 68 w 161"/>
              <a:gd name="T63" fmla="*/ 6 h 149"/>
              <a:gd name="T64" fmla="*/ 129 w 161"/>
              <a:gd name="T65" fmla="*/ 52 h 149"/>
              <a:gd name="T66" fmla="*/ 124 w 161"/>
              <a:gd name="T67" fmla="*/ 53 h 149"/>
              <a:gd name="T68" fmla="*/ 111 w 161"/>
              <a:gd name="T69" fmla="*/ 45 h 149"/>
              <a:gd name="T70" fmla="*/ 105 w 161"/>
              <a:gd name="T71" fmla="*/ 48 h 149"/>
              <a:gd name="T72" fmla="*/ 97 w 161"/>
              <a:gd name="T73" fmla="*/ 66 h 149"/>
              <a:gd name="T74" fmla="*/ 68 w 161"/>
              <a:gd name="T75" fmla="*/ 40 h 149"/>
              <a:gd name="T76" fmla="*/ 41 w 161"/>
              <a:gd name="T77" fmla="*/ 70 h 149"/>
              <a:gd name="T78" fmla="*/ 68 w 161"/>
              <a:gd name="T79" fmla="*/ 97 h 149"/>
              <a:gd name="T80" fmla="*/ 97 w 161"/>
              <a:gd name="T81" fmla="*/ 71 h 149"/>
              <a:gd name="T82" fmla="*/ 98 w 161"/>
              <a:gd name="T83" fmla="*/ 99 h 149"/>
              <a:gd name="T84" fmla="*/ 39 w 161"/>
              <a:gd name="T85" fmla="*/ 99 h 149"/>
              <a:gd name="T86" fmla="*/ 39 w 161"/>
              <a:gd name="T87" fmla="*/ 39 h 149"/>
              <a:gd name="T88" fmla="*/ 93 w 161"/>
              <a:gd name="T89" fmla="*/ 31 h 149"/>
              <a:gd name="T90" fmla="*/ 61 w 161"/>
              <a:gd name="T91" fmla="*/ 21 h 149"/>
              <a:gd name="T92" fmla="*/ 20 w 161"/>
              <a:gd name="T93" fmla="*/ 70 h 149"/>
              <a:gd name="T94" fmla="*/ 68 w 161"/>
              <a:gd name="T95" fmla="*/ 118 h 149"/>
              <a:gd name="T96" fmla="*/ 116 w 161"/>
              <a:gd name="T97" fmla="*/ 76 h 149"/>
              <a:gd name="T98" fmla="*/ 127 w 161"/>
              <a:gd name="T99" fmla="*/ 86 h 149"/>
              <a:gd name="T100" fmla="*/ 113 w 161"/>
              <a:gd name="T101" fmla="*/ 113 h 149"/>
              <a:gd name="T102" fmla="*/ 66 w 161"/>
              <a:gd name="T103" fmla="*/ 66 h 149"/>
              <a:gd name="T104" fmla="*/ 66 w 161"/>
              <a:gd name="T105" fmla="*/ 71 h 149"/>
              <a:gd name="T106" fmla="*/ 76 w 161"/>
              <a:gd name="T107" fmla="*/ 76 h 149"/>
              <a:gd name="T108" fmla="*/ 79 w 161"/>
              <a:gd name="T109" fmla="*/ 71 h 149"/>
              <a:gd name="T110" fmla="*/ 84 w 161"/>
              <a:gd name="T111" fmla="*/ 84 h 149"/>
              <a:gd name="T112" fmla="*/ 53 w 161"/>
              <a:gd name="T113" fmla="*/ 84 h 149"/>
              <a:gd name="T114" fmla="*/ 53 w 161"/>
              <a:gd name="T115" fmla="*/ 53 h 149"/>
              <a:gd name="T116" fmla="*/ 84 w 161"/>
              <a:gd name="T117" fmla="*/ 53 h 149"/>
              <a:gd name="T118" fmla="*/ 79 w 161"/>
              <a:gd name="T119" fmla="*/ 66 h 149"/>
              <a:gd name="T120" fmla="*/ 74 w 161"/>
              <a:gd name="T121" fmla="*/ 61 h 149"/>
              <a:gd name="T122" fmla="*/ 121 w 161"/>
              <a:gd name="T123" fmla="*/ 71 h 149"/>
              <a:gd name="T124" fmla="*/ 150 w 161"/>
              <a:gd name="T125" fmla="*/ 79 h 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61" h="149">
                <a:moveTo>
                  <a:pt x="100" y="41"/>
                </a:moveTo>
                <a:cubicBezTo>
                  <a:pt x="101" y="41"/>
                  <a:pt x="101" y="39"/>
                  <a:pt x="103" y="39"/>
                </a:cubicBezTo>
                <a:cubicBezTo>
                  <a:pt x="103" y="34"/>
                  <a:pt x="103" y="34"/>
                  <a:pt x="103" y="34"/>
                </a:cubicBezTo>
                <a:cubicBezTo>
                  <a:pt x="98" y="34"/>
                  <a:pt x="98" y="34"/>
                  <a:pt x="98" y="34"/>
                </a:cubicBezTo>
                <a:cubicBezTo>
                  <a:pt x="97" y="36"/>
                  <a:pt x="97" y="37"/>
                  <a:pt x="98" y="39"/>
                </a:cubicBezTo>
                <a:lnTo>
                  <a:pt x="100" y="41"/>
                </a:lnTo>
                <a:close/>
                <a:moveTo>
                  <a:pt x="148" y="70"/>
                </a:moveTo>
                <a:cubicBezTo>
                  <a:pt x="159" y="58"/>
                  <a:pt x="159" y="58"/>
                  <a:pt x="159" y="58"/>
                </a:cubicBezTo>
                <a:cubicBezTo>
                  <a:pt x="161" y="57"/>
                  <a:pt x="161" y="55"/>
                  <a:pt x="159" y="55"/>
                </a:cubicBezTo>
                <a:cubicBezTo>
                  <a:pt x="159" y="53"/>
                  <a:pt x="158" y="52"/>
                  <a:pt x="158" y="52"/>
                </a:cubicBezTo>
                <a:cubicBezTo>
                  <a:pt x="135" y="52"/>
                  <a:pt x="135" y="52"/>
                  <a:pt x="135" y="52"/>
                </a:cubicBezTo>
                <a:cubicBezTo>
                  <a:pt x="132" y="40"/>
                  <a:pt x="126" y="29"/>
                  <a:pt x="116" y="21"/>
                </a:cubicBezTo>
                <a:cubicBezTo>
                  <a:pt x="103" y="6"/>
                  <a:pt x="87" y="0"/>
                  <a:pt x="68" y="0"/>
                </a:cubicBezTo>
                <a:cubicBezTo>
                  <a:pt x="50" y="0"/>
                  <a:pt x="33" y="6"/>
                  <a:pt x="20" y="21"/>
                </a:cubicBezTo>
                <a:cubicBezTo>
                  <a:pt x="7" y="34"/>
                  <a:pt x="0" y="50"/>
                  <a:pt x="0" y="70"/>
                </a:cubicBezTo>
                <a:cubicBezTo>
                  <a:pt x="0" y="87"/>
                  <a:pt x="7" y="105"/>
                  <a:pt x="20" y="118"/>
                </a:cubicBezTo>
                <a:cubicBezTo>
                  <a:pt x="24" y="122"/>
                  <a:pt x="28" y="125"/>
                  <a:pt x="33" y="128"/>
                </a:cubicBezTo>
                <a:cubicBezTo>
                  <a:pt x="23" y="144"/>
                  <a:pt x="23" y="144"/>
                  <a:pt x="23" y="144"/>
                </a:cubicBezTo>
                <a:cubicBezTo>
                  <a:pt x="23" y="146"/>
                  <a:pt x="23" y="146"/>
                  <a:pt x="23" y="147"/>
                </a:cubicBezTo>
                <a:cubicBezTo>
                  <a:pt x="24" y="149"/>
                  <a:pt x="24" y="149"/>
                  <a:pt x="26" y="149"/>
                </a:cubicBezTo>
                <a:cubicBezTo>
                  <a:pt x="42" y="149"/>
                  <a:pt x="42" y="149"/>
                  <a:pt x="42" y="149"/>
                </a:cubicBezTo>
                <a:cubicBezTo>
                  <a:pt x="44" y="149"/>
                  <a:pt x="44" y="149"/>
                  <a:pt x="45" y="147"/>
                </a:cubicBezTo>
                <a:cubicBezTo>
                  <a:pt x="52" y="136"/>
                  <a:pt x="52" y="136"/>
                  <a:pt x="52" y="136"/>
                </a:cubicBezTo>
                <a:cubicBezTo>
                  <a:pt x="57" y="138"/>
                  <a:pt x="63" y="138"/>
                  <a:pt x="68" y="138"/>
                </a:cubicBezTo>
                <a:cubicBezTo>
                  <a:pt x="74" y="138"/>
                  <a:pt x="79" y="138"/>
                  <a:pt x="85" y="136"/>
                </a:cubicBezTo>
                <a:cubicBezTo>
                  <a:pt x="92" y="147"/>
                  <a:pt x="92" y="147"/>
                  <a:pt x="92" y="147"/>
                </a:cubicBezTo>
                <a:cubicBezTo>
                  <a:pt x="92" y="149"/>
                  <a:pt x="93" y="149"/>
                  <a:pt x="95" y="149"/>
                </a:cubicBezTo>
                <a:cubicBezTo>
                  <a:pt x="111" y="149"/>
                  <a:pt x="111" y="149"/>
                  <a:pt x="111" y="149"/>
                </a:cubicBezTo>
                <a:cubicBezTo>
                  <a:pt x="111" y="149"/>
                  <a:pt x="113" y="149"/>
                  <a:pt x="113" y="147"/>
                </a:cubicBezTo>
                <a:cubicBezTo>
                  <a:pt x="114" y="146"/>
                  <a:pt x="114" y="146"/>
                  <a:pt x="113" y="144"/>
                </a:cubicBezTo>
                <a:cubicBezTo>
                  <a:pt x="105" y="128"/>
                  <a:pt x="105" y="128"/>
                  <a:pt x="105" y="128"/>
                </a:cubicBezTo>
                <a:cubicBezTo>
                  <a:pt x="108" y="125"/>
                  <a:pt x="113" y="122"/>
                  <a:pt x="116" y="118"/>
                </a:cubicBezTo>
                <a:cubicBezTo>
                  <a:pt x="126" y="109"/>
                  <a:pt x="132" y="97"/>
                  <a:pt x="135" y="86"/>
                </a:cubicBezTo>
                <a:cubicBezTo>
                  <a:pt x="158" y="86"/>
                  <a:pt x="158" y="86"/>
                  <a:pt x="158" y="86"/>
                </a:cubicBezTo>
                <a:cubicBezTo>
                  <a:pt x="158" y="86"/>
                  <a:pt x="159" y="84"/>
                  <a:pt x="159" y="83"/>
                </a:cubicBezTo>
                <a:cubicBezTo>
                  <a:pt x="161" y="83"/>
                  <a:pt x="161" y="81"/>
                  <a:pt x="159" y="79"/>
                </a:cubicBezTo>
                <a:lnTo>
                  <a:pt x="148" y="70"/>
                </a:lnTo>
                <a:close/>
                <a:moveTo>
                  <a:pt x="150" y="58"/>
                </a:moveTo>
                <a:cubicBezTo>
                  <a:pt x="143" y="66"/>
                  <a:pt x="143" y="66"/>
                  <a:pt x="143" y="66"/>
                </a:cubicBezTo>
                <a:cubicBezTo>
                  <a:pt x="121" y="66"/>
                  <a:pt x="121" y="66"/>
                  <a:pt x="121" y="66"/>
                </a:cubicBezTo>
                <a:cubicBezTo>
                  <a:pt x="127" y="58"/>
                  <a:pt x="127" y="58"/>
                  <a:pt x="127" y="58"/>
                </a:cubicBezTo>
                <a:cubicBezTo>
                  <a:pt x="150" y="58"/>
                  <a:pt x="150" y="58"/>
                  <a:pt x="150" y="58"/>
                </a:cubicBezTo>
                <a:close/>
                <a:moveTo>
                  <a:pt x="41" y="143"/>
                </a:moveTo>
                <a:cubicBezTo>
                  <a:pt x="31" y="143"/>
                  <a:pt x="31" y="143"/>
                  <a:pt x="31" y="143"/>
                </a:cubicBezTo>
                <a:cubicBezTo>
                  <a:pt x="39" y="131"/>
                  <a:pt x="39" y="131"/>
                  <a:pt x="39" y="131"/>
                </a:cubicBezTo>
                <a:cubicBezTo>
                  <a:pt x="41" y="131"/>
                  <a:pt x="42" y="133"/>
                  <a:pt x="45" y="133"/>
                </a:cubicBezTo>
                <a:lnTo>
                  <a:pt x="41" y="143"/>
                </a:lnTo>
                <a:close/>
                <a:moveTo>
                  <a:pt x="97" y="143"/>
                </a:moveTo>
                <a:cubicBezTo>
                  <a:pt x="92" y="133"/>
                  <a:pt x="92" y="133"/>
                  <a:pt x="92" y="133"/>
                </a:cubicBezTo>
                <a:cubicBezTo>
                  <a:pt x="93" y="133"/>
                  <a:pt x="97" y="131"/>
                  <a:pt x="98" y="131"/>
                </a:cubicBezTo>
                <a:cubicBezTo>
                  <a:pt x="105" y="143"/>
                  <a:pt x="105" y="143"/>
                  <a:pt x="105" y="143"/>
                </a:cubicBezTo>
                <a:cubicBezTo>
                  <a:pt x="97" y="143"/>
                  <a:pt x="97" y="143"/>
                  <a:pt x="97" y="143"/>
                </a:cubicBezTo>
                <a:close/>
                <a:moveTo>
                  <a:pt x="113" y="113"/>
                </a:moveTo>
                <a:cubicBezTo>
                  <a:pt x="108" y="117"/>
                  <a:pt x="103" y="122"/>
                  <a:pt x="98" y="123"/>
                </a:cubicBezTo>
                <a:cubicBezTo>
                  <a:pt x="95" y="126"/>
                  <a:pt x="90" y="128"/>
                  <a:pt x="85" y="128"/>
                </a:cubicBezTo>
                <a:cubicBezTo>
                  <a:pt x="85" y="130"/>
                  <a:pt x="85" y="130"/>
                  <a:pt x="85" y="130"/>
                </a:cubicBezTo>
                <a:cubicBezTo>
                  <a:pt x="81" y="131"/>
                  <a:pt x="74" y="131"/>
                  <a:pt x="68" y="131"/>
                </a:cubicBezTo>
                <a:cubicBezTo>
                  <a:pt x="63" y="131"/>
                  <a:pt x="57" y="131"/>
                  <a:pt x="52" y="130"/>
                </a:cubicBezTo>
                <a:cubicBezTo>
                  <a:pt x="50" y="130"/>
                  <a:pt x="50" y="128"/>
                  <a:pt x="50" y="128"/>
                </a:cubicBezTo>
                <a:cubicBezTo>
                  <a:pt x="47" y="128"/>
                  <a:pt x="42" y="126"/>
                  <a:pt x="39" y="123"/>
                </a:cubicBezTo>
                <a:cubicBezTo>
                  <a:pt x="34" y="122"/>
                  <a:pt x="29" y="117"/>
                  <a:pt x="24" y="113"/>
                </a:cubicBezTo>
                <a:cubicBezTo>
                  <a:pt x="13" y="100"/>
                  <a:pt x="7" y="86"/>
                  <a:pt x="7" y="70"/>
                </a:cubicBezTo>
                <a:cubicBezTo>
                  <a:pt x="7" y="52"/>
                  <a:pt x="13" y="37"/>
                  <a:pt x="24" y="24"/>
                </a:cubicBezTo>
                <a:cubicBezTo>
                  <a:pt x="36" y="13"/>
                  <a:pt x="52" y="6"/>
                  <a:pt x="68" y="6"/>
                </a:cubicBezTo>
                <a:cubicBezTo>
                  <a:pt x="85" y="6"/>
                  <a:pt x="100" y="13"/>
                  <a:pt x="113" y="24"/>
                </a:cubicBezTo>
                <a:cubicBezTo>
                  <a:pt x="119" y="32"/>
                  <a:pt x="126" y="42"/>
                  <a:pt x="129" y="52"/>
                </a:cubicBezTo>
                <a:cubicBezTo>
                  <a:pt x="127" y="52"/>
                  <a:pt x="127" y="52"/>
                  <a:pt x="127" y="52"/>
                </a:cubicBezTo>
                <a:cubicBezTo>
                  <a:pt x="126" y="52"/>
                  <a:pt x="126" y="53"/>
                  <a:pt x="124" y="53"/>
                </a:cubicBezTo>
                <a:cubicBezTo>
                  <a:pt x="116" y="61"/>
                  <a:pt x="116" y="61"/>
                  <a:pt x="116" y="61"/>
                </a:cubicBezTo>
                <a:cubicBezTo>
                  <a:pt x="114" y="57"/>
                  <a:pt x="113" y="50"/>
                  <a:pt x="111" y="45"/>
                </a:cubicBezTo>
                <a:cubicBezTo>
                  <a:pt x="110" y="44"/>
                  <a:pt x="108" y="44"/>
                  <a:pt x="106" y="44"/>
                </a:cubicBezTo>
                <a:cubicBezTo>
                  <a:pt x="105" y="45"/>
                  <a:pt x="105" y="47"/>
                  <a:pt x="105" y="48"/>
                </a:cubicBezTo>
                <a:cubicBezTo>
                  <a:pt x="108" y="53"/>
                  <a:pt x="110" y="60"/>
                  <a:pt x="110" y="66"/>
                </a:cubicBezTo>
                <a:cubicBezTo>
                  <a:pt x="97" y="66"/>
                  <a:pt x="97" y="66"/>
                  <a:pt x="97" y="66"/>
                </a:cubicBezTo>
                <a:cubicBezTo>
                  <a:pt x="95" y="60"/>
                  <a:pt x="93" y="53"/>
                  <a:pt x="89" y="48"/>
                </a:cubicBezTo>
                <a:cubicBezTo>
                  <a:pt x="82" y="44"/>
                  <a:pt x="76" y="40"/>
                  <a:pt x="68" y="40"/>
                </a:cubicBezTo>
                <a:cubicBezTo>
                  <a:pt x="61" y="40"/>
                  <a:pt x="53" y="44"/>
                  <a:pt x="49" y="48"/>
                </a:cubicBezTo>
                <a:cubicBezTo>
                  <a:pt x="44" y="53"/>
                  <a:pt x="41" y="61"/>
                  <a:pt x="41" y="70"/>
                </a:cubicBezTo>
                <a:cubicBezTo>
                  <a:pt x="41" y="76"/>
                  <a:pt x="44" y="84"/>
                  <a:pt x="49" y="89"/>
                </a:cubicBezTo>
                <a:cubicBezTo>
                  <a:pt x="53" y="94"/>
                  <a:pt x="61" y="97"/>
                  <a:pt x="68" y="97"/>
                </a:cubicBezTo>
                <a:cubicBezTo>
                  <a:pt x="76" y="97"/>
                  <a:pt x="82" y="94"/>
                  <a:pt x="89" y="89"/>
                </a:cubicBezTo>
                <a:cubicBezTo>
                  <a:pt x="93" y="84"/>
                  <a:pt x="95" y="78"/>
                  <a:pt x="97" y="71"/>
                </a:cubicBezTo>
                <a:cubicBezTo>
                  <a:pt x="110" y="71"/>
                  <a:pt x="110" y="71"/>
                  <a:pt x="110" y="71"/>
                </a:cubicBezTo>
                <a:cubicBezTo>
                  <a:pt x="110" y="83"/>
                  <a:pt x="105" y="91"/>
                  <a:pt x="98" y="99"/>
                </a:cubicBezTo>
                <a:cubicBezTo>
                  <a:pt x="90" y="107"/>
                  <a:pt x="79" y="112"/>
                  <a:pt x="68" y="112"/>
                </a:cubicBezTo>
                <a:cubicBezTo>
                  <a:pt x="57" y="112"/>
                  <a:pt x="47" y="107"/>
                  <a:pt x="39" y="99"/>
                </a:cubicBezTo>
                <a:cubicBezTo>
                  <a:pt x="31" y="91"/>
                  <a:pt x="26" y="79"/>
                  <a:pt x="26" y="70"/>
                </a:cubicBezTo>
                <a:cubicBezTo>
                  <a:pt x="26" y="58"/>
                  <a:pt x="31" y="47"/>
                  <a:pt x="39" y="39"/>
                </a:cubicBezTo>
                <a:cubicBezTo>
                  <a:pt x="52" y="26"/>
                  <a:pt x="73" y="23"/>
                  <a:pt x="89" y="32"/>
                </a:cubicBezTo>
                <a:cubicBezTo>
                  <a:pt x="90" y="32"/>
                  <a:pt x="92" y="32"/>
                  <a:pt x="93" y="31"/>
                </a:cubicBezTo>
                <a:cubicBezTo>
                  <a:pt x="93" y="29"/>
                  <a:pt x="93" y="27"/>
                  <a:pt x="92" y="26"/>
                </a:cubicBezTo>
                <a:cubicBezTo>
                  <a:pt x="82" y="21"/>
                  <a:pt x="73" y="19"/>
                  <a:pt x="61" y="21"/>
                </a:cubicBezTo>
                <a:cubicBezTo>
                  <a:pt x="52" y="23"/>
                  <a:pt x="42" y="27"/>
                  <a:pt x="34" y="34"/>
                </a:cubicBezTo>
                <a:cubicBezTo>
                  <a:pt x="24" y="44"/>
                  <a:pt x="20" y="57"/>
                  <a:pt x="20" y="70"/>
                </a:cubicBezTo>
                <a:cubicBezTo>
                  <a:pt x="20" y="83"/>
                  <a:pt x="24" y="94"/>
                  <a:pt x="34" y="104"/>
                </a:cubicBezTo>
                <a:cubicBezTo>
                  <a:pt x="44" y="112"/>
                  <a:pt x="55" y="118"/>
                  <a:pt x="68" y="118"/>
                </a:cubicBezTo>
                <a:cubicBezTo>
                  <a:pt x="81" y="118"/>
                  <a:pt x="93" y="112"/>
                  <a:pt x="103" y="104"/>
                </a:cubicBezTo>
                <a:cubicBezTo>
                  <a:pt x="110" y="96"/>
                  <a:pt x="114" y="86"/>
                  <a:pt x="116" y="76"/>
                </a:cubicBezTo>
                <a:cubicBezTo>
                  <a:pt x="124" y="84"/>
                  <a:pt x="124" y="84"/>
                  <a:pt x="124" y="84"/>
                </a:cubicBezTo>
                <a:cubicBezTo>
                  <a:pt x="126" y="84"/>
                  <a:pt x="126" y="86"/>
                  <a:pt x="127" y="86"/>
                </a:cubicBezTo>
                <a:cubicBezTo>
                  <a:pt x="129" y="86"/>
                  <a:pt x="129" y="86"/>
                  <a:pt x="129" y="86"/>
                </a:cubicBezTo>
                <a:cubicBezTo>
                  <a:pt x="126" y="96"/>
                  <a:pt x="119" y="105"/>
                  <a:pt x="113" y="113"/>
                </a:cubicBezTo>
                <a:close/>
                <a:moveTo>
                  <a:pt x="74" y="61"/>
                </a:moveTo>
                <a:cubicBezTo>
                  <a:pt x="66" y="66"/>
                  <a:pt x="66" y="66"/>
                  <a:pt x="66" y="66"/>
                </a:cubicBezTo>
                <a:cubicBezTo>
                  <a:pt x="66" y="66"/>
                  <a:pt x="65" y="68"/>
                  <a:pt x="65" y="70"/>
                </a:cubicBezTo>
                <a:cubicBezTo>
                  <a:pt x="66" y="71"/>
                  <a:pt x="66" y="71"/>
                  <a:pt x="66" y="71"/>
                </a:cubicBezTo>
                <a:cubicBezTo>
                  <a:pt x="74" y="76"/>
                  <a:pt x="74" y="76"/>
                  <a:pt x="74" y="76"/>
                </a:cubicBezTo>
                <a:cubicBezTo>
                  <a:pt x="76" y="76"/>
                  <a:pt x="76" y="76"/>
                  <a:pt x="76" y="76"/>
                </a:cubicBezTo>
                <a:cubicBezTo>
                  <a:pt x="77" y="76"/>
                  <a:pt x="77" y="76"/>
                  <a:pt x="79" y="74"/>
                </a:cubicBezTo>
                <a:cubicBezTo>
                  <a:pt x="79" y="74"/>
                  <a:pt x="79" y="73"/>
                  <a:pt x="79" y="71"/>
                </a:cubicBezTo>
                <a:cubicBezTo>
                  <a:pt x="90" y="71"/>
                  <a:pt x="90" y="71"/>
                  <a:pt x="90" y="71"/>
                </a:cubicBezTo>
                <a:cubicBezTo>
                  <a:pt x="89" y="76"/>
                  <a:pt x="87" y="81"/>
                  <a:pt x="84" y="84"/>
                </a:cubicBezTo>
                <a:cubicBezTo>
                  <a:pt x="79" y="89"/>
                  <a:pt x="74" y="91"/>
                  <a:pt x="68" y="91"/>
                </a:cubicBezTo>
                <a:cubicBezTo>
                  <a:pt x="63" y="91"/>
                  <a:pt x="57" y="89"/>
                  <a:pt x="53" y="84"/>
                </a:cubicBezTo>
                <a:cubicBezTo>
                  <a:pt x="49" y="81"/>
                  <a:pt x="47" y="74"/>
                  <a:pt x="47" y="70"/>
                </a:cubicBezTo>
                <a:cubicBezTo>
                  <a:pt x="47" y="63"/>
                  <a:pt x="49" y="57"/>
                  <a:pt x="53" y="53"/>
                </a:cubicBezTo>
                <a:cubicBezTo>
                  <a:pt x="57" y="48"/>
                  <a:pt x="63" y="47"/>
                  <a:pt x="68" y="47"/>
                </a:cubicBezTo>
                <a:cubicBezTo>
                  <a:pt x="74" y="47"/>
                  <a:pt x="79" y="48"/>
                  <a:pt x="84" y="53"/>
                </a:cubicBezTo>
                <a:cubicBezTo>
                  <a:pt x="87" y="57"/>
                  <a:pt x="89" y="61"/>
                  <a:pt x="90" y="66"/>
                </a:cubicBezTo>
                <a:cubicBezTo>
                  <a:pt x="79" y="66"/>
                  <a:pt x="79" y="66"/>
                  <a:pt x="79" y="66"/>
                </a:cubicBezTo>
                <a:cubicBezTo>
                  <a:pt x="79" y="65"/>
                  <a:pt x="79" y="63"/>
                  <a:pt x="79" y="63"/>
                </a:cubicBezTo>
                <a:cubicBezTo>
                  <a:pt x="77" y="61"/>
                  <a:pt x="76" y="61"/>
                  <a:pt x="74" y="61"/>
                </a:cubicBezTo>
                <a:close/>
                <a:moveTo>
                  <a:pt x="127" y="79"/>
                </a:moveTo>
                <a:cubicBezTo>
                  <a:pt x="121" y="71"/>
                  <a:pt x="121" y="71"/>
                  <a:pt x="121" y="71"/>
                </a:cubicBezTo>
                <a:cubicBezTo>
                  <a:pt x="143" y="71"/>
                  <a:pt x="143" y="71"/>
                  <a:pt x="143" y="71"/>
                </a:cubicBezTo>
                <a:cubicBezTo>
                  <a:pt x="150" y="79"/>
                  <a:pt x="150" y="79"/>
                  <a:pt x="150" y="79"/>
                </a:cubicBezTo>
                <a:lnTo>
                  <a:pt x="127" y="7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112BF0DC-2D09-4B0F-8C59-153F312157A7}"/>
              </a:ext>
            </a:extLst>
          </p:cNvPr>
          <p:cNvSpPr/>
          <p:nvPr/>
        </p:nvSpPr>
        <p:spPr>
          <a:xfrm>
            <a:off x="4472328" y="4050209"/>
            <a:ext cx="518601" cy="518601"/>
          </a:xfrm>
          <a:prstGeom prst="ellipse">
            <a:avLst/>
          </a:prstGeom>
          <a:solidFill>
            <a:schemeClr val="accent2"/>
          </a:solidFill>
          <a:ln w="38100">
            <a:noFill/>
          </a:ln>
          <a:effectLst>
            <a:outerShdw dist="165100" sx="1000" sy="1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Freeform 89">
            <a:extLst>
              <a:ext uri="{FF2B5EF4-FFF2-40B4-BE49-F238E27FC236}">
                <a16:creationId xmlns:a16="http://schemas.microsoft.com/office/drawing/2014/main" id="{274F3DBA-8A1C-41A6-91D5-2CF5506E8076}"/>
              </a:ext>
            </a:extLst>
          </p:cNvPr>
          <p:cNvSpPr>
            <a:spLocks noEditPoints="1"/>
          </p:cNvSpPr>
          <p:nvPr/>
        </p:nvSpPr>
        <p:spPr bwMode="auto">
          <a:xfrm>
            <a:off x="4623307" y="4157480"/>
            <a:ext cx="216642" cy="304058"/>
          </a:xfrm>
          <a:custGeom>
            <a:avLst/>
            <a:gdLst>
              <a:gd name="T0" fmla="*/ 29 w 114"/>
              <a:gd name="T1" fmla="*/ 84 h 160"/>
              <a:gd name="T2" fmla="*/ 15 w 114"/>
              <a:gd name="T3" fmla="*/ 82 h 160"/>
              <a:gd name="T4" fmla="*/ 52 w 114"/>
              <a:gd name="T5" fmla="*/ 7 h 160"/>
              <a:gd name="T6" fmla="*/ 52 w 114"/>
              <a:gd name="T7" fmla="*/ 0 h 160"/>
              <a:gd name="T8" fmla="*/ 10 w 114"/>
              <a:gd name="T9" fmla="*/ 85 h 160"/>
              <a:gd name="T10" fmla="*/ 20 w 114"/>
              <a:gd name="T11" fmla="*/ 104 h 160"/>
              <a:gd name="T12" fmla="*/ 17 w 114"/>
              <a:gd name="T13" fmla="*/ 88 h 160"/>
              <a:gd name="T14" fmla="*/ 25 w 114"/>
              <a:gd name="T15" fmla="*/ 88 h 160"/>
              <a:gd name="T16" fmla="*/ 17 w 114"/>
              <a:gd name="T17" fmla="*/ 96 h 160"/>
              <a:gd name="T18" fmla="*/ 103 w 114"/>
              <a:gd name="T19" fmla="*/ 108 h 160"/>
              <a:gd name="T20" fmla="*/ 87 w 114"/>
              <a:gd name="T21" fmla="*/ 101 h 160"/>
              <a:gd name="T22" fmla="*/ 75 w 114"/>
              <a:gd name="T23" fmla="*/ 104 h 160"/>
              <a:gd name="T24" fmla="*/ 107 w 114"/>
              <a:gd name="T25" fmla="*/ 55 h 160"/>
              <a:gd name="T26" fmla="*/ 96 w 114"/>
              <a:gd name="T27" fmla="*/ 9 h 160"/>
              <a:gd name="T28" fmla="*/ 80 w 114"/>
              <a:gd name="T29" fmla="*/ 24 h 160"/>
              <a:gd name="T30" fmla="*/ 93 w 114"/>
              <a:gd name="T31" fmla="*/ 28 h 160"/>
              <a:gd name="T32" fmla="*/ 64 w 114"/>
              <a:gd name="T33" fmla="*/ 101 h 160"/>
              <a:gd name="T34" fmla="*/ 85 w 114"/>
              <a:gd name="T35" fmla="*/ 55 h 160"/>
              <a:gd name="T36" fmla="*/ 23 w 114"/>
              <a:gd name="T37" fmla="*/ 55 h 160"/>
              <a:gd name="T38" fmla="*/ 44 w 114"/>
              <a:gd name="T39" fmla="*/ 84 h 160"/>
              <a:gd name="T40" fmla="*/ 39 w 114"/>
              <a:gd name="T41" fmla="*/ 124 h 160"/>
              <a:gd name="T42" fmla="*/ 18 w 114"/>
              <a:gd name="T43" fmla="*/ 135 h 160"/>
              <a:gd name="T44" fmla="*/ 32 w 114"/>
              <a:gd name="T45" fmla="*/ 160 h 160"/>
              <a:gd name="T46" fmla="*/ 36 w 114"/>
              <a:gd name="T47" fmla="*/ 156 h 160"/>
              <a:gd name="T48" fmla="*/ 26 w 114"/>
              <a:gd name="T49" fmla="*/ 125 h 160"/>
              <a:gd name="T50" fmla="*/ 44 w 114"/>
              <a:gd name="T51" fmla="*/ 143 h 160"/>
              <a:gd name="T52" fmla="*/ 48 w 114"/>
              <a:gd name="T53" fmla="*/ 141 h 160"/>
              <a:gd name="T54" fmla="*/ 55 w 114"/>
              <a:gd name="T55" fmla="*/ 64 h 160"/>
              <a:gd name="T56" fmla="*/ 60 w 114"/>
              <a:gd name="T57" fmla="*/ 82 h 160"/>
              <a:gd name="T58" fmla="*/ 63 w 114"/>
              <a:gd name="T59" fmla="*/ 132 h 160"/>
              <a:gd name="T60" fmla="*/ 64 w 114"/>
              <a:gd name="T61" fmla="*/ 112 h 160"/>
              <a:gd name="T62" fmla="*/ 75 w 114"/>
              <a:gd name="T63" fmla="*/ 112 h 160"/>
              <a:gd name="T64" fmla="*/ 79 w 114"/>
              <a:gd name="T65" fmla="*/ 133 h 160"/>
              <a:gd name="T66" fmla="*/ 82 w 114"/>
              <a:gd name="T67" fmla="*/ 112 h 160"/>
              <a:gd name="T68" fmla="*/ 91 w 114"/>
              <a:gd name="T69" fmla="*/ 112 h 160"/>
              <a:gd name="T70" fmla="*/ 95 w 114"/>
              <a:gd name="T71" fmla="*/ 133 h 160"/>
              <a:gd name="T72" fmla="*/ 98 w 114"/>
              <a:gd name="T73" fmla="*/ 119 h 160"/>
              <a:gd name="T74" fmla="*/ 107 w 114"/>
              <a:gd name="T75" fmla="*/ 119 h 160"/>
              <a:gd name="T76" fmla="*/ 111 w 114"/>
              <a:gd name="T77" fmla="*/ 160 h 160"/>
              <a:gd name="T78" fmla="*/ 114 w 114"/>
              <a:gd name="T79" fmla="*/ 119 h 160"/>
              <a:gd name="T80" fmla="*/ 91 w 114"/>
              <a:gd name="T81" fmla="*/ 20 h 160"/>
              <a:gd name="T82" fmla="*/ 83 w 114"/>
              <a:gd name="T83" fmla="*/ 13 h 160"/>
              <a:gd name="T84" fmla="*/ 91 w 114"/>
              <a:gd name="T85" fmla="*/ 13 h 160"/>
              <a:gd name="T86" fmla="*/ 60 w 114"/>
              <a:gd name="T87" fmla="*/ 60 h 160"/>
              <a:gd name="T88" fmla="*/ 48 w 114"/>
              <a:gd name="T89" fmla="*/ 60 h 160"/>
              <a:gd name="T90" fmla="*/ 55 w 114"/>
              <a:gd name="T91" fmla="*/ 47 h 160"/>
              <a:gd name="T92" fmla="*/ 60 w 114"/>
              <a:gd name="T93" fmla="*/ 60 h 160"/>
              <a:gd name="T94" fmla="*/ 40 w 114"/>
              <a:gd name="T95" fmla="*/ 55 h 160"/>
              <a:gd name="T96" fmla="*/ 44 w 114"/>
              <a:gd name="T97" fmla="*/ 69 h 160"/>
              <a:gd name="T98" fmla="*/ 29 w 114"/>
              <a:gd name="T99" fmla="*/ 55 h 160"/>
              <a:gd name="T100" fmla="*/ 80 w 114"/>
              <a:gd name="T101" fmla="*/ 55 h 160"/>
              <a:gd name="T102" fmla="*/ 64 w 114"/>
              <a:gd name="T103" fmla="*/ 69 h 160"/>
              <a:gd name="T104" fmla="*/ 69 w 114"/>
              <a:gd name="T105" fmla="*/ 55 h 160"/>
              <a:gd name="T106" fmla="*/ 67 w 114"/>
              <a:gd name="T107" fmla="*/ 7 h 160"/>
              <a:gd name="T108" fmla="*/ 67 w 114"/>
              <a:gd name="T109" fmla="*/ 3 h 160"/>
              <a:gd name="T110" fmla="*/ 63 w 114"/>
              <a:gd name="T111" fmla="*/ 3 h 160"/>
              <a:gd name="T112" fmla="*/ 63 w 114"/>
              <a:gd name="T113" fmla="*/ 7 h 160"/>
              <a:gd name="T114" fmla="*/ 67 w 114"/>
              <a:gd name="T115" fmla="*/ 7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14" h="160">
                <a:moveTo>
                  <a:pt x="29" y="101"/>
                </a:moveTo>
                <a:cubicBezTo>
                  <a:pt x="33" y="96"/>
                  <a:pt x="33" y="88"/>
                  <a:pt x="29" y="84"/>
                </a:cubicBezTo>
                <a:cubicBezTo>
                  <a:pt x="26" y="82"/>
                  <a:pt x="23" y="80"/>
                  <a:pt x="20" y="80"/>
                </a:cubicBezTo>
                <a:cubicBezTo>
                  <a:pt x="18" y="80"/>
                  <a:pt x="17" y="80"/>
                  <a:pt x="15" y="82"/>
                </a:cubicBezTo>
                <a:cubicBezTo>
                  <a:pt x="10" y="74"/>
                  <a:pt x="7" y="64"/>
                  <a:pt x="7" y="55"/>
                </a:cubicBezTo>
                <a:cubicBezTo>
                  <a:pt x="7" y="29"/>
                  <a:pt x="26" y="8"/>
                  <a:pt x="52" y="7"/>
                </a:cubicBezTo>
                <a:cubicBezTo>
                  <a:pt x="54" y="7"/>
                  <a:pt x="55" y="5"/>
                  <a:pt x="55" y="4"/>
                </a:cubicBezTo>
                <a:cubicBezTo>
                  <a:pt x="55" y="2"/>
                  <a:pt x="54" y="0"/>
                  <a:pt x="52" y="0"/>
                </a:cubicBezTo>
                <a:cubicBezTo>
                  <a:pt x="23" y="2"/>
                  <a:pt x="0" y="26"/>
                  <a:pt x="0" y="55"/>
                </a:cubicBezTo>
                <a:cubicBezTo>
                  <a:pt x="0" y="66"/>
                  <a:pt x="4" y="77"/>
                  <a:pt x="10" y="85"/>
                </a:cubicBezTo>
                <a:cubicBezTo>
                  <a:pt x="7" y="90"/>
                  <a:pt x="8" y="96"/>
                  <a:pt x="12" y="101"/>
                </a:cubicBezTo>
                <a:cubicBezTo>
                  <a:pt x="13" y="103"/>
                  <a:pt x="17" y="104"/>
                  <a:pt x="20" y="104"/>
                </a:cubicBezTo>
                <a:cubicBezTo>
                  <a:pt x="23" y="104"/>
                  <a:pt x="26" y="103"/>
                  <a:pt x="29" y="101"/>
                </a:cubicBezTo>
                <a:close/>
                <a:moveTo>
                  <a:pt x="17" y="88"/>
                </a:moveTo>
                <a:cubicBezTo>
                  <a:pt x="17" y="87"/>
                  <a:pt x="18" y="87"/>
                  <a:pt x="20" y="87"/>
                </a:cubicBezTo>
                <a:cubicBezTo>
                  <a:pt x="21" y="87"/>
                  <a:pt x="23" y="87"/>
                  <a:pt x="25" y="88"/>
                </a:cubicBezTo>
                <a:cubicBezTo>
                  <a:pt x="26" y="90"/>
                  <a:pt x="26" y="95"/>
                  <a:pt x="25" y="96"/>
                </a:cubicBezTo>
                <a:cubicBezTo>
                  <a:pt x="21" y="98"/>
                  <a:pt x="18" y="98"/>
                  <a:pt x="17" y="96"/>
                </a:cubicBezTo>
                <a:cubicBezTo>
                  <a:pt x="13" y="95"/>
                  <a:pt x="13" y="90"/>
                  <a:pt x="17" y="88"/>
                </a:cubicBezTo>
                <a:close/>
                <a:moveTo>
                  <a:pt x="103" y="108"/>
                </a:moveTo>
                <a:cubicBezTo>
                  <a:pt x="99" y="108"/>
                  <a:pt x="98" y="109"/>
                  <a:pt x="96" y="109"/>
                </a:cubicBezTo>
                <a:cubicBezTo>
                  <a:pt x="95" y="106"/>
                  <a:pt x="91" y="101"/>
                  <a:pt x="87" y="101"/>
                </a:cubicBezTo>
                <a:cubicBezTo>
                  <a:pt x="83" y="101"/>
                  <a:pt x="80" y="103"/>
                  <a:pt x="79" y="106"/>
                </a:cubicBezTo>
                <a:cubicBezTo>
                  <a:pt x="77" y="104"/>
                  <a:pt x="77" y="104"/>
                  <a:pt x="75" y="104"/>
                </a:cubicBezTo>
                <a:cubicBezTo>
                  <a:pt x="83" y="101"/>
                  <a:pt x="90" y="96"/>
                  <a:pt x="95" y="90"/>
                </a:cubicBezTo>
                <a:cubicBezTo>
                  <a:pt x="104" y="80"/>
                  <a:pt x="107" y="68"/>
                  <a:pt x="107" y="55"/>
                </a:cubicBezTo>
                <a:cubicBezTo>
                  <a:pt x="107" y="44"/>
                  <a:pt x="104" y="32"/>
                  <a:pt x="98" y="23"/>
                </a:cubicBezTo>
                <a:cubicBezTo>
                  <a:pt x="101" y="18"/>
                  <a:pt x="101" y="12"/>
                  <a:pt x="96" y="9"/>
                </a:cubicBezTo>
                <a:cubicBezTo>
                  <a:pt x="91" y="4"/>
                  <a:pt x="85" y="4"/>
                  <a:pt x="80" y="9"/>
                </a:cubicBezTo>
                <a:cubicBezTo>
                  <a:pt x="75" y="13"/>
                  <a:pt x="75" y="20"/>
                  <a:pt x="80" y="24"/>
                </a:cubicBezTo>
                <a:cubicBezTo>
                  <a:pt x="82" y="28"/>
                  <a:pt x="85" y="28"/>
                  <a:pt x="88" y="28"/>
                </a:cubicBezTo>
                <a:cubicBezTo>
                  <a:pt x="93" y="28"/>
                  <a:pt x="93" y="28"/>
                  <a:pt x="93" y="28"/>
                </a:cubicBezTo>
                <a:cubicBezTo>
                  <a:pt x="99" y="36"/>
                  <a:pt x="103" y="45"/>
                  <a:pt x="103" y="55"/>
                </a:cubicBezTo>
                <a:cubicBezTo>
                  <a:pt x="103" y="77"/>
                  <a:pt x="87" y="96"/>
                  <a:pt x="64" y="101"/>
                </a:cubicBezTo>
                <a:cubicBezTo>
                  <a:pt x="64" y="84"/>
                  <a:pt x="64" y="84"/>
                  <a:pt x="64" y="84"/>
                </a:cubicBezTo>
                <a:cubicBezTo>
                  <a:pt x="77" y="80"/>
                  <a:pt x="85" y="68"/>
                  <a:pt x="85" y="55"/>
                </a:cubicBezTo>
                <a:cubicBezTo>
                  <a:pt x="85" y="37"/>
                  <a:pt x="72" y="23"/>
                  <a:pt x="55" y="23"/>
                </a:cubicBezTo>
                <a:cubicBezTo>
                  <a:pt x="37" y="23"/>
                  <a:pt x="23" y="37"/>
                  <a:pt x="23" y="55"/>
                </a:cubicBezTo>
                <a:cubicBezTo>
                  <a:pt x="23" y="61"/>
                  <a:pt x="24" y="68"/>
                  <a:pt x="29" y="74"/>
                </a:cubicBezTo>
                <a:cubicBezTo>
                  <a:pt x="32" y="79"/>
                  <a:pt x="37" y="82"/>
                  <a:pt x="44" y="84"/>
                </a:cubicBezTo>
                <a:cubicBezTo>
                  <a:pt x="44" y="130"/>
                  <a:pt x="44" y="130"/>
                  <a:pt x="44" y="130"/>
                </a:cubicBezTo>
                <a:cubicBezTo>
                  <a:pt x="39" y="124"/>
                  <a:pt x="39" y="124"/>
                  <a:pt x="39" y="124"/>
                </a:cubicBezTo>
                <a:cubicBezTo>
                  <a:pt x="36" y="119"/>
                  <a:pt x="29" y="117"/>
                  <a:pt x="23" y="119"/>
                </a:cubicBezTo>
                <a:cubicBezTo>
                  <a:pt x="18" y="122"/>
                  <a:pt x="16" y="130"/>
                  <a:pt x="18" y="135"/>
                </a:cubicBezTo>
                <a:cubicBezTo>
                  <a:pt x="31" y="159"/>
                  <a:pt x="31" y="159"/>
                  <a:pt x="31" y="159"/>
                </a:cubicBezTo>
                <a:cubicBezTo>
                  <a:pt x="32" y="160"/>
                  <a:pt x="32" y="160"/>
                  <a:pt x="32" y="160"/>
                </a:cubicBezTo>
                <a:cubicBezTo>
                  <a:pt x="34" y="160"/>
                  <a:pt x="34" y="160"/>
                  <a:pt x="34" y="159"/>
                </a:cubicBezTo>
                <a:cubicBezTo>
                  <a:pt x="36" y="159"/>
                  <a:pt x="37" y="157"/>
                  <a:pt x="36" y="156"/>
                </a:cubicBezTo>
                <a:cubicBezTo>
                  <a:pt x="24" y="132"/>
                  <a:pt x="24" y="132"/>
                  <a:pt x="24" y="132"/>
                </a:cubicBezTo>
                <a:cubicBezTo>
                  <a:pt x="23" y="130"/>
                  <a:pt x="24" y="127"/>
                  <a:pt x="26" y="125"/>
                </a:cubicBezTo>
                <a:cubicBezTo>
                  <a:pt x="29" y="124"/>
                  <a:pt x="32" y="124"/>
                  <a:pt x="34" y="127"/>
                </a:cubicBezTo>
                <a:cubicBezTo>
                  <a:pt x="44" y="143"/>
                  <a:pt x="44" y="143"/>
                  <a:pt x="44" y="143"/>
                </a:cubicBezTo>
                <a:cubicBezTo>
                  <a:pt x="44" y="144"/>
                  <a:pt x="45" y="144"/>
                  <a:pt x="47" y="144"/>
                </a:cubicBezTo>
                <a:cubicBezTo>
                  <a:pt x="48" y="144"/>
                  <a:pt x="48" y="143"/>
                  <a:pt x="48" y="141"/>
                </a:cubicBezTo>
                <a:cubicBezTo>
                  <a:pt x="48" y="69"/>
                  <a:pt x="48" y="69"/>
                  <a:pt x="48" y="69"/>
                </a:cubicBezTo>
                <a:cubicBezTo>
                  <a:pt x="48" y="68"/>
                  <a:pt x="52" y="64"/>
                  <a:pt x="55" y="64"/>
                </a:cubicBezTo>
                <a:cubicBezTo>
                  <a:pt x="56" y="64"/>
                  <a:pt x="60" y="68"/>
                  <a:pt x="60" y="69"/>
                </a:cubicBezTo>
                <a:cubicBezTo>
                  <a:pt x="60" y="82"/>
                  <a:pt x="60" y="82"/>
                  <a:pt x="60" y="82"/>
                </a:cubicBezTo>
                <a:cubicBezTo>
                  <a:pt x="60" y="128"/>
                  <a:pt x="60" y="128"/>
                  <a:pt x="60" y="128"/>
                </a:cubicBezTo>
                <a:cubicBezTo>
                  <a:pt x="60" y="130"/>
                  <a:pt x="60" y="132"/>
                  <a:pt x="63" y="132"/>
                </a:cubicBezTo>
                <a:cubicBezTo>
                  <a:pt x="64" y="132"/>
                  <a:pt x="64" y="130"/>
                  <a:pt x="64" y="128"/>
                </a:cubicBezTo>
                <a:cubicBezTo>
                  <a:pt x="64" y="112"/>
                  <a:pt x="64" y="112"/>
                  <a:pt x="64" y="112"/>
                </a:cubicBezTo>
                <a:cubicBezTo>
                  <a:pt x="64" y="111"/>
                  <a:pt x="67" y="108"/>
                  <a:pt x="71" y="108"/>
                </a:cubicBezTo>
                <a:cubicBezTo>
                  <a:pt x="72" y="108"/>
                  <a:pt x="75" y="111"/>
                  <a:pt x="75" y="112"/>
                </a:cubicBezTo>
                <a:cubicBezTo>
                  <a:pt x="75" y="130"/>
                  <a:pt x="75" y="130"/>
                  <a:pt x="75" y="130"/>
                </a:cubicBezTo>
                <a:cubicBezTo>
                  <a:pt x="75" y="132"/>
                  <a:pt x="75" y="133"/>
                  <a:pt x="79" y="133"/>
                </a:cubicBezTo>
                <a:cubicBezTo>
                  <a:pt x="80" y="133"/>
                  <a:pt x="82" y="132"/>
                  <a:pt x="82" y="130"/>
                </a:cubicBezTo>
                <a:cubicBezTo>
                  <a:pt x="82" y="112"/>
                  <a:pt x="82" y="112"/>
                  <a:pt x="82" y="112"/>
                </a:cubicBezTo>
                <a:cubicBezTo>
                  <a:pt x="82" y="111"/>
                  <a:pt x="83" y="108"/>
                  <a:pt x="87" y="108"/>
                </a:cubicBezTo>
                <a:cubicBezTo>
                  <a:pt x="88" y="108"/>
                  <a:pt x="91" y="111"/>
                  <a:pt x="91" y="112"/>
                </a:cubicBezTo>
                <a:cubicBezTo>
                  <a:pt x="91" y="130"/>
                  <a:pt x="91" y="130"/>
                  <a:pt x="91" y="130"/>
                </a:cubicBezTo>
                <a:cubicBezTo>
                  <a:pt x="91" y="132"/>
                  <a:pt x="93" y="133"/>
                  <a:pt x="95" y="133"/>
                </a:cubicBezTo>
                <a:cubicBezTo>
                  <a:pt x="96" y="133"/>
                  <a:pt x="98" y="132"/>
                  <a:pt x="98" y="130"/>
                </a:cubicBezTo>
                <a:cubicBezTo>
                  <a:pt x="98" y="119"/>
                  <a:pt x="98" y="119"/>
                  <a:pt x="98" y="119"/>
                </a:cubicBezTo>
                <a:cubicBezTo>
                  <a:pt x="98" y="117"/>
                  <a:pt x="99" y="114"/>
                  <a:pt x="103" y="114"/>
                </a:cubicBezTo>
                <a:cubicBezTo>
                  <a:pt x="104" y="114"/>
                  <a:pt x="107" y="117"/>
                  <a:pt x="107" y="119"/>
                </a:cubicBezTo>
                <a:cubicBezTo>
                  <a:pt x="107" y="157"/>
                  <a:pt x="107" y="157"/>
                  <a:pt x="107" y="157"/>
                </a:cubicBezTo>
                <a:cubicBezTo>
                  <a:pt x="107" y="159"/>
                  <a:pt x="109" y="160"/>
                  <a:pt x="111" y="160"/>
                </a:cubicBezTo>
                <a:cubicBezTo>
                  <a:pt x="112" y="160"/>
                  <a:pt x="114" y="159"/>
                  <a:pt x="114" y="157"/>
                </a:cubicBezTo>
                <a:cubicBezTo>
                  <a:pt x="114" y="119"/>
                  <a:pt x="114" y="119"/>
                  <a:pt x="114" y="119"/>
                </a:cubicBezTo>
                <a:cubicBezTo>
                  <a:pt x="114" y="114"/>
                  <a:pt x="107" y="108"/>
                  <a:pt x="103" y="108"/>
                </a:cubicBezTo>
                <a:close/>
                <a:moveTo>
                  <a:pt x="91" y="20"/>
                </a:moveTo>
                <a:cubicBezTo>
                  <a:pt x="90" y="23"/>
                  <a:pt x="87" y="23"/>
                  <a:pt x="83" y="20"/>
                </a:cubicBezTo>
                <a:cubicBezTo>
                  <a:pt x="82" y="18"/>
                  <a:pt x="82" y="15"/>
                  <a:pt x="83" y="13"/>
                </a:cubicBezTo>
                <a:cubicBezTo>
                  <a:pt x="85" y="12"/>
                  <a:pt x="87" y="10"/>
                  <a:pt x="88" y="10"/>
                </a:cubicBezTo>
                <a:cubicBezTo>
                  <a:pt x="90" y="10"/>
                  <a:pt x="91" y="12"/>
                  <a:pt x="91" y="13"/>
                </a:cubicBezTo>
                <a:cubicBezTo>
                  <a:pt x="95" y="15"/>
                  <a:pt x="95" y="18"/>
                  <a:pt x="91" y="20"/>
                </a:cubicBezTo>
                <a:close/>
                <a:moveTo>
                  <a:pt x="60" y="60"/>
                </a:moveTo>
                <a:cubicBezTo>
                  <a:pt x="58" y="60"/>
                  <a:pt x="56" y="58"/>
                  <a:pt x="55" y="58"/>
                </a:cubicBezTo>
                <a:cubicBezTo>
                  <a:pt x="52" y="58"/>
                  <a:pt x="50" y="60"/>
                  <a:pt x="48" y="60"/>
                </a:cubicBezTo>
                <a:cubicBezTo>
                  <a:pt x="47" y="58"/>
                  <a:pt x="47" y="56"/>
                  <a:pt x="47" y="55"/>
                </a:cubicBezTo>
                <a:cubicBezTo>
                  <a:pt x="47" y="50"/>
                  <a:pt x="50" y="47"/>
                  <a:pt x="55" y="47"/>
                </a:cubicBezTo>
                <a:cubicBezTo>
                  <a:pt x="58" y="47"/>
                  <a:pt x="63" y="50"/>
                  <a:pt x="63" y="55"/>
                </a:cubicBezTo>
                <a:cubicBezTo>
                  <a:pt x="63" y="56"/>
                  <a:pt x="61" y="58"/>
                  <a:pt x="60" y="60"/>
                </a:cubicBezTo>
                <a:close/>
                <a:moveTo>
                  <a:pt x="55" y="40"/>
                </a:moveTo>
                <a:cubicBezTo>
                  <a:pt x="47" y="40"/>
                  <a:pt x="40" y="47"/>
                  <a:pt x="40" y="55"/>
                </a:cubicBezTo>
                <a:cubicBezTo>
                  <a:pt x="40" y="58"/>
                  <a:pt x="42" y="61"/>
                  <a:pt x="44" y="64"/>
                </a:cubicBezTo>
                <a:cubicBezTo>
                  <a:pt x="44" y="69"/>
                  <a:pt x="44" y="69"/>
                  <a:pt x="44" y="69"/>
                </a:cubicBezTo>
                <a:cubicBezTo>
                  <a:pt x="44" y="77"/>
                  <a:pt x="44" y="77"/>
                  <a:pt x="44" y="77"/>
                </a:cubicBezTo>
                <a:cubicBezTo>
                  <a:pt x="34" y="72"/>
                  <a:pt x="29" y="64"/>
                  <a:pt x="29" y="55"/>
                </a:cubicBezTo>
                <a:cubicBezTo>
                  <a:pt x="29" y="40"/>
                  <a:pt x="40" y="29"/>
                  <a:pt x="55" y="29"/>
                </a:cubicBezTo>
                <a:cubicBezTo>
                  <a:pt x="67" y="29"/>
                  <a:pt x="80" y="40"/>
                  <a:pt x="80" y="55"/>
                </a:cubicBezTo>
                <a:cubicBezTo>
                  <a:pt x="80" y="64"/>
                  <a:pt x="74" y="74"/>
                  <a:pt x="64" y="77"/>
                </a:cubicBezTo>
                <a:cubicBezTo>
                  <a:pt x="64" y="69"/>
                  <a:pt x="64" y="69"/>
                  <a:pt x="64" y="69"/>
                </a:cubicBezTo>
                <a:cubicBezTo>
                  <a:pt x="64" y="64"/>
                  <a:pt x="64" y="64"/>
                  <a:pt x="64" y="64"/>
                </a:cubicBezTo>
                <a:cubicBezTo>
                  <a:pt x="66" y="63"/>
                  <a:pt x="69" y="58"/>
                  <a:pt x="69" y="55"/>
                </a:cubicBezTo>
                <a:cubicBezTo>
                  <a:pt x="69" y="47"/>
                  <a:pt x="63" y="40"/>
                  <a:pt x="55" y="40"/>
                </a:cubicBezTo>
                <a:close/>
                <a:moveTo>
                  <a:pt x="67" y="7"/>
                </a:moveTo>
                <a:cubicBezTo>
                  <a:pt x="67" y="6"/>
                  <a:pt x="67" y="6"/>
                  <a:pt x="67" y="6"/>
                </a:cubicBezTo>
                <a:cubicBezTo>
                  <a:pt x="67" y="4"/>
                  <a:pt x="67" y="4"/>
                  <a:pt x="67" y="3"/>
                </a:cubicBezTo>
                <a:cubicBezTo>
                  <a:pt x="67" y="3"/>
                  <a:pt x="66" y="3"/>
                  <a:pt x="64" y="3"/>
                </a:cubicBezTo>
                <a:cubicBezTo>
                  <a:pt x="63" y="3"/>
                  <a:pt x="63" y="3"/>
                  <a:pt x="63" y="3"/>
                </a:cubicBezTo>
                <a:cubicBezTo>
                  <a:pt x="63" y="4"/>
                  <a:pt x="63" y="4"/>
                  <a:pt x="63" y="6"/>
                </a:cubicBezTo>
                <a:cubicBezTo>
                  <a:pt x="63" y="7"/>
                  <a:pt x="63" y="7"/>
                  <a:pt x="63" y="7"/>
                </a:cubicBezTo>
                <a:cubicBezTo>
                  <a:pt x="64" y="9"/>
                  <a:pt x="64" y="9"/>
                  <a:pt x="64" y="9"/>
                </a:cubicBezTo>
                <a:cubicBezTo>
                  <a:pt x="66" y="9"/>
                  <a:pt x="67" y="7"/>
                  <a:pt x="67" y="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2718C1E-BBDF-473F-8EE4-6424C6CCF547}"/>
              </a:ext>
            </a:extLst>
          </p:cNvPr>
          <p:cNvSpPr txBox="1"/>
          <p:nvPr/>
        </p:nvSpPr>
        <p:spPr>
          <a:xfrm>
            <a:off x="732171" y="1688026"/>
            <a:ext cx="3740158" cy="491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2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There are many Lorem ra even there are many,  have suffered alteration</a:t>
            </a:r>
          </a:p>
        </p:txBody>
      </p:sp>
    </p:spTree>
    <p:extLst>
      <p:ext uri="{BB962C8B-B14F-4D97-AF65-F5344CB8AC3E}">
        <p14:creationId xmlns:p14="http://schemas.microsoft.com/office/powerpoint/2010/main" val="2059449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8C469A5-B95D-487B-9462-CC69B7EBF6BB}"/>
              </a:ext>
            </a:extLst>
          </p:cNvPr>
          <p:cNvSpPr txBox="1"/>
          <p:nvPr/>
        </p:nvSpPr>
        <p:spPr>
          <a:xfrm>
            <a:off x="714289" y="776213"/>
            <a:ext cx="3840142" cy="65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500" dirty="0">
                <a:solidFill>
                  <a:schemeClr val="accent2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Market</a:t>
            </a:r>
            <a:r>
              <a:rPr lang="en-US" sz="3500" dirty="0">
                <a:latin typeface="Poppins SemiBold" panose="00000700000000000000" pitchFamily="50" charset="0"/>
                <a:cs typeface="Poppins SemiBold" panose="00000700000000000000" pitchFamily="50" charset="0"/>
              </a:rPr>
              <a:t> Trends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666C767-6628-4CCB-8632-5A1106F6D633}"/>
              </a:ext>
            </a:extLst>
          </p:cNvPr>
          <p:cNvGrpSpPr/>
          <p:nvPr/>
        </p:nvGrpSpPr>
        <p:grpSpPr>
          <a:xfrm>
            <a:off x="7734555" y="2907542"/>
            <a:ext cx="741627" cy="741627"/>
            <a:chOff x="7456810" y="2893364"/>
            <a:chExt cx="741627" cy="741627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F94996E-45AA-4FC9-B751-60DD1C9A2F9D}"/>
                </a:ext>
              </a:extLst>
            </p:cNvPr>
            <p:cNvSpPr/>
            <p:nvPr/>
          </p:nvSpPr>
          <p:spPr>
            <a:xfrm>
              <a:off x="7456810" y="2893364"/>
              <a:ext cx="741627" cy="74162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45F0AF45-196A-46A6-9D03-BE7ACA6BC8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78659" y="3095140"/>
              <a:ext cx="297928" cy="338074"/>
            </a:xfrm>
            <a:custGeom>
              <a:avLst/>
              <a:gdLst>
                <a:gd name="T0" fmla="*/ 85 w 141"/>
                <a:gd name="T1" fmla="*/ 51 h 160"/>
                <a:gd name="T2" fmla="*/ 57 w 141"/>
                <a:gd name="T3" fmla="*/ 51 h 160"/>
                <a:gd name="T4" fmla="*/ 71 w 141"/>
                <a:gd name="T5" fmla="*/ 47 h 160"/>
                <a:gd name="T6" fmla="*/ 71 w 141"/>
                <a:gd name="T7" fmla="*/ 57 h 160"/>
                <a:gd name="T8" fmla="*/ 71 w 141"/>
                <a:gd name="T9" fmla="*/ 47 h 160"/>
                <a:gd name="T10" fmla="*/ 132 w 141"/>
                <a:gd name="T11" fmla="*/ 113 h 160"/>
                <a:gd name="T12" fmla="*/ 118 w 141"/>
                <a:gd name="T13" fmla="*/ 19 h 160"/>
                <a:gd name="T14" fmla="*/ 71 w 141"/>
                <a:gd name="T15" fmla="*/ 0 h 160"/>
                <a:gd name="T16" fmla="*/ 24 w 141"/>
                <a:gd name="T17" fmla="*/ 19 h 160"/>
                <a:gd name="T18" fmla="*/ 10 w 141"/>
                <a:gd name="T19" fmla="*/ 113 h 160"/>
                <a:gd name="T20" fmla="*/ 0 w 141"/>
                <a:gd name="T21" fmla="*/ 118 h 160"/>
                <a:gd name="T22" fmla="*/ 27 w 141"/>
                <a:gd name="T23" fmla="*/ 123 h 160"/>
                <a:gd name="T24" fmla="*/ 23 w 141"/>
                <a:gd name="T25" fmla="*/ 160 h 160"/>
                <a:gd name="T26" fmla="*/ 29 w 141"/>
                <a:gd name="T27" fmla="*/ 157 h 160"/>
                <a:gd name="T28" fmla="*/ 109 w 141"/>
                <a:gd name="T29" fmla="*/ 141 h 160"/>
                <a:gd name="T30" fmla="*/ 118 w 141"/>
                <a:gd name="T31" fmla="*/ 160 h 160"/>
                <a:gd name="T32" fmla="*/ 122 w 141"/>
                <a:gd name="T33" fmla="*/ 154 h 160"/>
                <a:gd name="T34" fmla="*/ 137 w 141"/>
                <a:gd name="T35" fmla="*/ 123 h 160"/>
                <a:gd name="T36" fmla="*/ 137 w 141"/>
                <a:gd name="T37" fmla="*/ 113 h 160"/>
                <a:gd name="T38" fmla="*/ 84 w 141"/>
                <a:gd name="T39" fmla="*/ 19 h 160"/>
                <a:gd name="T40" fmla="*/ 71 w 141"/>
                <a:gd name="T41" fmla="*/ 10 h 160"/>
                <a:gd name="T42" fmla="*/ 24 w 141"/>
                <a:gd name="T43" fmla="*/ 28 h 160"/>
                <a:gd name="T44" fmla="*/ 122 w 141"/>
                <a:gd name="T45" fmla="*/ 33 h 160"/>
                <a:gd name="T46" fmla="*/ 120 w 141"/>
                <a:gd name="T47" fmla="*/ 95 h 160"/>
                <a:gd name="T48" fmla="*/ 89 w 141"/>
                <a:gd name="T49" fmla="*/ 67 h 160"/>
                <a:gd name="T50" fmla="*/ 71 w 141"/>
                <a:gd name="T51" fmla="*/ 83 h 160"/>
                <a:gd name="T52" fmla="*/ 52 w 141"/>
                <a:gd name="T53" fmla="*/ 67 h 160"/>
                <a:gd name="T54" fmla="*/ 22 w 141"/>
                <a:gd name="T55" fmla="*/ 95 h 160"/>
                <a:gd name="T56" fmla="*/ 19 w 141"/>
                <a:gd name="T57" fmla="*/ 33 h 160"/>
                <a:gd name="T58" fmla="*/ 83 w 141"/>
                <a:gd name="T59" fmla="*/ 94 h 160"/>
                <a:gd name="T60" fmla="*/ 90 w 141"/>
                <a:gd name="T61" fmla="*/ 77 h 160"/>
                <a:gd name="T62" fmla="*/ 69 w 141"/>
                <a:gd name="T63" fmla="*/ 94 h 160"/>
                <a:gd name="T64" fmla="*/ 52 w 141"/>
                <a:gd name="T65" fmla="*/ 77 h 160"/>
                <a:gd name="T66" fmla="*/ 34 w 141"/>
                <a:gd name="T67" fmla="*/ 131 h 160"/>
                <a:gd name="T68" fmla="*/ 104 w 141"/>
                <a:gd name="T69" fmla="*/ 122 h 160"/>
                <a:gd name="T70" fmla="*/ 34 w 141"/>
                <a:gd name="T71" fmla="*/ 131 h 160"/>
                <a:gd name="T72" fmla="*/ 20 w 141"/>
                <a:gd name="T73" fmla="*/ 113 h 160"/>
                <a:gd name="T74" fmla="*/ 123 w 141"/>
                <a:gd name="T75" fmla="*/ 104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41" h="160">
                  <a:moveTo>
                    <a:pt x="71" y="66"/>
                  </a:moveTo>
                  <a:cubicBezTo>
                    <a:pt x="79" y="66"/>
                    <a:pt x="85" y="59"/>
                    <a:pt x="85" y="51"/>
                  </a:cubicBezTo>
                  <a:cubicBezTo>
                    <a:pt x="85" y="43"/>
                    <a:pt x="79" y="37"/>
                    <a:pt x="71" y="37"/>
                  </a:cubicBezTo>
                  <a:cubicBezTo>
                    <a:pt x="63" y="37"/>
                    <a:pt x="57" y="43"/>
                    <a:pt x="57" y="51"/>
                  </a:cubicBezTo>
                  <a:cubicBezTo>
                    <a:pt x="57" y="59"/>
                    <a:pt x="63" y="66"/>
                    <a:pt x="71" y="66"/>
                  </a:cubicBezTo>
                  <a:close/>
                  <a:moveTo>
                    <a:pt x="71" y="47"/>
                  </a:moveTo>
                  <a:cubicBezTo>
                    <a:pt x="74" y="47"/>
                    <a:pt x="76" y="49"/>
                    <a:pt x="76" y="52"/>
                  </a:cubicBezTo>
                  <a:cubicBezTo>
                    <a:pt x="76" y="55"/>
                    <a:pt x="74" y="57"/>
                    <a:pt x="71" y="57"/>
                  </a:cubicBezTo>
                  <a:cubicBezTo>
                    <a:pt x="69" y="57"/>
                    <a:pt x="67" y="55"/>
                    <a:pt x="67" y="52"/>
                  </a:cubicBezTo>
                  <a:cubicBezTo>
                    <a:pt x="67" y="49"/>
                    <a:pt x="69" y="47"/>
                    <a:pt x="71" y="47"/>
                  </a:cubicBezTo>
                  <a:close/>
                  <a:moveTo>
                    <a:pt x="137" y="113"/>
                  </a:moveTo>
                  <a:cubicBezTo>
                    <a:pt x="132" y="113"/>
                    <a:pt x="132" y="113"/>
                    <a:pt x="132" y="113"/>
                  </a:cubicBezTo>
                  <a:cubicBezTo>
                    <a:pt x="132" y="33"/>
                    <a:pt x="132" y="33"/>
                    <a:pt x="132" y="33"/>
                  </a:cubicBezTo>
                  <a:cubicBezTo>
                    <a:pt x="132" y="26"/>
                    <a:pt x="126" y="19"/>
                    <a:pt x="118" y="19"/>
                  </a:cubicBezTo>
                  <a:cubicBezTo>
                    <a:pt x="94" y="19"/>
                    <a:pt x="94" y="19"/>
                    <a:pt x="94" y="19"/>
                  </a:cubicBezTo>
                  <a:cubicBezTo>
                    <a:pt x="92" y="9"/>
                    <a:pt x="83" y="0"/>
                    <a:pt x="71" y="0"/>
                  </a:cubicBezTo>
                  <a:cubicBezTo>
                    <a:pt x="59" y="0"/>
                    <a:pt x="50" y="8"/>
                    <a:pt x="48" y="19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16" y="19"/>
                    <a:pt x="10" y="26"/>
                    <a:pt x="10" y="33"/>
                  </a:cubicBezTo>
                  <a:cubicBezTo>
                    <a:pt x="10" y="113"/>
                    <a:pt x="10" y="113"/>
                    <a:pt x="10" y="113"/>
                  </a:cubicBezTo>
                  <a:cubicBezTo>
                    <a:pt x="5" y="113"/>
                    <a:pt x="5" y="113"/>
                    <a:pt x="5" y="113"/>
                  </a:cubicBezTo>
                  <a:cubicBezTo>
                    <a:pt x="2" y="113"/>
                    <a:pt x="0" y="115"/>
                    <a:pt x="0" y="118"/>
                  </a:cubicBezTo>
                  <a:cubicBezTo>
                    <a:pt x="0" y="120"/>
                    <a:pt x="2" y="123"/>
                    <a:pt x="5" y="123"/>
                  </a:cubicBezTo>
                  <a:cubicBezTo>
                    <a:pt x="27" y="123"/>
                    <a:pt x="27" y="123"/>
                    <a:pt x="27" y="123"/>
                  </a:cubicBezTo>
                  <a:cubicBezTo>
                    <a:pt x="26" y="127"/>
                    <a:pt x="20" y="150"/>
                    <a:pt x="19" y="154"/>
                  </a:cubicBezTo>
                  <a:cubicBezTo>
                    <a:pt x="18" y="157"/>
                    <a:pt x="20" y="160"/>
                    <a:pt x="23" y="160"/>
                  </a:cubicBezTo>
                  <a:cubicBezTo>
                    <a:pt x="24" y="160"/>
                    <a:pt x="24" y="160"/>
                    <a:pt x="24" y="160"/>
                  </a:cubicBezTo>
                  <a:cubicBezTo>
                    <a:pt x="26" y="160"/>
                    <a:pt x="28" y="159"/>
                    <a:pt x="29" y="157"/>
                  </a:cubicBezTo>
                  <a:cubicBezTo>
                    <a:pt x="32" y="141"/>
                    <a:pt x="32" y="141"/>
                    <a:pt x="32" y="141"/>
                  </a:cubicBezTo>
                  <a:cubicBezTo>
                    <a:pt x="109" y="141"/>
                    <a:pt x="109" y="141"/>
                    <a:pt x="109" y="141"/>
                  </a:cubicBezTo>
                  <a:cubicBezTo>
                    <a:pt x="113" y="157"/>
                    <a:pt x="113" y="157"/>
                    <a:pt x="113" y="157"/>
                  </a:cubicBezTo>
                  <a:cubicBezTo>
                    <a:pt x="113" y="159"/>
                    <a:pt x="115" y="160"/>
                    <a:pt x="118" y="160"/>
                  </a:cubicBezTo>
                  <a:cubicBezTo>
                    <a:pt x="119" y="160"/>
                    <a:pt x="119" y="160"/>
                    <a:pt x="119" y="160"/>
                  </a:cubicBezTo>
                  <a:cubicBezTo>
                    <a:pt x="121" y="160"/>
                    <a:pt x="123" y="157"/>
                    <a:pt x="122" y="154"/>
                  </a:cubicBezTo>
                  <a:cubicBezTo>
                    <a:pt x="121" y="150"/>
                    <a:pt x="115" y="127"/>
                    <a:pt x="115" y="123"/>
                  </a:cubicBezTo>
                  <a:cubicBezTo>
                    <a:pt x="137" y="123"/>
                    <a:pt x="137" y="123"/>
                    <a:pt x="137" y="123"/>
                  </a:cubicBezTo>
                  <a:cubicBezTo>
                    <a:pt x="139" y="123"/>
                    <a:pt x="141" y="120"/>
                    <a:pt x="141" y="118"/>
                  </a:cubicBezTo>
                  <a:cubicBezTo>
                    <a:pt x="141" y="115"/>
                    <a:pt x="139" y="113"/>
                    <a:pt x="137" y="113"/>
                  </a:cubicBezTo>
                  <a:close/>
                  <a:moveTo>
                    <a:pt x="71" y="10"/>
                  </a:moveTo>
                  <a:cubicBezTo>
                    <a:pt x="77" y="10"/>
                    <a:pt x="83" y="13"/>
                    <a:pt x="84" y="19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60" y="13"/>
                    <a:pt x="65" y="10"/>
                    <a:pt x="71" y="10"/>
                  </a:cubicBezTo>
                  <a:close/>
                  <a:moveTo>
                    <a:pt x="19" y="33"/>
                  </a:moveTo>
                  <a:cubicBezTo>
                    <a:pt x="20" y="31"/>
                    <a:pt x="22" y="28"/>
                    <a:pt x="24" y="28"/>
                  </a:cubicBezTo>
                  <a:cubicBezTo>
                    <a:pt x="118" y="28"/>
                    <a:pt x="118" y="28"/>
                    <a:pt x="118" y="28"/>
                  </a:cubicBezTo>
                  <a:cubicBezTo>
                    <a:pt x="120" y="28"/>
                    <a:pt x="122" y="31"/>
                    <a:pt x="122" y="33"/>
                  </a:cubicBezTo>
                  <a:cubicBezTo>
                    <a:pt x="122" y="95"/>
                    <a:pt x="122" y="95"/>
                    <a:pt x="122" y="95"/>
                  </a:cubicBezTo>
                  <a:cubicBezTo>
                    <a:pt x="120" y="95"/>
                    <a:pt x="120" y="95"/>
                    <a:pt x="120" y="95"/>
                  </a:cubicBezTo>
                  <a:cubicBezTo>
                    <a:pt x="93" y="68"/>
                    <a:pt x="93" y="68"/>
                    <a:pt x="93" y="68"/>
                  </a:cubicBezTo>
                  <a:cubicBezTo>
                    <a:pt x="92" y="67"/>
                    <a:pt x="91" y="67"/>
                    <a:pt x="89" y="67"/>
                  </a:cubicBezTo>
                  <a:cubicBezTo>
                    <a:pt x="88" y="67"/>
                    <a:pt x="87" y="67"/>
                    <a:pt x="86" y="68"/>
                  </a:cubicBezTo>
                  <a:cubicBezTo>
                    <a:pt x="71" y="83"/>
                    <a:pt x="71" y="83"/>
                    <a:pt x="71" y="83"/>
                  </a:cubicBezTo>
                  <a:cubicBezTo>
                    <a:pt x="56" y="68"/>
                    <a:pt x="56" y="68"/>
                    <a:pt x="56" y="68"/>
                  </a:cubicBezTo>
                  <a:cubicBezTo>
                    <a:pt x="55" y="67"/>
                    <a:pt x="53" y="67"/>
                    <a:pt x="52" y="67"/>
                  </a:cubicBezTo>
                  <a:cubicBezTo>
                    <a:pt x="51" y="67"/>
                    <a:pt x="49" y="67"/>
                    <a:pt x="48" y="68"/>
                  </a:cubicBezTo>
                  <a:cubicBezTo>
                    <a:pt x="22" y="95"/>
                    <a:pt x="22" y="95"/>
                    <a:pt x="22" y="95"/>
                  </a:cubicBezTo>
                  <a:cubicBezTo>
                    <a:pt x="19" y="95"/>
                    <a:pt x="19" y="95"/>
                    <a:pt x="19" y="95"/>
                  </a:cubicBezTo>
                  <a:lnTo>
                    <a:pt x="19" y="33"/>
                  </a:lnTo>
                  <a:close/>
                  <a:moveTo>
                    <a:pt x="107" y="94"/>
                  </a:moveTo>
                  <a:cubicBezTo>
                    <a:pt x="83" y="94"/>
                    <a:pt x="83" y="94"/>
                    <a:pt x="83" y="94"/>
                  </a:cubicBezTo>
                  <a:cubicBezTo>
                    <a:pt x="78" y="90"/>
                    <a:pt x="78" y="90"/>
                    <a:pt x="78" y="90"/>
                  </a:cubicBezTo>
                  <a:cubicBezTo>
                    <a:pt x="90" y="77"/>
                    <a:pt x="90" y="77"/>
                    <a:pt x="90" y="77"/>
                  </a:cubicBezTo>
                  <a:lnTo>
                    <a:pt x="107" y="94"/>
                  </a:lnTo>
                  <a:close/>
                  <a:moveTo>
                    <a:pt x="69" y="94"/>
                  </a:moveTo>
                  <a:cubicBezTo>
                    <a:pt x="35" y="94"/>
                    <a:pt x="35" y="94"/>
                    <a:pt x="35" y="94"/>
                  </a:cubicBezTo>
                  <a:cubicBezTo>
                    <a:pt x="52" y="77"/>
                    <a:pt x="52" y="77"/>
                    <a:pt x="52" y="77"/>
                  </a:cubicBezTo>
                  <a:lnTo>
                    <a:pt x="69" y="94"/>
                  </a:lnTo>
                  <a:close/>
                  <a:moveTo>
                    <a:pt x="34" y="131"/>
                  </a:moveTo>
                  <a:cubicBezTo>
                    <a:pt x="37" y="122"/>
                    <a:pt x="37" y="122"/>
                    <a:pt x="37" y="122"/>
                  </a:cubicBezTo>
                  <a:cubicBezTo>
                    <a:pt x="104" y="122"/>
                    <a:pt x="104" y="122"/>
                    <a:pt x="104" y="122"/>
                  </a:cubicBezTo>
                  <a:cubicBezTo>
                    <a:pt x="107" y="131"/>
                    <a:pt x="107" y="131"/>
                    <a:pt x="107" y="131"/>
                  </a:cubicBezTo>
                  <a:lnTo>
                    <a:pt x="34" y="131"/>
                  </a:lnTo>
                  <a:close/>
                  <a:moveTo>
                    <a:pt x="123" y="113"/>
                  </a:moveTo>
                  <a:cubicBezTo>
                    <a:pt x="20" y="113"/>
                    <a:pt x="20" y="113"/>
                    <a:pt x="20" y="11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23" y="104"/>
                    <a:pt x="123" y="104"/>
                    <a:pt x="123" y="104"/>
                  </a:cubicBezTo>
                  <a:lnTo>
                    <a:pt x="123" y="11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6DA5C11-9B8D-4B95-8FEC-96D30DD601E3}"/>
              </a:ext>
            </a:extLst>
          </p:cNvPr>
          <p:cNvGrpSpPr/>
          <p:nvPr/>
        </p:nvGrpSpPr>
        <p:grpSpPr>
          <a:xfrm>
            <a:off x="7734555" y="1730558"/>
            <a:ext cx="741627" cy="741627"/>
            <a:chOff x="7456810" y="1688026"/>
            <a:chExt cx="741627" cy="741627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689287A-4EDF-4263-9CDE-CB8541DC6EE5}"/>
                </a:ext>
              </a:extLst>
            </p:cNvPr>
            <p:cNvSpPr/>
            <p:nvPr/>
          </p:nvSpPr>
          <p:spPr>
            <a:xfrm>
              <a:off x="7456810" y="1688026"/>
              <a:ext cx="741627" cy="7416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6">
              <a:extLst>
                <a:ext uri="{FF2B5EF4-FFF2-40B4-BE49-F238E27FC236}">
                  <a16:creationId xmlns:a16="http://schemas.microsoft.com/office/drawing/2014/main" id="{D871AAB4-0ED2-4F52-9E1C-E504C70317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58586" y="1889802"/>
              <a:ext cx="338074" cy="338074"/>
            </a:xfrm>
            <a:custGeom>
              <a:avLst/>
              <a:gdLst>
                <a:gd name="T0" fmla="*/ 80 w 160"/>
                <a:gd name="T1" fmla="*/ 113 h 160"/>
                <a:gd name="T2" fmla="*/ 137 w 160"/>
                <a:gd name="T3" fmla="*/ 54 h 160"/>
                <a:gd name="T4" fmla="*/ 109 w 160"/>
                <a:gd name="T5" fmla="*/ 25 h 160"/>
                <a:gd name="T6" fmla="*/ 103 w 160"/>
                <a:gd name="T7" fmla="*/ 25 h 160"/>
                <a:gd name="T8" fmla="*/ 47 w 160"/>
                <a:gd name="T9" fmla="*/ 5 h 160"/>
                <a:gd name="T10" fmla="*/ 5 w 160"/>
                <a:gd name="T11" fmla="*/ 0 h 160"/>
                <a:gd name="T12" fmla="*/ 0 w 160"/>
                <a:gd name="T13" fmla="*/ 137 h 160"/>
                <a:gd name="T14" fmla="*/ 156 w 160"/>
                <a:gd name="T15" fmla="*/ 160 h 160"/>
                <a:gd name="T16" fmla="*/ 160 w 160"/>
                <a:gd name="T17" fmla="*/ 117 h 160"/>
                <a:gd name="T18" fmla="*/ 23 w 160"/>
                <a:gd name="T19" fmla="*/ 150 h 160"/>
                <a:gd name="T20" fmla="*/ 23 w 160"/>
                <a:gd name="T21" fmla="*/ 122 h 160"/>
                <a:gd name="T22" fmla="*/ 23 w 160"/>
                <a:gd name="T23" fmla="*/ 150 h 160"/>
                <a:gd name="T24" fmla="*/ 23 w 160"/>
                <a:gd name="T25" fmla="*/ 113 h 160"/>
                <a:gd name="T26" fmla="*/ 9 w 160"/>
                <a:gd name="T27" fmla="*/ 84 h 160"/>
                <a:gd name="T28" fmla="*/ 38 w 160"/>
                <a:gd name="T29" fmla="*/ 117 h 160"/>
                <a:gd name="T30" fmla="*/ 9 w 160"/>
                <a:gd name="T31" fmla="*/ 75 h 160"/>
                <a:gd name="T32" fmla="*/ 38 w 160"/>
                <a:gd name="T33" fmla="*/ 47 h 160"/>
                <a:gd name="T34" fmla="*/ 38 w 160"/>
                <a:gd name="T35" fmla="*/ 38 h 160"/>
                <a:gd name="T36" fmla="*/ 9 w 160"/>
                <a:gd name="T37" fmla="*/ 10 h 160"/>
                <a:gd name="T38" fmla="*/ 38 w 160"/>
                <a:gd name="T39" fmla="*/ 38 h 160"/>
                <a:gd name="T40" fmla="*/ 126 w 160"/>
                <a:gd name="T41" fmla="*/ 54 h 160"/>
                <a:gd name="T42" fmla="*/ 84 w 160"/>
                <a:gd name="T43" fmla="*/ 55 h 160"/>
                <a:gd name="T44" fmla="*/ 47 w 160"/>
                <a:gd name="T45" fmla="*/ 93 h 160"/>
                <a:gd name="T46" fmla="*/ 70 w 160"/>
                <a:gd name="T47" fmla="*/ 109 h 160"/>
                <a:gd name="T48" fmla="*/ 47 w 160"/>
                <a:gd name="T49" fmla="*/ 93 h 160"/>
                <a:gd name="T50" fmla="*/ 43 w 160"/>
                <a:gd name="T51" fmla="*/ 150 h 160"/>
                <a:gd name="T52" fmla="*/ 75 w 160"/>
                <a:gd name="T53" fmla="*/ 122 h 160"/>
                <a:gd name="T54" fmla="*/ 57 w 160"/>
                <a:gd name="T55" fmla="*/ 83 h 160"/>
                <a:gd name="T56" fmla="*/ 97 w 160"/>
                <a:gd name="T57" fmla="*/ 82 h 160"/>
                <a:gd name="T58" fmla="*/ 57 w 160"/>
                <a:gd name="T59" fmla="*/ 83 h 160"/>
                <a:gd name="T60" fmla="*/ 85 w 160"/>
                <a:gd name="T61" fmla="*/ 150 h 160"/>
                <a:gd name="T62" fmla="*/ 112 w 160"/>
                <a:gd name="T63" fmla="*/ 122 h 160"/>
                <a:gd name="T64" fmla="*/ 150 w 160"/>
                <a:gd name="T65" fmla="*/ 150 h 160"/>
                <a:gd name="T66" fmla="*/ 122 w 160"/>
                <a:gd name="T67" fmla="*/ 122 h 160"/>
                <a:gd name="T68" fmla="*/ 150 w 160"/>
                <a:gd name="T69" fmla="*/ 150 h 160"/>
                <a:gd name="T70" fmla="*/ 19 w 160"/>
                <a:gd name="T71" fmla="*/ 136 h 160"/>
                <a:gd name="T72" fmla="*/ 28 w 160"/>
                <a:gd name="T73" fmla="*/ 136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60" h="160">
                  <a:moveTo>
                    <a:pt x="155" y="113"/>
                  </a:moveTo>
                  <a:cubicBezTo>
                    <a:pt x="80" y="113"/>
                    <a:pt x="80" y="113"/>
                    <a:pt x="80" y="113"/>
                  </a:cubicBezTo>
                  <a:cubicBezTo>
                    <a:pt x="136" y="57"/>
                    <a:pt x="136" y="57"/>
                    <a:pt x="136" y="57"/>
                  </a:cubicBezTo>
                  <a:cubicBezTo>
                    <a:pt x="137" y="56"/>
                    <a:pt x="137" y="55"/>
                    <a:pt x="137" y="54"/>
                  </a:cubicBezTo>
                  <a:cubicBezTo>
                    <a:pt x="137" y="53"/>
                    <a:pt x="137" y="52"/>
                    <a:pt x="136" y="51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4"/>
                    <a:pt x="107" y="23"/>
                    <a:pt x="106" y="23"/>
                  </a:cubicBezTo>
                  <a:cubicBezTo>
                    <a:pt x="105" y="23"/>
                    <a:pt x="104" y="24"/>
                    <a:pt x="103" y="25"/>
                  </a:cubicBezTo>
                  <a:cubicBezTo>
                    <a:pt x="47" y="80"/>
                    <a:pt x="47" y="80"/>
                    <a:pt x="47" y="80"/>
                  </a:cubicBezTo>
                  <a:cubicBezTo>
                    <a:pt x="47" y="5"/>
                    <a:pt x="47" y="5"/>
                    <a:pt x="47" y="5"/>
                  </a:cubicBezTo>
                  <a:cubicBezTo>
                    <a:pt x="47" y="3"/>
                    <a:pt x="45" y="0"/>
                    <a:pt x="42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3"/>
                    <a:pt x="0" y="5"/>
                  </a:cubicBezTo>
                  <a:cubicBezTo>
                    <a:pt x="0" y="137"/>
                    <a:pt x="0" y="137"/>
                    <a:pt x="0" y="137"/>
                  </a:cubicBezTo>
                  <a:cubicBezTo>
                    <a:pt x="0" y="150"/>
                    <a:pt x="11" y="160"/>
                    <a:pt x="24" y="160"/>
                  </a:cubicBezTo>
                  <a:cubicBezTo>
                    <a:pt x="156" y="160"/>
                    <a:pt x="156" y="160"/>
                    <a:pt x="156" y="160"/>
                  </a:cubicBezTo>
                  <a:cubicBezTo>
                    <a:pt x="158" y="160"/>
                    <a:pt x="160" y="158"/>
                    <a:pt x="160" y="155"/>
                  </a:cubicBezTo>
                  <a:cubicBezTo>
                    <a:pt x="160" y="117"/>
                    <a:pt x="160" y="117"/>
                    <a:pt x="160" y="117"/>
                  </a:cubicBezTo>
                  <a:cubicBezTo>
                    <a:pt x="160" y="115"/>
                    <a:pt x="158" y="113"/>
                    <a:pt x="155" y="113"/>
                  </a:cubicBezTo>
                  <a:close/>
                  <a:moveTo>
                    <a:pt x="23" y="150"/>
                  </a:moveTo>
                  <a:cubicBezTo>
                    <a:pt x="15" y="150"/>
                    <a:pt x="9" y="144"/>
                    <a:pt x="9" y="136"/>
                  </a:cubicBezTo>
                  <a:cubicBezTo>
                    <a:pt x="9" y="128"/>
                    <a:pt x="15" y="122"/>
                    <a:pt x="23" y="122"/>
                  </a:cubicBezTo>
                  <a:cubicBezTo>
                    <a:pt x="31" y="122"/>
                    <a:pt x="38" y="128"/>
                    <a:pt x="38" y="136"/>
                  </a:cubicBezTo>
                  <a:cubicBezTo>
                    <a:pt x="38" y="144"/>
                    <a:pt x="31" y="150"/>
                    <a:pt x="23" y="150"/>
                  </a:cubicBezTo>
                  <a:close/>
                  <a:moveTo>
                    <a:pt x="38" y="117"/>
                  </a:moveTo>
                  <a:cubicBezTo>
                    <a:pt x="34" y="114"/>
                    <a:pt x="28" y="113"/>
                    <a:pt x="23" y="113"/>
                  </a:cubicBezTo>
                  <a:cubicBezTo>
                    <a:pt x="18" y="113"/>
                    <a:pt x="13" y="114"/>
                    <a:pt x="9" y="117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38" y="84"/>
                    <a:pt x="38" y="84"/>
                    <a:pt x="38" y="84"/>
                  </a:cubicBezTo>
                  <a:lnTo>
                    <a:pt x="38" y="117"/>
                  </a:lnTo>
                  <a:close/>
                  <a:moveTo>
                    <a:pt x="38" y="75"/>
                  </a:moveTo>
                  <a:cubicBezTo>
                    <a:pt x="9" y="75"/>
                    <a:pt x="9" y="75"/>
                    <a:pt x="9" y="75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38" y="47"/>
                    <a:pt x="38" y="47"/>
                    <a:pt x="38" y="47"/>
                  </a:cubicBezTo>
                  <a:lnTo>
                    <a:pt x="38" y="75"/>
                  </a:lnTo>
                  <a:close/>
                  <a:moveTo>
                    <a:pt x="38" y="38"/>
                  </a:moveTo>
                  <a:cubicBezTo>
                    <a:pt x="9" y="38"/>
                    <a:pt x="9" y="38"/>
                    <a:pt x="9" y="38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38" y="10"/>
                    <a:pt x="38" y="10"/>
                    <a:pt x="38" y="10"/>
                  </a:cubicBezTo>
                  <a:lnTo>
                    <a:pt x="38" y="38"/>
                  </a:lnTo>
                  <a:close/>
                  <a:moveTo>
                    <a:pt x="106" y="34"/>
                  </a:moveTo>
                  <a:cubicBezTo>
                    <a:pt x="126" y="54"/>
                    <a:pt x="126" y="54"/>
                    <a:pt x="126" y="54"/>
                  </a:cubicBezTo>
                  <a:cubicBezTo>
                    <a:pt x="104" y="75"/>
                    <a:pt x="104" y="75"/>
                    <a:pt x="104" y="75"/>
                  </a:cubicBezTo>
                  <a:cubicBezTo>
                    <a:pt x="84" y="55"/>
                    <a:pt x="84" y="55"/>
                    <a:pt x="84" y="55"/>
                  </a:cubicBezTo>
                  <a:lnTo>
                    <a:pt x="106" y="34"/>
                  </a:lnTo>
                  <a:close/>
                  <a:moveTo>
                    <a:pt x="47" y="93"/>
                  </a:moveTo>
                  <a:cubicBezTo>
                    <a:pt x="50" y="90"/>
                    <a:pt x="50" y="90"/>
                    <a:pt x="50" y="90"/>
                  </a:cubicBezTo>
                  <a:cubicBezTo>
                    <a:pt x="70" y="109"/>
                    <a:pt x="70" y="109"/>
                    <a:pt x="70" y="109"/>
                  </a:cubicBezTo>
                  <a:cubicBezTo>
                    <a:pt x="47" y="132"/>
                    <a:pt x="47" y="132"/>
                    <a:pt x="47" y="132"/>
                  </a:cubicBezTo>
                  <a:lnTo>
                    <a:pt x="47" y="93"/>
                  </a:lnTo>
                  <a:close/>
                  <a:moveTo>
                    <a:pt x="75" y="150"/>
                  </a:moveTo>
                  <a:cubicBezTo>
                    <a:pt x="43" y="150"/>
                    <a:pt x="43" y="150"/>
                    <a:pt x="43" y="150"/>
                  </a:cubicBezTo>
                  <a:cubicBezTo>
                    <a:pt x="70" y="122"/>
                    <a:pt x="70" y="122"/>
                    <a:pt x="70" y="122"/>
                  </a:cubicBezTo>
                  <a:cubicBezTo>
                    <a:pt x="75" y="122"/>
                    <a:pt x="75" y="122"/>
                    <a:pt x="75" y="122"/>
                  </a:cubicBezTo>
                  <a:lnTo>
                    <a:pt x="75" y="150"/>
                  </a:lnTo>
                  <a:close/>
                  <a:moveTo>
                    <a:pt x="57" y="83"/>
                  </a:moveTo>
                  <a:cubicBezTo>
                    <a:pt x="78" y="62"/>
                    <a:pt x="78" y="62"/>
                    <a:pt x="78" y="62"/>
                  </a:cubicBezTo>
                  <a:cubicBezTo>
                    <a:pt x="97" y="82"/>
                    <a:pt x="97" y="82"/>
                    <a:pt x="97" y="82"/>
                  </a:cubicBezTo>
                  <a:cubicBezTo>
                    <a:pt x="77" y="103"/>
                    <a:pt x="77" y="103"/>
                    <a:pt x="77" y="103"/>
                  </a:cubicBezTo>
                  <a:lnTo>
                    <a:pt x="57" y="83"/>
                  </a:lnTo>
                  <a:close/>
                  <a:moveTo>
                    <a:pt x="112" y="150"/>
                  </a:moveTo>
                  <a:cubicBezTo>
                    <a:pt x="85" y="150"/>
                    <a:pt x="85" y="150"/>
                    <a:pt x="85" y="150"/>
                  </a:cubicBezTo>
                  <a:cubicBezTo>
                    <a:pt x="85" y="122"/>
                    <a:pt x="85" y="122"/>
                    <a:pt x="85" y="122"/>
                  </a:cubicBezTo>
                  <a:cubicBezTo>
                    <a:pt x="112" y="122"/>
                    <a:pt x="112" y="122"/>
                    <a:pt x="112" y="122"/>
                  </a:cubicBezTo>
                  <a:lnTo>
                    <a:pt x="112" y="150"/>
                  </a:lnTo>
                  <a:close/>
                  <a:moveTo>
                    <a:pt x="150" y="150"/>
                  </a:moveTo>
                  <a:cubicBezTo>
                    <a:pt x="122" y="150"/>
                    <a:pt x="122" y="150"/>
                    <a:pt x="122" y="150"/>
                  </a:cubicBezTo>
                  <a:cubicBezTo>
                    <a:pt x="122" y="122"/>
                    <a:pt x="122" y="122"/>
                    <a:pt x="122" y="122"/>
                  </a:cubicBezTo>
                  <a:cubicBezTo>
                    <a:pt x="150" y="122"/>
                    <a:pt x="150" y="122"/>
                    <a:pt x="150" y="122"/>
                  </a:cubicBezTo>
                  <a:lnTo>
                    <a:pt x="150" y="150"/>
                  </a:lnTo>
                  <a:close/>
                  <a:moveTo>
                    <a:pt x="23" y="132"/>
                  </a:moveTo>
                  <a:cubicBezTo>
                    <a:pt x="21" y="132"/>
                    <a:pt x="19" y="134"/>
                    <a:pt x="19" y="136"/>
                  </a:cubicBezTo>
                  <a:cubicBezTo>
                    <a:pt x="19" y="139"/>
                    <a:pt x="21" y="141"/>
                    <a:pt x="23" y="141"/>
                  </a:cubicBezTo>
                  <a:cubicBezTo>
                    <a:pt x="26" y="141"/>
                    <a:pt x="28" y="139"/>
                    <a:pt x="28" y="136"/>
                  </a:cubicBezTo>
                  <a:cubicBezTo>
                    <a:pt x="28" y="134"/>
                    <a:pt x="26" y="132"/>
                    <a:pt x="23" y="13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644C9E9-D721-4A3B-B1A6-2C85E76CCF1C}"/>
              </a:ext>
            </a:extLst>
          </p:cNvPr>
          <p:cNvGrpSpPr/>
          <p:nvPr/>
        </p:nvGrpSpPr>
        <p:grpSpPr>
          <a:xfrm>
            <a:off x="7734555" y="4084526"/>
            <a:ext cx="741627" cy="741627"/>
            <a:chOff x="7456810" y="4098702"/>
            <a:chExt cx="741627" cy="74162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E100B34-07CF-40CC-B6A9-4B41E7E413D9}"/>
                </a:ext>
              </a:extLst>
            </p:cNvPr>
            <p:cNvSpPr/>
            <p:nvPr/>
          </p:nvSpPr>
          <p:spPr>
            <a:xfrm>
              <a:off x="7456810" y="4098702"/>
              <a:ext cx="741627" cy="74162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Freeform 41">
              <a:extLst>
                <a:ext uri="{FF2B5EF4-FFF2-40B4-BE49-F238E27FC236}">
                  <a16:creationId xmlns:a16="http://schemas.microsoft.com/office/drawing/2014/main" id="{164B0F18-A4A0-408C-B1AF-9FCBCC23FA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60699" y="4300478"/>
              <a:ext cx="333849" cy="338074"/>
            </a:xfrm>
            <a:custGeom>
              <a:avLst/>
              <a:gdLst>
                <a:gd name="T0" fmla="*/ 79 w 158"/>
                <a:gd name="T1" fmla="*/ 11 h 160"/>
                <a:gd name="T2" fmla="*/ 145 w 158"/>
                <a:gd name="T3" fmla="*/ 52 h 160"/>
                <a:gd name="T4" fmla="*/ 79 w 158"/>
                <a:gd name="T5" fmla="*/ 93 h 160"/>
                <a:gd name="T6" fmla="*/ 13 w 158"/>
                <a:gd name="T7" fmla="*/ 52 h 160"/>
                <a:gd name="T8" fmla="*/ 79 w 158"/>
                <a:gd name="T9" fmla="*/ 11 h 160"/>
                <a:gd name="T10" fmla="*/ 79 w 158"/>
                <a:gd name="T11" fmla="*/ 11 h 160"/>
                <a:gd name="T12" fmla="*/ 132 w 158"/>
                <a:gd name="T13" fmla="*/ 72 h 160"/>
                <a:gd name="T14" fmla="*/ 145 w 158"/>
                <a:gd name="T15" fmla="*/ 80 h 160"/>
                <a:gd name="T16" fmla="*/ 79 w 158"/>
                <a:gd name="T17" fmla="*/ 121 h 160"/>
                <a:gd name="T18" fmla="*/ 13 w 158"/>
                <a:gd name="T19" fmla="*/ 80 h 160"/>
                <a:gd name="T20" fmla="*/ 27 w 158"/>
                <a:gd name="T21" fmla="*/ 72 h 160"/>
                <a:gd name="T22" fmla="*/ 77 w 158"/>
                <a:gd name="T23" fmla="*/ 103 h 160"/>
                <a:gd name="T24" fmla="*/ 80 w 158"/>
                <a:gd name="T25" fmla="*/ 104 h 160"/>
                <a:gd name="T26" fmla="*/ 82 w 158"/>
                <a:gd name="T27" fmla="*/ 103 h 160"/>
                <a:gd name="T28" fmla="*/ 132 w 158"/>
                <a:gd name="T29" fmla="*/ 72 h 160"/>
                <a:gd name="T30" fmla="*/ 132 w 158"/>
                <a:gd name="T31" fmla="*/ 72 h 160"/>
                <a:gd name="T32" fmla="*/ 132 w 158"/>
                <a:gd name="T33" fmla="*/ 100 h 160"/>
                <a:gd name="T34" fmla="*/ 145 w 158"/>
                <a:gd name="T35" fmla="*/ 108 h 160"/>
                <a:gd name="T36" fmla="*/ 80 w 158"/>
                <a:gd name="T37" fmla="*/ 150 h 160"/>
                <a:gd name="T38" fmla="*/ 14 w 158"/>
                <a:gd name="T39" fmla="*/ 108 h 160"/>
                <a:gd name="T40" fmla="*/ 27 w 158"/>
                <a:gd name="T41" fmla="*/ 100 h 160"/>
                <a:gd name="T42" fmla="*/ 77 w 158"/>
                <a:gd name="T43" fmla="*/ 131 h 160"/>
                <a:gd name="T44" fmla="*/ 80 w 158"/>
                <a:gd name="T45" fmla="*/ 132 h 160"/>
                <a:gd name="T46" fmla="*/ 82 w 158"/>
                <a:gd name="T47" fmla="*/ 131 h 160"/>
                <a:gd name="T48" fmla="*/ 132 w 158"/>
                <a:gd name="T49" fmla="*/ 100 h 160"/>
                <a:gd name="T50" fmla="*/ 132 w 158"/>
                <a:gd name="T51" fmla="*/ 100 h 160"/>
                <a:gd name="T52" fmla="*/ 79 w 158"/>
                <a:gd name="T53" fmla="*/ 0 h 160"/>
                <a:gd name="T54" fmla="*/ 77 w 158"/>
                <a:gd name="T55" fmla="*/ 1 h 160"/>
                <a:gd name="T56" fmla="*/ 2 w 158"/>
                <a:gd name="T57" fmla="*/ 48 h 160"/>
                <a:gd name="T58" fmla="*/ 0 w 158"/>
                <a:gd name="T59" fmla="*/ 52 h 160"/>
                <a:gd name="T60" fmla="*/ 2 w 158"/>
                <a:gd name="T61" fmla="*/ 56 h 160"/>
                <a:gd name="T62" fmla="*/ 19 w 158"/>
                <a:gd name="T63" fmla="*/ 66 h 160"/>
                <a:gd name="T64" fmla="*/ 2 w 158"/>
                <a:gd name="T65" fmla="*/ 76 h 160"/>
                <a:gd name="T66" fmla="*/ 0 w 158"/>
                <a:gd name="T67" fmla="*/ 80 h 160"/>
                <a:gd name="T68" fmla="*/ 2 w 158"/>
                <a:gd name="T69" fmla="*/ 85 h 160"/>
                <a:gd name="T70" fmla="*/ 19 w 158"/>
                <a:gd name="T71" fmla="*/ 94 h 160"/>
                <a:gd name="T72" fmla="*/ 2 w 158"/>
                <a:gd name="T73" fmla="*/ 104 h 160"/>
                <a:gd name="T74" fmla="*/ 0 w 158"/>
                <a:gd name="T75" fmla="*/ 108 h 160"/>
                <a:gd name="T76" fmla="*/ 2 w 158"/>
                <a:gd name="T77" fmla="*/ 113 h 160"/>
                <a:gd name="T78" fmla="*/ 77 w 158"/>
                <a:gd name="T79" fmla="*/ 160 h 160"/>
                <a:gd name="T80" fmla="*/ 80 w 158"/>
                <a:gd name="T81" fmla="*/ 160 h 160"/>
                <a:gd name="T82" fmla="*/ 82 w 158"/>
                <a:gd name="T83" fmla="*/ 160 h 160"/>
                <a:gd name="T84" fmla="*/ 156 w 158"/>
                <a:gd name="T85" fmla="*/ 113 h 160"/>
                <a:gd name="T86" fmla="*/ 158 w 158"/>
                <a:gd name="T87" fmla="*/ 108 h 160"/>
                <a:gd name="T88" fmla="*/ 156 w 158"/>
                <a:gd name="T89" fmla="*/ 104 h 160"/>
                <a:gd name="T90" fmla="*/ 140 w 158"/>
                <a:gd name="T91" fmla="*/ 94 h 160"/>
                <a:gd name="T92" fmla="*/ 156 w 158"/>
                <a:gd name="T93" fmla="*/ 85 h 160"/>
                <a:gd name="T94" fmla="*/ 158 w 158"/>
                <a:gd name="T95" fmla="*/ 80 h 160"/>
                <a:gd name="T96" fmla="*/ 156 w 158"/>
                <a:gd name="T97" fmla="*/ 76 h 160"/>
                <a:gd name="T98" fmla="*/ 140 w 158"/>
                <a:gd name="T99" fmla="*/ 66 h 160"/>
                <a:gd name="T100" fmla="*/ 156 w 158"/>
                <a:gd name="T101" fmla="*/ 56 h 160"/>
                <a:gd name="T102" fmla="*/ 158 w 158"/>
                <a:gd name="T103" fmla="*/ 52 h 160"/>
                <a:gd name="T104" fmla="*/ 156 w 158"/>
                <a:gd name="T105" fmla="*/ 48 h 160"/>
                <a:gd name="T106" fmla="*/ 82 w 158"/>
                <a:gd name="T107" fmla="*/ 1 h 160"/>
                <a:gd name="T108" fmla="*/ 79 w 158"/>
                <a:gd name="T109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58" h="160">
                  <a:moveTo>
                    <a:pt x="79" y="11"/>
                  </a:moveTo>
                  <a:cubicBezTo>
                    <a:pt x="145" y="52"/>
                    <a:pt x="145" y="52"/>
                    <a:pt x="145" y="52"/>
                  </a:cubicBezTo>
                  <a:cubicBezTo>
                    <a:pt x="79" y="93"/>
                    <a:pt x="79" y="93"/>
                    <a:pt x="79" y="93"/>
                  </a:cubicBezTo>
                  <a:cubicBezTo>
                    <a:pt x="13" y="52"/>
                    <a:pt x="13" y="52"/>
                    <a:pt x="13" y="52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lose/>
                  <a:moveTo>
                    <a:pt x="132" y="72"/>
                  </a:moveTo>
                  <a:cubicBezTo>
                    <a:pt x="145" y="80"/>
                    <a:pt x="145" y="80"/>
                    <a:pt x="145" y="80"/>
                  </a:cubicBezTo>
                  <a:cubicBezTo>
                    <a:pt x="79" y="121"/>
                    <a:pt x="79" y="121"/>
                    <a:pt x="79" y="121"/>
                  </a:cubicBezTo>
                  <a:cubicBezTo>
                    <a:pt x="13" y="80"/>
                    <a:pt x="13" y="80"/>
                    <a:pt x="13" y="80"/>
                  </a:cubicBezTo>
                  <a:cubicBezTo>
                    <a:pt x="27" y="72"/>
                    <a:pt x="27" y="72"/>
                    <a:pt x="27" y="72"/>
                  </a:cubicBezTo>
                  <a:cubicBezTo>
                    <a:pt x="77" y="103"/>
                    <a:pt x="77" y="103"/>
                    <a:pt x="77" y="103"/>
                  </a:cubicBezTo>
                  <a:cubicBezTo>
                    <a:pt x="78" y="104"/>
                    <a:pt x="79" y="104"/>
                    <a:pt x="80" y="104"/>
                  </a:cubicBezTo>
                  <a:cubicBezTo>
                    <a:pt x="80" y="104"/>
                    <a:pt x="81" y="104"/>
                    <a:pt x="82" y="103"/>
                  </a:cubicBezTo>
                  <a:cubicBezTo>
                    <a:pt x="132" y="72"/>
                    <a:pt x="132" y="72"/>
                    <a:pt x="132" y="72"/>
                  </a:cubicBezTo>
                  <a:cubicBezTo>
                    <a:pt x="132" y="72"/>
                    <a:pt x="132" y="72"/>
                    <a:pt x="132" y="72"/>
                  </a:cubicBezTo>
                  <a:close/>
                  <a:moveTo>
                    <a:pt x="132" y="100"/>
                  </a:moveTo>
                  <a:cubicBezTo>
                    <a:pt x="145" y="108"/>
                    <a:pt x="145" y="108"/>
                    <a:pt x="145" y="108"/>
                  </a:cubicBezTo>
                  <a:cubicBezTo>
                    <a:pt x="80" y="150"/>
                    <a:pt x="80" y="150"/>
                    <a:pt x="80" y="150"/>
                  </a:cubicBezTo>
                  <a:cubicBezTo>
                    <a:pt x="14" y="108"/>
                    <a:pt x="14" y="108"/>
                    <a:pt x="14" y="108"/>
                  </a:cubicBezTo>
                  <a:cubicBezTo>
                    <a:pt x="27" y="100"/>
                    <a:pt x="27" y="100"/>
                    <a:pt x="27" y="100"/>
                  </a:cubicBezTo>
                  <a:cubicBezTo>
                    <a:pt x="77" y="131"/>
                    <a:pt x="77" y="131"/>
                    <a:pt x="77" y="131"/>
                  </a:cubicBezTo>
                  <a:cubicBezTo>
                    <a:pt x="78" y="132"/>
                    <a:pt x="79" y="132"/>
                    <a:pt x="80" y="132"/>
                  </a:cubicBezTo>
                  <a:cubicBezTo>
                    <a:pt x="81" y="132"/>
                    <a:pt x="82" y="132"/>
                    <a:pt x="82" y="131"/>
                  </a:cubicBezTo>
                  <a:cubicBezTo>
                    <a:pt x="132" y="100"/>
                    <a:pt x="132" y="100"/>
                    <a:pt x="132" y="100"/>
                  </a:cubicBezTo>
                  <a:cubicBezTo>
                    <a:pt x="132" y="100"/>
                    <a:pt x="132" y="100"/>
                    <a:pt x="132" y="100"/>
                  </a:cubicBezTo>
                  <a:close/>
                  <a:moveTo>
                    <a:pt x="79" y="0"/>
                  </a:moveTo>
                  <a:cubicBezTo>
                    <a:pt x="78" y="0"/>
                    <a:pt x="78" y="1"/>
                    <a:pt x="77" y="1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1" y="49"/>
                    <a:pt x="0" y="50"/>
                    <a:pt x="0" y="52"/>
                  </a:cubicBezTo>
                  <a:cubicBezTo>
                    <a:pt x="0" y="54"/>
                    <a:pt x="2" y="55"/>
                    <a:pt x="2" y="56"/>
                  </a:cubicBezTo>
                  <a:cubicBezTo>
                    <a:pt x="19" y="66"/>
                    <a:pt x="19" y="66"/>
                    <a:pt x="19" y="66"/>
                  </a:cubicBezTo>
                  <a:cubicBezTo>
                    <a:pt x="2" y="76"/>
                    <a:pt x="2" y="76"/>
                    <a:pt x="2" y="76"/>
                  </a:cubicBezTo>
                  <a:cubicBezTo>
                    <a:pt x="1" y="77"/>
                    <a:pt x="0" y="78"/>
                    <a:pt x="0" y="80"/>
                  </a:cubicBezTo>
                  <a:cubicBezTo>
                    <a:pt x="0" y="82"/>
                    <a:pt x="2" y="83"/>
                    <a:pt x="2" y="85"/>
                  </a:cubicBezTo>
                  <a:cubicBezTo>
                    <a:pt x="19" y="94"/>
                    <a:pt x="19" y="94"/>
                    <a:pt x="19" y="94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1" y="106"/>
                    <a:pt x="0" y="106"/>
                    <a:pt x="0" y="108"/>
                  </a:cubicBezTo>
                  <a:cubicBezTo>
                    <a:pt x="0" y="110"/>
                    <a:pt x="2" y="112"/>
                    <a:pt x="2" y="113"/>
                  </a:cubicBezTo>
                  <a:cubicBezTo>
                    <a:pt x="77" y="160"/>
                    <a:pt x="77" y="160"/>
                    <a:pt x="77" y="160"/>
                  </a:cubicBezTo>
                  <a:cubicBezTo>
                    <a:pt x="78" y="160"/>
                    <a:pt x="79" y="160"/>
                    <a:pt x="80" y="160"/>
                  </a:cubicBezTo>
                  <a:cubicBezTo>
                    <a:pt x="80" y="160"/>
                    <a:pt x="81" y="160"/>
                    <a:pt x="82" y="160"/>
                  </a:cubicBezTo>
                  <a:cubicBezTo>
                    <a:pt x="156" y="113"/>
                    <a:pt x="156" y="113"/>
                    <a:pt x="156" y="113"/>
                  </a:cubicBezTo>
                  <a:cubicBezTo>
                    <a:pt x="158" y="112"/>
                    <a:pt x="158" y="111"/>
                    <a:pt x="158" y="108"/>
                  </a:cubicBezTo>
                  <a:cubicBezTo>
                    <a:pt x="158" y="107"/>
                    <a:pt x="157" y="106"/>
                    <a:pt x="156" y="104"/>
                  </a:cubicBezTo>
                  <a:cubicBezTo>
                    <a:pt x="140" y="94"/>
                    <a:pt x="140" y="94"/>
                    <a:pt x="140" y="94"/>
                  </a:cubicBezTo>
                  <a:cubicBezTo>
                    <a:pt x="156" y="85"/>
                    <a:pt x="156" y="85"/>
                    <a:pt x="156" y="85"/>
                  </a:cubicBezTo>
                  <a:cubicBezTo>
                    <a:pt x="158" y="83"/>
                    <a:pt x="158" y="82"/>
                    <a:pt x="158" y="80"/>
                  </a:cubicBezTo>
                  <a:cubicBezTo>
                    <a:pt x="158" y="79"/>
                    <a:pt x="157" y="77"/>
                    <a:pt x="156" y="76"/>
                  </a:cubicBezTo>
                  <a:cubicBezTo>
                    <a:pt x="140" y="66"/>
                    <a:pt x="140" y="66"/>
                    <a:pt x="140" y="66"/>
                  </a:cubicBezTo>
                  <a:cubicBezTo>
                    <a:pt x="156" y="56"/>
                    <a:pt x="156" y="56"/>
                    <a:pt x="156" y="56"/>
                  </a:cubicBezTo>
                  <a:cubicBezTo>
                    <a:pt x="158" y="55"/>
                    <a:pt x="158" y="54"/>
                    <a:pt x="158" y="52"/>
                  </a:cubicBezTo>
                  <a:cubicBezTo>
                    <a:pt x="158" y="50"/>
                    <a:pt x="157" y="49"/>
                    <a:pt x="156" y="48"/>
                  </a:cubicBezTo>
                  <a:cubicBezTo>
                    <a:pt x="82" y="1"/>
                    <a:pt x="82" y="1"/>
                    <a:pt x="82" y="1"/>
                  </a:cubicBezTo>
                  <a:cubicBezTo>
                    <a:pt x="81" y="1"/>
                    <a:pt x="80" y="0"/>
                    <a:pt x="79" y="0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E557D4E-367A-451C-8955-E47373FA733B}"/>
              </a:ext>
            </a:extLst>
          </p:cNvPr>
          <p:cNvGrpSpPr/>
          <p:nvPr/>
        </p:nvGrpSpPr>
        <p:grpSpPr>
          <a:xfrm>
            <a:off x="7734555" y="5261509"/>
            <a:ext cx="741627" cy="741627"/>
            <a:chOff x="7456810" y="5304041"/>
            <a:chExt cx="741627" cy="741627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2871287-3ADF-4036-8427-AA9FA4BE2983}"/>
                </a:ext>
              </a:extLst>
            </p:cNvPr>
            <p:cNvSpPr/>
            <p:nvPr/>
          </p:nvSpPr>
          <p:spPr>
            <a:xfrm>
              <a:off x="7456810" y="5304041"/>
              <a:ext cx="741627" cy="741627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Freeform 35">
              <a:extLst>
                <a:ext uri="{FF2B5EF4-FFF2-40B4-BE49-F238E27FC236}">
                  <a16:creationId xmlns:a16="http://schemas.microsoft.com/office/drawing/2014/main" id="{415EF3E7-980E-4488-A0DD-9B95126293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41683" y="5512507"/>
              <a:ext cx="371881" cy="316099"/>
            </a:xfrm>
            <a:custGeom>
              <a:avLst/>
              <a:gdLst>
                <a:gd name="T0" fmla="*/ 49 w 160"/>
                <a:gd name="T1" fmla="*/ 136 h 136"/>
                <a:gd name="T2" fmla="*/ 112 w 160"/>
                <a:gd name="T3" fmla="*/ 136 h 136"/>
                <a:gd name="T4" fmla="*/ 80 w 160"/>
                <a:gd name="T5" fmla="*/ 85 h 136"/>
                <a:gd name="T6" fmla="*/ 49 w 160"/>
                <a:gd name="T7" fmla="*/ 136 h 136"/>
                <a:gd name="T8" fmla="*/ 59 w 160"/>
                <a:gd name="T9" fmla="*/ 130 h 136"/>
                <a:gd name="T10" fmla="*/ 80 w 160"/>
                <a:gd name="T11" fmla="*/ 95 h 136"/>
                <a:gd name="T12" fmla="*/ 102 w 160"/>
                <a:gd name="T13" fmla="*/ 130 h 136"/>
                <a:gd name="T14" fmla="*/ 59 w 160"/>
                <a:gd name="T15" fmla="*/ 130 h 136"/>
                <a:gd name="T16" fmla="*/ 0 w 160"/>
                <a:gd name="T17" fmla="*/ 0 h 136"/>
                <a:gd name="T18" fmla="*/ 0 w 160"/>
                <a:gd name="T19" fmla="*/ 106 h 136"/>
                <a:gd name="T20" fmla="*/ 59 w 160"/>
                <a:gd name="T21" fmla="*/ 106 h 136"/>
                <a:gd name="T22" fmla="*/ 62 w 160"/>
                <a:gd name="T23" fmla="*/ 104 h 136"/>
                <a:gd name="T24" fmla="*/ 59 w 160"/>
                <a:gd name="T25" fmla="*/ 101 h 136"/>
                <a:gd name="T26" fmla="*/ 5 w 160"/>
                <a:gd name="T27" fmla="*/ 101 h 136"/>
                <a:gd name="T28" fmla="*/ 5 w 160"/>
                <a:gd name="T29" fmla="*/ 5 h 136"/>
                <a:gd name="T30" fmla="*/ 155 w 160"/>
                <a:gd name="T31" fmla="*/ 5 h 136"/>
                <a:gd name="T32" fmla="*/ 155 w 160"/>
                <a:gd name="T33" fmla="*/ 101 h 136"/>
                <a:gd name="T34" fmla="*/ 102 w 160"/>
                <a:gd name="T35" fmla="*/ 101 h 136"/>
                <a:gd name="T36" fmla="*/ 99 w 160"/>
                <a:gd name="T37" fmla="*/ 104 h 136"/>
                <a:gd name="T38" fmla="*/ 102 w 160"/>
                <a:gd name="T39" fmla="*/ 106 h 136"/>
                <a:gd name="T40" fmla="*/ 160 w 160"/>
                <a:gd name="T41" fmla="*/ 106 h 136"/>
                <a:gd name="T42" fmla="*/ 160 w 160"/>
                <a:gd name="T43" fmla="*/ 0 h 136"/>
                <a:gd name="T44" fmla="*/ 0 w 160"/>
                <a:gd name="T45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60" h="136">
                  <a:moveTo>
                    <a:pt x="49" y="136"/>
                  </a:moveTo>
                  <a:cubicBezTo>
                    <a:pt x="112" y="136"/>
                    <a:pt x="112" y="136"/>
                    <a:pt x="112" y="136"/>
                  </a:cubicBezTo>
                  <a:cubicBezTo>
                    <a:pt x="80" y="85"/>
                    <a:pt x="80" y="85"/>
                    <a:pt x="80" y="85"/>
                  </a:cubicBezTo>
                  <a:lnTo>
                    <a:pt x="49" y="136"/>
                  </a:lnTo>
                  <a:close/>
                  <a:moveTo>
                    <a:pt x="59" y="130"/>
                  </a:moveTo>
                  <a:cubicBezTo>
                    <a:pt x="80" y="95"/>
                    <a:pt x="80" y="95"/>
                    <a:pt x="80" y="95"/>
                  </a:cubicBezTo>
                  <a:cubicBezTo>
                    <a:pt x="102" y="130"/>
                    <a:pt x="102" y="130"/>
                    <a:pt x="102" y="130"/>
                  </a:cubicBezTo>
                  <a:lnTo>
                    <a:pt x="59" y="130"/>
                  </a:lnTo>
                  <a:close/>
                  <a:moveTo>
                    <a:pt x="0" y="0"/>
                  </a:moveTo>
                  <a:cubicBezTo>
                    <a:pt x="0" y="106"/>
                    <a:pt x="0" y="106"/>
                    <a:pt x="0" y="106"/>
                  </a:cubicBezTo>
                  <a:cubicBezTo>
                    <a:pt x="59" y="106"/>
                    <a:pt x="59" y="106"/>
                    <a:pt x="59" y="106"/>
                  </a:cubicBezTo>
                  <a:cubicBezTo>
                    <a:pt x="61" y="106"/>
                    <a:pt x="62" y="105"/>
                    <a:pt x="62" y="104"/>
                  </a:cubicBezTo>
                  <a:cubicBezTo>
                    <a:pt x="62" y="102"/>
                    <a:pt x="61" y="101"/>
                    <a:pt x="59" y="101"/>
                  </a:cubicBezTo>
                  <a:cubicBezTo>
                    <a:pt x="5" y="101"/>
                    <a:pt x="5" y="101"/>
                    <a:pt x="5" y="101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155" y="5"/>
                    <a:pt x="155" y="5"/>
                    <a:pt x="155" y="5"/>
                  </a:cubicBezTo>
                  <a:cubicBezTo>
                    <a:pt x="155" y="101"/>
                    <a:pt x="155" y="101"/>
                    <a:pt x="155" y="101"/>
                  </a:cubicBezTo>
                  <a:cubicBezTo>
                    <a:pt x="102" y="101"/>
                    <a:pt x="102" y="101"/>
                    <a:pt x="102" y="101"/>
                  </a:cubicBezTo>
                  <a:cubicBezTo>
                    <a:pt x="101" y="101"/>
                    <a:pt x="99" y="102"/>
                    <a:pt x="99" y="104"/>
                  </a:cubicBezTo>
                  <a:cubicBezTo>
                    <a:pt x="99" y="105"/>
                    <a:pt x="101" y="106"/>
                    <a:pt x="102" y="106"/>
                  </a:cubicBezTo>
                  <a:cubicBezTo>
                    <a:pt x="160" y="106"/>
                    <a:pt x="160" y="106"/>
                    <a:pt x="160" y="106"/>
                  </a:cubicBezTo>
                  <a:cubicBezTo>
                    <a:pt x="160" y="0"/>
                    <a:pt x="160" y="0"/>
                    <a:pt x="16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776117C1-CB2C-403B-B59E-4DEE402C655D}"/>
              </a:ext>
            </a:extLst>
          </p:cNvPr>
          <p:cNvSpPr txBox="1"/>
          <p:nvPr/>
        </p:nvSpPr>
        <p:spPr>
          <a:xfrm>
            <a:off x="8987199" y="1987537"/>
            <a:ext cx="2337966" cy="484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suffered alteration in some randomized believable.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AC17128-140B-4090-A680-070D76825C06}"/>
              </a:ext>
            </a:extLst>
          </p:cNvPr>
          <p:cNvSpPr txBox="1"/>
          <p:nvPr/>
        </p:nvSpPr>
        <p:spPr>
          <a:xfrm>
            <a:off x="8987199" y="3165488"/>
            <a:ext cx="2337966" cy="484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suffered alteration in some randomized believable.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40AFAE-F8CB-474B-8C01-BCA9048C4A25}"/>
              </a:ext>
            </a:extLst>
          </p:cNvPr>
          <p:cNvSpPr txBox="1"/>
          <p:nvPr/>
        </p:nvSpPr>
        <p:spPr>
          <a:xfrm>
            <a:off x="8995286" y="4345204"/>
            <a:ext cx="2337966" cy="484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suffered alteration in some randomized believable.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411C4EA-BE92-4975-9EEB-E8F165887A5A}"/>
              </a:ext>
            </a:extLst>
          </p:cNvPr>
          <p:cNvSpPr txBox="1"/>
          <p:nvPr/>
        </p:nvSpPr>
        <p:spPr>
          <a:xfrm>
            <a:off x="8995286" y="5513495"/>
            <a:ext cx="2337966" cy="484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suffered alteration in some randomized believable.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aphicFrame>
        <p:nvGraphicFramePr>
          <p:cNvPr id="30" name="Chart 29">
            <a:extLst>
              <a:ext uri="{FF2B5EF4-FFF2-40B4-BE49-F238E27FC236}">
                <a16:creationId xmlns:a16="http://schemas.microsoft.com/office/drawing/2014/main" id="{A052C175-9D20-42F7-AB34-00C036D62D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27130310"/>
              </p:ext>
            </p:extLst>
          </p:nvPr>
        </p:nvGraphicFramePr>
        <p:xfrm>
          <a:off x="767150" y="2610410"/>
          <a:ext cx="5471725" cy="34377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7" name="Prevalence">
            <a:extLst>
              <a:ext uri="{FF2B5EF4-FFF2-40B4-BE49-F238E27FC236}">
                <a16:creationId xmlns:a16="http://schemas.microsoft.com/office/drawing/2014/main" id="{7D50905D-772E-4A96-9600-11EA9FB37E53}"/>
              </a:ext>
            </a:extLst>
          </p:cNvPr>
          <p:cNvSpPr/>
          <p:nvPr/>
        </p:nvSpPr>
        <p:spPr>
          <a:xfrm>
            <a:off x="9093528" y="2907641"/>
            <a:ext cx="1795744" cy="19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rPr lang="af-ZA" sz="1400" dirty="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Legal</a:t>
            </a:r>
          </a:p>
        </p:txBody>
      </p:sp>
      <p:sp>
        <p:nvSpPr>
          <p:cNvPr id="48" name="Prevalence">
            <a:extLst>
              <a:ext uri="{FF2B5EF4-FFF2-40B4-BE49-F238E27FC236}">
                <a16:creationId xmlns:a16="http://schemas.microsoft.com/office/drawing/2014/main" id="{2FF0E0B9-FAFA-463D-B594-DC14F35D5756}"/>
              </a:ext>
            </a:extLst>
          </p:cNvPr>
          <p:cNvSpPr/>
          <p:nvPr/>
        </p:nvSpPr>
        <p:spPr>
          <a:xfrm>
            <a:off x="9093528" y="1734202"/>
            <a:ext cx="1650804" cy="19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rPr lang="af-ZA" sz="1400" dirty="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Envirovment</a:t>
            </a:r>
            <a:endParaRPr sz="1400" dirty="0">
              <a:solidFill>
                <a:schemeClr val="tx1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49" name="Prevalence">
            <a:extLst>
              <a:ext uri="{FF2B5EF4-FFF2-40B4-BE49-F238E27FC236}">
                <a16:creationId xmlns:a16="http://schemas.microsoft.com/office/drawing/2014/main" id="{C7AD7BF8-FF58-44A9-B592-47AB7D401030}"/>
              </a:ext>
            </a:extLst>
          </p:cNvPr>
          <p:cNvSpPr/>
          <p:nvPr/>
        </p:nvSpPr>
        <p:spPr>
          <a:xfrm>
            <a:off x="9093528" y="4091713"/>
            <a:ext cx="2453242" cy="19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rPr lang="af-ZA" sz="1400" dirty="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Technology</a:t>
            </a:r>
          </a:p>
        </p:txBody>
      </p:sp>
      <p:sp>
        <p:nvSpPr>
          <p:cNvPr id="50" name="Prevalence">
            <a:extLst>
              <a:ext uri="{FF2B5EF4-FFF2-40B4-BE49-F238E27FC236}">
                <a16:creationId xmlns:a16="http://schemas.microsoft.com/office/drawing/2014/main" id="{ABD15134-C8AC-46EA-9AE3-B8412A8F35EB}"/>
              </a:ext>
            </a:extLst>
          </p:cNvPr>
          <p:cNvSpPr/>
          <p:nvPr/>
        </p:nvSpPr>
        <p:spPr>
          <a:xfrm>
            <a:off x="9093528" y="5270637"/>
            <a:ext cx="2453242" cy="19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rPr lang="af-ZA" sz="1400" dirty="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Economy</a:t>
            </a:r>
          </a:p>
        </p:txBody>
      </p:sp>
    </p:spTree>
    <p:extLst>
      <p:ext uri="{BB962C8B-B14F-4D97-AF65-F5344CB8AC3E}">
        <p14:creationId xmlns:p14="http://schemas.microsoft.com/office/powerpoint/2010/main" val="2661022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D57093AA-6DD1-49B7-A872-8AD0BDB5B4C1}"/>
              </a:ext>
            </a:extLst>
          </p:cNvPr>
          <p:cNvSpPr txBox="1"/>
          <p:nvPr/>
        </p:nvSpPr>
        <p:spPr>
          <a:xfrm>
            <a:off x="3405145" y="776213"/>
            <a:ext cx="5381711" cy="65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3500" dirty="0">
                <a:solidFill>
                  <a:schemeClr val="accent2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Market </a:t>
            </a:r>
            <a:r>
              <a:rPr lang="en-US" sz="3500" dirty="0">
                <a:latin typeface="Poppins SemiBold" panose="00000700000000000000" pitchFamily="50" charset="0"/>
                <a:cs typeface="Poppins SemiBold" panose="00000700000000000000" pitchFamily="50" charset="0"/>
              </a:rPr>
              <a:t>Validation</a:t>
            </a:r>
          </a:p>
        </p:txBody>
      </p:sp>
      <p:graphicFrame>
        <p:nvGraphicFramePr>
          <p:cNvPr id="33" name="Chart 32">
            <a:extLst>
              <a:ext uri="{FF2B5EF4-FFF2-40B4-BE49-F238E27FC236}">
                <a16:creationId xmlns:a16="http://schemas.microsoft.com/office/drawing/2014/main" id="{848706EA-778D-4C09-9A1C-0EB3212154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0345064"/>
              </p:ext>
            </p:extLst>
          </p:nvPr>
        </p:nvGraphicFramePr>
        <p:xfrm>
          <a:off x="4299445" y="2405367"/>
          <a:ext cx="3593111" cy="36855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51BFF5B8-2321-44E8-8509-65E694141CC8}"/>
              </a:ext>
            </a:extLst>
          </p:cNvPr>
          <p:cNvSpPr txBox="1"/>
          <p:nvPr/>
        </p:nvSpPr>
        <p:spPr>
          <a:xfrm>
            <a:off x="5303941" y="3790512"/>
            <a:ext cx="1584117" cy="683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regular" panose="00000500000000000000" pitchFamily="2" charset="0"/>
                <a:cs typeface="Poppins regular" panose="00000500000000000000" pitchFamily="2" charset="0"/>
              </a:rPr>
              <a:t>8</a:t>
            </a:r>
            <a:r>
              <a:rPr lang="en-US" sz="4000" dirty="0">
                <a:solidFill>
                  <a:schemeClr val="accent2"/>
                </a:solidFill>
                <a:latin typeface="Poppins regular" panose="00000500000000000000" pitchFamily="2" charset="0"/>
                <a:cs typeface="Poppins regular" panose="00000500000000000000" pitchFamily="2" charset="0"/>
              </a:rPr>
              <a:t>M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7121EAE-B078-4188-B3EB-078A887AC162}"/>
              </a:ext>
            </a:extLst>
          </p:cNvPr>
          <p:cNvSpPr/>
          <p:nvPr/>
        </p:nvSpPr>
        <p:spPr>
          <a:xfrm>
            <a:off x="894943" y="2516909"/>
            <a:ext cx="638354" cy="638354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Freeform 155">
            <a:extLst>
              <a:ext uri="{FF2B5EF4-FFF2-40B4-BE49-F238E27FC236}">
                <a16:creationId xmlns:a16="http://schemas.microsoft.com/office/drawing/2014/main" id="{3E41E9E8-ACE6-4F41-B0BB-BA934769A803}"/>
              </a:ext>
            </a:extLst>
          </p:cNvPr>
          <p:cNvSpPr>
            <a:spLocks noEditPoints="1"/>
          </p:cNvSpPr>
          <p:nvPr/>
        </p:nvSpPr>
        <p:spPr bwMode="auto">
          <a:xfrm>
            <a:off x="1076578" y="2696716"/>
            <a:ext cx="275084" cy="278742"/>
          </a:xfrm>
          <a:custGeom>
            <a:avLst/>
            <a:gdLst>
              <a:gd name="T0" fmla="*/ 150 w 150"/>
              <a:gd name="T1" fmla="*/ 79 h 160"/>
              <a:gd name="T2" fmla="*/ 74 w 150"/>
              <a:gd name="T3" fmla="*/ 0 h 160"/>
              <a:gd name="T4" fmla="*/ 0 w 150"/>
              <a:gd name="T5" fmla="*/ 79 h 160"/>
              <a:gd name="T6" fmla="*/ 74 w 150"/>
              <a:gd name="T7" fmla="*/ 160 h 160"/>
              <a:gd name="T8" fmla="*/ 81 w 150"/>
              <a:gd name="T9" fmla="*/ 153 h 160"/>
              <a:gd name="T10" fmla="*/ 81 w 150"/>
              <a:gd name="T11" fmla="*/ 86 h 160"/>
              <a:gd name="T12" fmla="*/ 143 w 150"/>
              <a:gd name="T13" fmla="*/ 86 h 160"/>
              <a:gd name="T14" fmla="*/ 150 w 150"/>
              <a:gd name="T15" fmla="*/ 79 h 160"/>
              <a:gd name="T16" fmla="*/ 148 w 150"/>
              <a:gd name="T17" fmla="*/ 96 h 160"/>
              <a:gd name="T18" fmla="*/ 145 w 150"/>
              <a:gd name="T19" fmla="*/ 93 h 160"/>
              <a:gd name="T20" fmla="*/ 92 w 150"/>
              <a:gd name="T21" fmla="*/ 93 h 160"/>
              <a:gd name="T22" fmla="*/ 87 w 150"/>
              <a:gd name="T23" fmla="*/ 98 h 160"/>
              <a:gd name="T24" fmla="*/ 87 w 150"/>
              <a:gd name="T25" fmla="*/ 155 h 160"/>
              <a:gd name="T26" fmla="*/ 89 w 150"/>
              <a:gd name="T27" fmla="*/ 158 h 160"/>
              <a:gd name="T28" fmla="*/ 92 w 150"/>
              <a:gd name="T29" fmla="*/ 158 h 160"/>
              <a:gd name="T30" fmla="*/ 150 w 150"/>
              <a:gd name="T31" fmla="*/ 98 h 160"/>
              <a:gd name="T32" fmla="*/ 148 w 150"/>
              <a:gd name="T33" fmla="*/ 96 h 160"/>
              <a:gd name="T34" fmla="*/ 94 w 150"/>
              <a:gd name="T35" fmla="*/ 150 h 160"/>
              <a:gd name="T36" fmla="*/ 94 w 150"/>
              <a:gd name="T37" fmla="*/ 100 h 160"/>
              <a:gd name="T38" fmla="*/ 141 w 150"/>
              <a:gd name="T39" fmla="*/ 100 h 160"/>
              <a:gd name="T40" fmla="*/ 94 w 150"/>
              <a:gd name="T41" fmla="*/ 150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50" h="160">
                <a:moveTo>
                  <a:pt x="150" y="79"/>
                </a:moveTo>
                <a:cubicBezTo>
                  <a:pt x="150" y="36"/>
                  <a:pt x="116" y="0"/>
                  <a:pt x="74" y="0"/>
                </a:cubicBezTo>
                <a:cubicBezTo>
                  <a:pt x="34" y="0"/>
                  <a:pt x="0" y="36"/>
                  <a:pt x="0" y="79"/>
                </a:cubicBezTo>
                <a:cubicBezTo>
                  <a:pt x="0" y="124"/>
                  <a:pt x="34" y="160"/>
                  <a:pt x="74" y="160"/>
                </a:cubicBezTo>
                <a:cubicBezTo>
                  <a:pt x="78" y="160"/>
                  <a:pt x="81" y="155"/>
                  <a:pt x="81" y="153"/>
                </a:cubicBezTo>
                <a:cubicBezTo>
                  <a:pt x="81" y="86"/>
                  <a:pt x="81" y="86"/>
                  <a:pt x="81" y="86"/>
                </a:cubicBezTo>
                <a:cubicBezTo>
                  <a:pt x="143" y="86"/>
                  <a:pt x="143" y="86"/>
                  <a:pt x="143" y="86"/>
                </a:cubicBezTo>
                <a:cubicBezTo>
                  <a:pt x="148" y="86"/>
                  <a:pt x="150" y="84"/>
                  <a:pt x="150" y="79"/>
                </a:cubicBezTo>
                <a:close/>
                <a:moveTo>
                  <a:pt x="148" y="96"/>
                </a:moveTo>
                <a:cubicBezTo>
                  <a:pt x="148" y="93"/>
                  <a:pt x="148" y="93"/>
                  <a:pt x="145" y="93"/>
                </a:cubicBezTo>
                <a:cubicBezTo>
                  <a:pt x="92" y="93"/>
                  <a:pt x="92" y="93"/>
                  <a:pt x="92" y="93"/>
                </a:cubicBezTo>
                <a:cubicBezTo>
                  <a:pt x="89" y="93"/>
                  <a:pt x="87" y="96"/>
                  <a:pt x="87" y="98"/>
                </a:cubicBezTo>
                <a:cubicBezTo>
                  <a:pt x="87" y="155"/>
                  <a:pt x="87" y="155"/>
                  <a:pt x="87" y="155"/>
                </a:cubicBezTo>
                <a:cubicBezTo>
                  <a:pt x="89" y="158"/>
                  <a:pt x="89" y="158"/>
                  <a:pt x="89" y="158"/>
                </a:cubicBezTo>
                <a:cubicBezTo>
                  <a:pt x="92" y="158"/>
                  <a:pt x="92" y="158"/>
                  <a:pt x="92" y="158"/>
                </a:cubicBezTo>
                <a:cubicBezTo>
                  <a:pt x="121" y="155"/>
                  <a:pt x="145" y="129"/>
                  <a:pt x="150" y="98"/>
                </a:cubicBezTo>
                <a:cubicBezTo>
                  <a:pt x="150" y="96"/>
                  <a:pt x="150" y="96"/>
                  <a:pt x="148" y="96"/>
                </a:cubicBezTo>
                <a:close/>
                <a:moveTo>
                  <a:pt x="94" y="150"/>
                </a:moveTo>
                <a:cubicBezTo>
                  <a:pt x="94" y="100"/>
                  <a:pt x="94" y="100"/>
                  <a:pt x="94" y="100"/>
                </a:cubicBezTo>
                <a:cubicBezTo>
                  <a:pt x="141" y="100"/>
                  <a:pt x="141" y="100"/>
                  <a:pt x="141" y="100"/>
                </a:cubicBezTo>
                <a:cubicBezTo>
                  <a:pt x="139" y="127"/>
                  <a:pt x="119" y="146"/>
                  <a:pt x="94" y="150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6C515B3-73C1-42CE-BBAA-11276478F79F}"/>
              </a:ext>
            </a:extLst>
          </p:cNvPr>
          <p:cNvSpPr/>
          <p:nvPr/>
        </p:nvSpPr>
        <p:spPr>
          <a:xfrm>
            <a:off x="10674657" y="2516910"/>
            <a:ext cx="638354" cy="638354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Freeform 177">
            <a:extLst>
              <a:ext uri="{FF2B5EF4-FFF2-40B4-BE49-F238E27FC236}">
                <a16:creationId xmlns:a16="http://schemas.microsoft.com/office/drawing/2014/main" id="{C474AEC4-5031-43E7-967D-A114848A9E13}"/>
              </a:ext>
            </a:extLst>
          </p:cNvPr>
          <p:cNvSpPr>
            <a:spLocks noEditPoints="1"/>
          </p:cNvSpPr>
          <p:nvPr/>
        </p:nvSpPr>
        <p:spPr bwMode="auto">
          <a:xfrm>
            <a:off x="10854464" y="2705427"/>
            <a:ext cx="278742" cy="261321"/>
          </a:xfrm>
          <a:custGeom>
            <a:avLst/>
            <a:gdLst>
              <a:gd name="T0" fmla="*/ 109 w 160"/>
              <a:gd name="T1" fmla="*/ 0 h 150"/>
              <a:gd name="T2" fmla="*/ 51 w 160"/>
              <a:gd name="T3" fmla="*/ 0 h 150"/>
              <a:gd name="T4" fmla="*/ 39 w 160"/>
              <a:gd name="T5" fmla="*/ 15 h 150"/>
              <a:gd name="T6" fmla="*/ 39 w 160"/>
              <a:gd name="T7" fmla="*/ 29 h 150"/>
              <a:gd name="T8" fmla="*/ 17 w 160"/>
              <a:gd name="T9" fmla="*/ 29 h 150"/>
              <a:gd name="T10" fmla="*/ 0 w 160"/>
              <a:gd name="T11" fmla="*/ 47 h 150"/>
              <a:gd name="T12" fmla="*/ 0 w 160"/>
              <a:gd name="T13" fmla="*/ 131 h 150"/>
              <a:gd name="T14" fmla="*/ 17 w 160"/>
              <a:gd name="T15" fmla="*/ 150 h 150"/>
              <a:gd name="T16" fmla="*/ 143 w 160"/>
              <a:gd name="T17" fmla="*/ 150 h 150"/>
              <a:gd name="T18" fmla="*/ 160 w 160"/>
              <a:gd name="T19" fmla="*/ 131 h 150"/>
              <a:gd name="T20" fmla="*/ 160 w 160"/>
              <a:gd name="T21" fmla="*/ 47 h 150"/>
              <a:gd name="T22" fmla="*/ 143 w 160"/>
              <a:gd name="T23" fmla="*/ 29 h 150"/>
              <a:gd name="T24" fmla="*/ 121 w 160"/>
              <a:gd name="T25" fmla="*/ 29 h 150"/>
              <a:gd name="T26" fmla="*/ 121 w 160"/>
              <a:gd name="T27" fmla="*/ 15 h 150"/>
              <a:gd name="T28" fmla="*/ 109 w 160"/>
              <a:gd name="T29" fmla="*/ 0 h 150"/>
              <a:gd name="T30" fmla="*/ 49 w 160"/>
              <a:gd name="T31" fmla="*/ 15 h 150"/>
              <a:gd name="T32" fmla="*/ 51 w 160"/>
              <a:gd name="T33" fmla="*/ 12 h 150"/>
              <a:gd name="T34" fmla="*/ 109 w 160"/>
              <a:gd name="T35" fmla="*/ 12 h 150"/>
              <a:gd name="T36" fmla="*/ 111 w 160"/>
              <a:gd name="T37" fmla="*/ 15 h 150"/>
              <a:gd name="T38" fmla="*/ 111 w 160"/>
              <a:gd name="T39" fmla="*/ 29 h 150"/>
              <a:gd name="T40" fmla="*/ 49 w 160"/>
              <a:gd name="T41" fmla="*/ 29 h 150"/>
              <a:gd name="T42" fmla="*/ 49 w 160"/>
              <a:gd name="T43" fmla="*/ 15 h 150"/>
              <a:gd name="T44" fmla="*/ 49 w 160"/>
              <a:gd name="T45" fmla="*/ 15 h 150"/>
              <a:gd name="T46" fmla="*/ 26 w 160"/>
              <a:gd name="T47" fmla="*/ 136 h 150"/>
              <a:gd name="T48" fmla="*/ 17 w 160"/>
              <a:gd name="T49" fmla="*/ 136 h 150"/>
              <a:gd name="T50" fmla="*/ 13 w 160"/>
              <a:gd name="T51" fmla="*/ 131 h 150"/>
              <a:gd name="T52" fmla="*/ 13 w 160"/>
              <a:gd name="T53" fmla="*/ 47 h 150"/>
              <a:gd name="T54" fmla="*/ 17 w 160"/>
              <a:gd name="T55" fmla="*/ 42 h 150"/>
              <a:gd name="T56" fmla="*/ 26 w 160"/>
              <a:gd name="T57" fmla="*/ 42 h 150"/>
              <a:gd name="T58" fmla="*/ 26 w 160"/>
              <a:gd name="T59" fmla="*/ 136 h 150"/>
              <a:gd name="T60" fmla="*/ 26 w 160"/>
              <a:gd name="T61" fmla="*/ 136 h 150"/>
              <a:gd name="T62" fmla="*/ 134 w 160"/>
              <a:gd name="T63" fmla="*/ 42 h 150"/>
              <a:gd name="T64" fmla="*/ 143 w 160"/>
              <a:gd name="T65" fmla="*/ 42 h 150"/>
              <a:gd name="T66" fmla="*/ 147 w 160"/>
              <a:gd name="T67" fmla="*/ 47 h 150"/>
              <a:gd name="T68" fmla="*/ 147 w 160"/>
              <a:gd name="T69" fmla="*/ 131 h 150"/>
              <a:gd name="T70" fmla="*/ 143 w 160"/>
              <a:gd name="T71" fmla="*/ 136 h 150"/>
              <a:gd name="T72" fmla="*/ 134 w 160"/>
              <a:gd name="T73" fmla="*/ 136 h 150"/>
              <a:gd name="T74" fmla="*/ 134 w 160"/>
              <a:gd name="T75" fmla="*/ 42 h 150"/>
              <a:gd name="T76" fmla="*/ 134 w 160"/>
              <a:gd name="T77" fmla="*/ 42 h 150"/>
              <a:gd name="T78" fmla="*/ 123 w 160"/>
              <a:gd name="T79" fmla="*/ 42 h 150"/>
              <a:gd name="T80" fmla="*/ 123 w 160"/>
              <a:gd name="T81" fmla="*/ 136 h 150"/>
              <a:gd name="T82" fmla="*/ 37 w 160"/>
              <a:gd name="T83" fmla="*/ 136 h 150"/>
              <a:gd name="T84" fmla="*/ 37 w 160"/>
              <a:gd name="T85" fmla="*/ 42 h 150"/>
              <a:gd name="T86" fmla="*/ 123 w 160"/>
              <a:gd name="T87" fmla="*/ 42 h 150"/>
              <a:gd name="T88" fmla="*/ 123 w 160"/>
              <a:gd name="T89" fmla="*/ 42 h 150"/>
              <a:gd name="T90" fmla="*/ 123 w 160"/>
              <a:gd name="T91" fmla="*/ 42 h 150"/>
              <a:gd name="T92" fmla="*/ 123 w 160"/>
              <a:gd name="T93" fmla="*/ 42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60" h="150">
                <a:moveTo>
                  <a:pt x="109" y="0"/>
                </a:moveTo>
                <a:cubicBezTo>
                  <a:pt x="51" y="0"/>
                  <a:pt x="51" y="0"/>
                  <a:pt x="51" y="0"/>
                </a:cubicBezTo>
                <a:cubicBezTo>
                  <a:pt x="44" y="0"/>
                  <a:pt x="39" y="6"/>
                  <a:pt x="39" y="15"/>
                </a:cubicBezTo>
                <a:cubicBezTo>
                  <a:pt x="39" y="29"/>
                  <a:pt x="39" y="29"/>
                  <a:pt x="39" y="29"/>
                </a:cubicBezTo>
                <a:cubicBezTo>
                  <a:pt x="17" y="29"/>
                  <a:pt x="17" y="29"/>
                  <a:pt x="17" y="29"/>
                </a:cubicBezTo>
                <a:cubicBezTo>
                  <a:pt x="9" y="29"/>
                  <a:pt x="0" y="36"/>
                  <a:pt x="0" y="47"/>
                </a:cubicBezTo>
                <a:cubicBezTo>
                  <a:pt x="0" y="131"/>
                  <a:pt x="0" y="131"/>
                  <a:pt x="0" y="131"/>
                </a:cubicBezTo>
                <a:cubicBezTo>
                  <a:pt x="0" y="140"/>
                  <a:pt x="9" y="150"/>
                  <a:pt x="17" y="150"/>
                </a:cubicBezTo>
                <a:cubicBezTo>
                  <a:pt x="143" y="150"/>
                  <a:pt x="143" y="150"/>
                  <a:pt x="143" y="150"/>
                </a:cubicBezTo>
                <a:cubicBezTo>
                  <a:pt x="151" y="150"/>
                  <a:pt x="160" y="140"/>
                  <a:pt x="160" y="131"/>
                </a:cubicBezTo>
                <a:cubicBezTo>
                  <a:pt x="160" y="47"/>
                  <a:pt x="160" y="47"/>
                  <a:pt x="160" y="47"/>
                </a:cubicBezTo>
                <a:cubicBezTo>
                  <a:pt x="160" y="36"/>
                  <a:pt x="151" y="29"/>
                  <a:pt x="143" y="29"/>
                </a:cubicBezTo>
                <a:cubicBezTo>
                  <a:pt x="121" y="29"/>
                  <a:pt x="121" y="29"/>
                  <a:pt x="121" y="29"/>
                </a:cubicBezTo>
                <a:cubicBezTo>
                  <a:pt x="121" y="15"/>
                  <a:pt x="121" y="15"/>
                  <a:pt x="121" y="15"/>
                </a:cubicBezTo>
                <a:cubicBezTo>
                  <a:pt x="121" y="6"/>
                  <a:pt x="116" y="0"/>
                  <a:pt x="109" y="0"/>
                </a:cubicBezTo>
                <a:close/>
                <a:moveTo>
                  <a:pt x="49" y="15"/>
                </a:moveTo>
                <a:cubicBezTo>
                  <a:pt x="49" y="13"/>
                  <a:pt x="50" y="12"/>
                  <a:pt x="51" y="12"/>
                </a:cubicBezTo>
                <a:cubicBezTo>
                  <a:pt x="109" y="12"/>
                  <a:pt x="109" y="12"/>
                  <a:pt x="109" y="12"/>
                </a:cubicBezTo>
                <a:cubicBezTo>
                  <a:pt x="110" y="12"/>
                  <a:pt x="111" y="13"/>
                  <a:pt x="111" y="15"/>
                </a:cubicBezTo>
                <a:cubicBezTo>
                  <a:pt x="111" y="29"/>
                  <a:pt x="111" y="29"/>
                  <a:pt x="111" y="29"/>
                </a:cubicBezTo>
                <a:cubicBezTo>
                  <a:pt x="49" y="29"/>
                  <a:pt x="49" y="29"/>
                  <a:pt x="49" y="29"/>
                </a:cubicBezTo>
                <a:cubicBezTo>
                  <a:pt x="49" y="15"/>
                  <a:pt x="49" y="15"/>
                  <a:pt x="49" y="15"/>
                </a:cubicBezTo>
                <a:cubicBezTo>
                  <a:pt x="49" y="15"/>
                  <a:pt x="49" y="15"/>
                  <a:pt x="49" y="15"/>
                </a:cubicBezTo>
                <a:close/>
                <a:moveTo>
                  <a:pt x="26" y="136"/>
                </a:moveTo>
                <a:cubicBezTo>
                  <a:pt x="17" y="136"/>
                  <a:pt x="17" y="136"/>
                  <a:pt x="17" y="136"/>
                </a:cubicBezTo>
                <a:cubicBezTo>
                  <a:pt x="14" y="136"/>
                  <a:pt x="13" y="133"/>
                  <a:pt x="13" y="131"/>
                </a:cubicBezTo>
                <a:cubicBezTo>
                  <a:pt x="13" y="47"/>
                  <a:pt x="13" y="47"/>
                  <a:pt x="13" y="47"/>
                </a:cubicBezTo>
                <a:cubicBezTo>
                  <a:pt x="13" y="44"/>
                  <a:pt x="14" y="42"/>
                  <a:pt x="17" y="42"/>
                </a:cubicBezTo>
                <a:cubicBezTo>
                  <a:pt x="26" y="42"/>
                  <a:pt x="26" y="42"/>
                  <a:pt x="26" y="42"/>
                </a:cubicBezTo>
                <a:cubicBezTo>
                  <a:pt x="26" y="136"/>
                  <a:pt x="26" y="136"/>
                  <a:pt x="26" y="136"/>
                </a:cubicBezTo>
                <a:cubicBezTo>
                  <a:pt x="26" y="136"/>
                  <a:pt x="26" y="136"/>
                  <a:pt x="26" y="136"/>
                </a:cubicBezTo>
                <a:close/>
                <a:moveTo>
                  <a:pt x="134" y="42"/>
                </a:moveTo>
                <a:cubicBezTo>
                  <a:pt x="143" y="42"/>
                  <a:pt x="143" y="42"/>
                  <a:pt x="143" y="42"/>
                </a:cubicBezTo>
                <a:cubicBezTo>
                  <a:pt x="144" y="42"/>
                  <a:pt x="147" y="44"/>
                  <a:pt x="147" y="47"/>
                </a:cubicBezTo>
                <a:cubicBezTo>
                  <a:pt x="147" y="131"/>
                  <a:pt x="147" y="131"/>
                  <a:pt x="147" y="131"/>
                </a:cubicBezTo>
                <a:cubicBezTo>
                  <a:pt x="147" y="133"/>
                  <a:pt x="144" y="136"/>
                  <a:pt x="143" y="136"/>
                </a:cubicBezTo>
                <a:cubicBezTo>
                  <a:pt x="134" y="136"/>
                  <a:pt x="134" y="136"/>
                  <a:pt x="134" y="136"/>
                </a:cubicBezTo>
                <a:cubicBezTo>
                  <a:pt x="134" y="42"/>
                  <a:pt x="134" y="42"/>
                  <a:pt x="134" y="42"/>
                </a:cubicBezTo>
                <a:cubicBezTo>
                  <a:pt x="134" y="42"/>
                  <a:pt x="134" y="42"/>
                  <a:pt x="134" y="42"/>
                </a:cubicBezTo>
                <a:close/>
                <a:moveTo>
                  <a:pt x="123" y="42"/>
                </a:moveTo>
                <a:cubicBezTo>
                  <a:pt x="123" y="136"/>
                  <a:pt x="123" y="136"/>
                  <a:pt x="123" y="136"/>
                </a:cubicBezTo>
                <a:cubicBezTo>
                  <a:pt x="37" y="136"/>
                  <a:pt x="37" y="136"/>
                  <a:pt x="37" y="136"/>
                </a:cubicBezTo>
                <a:cubicBezTo>
                  <a:pt x="37" y="42"/>
                  <a:pt x="37" y="42"/>
                  <a:pt x="37" y="42"/>
                </a:cubicBezTo>
                <a:cubicBezTo>
                  <a:pt x="123" y="42"/>
                  <a:pt x="123" y="42"/>
                  <a:pt x="123" y="42"/>
                </a:cubicBezTo>
                <a:cubicBezTo>
                  <a:pt x="123" y="42"/>
                  <a:pt x="123" y="42"/>
                  <a:pt x="123" y="42"/>
                </a:cubicBezTo>
                <a:close/>
                <a:moveTo>
                  <a:pt x="123" y="42"/>
                </a:moveTo>
                <a:cubicBezTo>
                  <a:pt x="123" y="42"/>
                  <a:pt x="123" y="42"/>
                  <a:pt x="123" y="42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35DB4D5-4666-4E63-BD6F-A27350791B4D}"/>
              </a:ext>
            </a:extLst>
          </p:cNvPr>
          <p:cNvSpPr/>
          <p:nvPr/>
        </p:nvSpPr>
        <p:spPr>
          <a:xfrm>
            <a:off x="10685290" y="4614130"/>
            <a:ext cx="638354" cy="638354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Freeform 107">
            <a:extLst>
              <a:ext uri="{FF2B5EF4-FFF2-40B4-BE49-F238E27FC236}">
                <a16:creationId xmlns:a16="http://schemas.microsoft.com/office/drawing/2014/main" id="{D5AC43CD-A0B9-42BE-9193-346511A8F7CB}"/>
              </a:ext>
            </a:extLst>
          </p:cNvPr>
          <p:cNvSpPr>
            <a:spLocks noEditPoints="1"/>
          </p:cNvSpPr>
          <p:nvPr/>
        </p:nvSpPr>
        <p:spPr bwMode="auto">
          <a:xfrm>
            <a:off x="10880775" y="4793937"/>
            <a:ext cx="247385" cy="278741"/>
          </a:xfrm>
          <a:custGeom>
            <a:avLst/>
            <a:gdLst>
              <a:gd name="T0" fmla="*/ 127 w 142"/>
              <a:gd name="T1" fmla="*/ 9 h 160"/>
              <a:gd name="T2" fmla="*/ 132 w 142"/>
              <a:gd name="T3" fmla="*/ 14 h 160"/>
              <a:gd name="T4" fmla="*/ 127 w 142"/>
              <a:gd name="T5" fmla="*/ 19 h 160"/>
              <a:gd name="T6" fmla="*/ 15 w 142"/>
              <a:gd name="T7" fmla="*/ 19 h 160"/>
              <a:gd name="T8" fmla="*/ 11 w 142"/>
              <a:gd name="T9" fmla="*/ 14 h 160"/>
              <a:gd name="T10" fmla="*/ 15 w 142"/>
              <a:gd name="T11" fmla="*/ 9 h 160"/>
              <a:gd name="T12" fmla="*/ 127 w 142"/>
              <a:gd name="T13" fmla="*/ 9 h 160"/>
              <a:gd name="T14" fmla="*/ 123 w 142"/>
              <a:gd name="T15" fmla="*/ 28 h 160"/>
              <a:gd name="T16" fmla="*/ 123 w 142"/>
              <a:gd name="T17" fmla="*/ 85 h 160"/>
              <a:gd name="T18" fmla="*/ 20 w 142"/>
              <a:gd name="T19" fmla="*/ 85 h 160"/>
              <a:gd name="T20" fmla="*/ 20 w 142"/>
              <a:gd name="T21" fmla="*/ 28 h 160"/>
              <a:gd name="T22" fmla="*/ 123 w 142"/>
              <a:gd name="T23" fmla="*/ 28 h 160"/>
              <a:gd name="T24" fmla="*/ 127 w 142"/>
              <a:gd name="T25" fmla="*/ 94 h 160"/>
              <a:gd name="T26" fmla="*/ 132 w 142"/>
              <a:gd name="T27" fmla="*/ 99 h 160"/>
              <a:gd name="T28" fmla="*/ 127 w 142"/>
              <a:gd name="T29" fmla="*/ 104 h 160"/>
              <a:gd name="T30" fmla="*/ 15 w 142"/>
              <a:gd name="T31" fmla="*/ 104 h 160"/>
              <a:gd name="T32" fmla="*/ 11 w 142"/>
              <a:gd name="T33" fmla="*/ 99 h 160"/>
              <a:gd name="T34" fmla="*/ 15 w 142"/>
              <a:gd name="T35" fmla="*/ 94 h 160"/>
              <a:gd name="T36" fmla="*/ 127 w 142"/>
              <a:gd name="T37" fmla="*/ 94 h 160"/>
              <a:gd name="T38" fmla="*/ 15 w 142"/>
              <a:gd name="T39" fmla="*/ 0 h 160"/>
              <a:gd name="T40" fmla="*/ 1 w 142"/>
              <a:gd name="T41" fmla="*/ 12 h 160"/>
              <a:gd name="T42" fmla="*/ 11 w 142"/>
              <a:gd name="T43" fmla="*/ 27 h 160"/>
              <a:gd name="T44" fmla="*/ 11 w 142"/>
              <a:gd name="T45" fmla="*/ 86 h 160"/>
              <a:gd name="T46" fmla="*/ 1 w 142"/>
              <a:gd name="T47" fmla="*/ 99 h 160"/>
              <a:gd name="T48" fmla="*/ 15 w 142"/>
              <a:gd name="T49" fmla="*/ 113 h 160"/>
              <a:gd name="T50" fmla="*/ 56 w 142"/>
              <a:gd name="T51" fmla="*/ 113 h 160"/>
              <a:gd name="T52" fmla="*/ 21 w 142"/>
              <a:gd name="T53" fmla="*/ 152 h 160"/>
              <a:gd name="T54" fmla="*/ 21 w 142"/>
              <a:gd name="T55" fmla="*/ 159 h 160"/>
              <a:gd name="T56" fmla="*/ 25 w 142"/>
              <a:gd name="T57" fmla="*/ 160 h 160"/>
              <a:gd name="T58" fmla="*/ 28 w 142"/>
              <a:gd name="T59" fmla="*/ 159 h 160"/>
              <a:gd name="T60" fmla="*/ 67 w 142"/>
              <a:gd name="T61" fmla="*/ 115 h 160"/>
              <a:gd name="T62" fmla="*/ 67 w 142"/>
              <a:gd name="T63" fmla="*/ 155 h 160"/>
              <a:gd name="T64" fmla="*/ 71 w 142"/>
              <a:gd name="T65" fmla="*/ 160 h 160"/>
              <a:gd name="T66" fmla="*/ 76 w 142"/>
              <a:gd name="T67" fmla="*/ 155 h 160"/>
              <a:gd name="T68" fmla="*/ 76 w 142"/>
              <a:gd name="T69" fmla="*/ 115 h 160"/>
              <a:gd name="T70" fmla="*/ 115 w 142"/>
              <a:gd name="T71" fmla="*/ 159 h 160"/>
              <a:gd name="T72" fmla="*/ 118 w 142"/>
              <a:gd name="T73" fmla="*/ 160 h 160"/>
              <a:gd name="T74" fmla="*/ 121 w 142"/>
              <a:gd name="T75" fmla="*/ 159 h 160"/>
              <a:gd name="T76" fmla="*/ 122 w 142"/>
              <a:gd name="T77" fmla="*/ 152 h 160"/>
              <a:gd name="T78" fmla="*/ 86 w 142"/>
              <a:gd name="T79" fmla="*/ 113 h 160"/>
              <a:gd name="T80" fmla="*/ 127 w 142"/>
              <a:gd name="T81" fmla="*/ 113 h 160"/>
              <a:gd name="T82" fmla="*/ 141 w 142"/>
              <a:gd name="T83" fmla="*/ 101 h 160"/>
              <a:gd name="T84" fmla="*/ 132 w 142"/>
              <a:gd name="T85" fmla="*/ 86 h 160"/>
              <a:gd name="T86" fmla="*/ 132 w 142"/>
              <a:gd name="T87" fmla="*/ 27 h 160"/>
              <a:gd name="T88" fmla="*/ 141 w 142"/>
              <a:gd name="T89" fmla="*/ 12 h 160"/>
              <a:gd name="T90" fmla="*/ 127 w 142"/>
              <a:gd name="T91" fmla="*/ 0 h 160"/>
              <a:gd name="T92" fmla="*/ 15 w 142"/>
              <a:gd name="T93" fmla="*/ 0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42" h="160">
                <a:moveTo>
                  <a:pt x="127" y="9"/>
                </a:moveTo>
                <a:cubicBezTo>
                  <a:pt x="130" y="9"/>
                  <a:pt x="132" y="12"/>
                  <a:pt x="132" y="14"/>
                </a:cubicBezTo>
                <a:cubicBezTo>
                  <a:pt x="132" y="17"/>
                  <a:pt x="130" y="19"/>
                  <a:pt x="127" y="19"/>
                </a:cubicBezTo>
                <a:cubicBezTo>
                  <a:pt x="15" y="19"/>
                  <a:pt x="15" y="19"/>
                  <a:pt x="15" y="19"/>
                </a:cubicBezTo>
                <a:cubicBezTo>
                  <a:pt x="13" y="19"/>
                  <a:pt x="11" y="17"/>
                  <a:pt x="11" y="14"/>
                </a:cubicBezTo>
                <a:cubicBezTo>
                  <a:pt x="11" y="12"/>
                  <a:pt x="13" y="9"/>
                  <a:pt x="15" y="9"/>
                </a:cubicBezTo>
                <a:lnTo>
                  <a:pt x="127" y="9"/>
                </a:lnTo>
                <a:close/>
                <a:moveTo>
                  <a:pt x="123" y="28"/>
                </a:moveTo>
                <a:cubicBezTo>
                  <a:pt x="123" y="85"/>
                  <a:pt x="123" y="85"/>
                  <a:pt x="123" y="85"/>
                </a:cubicBezTo>
                <a:cubicBezTo>
                  <a:pt x="20" y="85"/>
                  <a:pt x="20" y="85"/>
                  <a:pt x="20" y="85"/>
                </a:cubicBezTo>
                <a:cubicBezTo>
                  <a:pt x="20" y="28"/>
                  <a:pt x="20" y="28"/>
                  <a:pt x="20" y="28"/>
                </a:cubicBezTo>
                <a:cubicBezTo>
                  <a:pt x="123" y="28"/>
                  <a:pt x="123" y="28"/>
                  <a:pt x="123" y="28"/>
                </a:cubicBezTo>
                <a:close/>
                <a:moveTo>
                  <a:pt x="127" y="94"/>
                </a:moveTo>
                <a:cubicBezTo>
                  <a:pt x="130" y="94"/>
                  <a:pt x="132" y="96"/>
                  <a:pt x="132" y="99"/>
                </a:cubicBezTo>
                <a:cubicBezTo>
                  <a:pt x="132" y="101"/>
                  <a:pt x="130" y="104"/>
                  <a:pt x="127" y="104"/>
                </a:cubicBezTo>
                <a:cubicBezTo>
                  <a:pt x="15" y="104"/>
                  <a:pt x="15" y="104"/>
                  <a:pt x="15" y="104"/>
                </a:cubicBezTo>
                <a:cubicBezTo>
                  <a:pt x="13" y="104"/>
                  <a:pt x="11" y="101"/>
                  <a:pt x="11" y="99"/>
                </a:cubicBezTo>
                <a:cubicBezTo>
                  <a:pt x="11" y="96"/>
                  <a:pt x="13" y="94"/>
                  <a:pt x="15" y="94"/>
                </a:cubicBezTo>
                <a:lnTo>
                  <a:pt x="127" y="94"/>
                </a:lnTo>
                <a:close/>
                <a:moveTo>
                  <a:pt x="15" y="0"/>
                </a:moveTo>
                <a:cubicBezTo>
                  <a:pt x="8" y="0"/>
                  <a:pt x="3" y="5"/>
                  <a:pt x="1" y="12"/>
                </a:cubicBezTo>
                <a:cubicBezTo>
                  <a:pt x="0" y="19"/>
                  <a:pt x="4" y="25"/>
                  <a:pt x="11" y="27"/>
                </a:cubicBezTo>
                <a:cubicBezTo>
                  <a:pt x="11" y="86"/>
                  <a:pt x="11" y="86"/>
                  <a:pt x="11" y="86"/>
                </a:cubicBezTo>
                <a:cubicBezTo>
                  <a:pt x="5" y="88"/>
                  <a:pt x="1" y="93"/>
                  <a:pt x="1" y="99"/>
                </a:cubicBezTo>
                <a:cubicBezTo>
                  <a:pt x="1" y="107"/>
                  <a:pt x="7" y="113"/>
                  <a:pt x="15" y="113"/>
                </a:cubicBezTo>
                <a:cubicBezTo>
                  <a:pt x="56" y="113"/>
                  <a:pt x="56" y="113"/>
                  <a:pt x="56" y="113"/>
                </a:cubicBezTo>
                <a:cubicBezTo>
                  <a:pt x="21" y="152"/>
                  <a:pt x="21" y="152"/>
                  <a:pt x="21" y="152"/>
                </a:cubicBezTo>
                <a:cubicBezTo>
                  <a:pt x="19" y="154"/>
                  <a:pt x="20" y="157"/>
                  <a:pt x="21" y="159"/>
                </a:cubicBezTo>
                <a:cubicBezTo>
                  <a:pt x="22" y="160"/>
                  <a:pt x="23" y="160"/>
                  <a:pt x="25" y="160"/>
                </a:cubicBezTo>
                <a:cubicBezTo>
                  <a:pt x="26" y="160"/>
                  <a:pt x="27" y="160"/>
                  <a:pt x="28" y="159"/>
                </a:cubicBezTo>
                <a:cubicBezTo>
                  <a:pt x="67" y="115"/>
                  <a:pt x="67" y="115"/>
                  <a:pt x="67" y="115"/>
                </a:cubicBezTo>
                <a:cubicBezTo>
                  <a:pt x="67" y="155"/>
                  <a:pt x="67" y="155"/>
                  <a:pt x="67" y="155"/>
                </a:cubicBezTo>
                <a:cubicBezTo>
                  <a:pt x="67" y="158"/>
                  <a:pt x="69" y="160"/>
                  <a:pt x="71" y="160"/>
                </a:cubicBezTo>
                <a:cubicBezTo>
                  <a:pt x="74" y="160"/>
                  <a:pt x="76" y="158"/>
                  <a:pt x="76" y="155"/>
                </a:cubicBezTo>
                <a:cubicBezTo>
                  <a:pt x="76" y="115"/>
                  <a:pt x="76" y="115"/>
                  <a:pt x="76" y="115"/>
                </a:cubicBezTo>
                <a:cubicBezTo>
                  <a:pt x="115" y="159"/>
                  <a:pt x="115" y="159"/>
                  <a:pt x="115" y="159"/>
                </a:cubicBezTo>
                <a:cubicBezTo>
                  <a:pt x="115" y="160"/>
                  <a:pt x="117" y="160"/>
                  <a:pt x="118" y="160"/>
                </a:cubicBezTo>
                <a:cubicBezTo>
                  <a:pt x="119" y="160"/>
                  <a:pt x="120" y="160"/>
                  <a:pt x="121" y="159"/>
                </a:cubicBezTo>
                <a:cubicBezTo>
                  <a:pt x="123" y="157"/>
                  <a:pt x="123" y="154"/>
                  <a:pt x="122" y="152"/>
                </a:cubicBezTo>
                <a:cubicBezTo>
                  <a:pt x="86" y="113"/>
                  <a:pt x="86" y="113"/>
                  <a:pt x="86" y="113"/>
                </a:cubicBezTo>
                <a:cubicBezTo>
                  <a:pt x="127" y="113"/>
                  <a:pt x="127" y="113"/>
                  <a:pt x="127" y="113"/>
                </a:cubicBezTo>
                <a:cubicBezTo>
                  <a:pt x="134" y="113"/>
                  <a:pt x="140" y="108"/>
                  <a:pt x="141" y="101"/>
                </a:cubicBezTo>
                <a:cubicBezTo>
                  <a:pt x="142" y="94"/>
                  <a:pt x="139" y="88"/>
                  <a:pt x="132" y="86"/>
                </a:cubicBezTo>
                <a:cubicBezTo>
                  <a:pt x="132" y="27"/>
                  <a:pt x="132" y="27"/>
                  <a:pt x="132" y="27"/>
                </a:cubicBezTo>
                <a:cubicBezTo>
                  <a:pt x="139" y="25"/>
                  <a:pt x="142" y="19"/>
                  <a:pt x="141" y="12"/>
                </a:cubicBezTo>
                <a:cubicBezTo>
                  <a:pt x="140" y="5"/>
                  <a:pt x="134" y="0"/>
                  <a:pt x="127" y="0"/>
                </a:cubicBezTo>
                <a:lnTo>
                  <a:pt x="15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278C52BA-4F7D-43DA-8875-8992724F26C2}"/>
              </a:ext>
            </a:extLst>
          </p:cNvPr>
          <p:cNvSpPr/>
          <p:nvPr/>
        </p:nvSpPr>
        <p:spPr>
          <a:xfrm>
            <a:off x="894943" y="4614130"/>
            <a:ext cx="638354" cy="638354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Freeform 111">
            <a:extLst>
              <a:ext uri="{FF2B5EF4-FFF2-40B4-BE49-F238E27FC236}">
                <a16:creationId xmlns:a16="http://schemas.microsoft.com/office/drawing/2014/main" id="{3FA77C61-1064-49C7-9AF3-6E98A120E0C2}"/>
              </a:ext>
            </a:extLst>
          </p:cNvPr>
          <p:cNvSpPr>
            <a:spLocks noEditPoints="1"/>
          </p:cNvSpPr>
          <p:nvPr/>
        </p:nvSpPr>
        <p:spPr bwMode="auto">
          <a:xfrm>
            <a:off x="1058544" y="4787455"/>
            <a:ext cx="311151" cy="291705"/>
          </a:xfrm>
          <a:custGeom>
            <a:avLst/>
            <a:gdLst>
              <a:gd name="T0" fmla="*/ 136 w 160"/>
              <a:gd name="T1" fmla="*/ 20 h 150"/>
              <a:gd name="T2" fmla="*/ 80 w 160"/>
              <a:gd name="T3" fmla="*/ 0 h 150"/>
              <a:gd name="T4" fmla="*/ 23 w 160"/>
              <a:gd name="T5" fmla="*/ 20 h 150"/>
              <a:gd name="T6" fmla="*/ 0 w 160"/>
              <a:gd name="T7" fmla="*/ 70 h 150"/>
              <a:gd name="T8" fmla="*/ 18 w 160"/>
              <a:gd name="T9" fmla="*/ 115 h 150"/>
              <a:gd name="T10" fmla="*/ 11 w 160"/>
              <a:gd name="T11" fmla="*/ 142 h 150"/>
              <a:gd name="T12" fmla="*/ 14 w 160"/>
              <a:gd name="T13" fmla="*/ 150 h 150"/>
              <a:gd name="T14" fmla="*/ 50 w 160"/>
              <a:gd name="T15" fmla="*/ 136 h 150"/>
              <a:gd name="T16" fmla="*/ 79 w 160"/>
              <a:gd name="T17" fmla="*/ 141 h 150"/>
              <a:gd name="T18" fmla="*/ 80 w 160"/>
              <a:gd name="T19" fmla="*/ 141 h 150"/>
              <a:gd name="T20" fmla="*/ 136 w 160"/>
              <a:gd name="T21" fmla="*/ 120 h 150"/>
              <a:gd name="T22" fmla="*/ 160 w 160"/>
              <a:gd name="T23" fmla="*/ 70 h 150"/>
              <a:gd name="T24" fmla="*/ 136 w 160"/>
              <a:gd name="T25" fmla="*/ 20 h 150"/>
              <a:gd name="T26" fmla="*/ 80 w 160"/>
              <a:gd name="T27" fmla="*/ 131 h 150"/>
              <a:gd name="T28" fmla="*/ 79 w 160"/>
              <a:gd name="T29" fmla="*/ 131 h 150"/>
              <a:gd name="T30" fmla="*/ 50 w 160"/>
              <a:gd name="T31" fmla="*/ 126 h 150"/>
              <a:gd name="T32" fmla="*/ 48 w 160"/>
              <a:gd name="T33" fmla="*/ 126 h 150"/>
              <a:gd name="T34" fmla="*/ 45 w 160"/>
              <a:gd name="T35" fmla="*/ 127 h 150"/>
              <a:gd name="T36" fmla="*/ 24 w 160"/>
              <a:gd name="T37" fmla="*/ 140 h 150"/>
              <a:gd name="T38" fmla="*/ 27 w 160"/>
              <a:gd name="T39" fmla="*/ 112 h 150"/>
              <a:gd name="T40" fmla="*/ 26 w 160"/>
              <a:gd name="T41" fmla="*/ 110 h 150"/>
              <a:gd name="T42" fmla="*/ 9 w 160"/>
              <a:gd name="T43" fmla="*/ 70 h 150"/>
              <a:gd name="T44" fmla="*/ 80 w 160"/>
              <a:gd name="T45" fmla="*/ 9 h 150"/>
              <a:gd name="T46" fmla="*/ 150 w 160"/>
              <a:gd name="T47" fmla="*/ 70 h 150"/>
              <a:gd name="T48" fmla="*/ 80 w 160"/>
              <a:gd name="T49" fmla="*/ 131 h 150"/>
              <a:gd name="T50" fmla="*/ 115 w 160"/>
              <a:gd name="T51" fmla="*/ 61 h 150"/>
              <a:gd name="T52" fmla="*/ 110 w 160"/>
              <a:gd name="T53" fmla="*/ 62 h 150"/>
              <a:gd name="T54" fmla="*/ 102 w 160"/>
              <a:gd name="T55" fmla="*/ 73 h 150"/>
              <a:gd name="T56" fmla="*/ 115 w 160"/>
              <a:gd name="T57" fmla="*/ 86 h 150"/>
              <a:gd name="T58" fmla="*/ 126 w 160"/>
              <a:gd name="T59" fmla="*/ 78 h 150"/>
              <a:gd name="T60" fmla="*/ 123 w 160"/>
              <a:gd name="T61" fmla="*/ 65 h 150"/>
              <a:gd name="T62" fmla="*/ 115 w 160"/>
              <a:gd name="T63" fmla="*/ 61 h 150"/>
              <a:gd name="T64" fmla="*/ 117 w 160"/>
              <a:gd name="T65" fmla="*/ 76 h 150"/>
              <a:gd name="T66" fmla="*/ 115 w 160"/>
              <a:gd name="T67" fmla="*/ 76 h 150"/>
              <a:gd name="T68" fmla="*/ 112 w 160"/>
              <a:gd name="T69" fmla="*/ 73 h 150"/>
              <a:gd name="T70" fmla="*/ 115 w 160"/>
              <a:gd name="T71" fmla="*/ 70 h 150"/>
              <a:gd name="T72" fmla="*/ 117 w 160"/>
              <a:gd name="T73" fmla="*/ 76 h 150"/>
              <a:gd name="T74" fmla="*/ 80 w 160"/>
              <a:gd name="T75" fmla="*/ 61 h 150"/>
              <a:gd name="T76" fmla="*/ 75 w 160"/>
              <a:gd name="T77" fmla="*/ 62 h 150"/>
              <a:gd name="T78" fmla="*/ 67 w 160"/>
              <a:gd name="T79" fmla="*/ 73 h 150"/>
              <a:gd name="T80" fmla="*/ 80 w 160"/>
              <a:gd name="T81" fmla="*/ 86 h 150"/>
              <a:gd name="T82" fmla="*/ 91 w 160"/>
              <a:gd name="T83" fmla="*/ 78 h 150"/>
              <a:gd name="T84" fmla="*/ 89 w 160"/>
              <a:gd name="T85" fmla="*/ 65 h 150"/>
              <a:gd name="T86" fmla="*/ 80 w 160"/>
              <a:gd name="T87" fmla="*/ 61 h 150"/>
              <a:gd name="T88" fmla="*/ 82 w 160"/>
              <a:gd name="T89" fmla="*/ 76 h 150"/>
              <a:gd name="T90" fmla="*/ 80 w 160"/>
              <a:gd name="T91" fmla="*/ 76 h 150"/>
              <a:gd name="T92" fmla="*/ 76 w 160"/>
              <a:gd name="T93" fmla="*/ 73 h 150"/>
              <a:gd name="T94" fmla="*/ 80 w 160"/>
              <a:gd name="T95" fmla="*/ 70 h 150"/>
              <a:gd name="T96" fmla="*/ 82 w 160"/>
              <a:gd name="T97" fmla="*/ 76 h 150"/>
              <a:gd name="T98" fmla="*/ 45 w 160"/>
              <a:gd name="T99" fmla="*/ 61 h 150"/>
              <a:gd name="T100" fmla="*/ 40 w 160"/>
              <a:gd name="T101" fmla="*/ 62 h 150"/>
              <a:gd name="T102" fmla="*/ 32 w 160"/>
              <a:gd name="T103" fmla="*/ 73 h 150"/>
              <a:gd name="T104" fmla="*/ 45 w 160"/>
              <a:gd name="T105" fmla="*/ 86 h 150"/>
              <a:gd name="T106" fmla="*/ 57 w 160"/>
              <a:gd name="T107" fmla="*/ 78 h 150"/>
              <a:gd name="T108" fmla="*/ 54 w 160"/>
              <a:gd name="T109" fmla="*/ 65 h 150"/>
              <a:gd name="T110" fmla="*/ 45 w 160"/>
              <a:gd name="T111" fmla="*/ 61 h 150"/>
              <a:gd name="T112" fmla="*/ 47 w 160"/>
              <a:gd name="T113" fmla="*/ 76 h 150"/>
              <a:gd name="T114" fmla="*/ 45 w 160"/>
              <a:gd name="T115" fmla="*/ 76 h 150"/>
              <a:gd name="T116" fmla="*/ 42 w 160"/>
              <a:gd name="T117" fmla="*/ 73 h 150"/>
              <a:gd name="T118" fmla="*/ 45 w 160"/>
              <a:gd name="T119" fmla="*/ 70 h 150"/>
              <a:gd name="T120" fmla="*/ 47 w 160"/>
              <a:gd name="T121" fmla="*/ 76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60" h="150">
                <a:moveTo>
                  <a:pt x="136" y="20"/>
                </a:moveTo>
                <a:cubicBezTo>
                  <a:pt x="121" y="7"/>
                  <a:pt x="101" y="0"/>
                  <a:pt x="80" y="0"/>
                </a:cubicBezTo>
                <a:cubicBezTo>
                  <a:pt x="58" y="0"/>
                  <a:pt x="38" y="7"/>
                  <a:pt x="23" y="20"/>
                </a:cubicBezTo>
                <a:cubicBezTo>
                  <a:pt x="8" y="34"/>
                  <a:pt x="0" y="51"/>
                  <a:pt x="0" y="70"/>
                </a:cubicBezTo>
                <a:cubicBezTo>
                  <a:pt x="0" y="87"/>
                  <a:pt x="6" y="103"/>
                  <a:pt x="18" y="115"/>
                </a:cubicBezTo>
                <a:cubicBezTo>
                  <a:pt x="20" y="125"/>
                  <a:pt x="18" y="135"/>
                  <a:pt x="11" y="142"/>
                </a:cubicBezTo>
                <a:cubicBezTo>
                  <a:pt x="8" y="145"/>
                  <a:pt x="10" y="150"/>
                  <a:pt x="14" y="150"/>
                </a:cubicBezTo>
                <a:cubicBezTo>
                  <a:pt x="27" y="150"/>
                  <a:pt x="40" y="145"/>
                  <a:pt x="50" y="136"/>
                </a:cubicBezTo>
                <a:cubicBezTo>
                  <a:pt x="59" y="139"/>
                  <a:pt x="69" y="141"/>
                  <a:pt x="79" y="141"/>
                </a:cubicBezTo>
                <a:cubicBezTo>
                  <a:pt x="79" y="141"/>
                  <a:pt x="79" y="141"/>
                  <a:pt x="80" y="141"/>
                </a:cubicBezTo>
                <a:cubicBezTo>
                  <a:pt x="101" y="141"/>
                  <a:pt x="121" y="134"/>
                  <a:pt x="136" y="120"/>
                </a:cubicBezTo>
                <a:cubicBezTo>
                  <a:pt x="151" y="107"/>
                  <a:pt x="160" y="89"/>
                  <a:pt x="160" y="70"/>
                </a:cubicBezTo>
                <a:cubicBezTo>
                  <a:pt x="160" y="51"/>
                  <a:pt x="151" y="34"/>
                  <a:pt x="136" y="20"/>
                </a:cubicBezTo>
                <a:close/>
                <a:moveTo>
                  <a:pt x="80" y="131"/>
                </a:moveTo>
                <a:cubicBezTo>
                  <a:pt x="79" y="131"/>
                  <a:pt x="79" y="131"/>
                  <a:pt x="79" y="131"/>
                </a:cubicBezTo>
                <a:cubicBezTo>
                  <a:pt x="69" y="131"/>
                  <a:pt x="59" y="130"/>
                  <a:pt x="50" y="126"/>
                </a:cubicBezTo>
                <a:cubicBezTo>
                  <a:pt x="50" y="126"/>
                  <a:pt x="49" y="126"/>
                  <a:pt x="48" y="126"/>
                </a:cubicBezTo>
                <a:cubicBezTo>
                  <a:pt x="47" y="126"/>
                  <a:pt x="46" y="126"/>
                  <a:pt x="45" y="127"/>
                </a:cubicBezTo>
                <a:cubicBezTo>
                  <a:pt x="39" y="133"/>
                  <a:pt x="32" y="138"/>
                  <a:pt x="24" y="140"/>
                </a:cubicBezTo>
                <a:cubicBezTo>
                  <a:pt x="28" y="131"/>
                  <a:pt x="29" y="121"/>
                  <a:pt x="27" y="112"/>
                </a:cubicBezTo>
                <a:cubicBezTo>
                  <a:pt x="27" y="111"/>
                  <a:pt x="26" y="110"/>
                  <a:pt x="26" y="110"/>
                </a:cubicBezTo>
                <a:cubicBezTo>
                  <a:pt x="15" y="99"/>
                  <a:pt x="9" y="85"/>
                  <a:pt x="9" y="70"/>
                </a:cubicBezTo>
                <a:cubicBezTo>
                  <a:pt x="9" y="37"/>
                  <a:pt x="41" y="9"/>
                  <a:pt x="80" y="9"/>
                </a:cubicBezTo>
                <a:cubicBezTo>
                  <a:pt x="119" y="9"/>
                  <a:pt x="150" y="37"/>
                  <a:pt x="150" y="70"/>
                </a:cubicBezTo>
                <a:cubicBezTo>
                  <a:pt x="150" y="104"/>
                  <a:pt x="119" y="131"/>
                  <a:pt x="80" y="131"/>
                </a:cubicBezTo>
                <a:close/>
                <a:moveTo>
                  <a:pt x="115" y="61"/>
                </a:moveTo>
                <a:cubicBezTo>
                  <a:pt x="113" y="61"/>
                  <a:pt x="111" y="61"/>
                  <a:pt x="110" y="62"/>
                </a:cubicBezTo>
                <a:cubicBezTo>
                  <a:pt x="105" y="64"/>
                  <a:pt x="102" y="68"/>
                  <a:pt x="102" y="73"/>
                </a:cubicBezTo>
                <a:cubicBezTo>
                  <a:pt x="102" y="80"/>
                  <a:pt x="108" y="86"/>
                  <a:pt x="115" y="86"/>
                </a:cubicBezTo>
                <a:cubicBezTo>
                  <a:pt x="120" y="86"/>
                  <a:pt x="124" y="83"/>
                  <a:pt x="126" y="78"/>
                </a:cubicBezTo>
                <a:cubicBezTo>
                  <a:pt x="128" y="73"/>
                  <a:pt x="127" y="68"/>
                  <a:pt x="123" y="65"/>
                </a:cubicBezTo>
                <a:cubicBezTo>
                  <a:pt x="121" y="62"/>
                  <a:pt x="118" y="61"/>
                  <a:pt x="115" y="61"/>
                </a:cubicBezTo>
                <a:close/>
                <a:moveTo>
                  <a:pt x="117" y="76"/>
                </a:moveTo>
                <a:cubicBezTo>
                  <a:pt x="116" y="76"/>
                  <a:pt x="115" y="76"/>
                  <a:pt x="115" y="76"/>
                </a:cubicBezTo>
                <a:cubicBezTo>
                  <a:pt x="113" y="76"/>
                  <a:pt x="112" y="75"/>
                  <a:pt x="112" y="73"/>
                </a:cubicBezTo>
                <a:cubicBezTo>
                  <a:pt x="112" y="72"/>
                  <a:pt x="113" y="70"/>
                  <a:pt x="115" y="70"/>
                </a:cubicBezTo>
                <a:cubicBezTo>
                  <a:pt x="117" y="70"/>
                  <a:pt x="119" y="74"/>
                  <a:pt x="117" y="76"/>
                </a:cubicBezTo>
                <a:close/>
                <a:moveTo>
                  <a:pt x="80" y="61"/>
                </a:moveTo>
                <a:cubicBezTo>
                  <a:pt x="78" y="61"/>
                  <a:pt x="76" y="61"/>
                  <a:pt x="75" y="62"/>
                </a:cubicBezTo>
                <a:cubicBezTo>
                  <a:pt x="70" y="64"/>
                  <a:pt x="67" y="68"/>
                  <a:pt x="67" y="73"/>
                </a:cubicBezTo>
                <a:cubicBezTo>
                  <a:pt x="67" y="80"/>
                  <a:pt x="73" y="86"/>
                  <a:pt x="80" y="86"/>
                </a:cubicBezTo>
                <a:cubicBezTo>
                  <a:pt x="85" y="86"/>
                  <a:pt x="89" y="83"/>
                  <a:pt x="91" y="78"/>
                </a:cubicBezTo>
                <a:cubicBezTo>
                  <a:pt x="93" y="73"/>
                  <a:pt x="92" y="68"/>
                  <a:pt x="89" y="65"/>
                </a:cubicBezTo>
                <a:cubicBezTo>
                  <a:pt x="86" y="62"/>
                  <a:pt x="83" y="61"/>
                  <a:pt x="80" y="61"/>
                </a:cubicBezTo>
                <a:close/>
                <a:moveTo>
                  <a:pt x="82" y="76"/>
                </a:moveTo>
                <a:cubicBezTo>
                  <a:pt x="81" y="76"/>
                  <a:pt x="80" y="76"/>
                  <a:pt x="80" y="76"/>
                </a:cubicBezTo>
                <a:cubicBezTo>
                  <a:pt x="78" y="76"/>
                  <a:pt x="76" y="75"/>
                  <a:pt x="76" y="73"/>
                </a:cubicBezTo>
                <a:cubicBezTo>
                  <a:pt x="76" y="72"/>
                  <a:pt x="78" y="70"/>
                  <a:pt x="80" y="70"/>
                </a:cubicBezTo>
                <a:cubicBezTo>
                  <a:pt x="82" y="70"/>
                  <a:pt x="84" y="74"/>
                  <a:pt x="82" y="76"/>
                </a:cubicBezTo>
                <a:close/>
                <a:moveTo>
                  <a:pt x="45" y="61"/>
                </a:moveTo>
                <a:cubicBezTo>
                  <a:pt x="43" y="61"/>
                  <a:pt x="42" y="61"/>
                  <a:pt x="40" y="62"/>
                </a:cubicBezTo>
                <a:cubicBezTo>
                  <a:pt x="35" y="64"/>
                  <a:pt x="32" y="68"/>
                  <a:pt x="32" y="73"/>
                </a:cubicBezTo>
                <a:cubicBezTo>
                  <a:pt x="32" y="80"/>
                  <a:pt x="38" y="86"/>
                  <a:pt x="45" y="86"/>
                </a:cubicBezTo>
                <a:cubicBezTo>
                  <a:pt x="50" y="86"/>
                  <a:pt x="55" y="83"/>
                  <a:pt x="57" y="78"/>
                </a:cubicBezTo>
                <a:cubicBezTo>
                  <a:pt x="59" y="73"/>
                  <a:pt x="58" y="68"/>
                  <a:pt x="54" y="65"/>
                </a:cubicBezTo>
                <a:cubicBezTo>
                  <a:pt x="52" y="62"/>
                  <a:pt x="48" y="61"/>
                  <a:pt x="45" y="61"/>
                </a:cubicBezTo>
                <a:close/>
                <a:moveTo>
                  <a:pt x="47" y="76"/>
                </a:moveTo>
                <a:cubicBezTo>
                  <a:pt x="47" y="76"/>
                  <a:pt x="46" y="76"/>
                  <a:pt x="45" y="76"/>
                </a:cubicBezTo>
                <a:cubicBezTo>
                  <a:pt x="43" y="76"/>
                  <a:pt x="42" y="75"/>
                  <a:pt x="42" y="73"/>
                </a:cubicBezTo>
                <a:cubicBezTo>
                  <a:pt x="42" y="72"/>
                  <a:pt x="43" y="70"/>
                  <a:pt x="45" y="70"/>
                </a:cubicBezTo>
                <a:cubicBezTo>
                  <a:pt x="48" y="70"/>
                  <a:pt x="49" y="74"/>
                  <a:pt x="47" y="7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7C888A9-0274-4775-82B8-DB5ACC03A261}"/>
              </a:ext>
            </a:extLst>
          </p:cNvPr>
          <p:cNvCxnSpPr>
            <a:cxnSpLocks/>
          </p:cNvCxnSpPr>
          <p:nvPr/>
        </p:nvCxnSpPr>
        <p:spPr>
          <a:xfrm>
            <a:off x="1881963" y="2829840"/>
            <a:ext cx="3094074" cy="0"/>
          </a:xfrm>
          <a:prstGeom prst="line">
            <a:avLst/>
          </a:prstGeom>
          <a:ln w="12700">
            <a:solidFill>
              <a:schemeClr val="tx1">
                <a:alpha val="10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FB089D4-1171-4EC9-AFE7-C01F3ACD3F76}"/>
              </a:ext>
            </a:extLst>
          </p:cNvPr>
          <p:cNvCxnSpPr>
            <a:cxnSpLocks/>
          </p:cNvCxnSpPr>
          <p:nvPr/>
        </p:nvCxnSpPr>
        <p:spPr>
          <a:xfrm>
            <a:off x="1881963" y="4953140"/>
            <a:ext cx="2551492" cy="36984"/>
          </a:xfrm>
          <a:prstGeom prst="line">
            <a:avLst/>
          </a:prstGeom>
          <a:ln w="12700">
            <a:solidFill>
              <a:schemeClr val="tx1">
                <a:alpha val="10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1A324777-4415-4BD2-9AAC-7B1459A24C3F}"/>
              </a:ext>
            </a:extLst>
          </p:cNvPr>
          <p:cNvCxnSpPr>
            <a:cxnSpLocks/>
          </p:cNvCxnSpPr>
          <p:nvPr/>
        </p:nvCxnSpPr>
        <p:spPr>
          <a:xfrm>
            <a:off x="7240773" y="2839490"/>
            <a:ext cx="3108158" cy="0"/>
          </a:xfrm>
          <a:prstGeom prst="line">
            <a:avLst/>
          </a:prstGeom>
          <a:ln w="12700">
            <a:solidFill>
              <a:schemeClr val="tx1">
                <a:alpha val="10000"/>
              </a:schemeClr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333B3DFB-9CB5-4E93-974A-935600841069}"/>
              </a:ext>
            </a:extLst>
          </p:cNvPr>
          <p:cNvCxnSpPr>
            <a:cxnSpLocks/>
          </p:cNvCxnSpPr>
          <p:nvPr/>
        </p:nvCxnSpPr>
        <p:spPr>
          <a:xfrm>
            <a:off x="7772400" y="4962790"/>
            <a:ext cx="2646933" cy="0"/>
          </a:xfrm>
          <a:prstGeom prst="line">
            <a:avLst/>
          </a:prstGeom>
          <a:ln w="12700">
            <a:solidFill>
              <a:schemeClr val="tx1">
                <a:alpha val="10000"/>
              </a:schemeClr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3FC0C8C9-7EBE-48A2-A2DA-8B6B65B56B27}"/>
              </a:ext>
            </a:extLst>
          </p:cNvPr>
          <p:cNvSpPr txBox="1"/>
          <p:nvPr/>
        </p:nvSpPr>
        <p:spPr>
          <a:xfrm>
            <a:off x="1804480" y="2426645"/>
            <a:ext cx="9196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Poppins SemiBold" panose="00000700000000000000" pitchFamily="2" charset="0"/>
                <a:ea typeface="Open Sans" panose="020B0606030504020204" pitchFamily="34" charset="0"/>
                <a:cs typeface="Poppins SemiBold" panose="00000700000000000000" pitchFamily="2" charset="0"/>
              </a:rPr>
              <a:t>40%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FF0C5D5-8735-4FBF-9396-51AA84452915}"/>
              </a:ext>
            </a:extLst>
          </p:cNvPr>
          <p:cNvSpPr txBox="1"/>
          <p:nvPr/>
        </p:nvSpPr>
        <p:spPr>
          <a:xfrm>
            <a:off x="1804480" y="4555501"/>
            <a:ext cx="8089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Poppins SemiBold" panose="00000700000000000000" pitchFamily="2" charset="0"/>
                <a:ea typeface="Open Sans" panose="020B0606030504020204" pitchFamily="34" charset="0"/>
                <a:cs typeface="Poppins SemiBold" panose="00000700000000000000" pitchFamily="2" charset="0"/>
              </a:rPr>
              <a:t>37%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10688D9-C035-43C4-B1EE-3703902E8239}"/>
              </a:ext>
            </a:extLst>
          </p:cNvPr>
          <p:cNvSpPr txBox="1"/>
          <p:nvPr/>
        </p:nvSpPr>
        <p:spPr>
          <a:xfrm>
            <a:off x="9578619" y="2443868"/>
            <a:ext cx="8598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latin typeface="Poppins SemiBold" panose="00000700000000000000" pitchFamily="2" charset="0"/>
                <a:ea typeface="Open Sans" panose="020B0606030504020204" pitchFamily="34" charset="0"/>
                <a:cs typeface="Poppins SemiBold" panose="00000700000000000000" pitchFamily="2" charset="0"/>
              </a:rPr>
              <a:t>78%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D53DC09-1D39-4256-91C6-5E285D1AC4C6}"/>
              </a:ext>
            </a:extLst>
          </p:cNvPr>
          <p:cNvSpPr txBox="1"/>
          <p:nvPr/>
        </p:nvSpPr>
        <p:spPr>
          <a:xfrm>
            <a:off x="9578619" y="4572724"/>
            <a:ext cx="8598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latin typeface="Poppins SemiBold" panose="00000700000000000000" pitchFamily="2" charset="0"/>
                <a:ea typeface="Open Sans" panose="020B0606030504020204" pitchFamily="34" charset="0"/>
                <a:cs typeface="Poppins SemiBold" panose="00000700000000000000" pitchFamily="2" charset="0"/>
              </a:rPr>
              <a:t>15%</a:t>
            </a:r>
          </a:p>
        </p:txBody>
      </p:sp>
      <p:sp>
        <p:nvSpPr>
          <p:cNvPr id="74" name="Reliability">
            <a:extLst>
              <a:ext uri="{FF2B5EF4-FFF2-40B4-BE49-F238E27FC236}">
                <a16:creationId xmlns:a16="http://schemas.microsoft.com/office/drawing/2014/main" id="{6C3407EA-6EB8-462D-80BF-AD896F4D5FBA}"/>
              </a:ext>
            </a:extLst>
          </p:cNvPr>
          <p:cNvSpPr/>
          <p:nvPr/>
        </p:nvSpPr>
        <p:spPr>
          <a:xfrm>
            <a:off x="1885602" y="3001174"/>
            <a:ext cx="1686938" cy="1817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rPr lang="en-US" sz="1300" dirty="0">
                <a:solidFill>
                  <a:schemeClr val="accent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First Advantages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AF81247-8522-41F4-BE4D-2FBC16431B5F}"/>
              </a:ext>
            </a:extLst>
          </p:cNvPr>
          <p:cNvSpPr txBox="1"/>
          <p:nvPr/>
        </p:nvSpPr>
        <p:spPr>
          <a:xfrm>
            <a:off x="1789906" y="3241749"/>
            <a:ext cx="2523859" cy="6896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passages of Lorem Ipsum suffered randomized  which  slightly believable.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6" name="Reliability">
            <a:extLst>
              <a:ext uri="{FF2B5EF4-FFF2-40B4-BE49-F238E27FC236}">
                <a16:creationId xmlns:a16="http://schemas.microsoft.com/office/drawing/2014/main" id="{02ED48EF-95D6-48BE-B11D-9F7145AD51B5}"/>
              </a:ext>
            </a:extLst>
          </p:cNvPr>
          <p:cNvSpPr/>
          <p:nvPr/>
        </p:nvSpPr>
        <p:spPr>
          <a:xfrm>
            <a:off x="1897867" y="5096793"/>
            <a:ext cx="1780998" cy="1817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rPr lang="en-US" sz="1300" dirty="0">
                <a:solidFill>
                  <a:schemeClr val="accent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Second Advantages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06FF0E3-B1AB-48E2-B18E-BBE7C9194F82}"/>
              </a:ext>
            </a:extLst>
          </p:cNvPr>
          <p:cNvSpPr txBox="1"/>
          <p:nvPr/>
        </p:nvSpPr>
        <p:spPr>
          <a:xfrm>
            <a:off x="1802171" y="5363779"/>
            <a:ext cx="2523859" cy="6896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passages of Lorem Ipsum suffered randomized  which  slightly believable.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9" name="Reliability">
            <a:extLst>
              <a:ext uri="{FF2B5EF4-FFF2-40B4-BE49-F238E27FC236}">
                <a16:creationId xmlns:a16="http://schemas.microsoft.com/office/drawing/2014/main" id="{D3E70C86-8E24-4275-8B9B-26E0FAAB491F}"/>
              </a:ext>
            </a:extLst>
          </p:cNvPr>
          <p:cNvSpPr/>
          <p:nvPr/>
        </p:nvSpPr>
        <p:spPr>
          <a:xfrm>
            <a:off x="8619461" y="3001174"/>
            <a:ext cx="1733949" cy="1817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r"/>
            <a:r>
              <a:rPr lang="en-US" sz="1300" dirty="0">
                <a:solidFill>
                  <a:schemeClr val="accent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Three Advantages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272E18B-D701-4060-ADE3-4B444E87A14D}"/>
              </a:ext>
            </a:extLst>
          </p:cNvPr>
          <p:cNvSpPr txBox="1"/>
          <p:nvPr/>
        </p:nvSpPr>
        <p:spPr>
          <a:xfrm>
            <a:off x="7914615" y="3241749"/>
            <a:ext cx="2523859" cy="6896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passages of Lorem Ipsum suffered randomized  which  slightly believable.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1" name="Reliability">
            <a:extLst>
              <a:ext uri="{FF2B5EF4-FFF2-40B4-BE49-F238E27FC236}">
                <a16:creationId xmlns:a16="http://schemas.microsoft.com/office/drawing/2014/main" id="{40C1CF51-3232-4E29-BD3B-BBAAD9A4271A}"/>
              </a:ext>
            </a:extLst>
          </p:cNvPr>
          <p:cNvSpPr/>
          <p:nvPr/>
        </p:nvSpPr>
        <p:spPr>
          <a:xfrm>
            <a:off x="8619461" y="5096793"/>
            <a:ext cx="1733949" cy="1817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r"/>
            <a:r>
              <a:rPr lang="en-US" sz="1300" dirty="0">
                <a:solidFill>
                  <a:schemeClr val="accent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Other Advantages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3BCE4EA-6147-4450-9262-3D6CD59E55F9}"/>
              </a:ext>
            </a:extLst>
          </p:cNvPr>
          <p:cNvSpPr txBox="1"/>
          <p:nvPr/>
        </p:nvSpPr>
        <p:spPr>
          <a:xfrm>
            <a:off x="7914615" y="5363779"/>
            <a:ext cx="2523859" cy="6896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passages of Lorem Ipsum suffered randomized  which  slightly believable.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9A3FA50-2B20-4197-9017-4A3456897045}"/>
              </a:ext>
            </a:extLst>
          </p:cNvPr>
          <p:cNvSpPr txBox="1"/>
          <p:nvPr/>
        </p:nvSpPr>
        <p:spPr>
          <a:xfrm>
            <a:off x="5406113" y="4554398"/>
            <a:ext cx="1379772" cy="318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Total</a:t>
            </a:r>
          </a:p>
        </p:txBody>
      </p:sp>
    </p:spTree>
    <p:extLst>
      <p:ext uri="{BB962C8B-B14F-4D97-AF65-F5344CB8AC3E}">
        <p14:creationId xmlns:p14="http://schemas.microsoft.com/office/powerpoint/2010/main" val="3672030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A09BE2B2-2DE0-4F48-B89D-197E596049ED}"/>
              </a:ext>
            </a:extLst>
          </p:cNvPr>
          <p:cNvSpPr txBox="1"/>
          <p:nvPr/>
        </p:nvSpPr>
        <p:spPr>
          <a:xfrm>
            <a:off x="714289" y="693083"/>
            <a:ext cx="3730121" cy="632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000" dirty="0">
                <a:solidFill>
                  <a:schemeClr val="accent2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Market</a:t>
            </a:r>
            <a:r>
              <a:rPr lang="en-US" sz="3000" dirty="0">
                <a:latin typeface="Poppins SemiBold" panose="00000700000000000000" pitchFamily="50" charset="0"/>
                <a:cs typeface="Poppins SemiBold" panose="00000700000000000000" pitchFamily="50" charset="0"/>
              </a:rPr>
              <a:t> Validation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43AC492-18B6-4A41-A647-8B1E0F2092F3}"/>
              </a:ext>
            </a:extLst>
          </p:cNvPr>
          <p:cNvCxnSpPr>
            <a:cxnSpLocks/>
          </p:cNvCxnSpPr>
          <p:nvPr/>
        </p:nvCxnSpPr>
        <p:spPr>
          <a:xfrm>
            <a:off x="824227" y="5033920"/>
            <a:ext cx="2896503" cy="0"/>
          </a:xfrm>
          <a:prstGeom prst="line">
            <a:avLst/>
          </a:prstGeom>
          <a:ln w="1270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C292051-DC67-4C0C-8853-9C68573FF220}"/>
              </a:ext>
            </a:extLst>
          </p:cNvPr>
          <p:cNvSpPr txBox="1"/>
          <p:nvPr/>
        </p:nvSpPr>
        <p:spPr>
          <a:xfrm>
            <a:off x="746744" y="4630725"/>
            <a:ext cx="7125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Poppins regular" panose="00000500000000000000" pitchFamily="2" charset="0"/>
                <a:ea typeface="Open Sans" panose="020B0606030504020204" pitchFamily="34" charset="0"/>
                <a:cs typeface="Poppins regular" panose="00000500000000000000" pitchFamily="2" charset="0"/>
              </a:rPr>
              <a:t>60%</a:t>
            </a:r>
          </a:p>
        </p:txBody>
      </p:sp>
      <p:sp>
        <p:nvSpPr>
          <p:cNvPr id="27" name="Reliability">
            <a:extLst>
              <a:ext uri="{FF2B5EF4-FFF2-40B4-BE49-F238E27FC236}">
                <a16:creationId xmlns:a16="http://schemas.microsoft.com/office/drawing/2014/main" id="{4CB870DD-C090-4B0A-B331-46FD60364699}"/>
              </a:ext>
            </a:extLst>
          </p:cNvPr>
          <p:cNvSpPr/>
          <p:nvPr/>
        </p:nvSpPr>
        <p:spPr>
          <a:xfrm>
            <a:off x="827866" y="5226770"/>
            <a:ext cx="1686938" cy="1817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rPr lang="en-US" sz="1300" dirty="0">
                <a:solidFill>
                  <a:schemeClr val="accent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Market validation 01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306FBCD-7EB7-469B-B423-CF0DC96ED029}"/>
              </a:ext>
            </a:extLst>
          </p:cNvPr>
          <p:cNvSpPr txBox="1"/>
          <p:nvPr/>
        </p:nvSpPr>
        <p:spPr>
          <a:xfrm>
            <a:off x="732170" y="5467345"/>
            <a:ext cx="2523859" cy="484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Ipsum suffered randomized  which  slightly believable.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9B51E849-6C99-46D4-81C1-5683ADB80D98}"/>
              </a:ext>
            </a:extLst>
          </p:cNvPr>
          <p:cNvSpPr/>
          <p:nvPr/>
        </p:nvSpPr>
        <p:spPr>
          <a:xfrm>
            <a:off x="786401" y="3530631"/>
            <a:ext cx="2344076" cy="263951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8A43FFB-428F-4AE6-BED6-1F7A25293FBE}"/>
              </a:ext>
            </a:extLst>
          </p:cNvPr>
          <p:cNvSpPr/>
          <p:nvPr/>
        </p:nvSpPr>
        <p:spPr>
          <a:xfrm>
            <a:off x="786401" y="3530631"/>
            <a:ext cx="1675233" cy="26395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C900C06-2AC1-4E03-B889-F26EE1D30DCF}"/>
              </a:ext>
            </a:extLst>
          </p:cNvPr>
          <p:cNvSpPr txBox="1"/>
          <p:nvPr/>
        </p:nvSpPr>
        <p:spPr>
          <a:xfrm>
            <a:off x="3251797" y="3524472"/>
            <a:ext cx="634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Poppins regular" panose="00000500000000000000" pitchFamily="2" charset="0"/>
                <a:ea typeface="Jost" pitchFamily="2" charset="0"/>
                <a:cs typeface="Poppins regular" panose="00000500000000000000" pitchFamily="2" charset="0"/>
              </a:rPr>
              <a:t>78%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C2EB2AE-8D27-40E7-ADD6-974545D4598B}"/>
              </a:ext>
            </a:extLst>
          </p:cNvPr>
          <p:cNvCxnSpPr>
            <a:cxnSpLocks/>
          </p:cNvCxnSpPr>
          <p:nvPr/>
        </p:nvCxnSpPr>
        <p:spPr>
          <a:xfrm>
            <a:off x="4899075" y="5033920"/>
            <a:ext cx="2896503" cy="0"/>
          </a:xfrm>
          <a:prstGeom prst="line">
            <a:avLst/>
          </a:prstGeom>
          <a:ln w="1270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73124770-7B02-4628-A6FC-40D99536AA96}"/>
              </a:ext>
            </a:extLst>
          </p:cNvPr>
          <p:cNvSpPr txBox="1"/>
          <p:nvPr/>
        </p:nvSpPr>
        <p:spPr>
          <a:xfrm>
            <a:off x="4821592" y="4630725"/>
            <a:ext cx="7125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Poppins regular" panose="00000500000000000000" pitchFamily="2" charset="0"/>
                <a:ea typeface="Open Sans" panose="020B0606030504020204" pitchFamily="34" charset="0"/>
                <a:cs typeface="Poppins regular" panose="00000500000000000000" pitchFamily="2" charset="0"/>
              </a:rPr>
              <a:t>40%</a:t>
            </a:r>
          </a:p>
        </p:txBody>
      </p:sp>
      <p:sp>
        <p:nvSpPr>
          <p:cNvPr id="46" name="Reliability">
            <a:extLst>
              <a:ext uri="{FF2B5EF4-FFF2-40B4-BE49-F238E27FC236}">
                <a16:creationId xmlns:a16="http://schemas.microsoft.com/office/drawing/2014/main" id="{C4C007B2-D94A-4FC5-85BA-0DF38FED2039}"/>
              </a:ext>
            </a:extLst>
          </p:cNvPr>
          <p:cNvSpPr/>
          <p:nvPr/>
        </p:nvSpPr>
        <p:spPr>
          <a:xfrm>
            <a:off x="4902714" y="5226770"/>
            <a:ext cx="1830564" cy="1817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rPr lang="en-US" sz="1300" dirty="0">
                <a:solidFill>
                  <a:schemeClr val="accent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Market validation 02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392FA89-96C2-428E-8F36-B51772E530F7}"/>
              </a:ext>
            </a:extLst>
          </p:cNvPr>
          <p:cNvSpPr txBox="1"/>
          <p:nvPr/>
        </p:nvSpPr>
        <p:spPr>
          <a:xfrm>
            <a:off x="4807018" y="5467345"/>
            <a:ext cx="2523859" cy="484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Ipsum suffered randomized  which  slightly believable.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BEEBAAE6-7200-432D-8C48-D38266C84DA0}"/>
              </a:ext>
            </a:extLst>
          </p:cNvPr>
          <p:cNvSpPr/>
          <p:nvPr/>
        </p:nvSpPr>
        <p:spPr>
          <a:xfrm>
            <a:off x="4861249" y="3530631"/>
            <a:ext cx="2344076" cy="263951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3774CC46-98D1-43A2-A587-48EAB7452842}"/>
              </a:ext>
            </a:extLst>
          </p:cNvPr>
          <p:cNvSpPr/>
          <p:nvPr/>
        </p:nvSpPr>
        <p:spPr>
          <a:xfrm>
            <a:off x="4861249" y="3530631"/>
            <a:ext cx="1675233" cy="263951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2BFEBC1-B0DD-4D6A-B8C9-690D4ADA8596}"/>
              </a:ext>
            </a:extLst>
          </p:cNvPr>
          <p:cNvSpPr txBox="1"/>
          <p:nvPr/>
        </p:nvSpPr>
        <p:spPr>
          <a:xfrm>
            <a:off x="7326645" y="3524472"/>
            <a:ext cx="634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Poppins regular" panose="00000500000000000000" pitchFamily="2" charset="0"/>
                <a:ea typeface="Jost" pitchFamily="2" charset="0"/>
                <a:cs typeface="Poppins regular" panose="00000500000000000000" pitchFamily="2" charset="0"/>
              </a:rPr>
              <a:t>78%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D411EDA-61FB-4809-86E1-40A4672EECB1}"/>
              </a:ext>
            </a:extLst>
          </p:cNvPr>
          <p:cNvSpPr txBox="1"/>
          <p:nvPr/>
        </p:nvSpPr>
        <p:spPr>
          <a:xfrm>
            <a:off x="732170" y="2479329"/>
            <a:ext cx="28716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 dirty="0">
                <a:latin typeface="Poppins regular" panose="00000500000000000000" pitchFamily="2" charset="0"/>
                <a:ea typeface="Open Sans" panose="020B0606030504020204" pitchFamily="34" charset="0"/>
                <a:cs typeface="Poppins regular" panose="00000500000000000000" pitchFamily="2" charset="0"/>
              </a:rPr>
              <a:t>583,999</a:t>
            </a:r>
            <a:r>
              <a:rPr lang="en-US" sz="4000" dirty="0">
                <a:latin typeface="Poppins regular" panose="00000500000000000000" pitchFamily="2" charset="0"/>
                <a:ea typeface="Open Sans" panose="020B0606030504020204" pitchFamily="34" charset="0"/>
                <a:cs typeface="Poppins regular" panose="00000500000000000000" pitchFamily="2" charset="0"/>
              </a:rPr>
              <a:t> </a:t>
            </a:r>
            <a:r>
              <a:rPr lang="en-US" dirty="0">
                <a:latin typeface="Poppins regular" panose="00000500000000000000" pitchFamily="2" charset="0"/>
                <a:ea typeface="Open Sans" panose="020B0606030504020204" pitchFamily="34" charset="0"/>
                <a:cs typeface="Poppins regular" panose="00000500000000000000" pitchFamily="2" charset="0"/>
              </a:rPr>
              <a:t>USD</a:t>
            </a:r>
            <a:endParaRPr lang="en-US" sz="4000" dirty="0">
              <a:latin typeface="Poppins regular" panose="00000500000000000000" pitchFamily="2" charset="0"/>
              <a:ea typeface="Open Sans" panose="020B0606030504020204" pitchFamily="34" charset="0"/>
              <a:cs typeface="Poppins regular" panose="00000500000000000000" pitchFamily="2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DF72D4E-F55E-47E7-B9DA-97961D0F7753}"/>
              </a:ext>
            </a:extLst>
          </p:cNvPr>
          <p:cNvSpPr txBox="1"/>
          <p:nvPr/>
        </p:nvSpPr>
        <p:spPr>
          <a:xfrm>
            <a:off x="4807018" y="2479329"/>
            <a:ext cx="28716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 dirty="0">
                <a:latin typeface="Poppins regular" panose="00000500000000000000" pitchFamily="2" charset="0"/>
                <a:ea typeface="Open Sans" panose="020B0606030504020204" pitchFamily="34" charset="0"/>
                <a:cs typeface="Poppins regular" panose="00000500000000000000" pitchFamily="2" charset="0"/>
              </a:rPr>
              <a:t>959,375</a:t>
            </a:r>
            <a:r>
              <a:rPr lang="en-US" sz="4000" dirty="0">
                <a:latin typeface="Poppins regular" panose="00000500000000000000" pitchFamily="2" charset="0"/>
                <a:ea typeface="Open Sans" panose="020B0606030504020204" pitchFamily="34" charset="0"/>
                <a:cs typeface="Poppins regular" panose="00000500000000000000" pitchFamily="2" charset="0"/>
              </a:rPr>
              <a:t> </a:t>
            </a:r>
            <a:r>
              <a:rPr lang="en-US" dirty="0">
                <a:latin typeface="Poppins regular" panose="00000500000000000000" pitchFamily="2" charset="0"/>
                <a:ea typeface="Open Sans" panose="020B0606030504020204" pitchFamily="34" charset="0"/>
                <a:cs typeface="Poppins regular" panose="00000500000000000000" pitchFamily="2" charset="0"/>
              </a:rPr>
              <a:t>USD</a:t>
            </a:r>
            <a:endParaRPr lang="en-US" sz="4000" dirty="0">
              <a:latin typeface="Poppins regular" panose="00000500000000000000" pitchFamily="2" charset="0"/>
              <a:ea typeface="Open Sans" panose="020B0606030504020204" pitchFamily="34" charset="0"/>
              <a:cs typeface="Poppins regular" panose="00000500000000000000" pitchFamily="2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5F31EC6-3262-46E1-AA37-1F676EACE89F}"/>
              </a:ext>
            </a:extLst>
          </p:cNvPr>
          <p:cNvSpPr txBox="1"/>
          <p:nvPr/>
        </p:nvSpPr>
        <p:spPr>
          <a:xfrm>
            <a:off x="732170" y="1438640"/>
            <a:ext cx="4743597" cy="285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There are many Lorem ra even there are many,  have suffered alteration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140DF3-33FA-41BE-9960-98AEB0FC459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979142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091A32-FF51-4A6D-8656-7813CAF582D0}"/>
              </a:ext>
            </a:extLst>
          </p:cNvPr>
          <p:cNvSpPr txBox="1"/>
          <p:nvPr/>
        </p:nvSpPr>
        <p:spPr>
          <a:xfrm>
            <a:off x="714289" y="776213"/>
            <a:ext cx="4008318" cy="632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000" dirty="0">
                <a:solidFill>
                  <a:schemeClr val="accent2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Market</a:t>
            </a:r>
            <a:r>
              <a:rPr lang="en-US" sz="3000" dirty="0">
                <a:latin typeface="Poppins SemiBold" panose="00000700000000000000" pitchFamily="50" charset="0"/>
                <a:cs typeface="Poppins SemiBold" panose="00000700000000000000" pitchFamily="50" charset="0"/>
              </a:rPr>
              <a:t> Opportunity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D8D45A-6CE6-40F4-921D-710DB02F76F4}"/>
              </a:ext>
            </a:extLst>
          </p:cNvPr>
          <p:cNvSpPr/>
          <p:nvPr/>
        </p:nvSpPr>
        <p:spPr>
          <a:xfrm>
            <a:off x="8860172" y="3535220"/>
            <a:ext cx="2514600" cy="2559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1FB7A1-6BD1-406D-BA5D-9A24A54CB2A8}"/>
              </a:ext>
            </a:extLst>
          </p:cNvPr>
          <p:cNvSpPr txBox="1"/>
          <p:nvPr/>
        </p:nvSpPr>
        <p:spPr>
          <a:xfrm>
            <a:off x="767450" y="1948856"/>
            <a:ext cx="2959423" cy="598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6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The design of the topic analysis Methods.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08AA7F5-752C-426A-8FB4-E2DEC3C08998}"/>
              </a:ext>
            </a:extLst>
          </p:cNvPr>
          <p:cNvSpPr/>
          <p:nvPr/>
        </p:nvSpPr>
        <p:spPr>
          <a:xfrm>
            <a:off x="6172848" y="3535220"/>
            <a:ext cx="2514600" cy="2559732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A335427-F81A-49C2-AF91-D9081A17D13D}"/>
              </a:ext>
            </a:extLst>
          </p:cNvPr>
          <p:cNvSpPr/>
          <p:nvPr/>
        </p:nvSpPr>
        <p:spPr>
          <a:xfrm>
            <a:off x="8828814" y="831632"/>
            <a:ext cx="2514600" cy="2559732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liability">
            <a:extLst>
              <a:ext uri="{FF2B5EF4-FFF2-40B4-BE49-F238E27FC236}">
                <a16:creationId xmlns:a16="http://schemas.microsoft.com/office/drawing/2014/main" id="{E2255B9D-D3EF-4F43-B55F-4673F0540E03}"/>
              </a:ext>
            </a:extLst>
          </p:cNvPr>
          <p:cNvSpPr/>
          <p:nvPr/>
        </p:nvSpPr>
        <p:spPr>
          <a:xfrm>
            <a:off x="9490816" y="1861372"/>
            <a:ext cx="1190596" cy="1817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en-US" sz="1300" dirty="0">
                <a:solidFill>
                  <a:schemeClr val="accent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Market Share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7D0D5F0-BE77-4FB2-BE15-20E024F907A4}"/>
              </a:ext>
            </a:extLst>
          </p:cNvPr>
          <p:cNvSpPr txBox="1"/>
          <p:nvPr/>
        </p:nvSpPr>
        <p:spPr>
          <a:xfrm>
            <a:off x="9103196" y="2177955"/>
            <a:ext cx="1965837" cy="894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passages of Lorem Ipsum suffered randomized  which don't look  slightly believable.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978C320-2DB1-40DB-A798-5BE50D7FAC15}"/>
              </a:ext>
            </a:extLst>
          </p:cNvPr>
          <p:cNvSpPr/>
          <p:nvPr/>
        </p:nvSpPr>
        <p:spPr>
          <a:xfrm>
            <a:off x="9826814" y="1071258"/>
            <a:ext cx="518601" cy="518601"/>
          </a:xfrm>
          <a:prstGeom prst="ellipse">
            <a:avLst/>
          </a:prstGeom>
          <a:ln w="19050">
            <a:solidFill>
              <a:schemeClr val="bg2">
                <a:lumMod val="90000"/>
              </a:schemeClr>
            </a:solidFill>
          </a:ln>
          <a:effectLst>
            <a:outerShdw dist="165100" sx="1000" sy="1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Freeform 52">
            <a:extLst>
              <a:ext uri="{FF2B5EF4-FFF2-40B4-BE49-F238E27FC236}">
                <a16:creationId xmlns:a16="http://schemas.microsoft.com/office/drawing/2014/main" id="{239D26D1-3568-45D1-ADBB-6D1764D06D4A}"/>
              </a:ext>
            </a:extLst>
          </p:cNvPr>
          <p:cNvSpPr>
            <a:spLocks noEditPoints="1"/>
          </p:cNvSpPr>
          <p:nvPr/>
        </p:nvSpPr>
        <p:spPr bwMode="auto">
          <a:xfrm>
            <a:off x="9933134" y="1188980"/>
            <a:ext cx="305961" cy="283156"/>
          </a:xfrm>
          <a:custGeom>
            <a:avLst/>
            <a:gdLst>
              <a:gd name="T0" fmla="*/ 103 w 161"/>
              <a:gd name="T1" fmla="*/ 39 h 149"/>
              <a:gd name="T2" fmla="*/ 98 w 161"/>
              <a:gd name="T3" fmla="*/ 34 h 149"/>
              <a:gd name="T4" fmla="*/ 100 w 161"/>
              <a:gd name="T5" fmla="*/ 41 h 149"/>
              <a:gd name="T6" fmla="*/ 159 w 161"/>
              <a:gd name="T7" fmla="*/ 58 h 149"/>
              <a:gd name="T8" fmla="*/ 158 w 161"/>
              <a:gd name="T9" fmla="*/ 52 h 149"/>
              <a:gd name="T10" fmla="*/ 116 w 161"/>
              <a:gd name="T11" fmla="*/ 21 h 149"/>
              <a:gd name="T12" fmla="*/ 20 w 161"/>
              <a:gd name="T13" fmla="*/ 21 h 149"/>
              <a:gd name="T14" fmla="*/ 20 w 161"/>
              <a:gd name="T15" fmla="*/ 118 h 149"/>
              <a:gd name="T16" fmla="*/ 23 w 161"/>
              <a:gd name="T17" fmla="*/ 144 h 149"/>
              <a:gd name="T18" fmla="*/ 26 w 161"/>
              <a:gd name="T19" fmla="*/ 149 h 149"/>
              <a:gd name="T20" fmla="*/ 45 w 161"/>
              <a:gd name="T21" fmla="*/ 147 h 149"/>
              <a:gd name="T22" fmla="*/ 68 w 161"/>
              <a:gd name="T23" fmla="*/ 138 h 149"/>
              <a:gd name="T24" fmla="*/ 92 w 161"/>
              <a:gd name="T25" fmla="*/ 147 h 149"/>
              <a:gd name="T26" fmla="*/ 111 w 161"/>
              <a:gd name="T27" fmla="*/ 149 h 149"/>
              <a:gd name="T28" fmla="*/ 113 w 161"/>
              <a:gd name="T29" fmla="*/ 144 h 149"/>
              <a:gd name="T30" fmla="*/ 116 w 161"/>
              <a:gd name="T31" fmla="*/ 118 h 149"/>
              <a:gd name="T32" fmla="*/ 158 w 161"/>
              <a:gd name="T33" fmla="*/ 86 h 149"/>
              <a:gd name="T34" fmla="*/ 159 w 161"/>
              <a:gd name="T35" fmla="*/ 79 h 149"/>
              <a:gd name="T36" fmla="*/ 150 w 161"/>
              <a:gd name="T37" fmla="*/ 58 h 149"/>
              <a:gd name="T38" fmla="*/ 121 w 161"/>
              <a:gd name="T39" fmla="*/ 66 h 149"/>
              <a:gd name="T40" fmla="*/ 150 w 161"/>
              <a:gd name="T41" fmla="*/ 58 h 149"/>
              <a:gd name="T42" fmla="*/ 31 w 161"/>
              <a:gd name="T43" fmla="*/ 143 h 149"/>
              <a:gd name="T44" fmla="*/ 45 w 161"/>
              <a:gd name="T45" fmla="*/ 133 h 149"/>
              <a:gd name="T46" fmla="*/ 97 w 161"/>
              <a:gd name="T47" fmla="*/ 143 h 149"/>
              <a:gd name="T48" fmla="*/ 98 w 161"/>
              <a:gd name="T49" fmla="*/ 131 h 149"/>
              <a:gd name="T50" fmla="*/ 97 w 161"/>
              <a:gd name="T51" fmla="*/ 143 h 149"/>
              <a:gd name="T52" fmla="*/ 98 w 161"/>
              <a:gd name="T53" fmla="*/ 123 h 149"/>
              <a:gd name="T54" fmla="*/ 85 w 161"/>
              <a:gd name="T55" fmla="*/ 130 h 149"/>
              <a:gd name="T56" fmla="*/ 52 w 161"/>
              <a:gd name="T57" fmla="*/ 130 h 149"/>
              <a:gd name="T58" fmla="*/ 39 w 161"/>
              <a:gd name="T59" fmla="*/ 123 h 149"/>
              <a:gd name="T60" fmla="*/ 7 w 161"/>
              <a:gd name="T61" fmla="*/ 70 h 149"/>
              <a:gd name="T62" fmla="*/ 68 w 161"/>
              <a:gd name="T63" fmla="*/ 6 h 149"/>
              <a:gd name="T64" fmla="*/ 129 w 161"/>
              <a:gd name="T65" fmla="*/ 52 h 149"/>
              <a:gd name="T66" fmla="*/ 124 w 161"/>
              <a:gd name="T67" fmla="*/ 53 h 149"/>
              <a:gd name="T68" fmla="*/ 111 w 161"/>
              <a:gd name="T69" fmla="*/ 45 h 149"/>
              <a:gd name="T70" fmla="*/ 105 w 161"/>
              <a:gd name="T71" fmla="*/ 48 h 149"/>
              <a:gd name="T72" fmla="*/ 97 w 161"/>
              <a:gd name="T73" fmla="*/ 66 h 149"/>
              <a:gd name="T74" fmla="*/ 68 w 161"/>
              <a:gd name="T75" fmla="*/ 40 h 149"/>
              <a:gd name="T76" fmla="*/ 41 w 161"/>
              <a:gd name="T77" fmla="*/ 70 h 149"/>
              <a:gd name="T78" fmla="*/ 68 w 161"/>
              <a:gd name="T79" fmla="*/ 97 h 149"/>
              <a:gd name="T80" fmla="*/ 97 w 161"/>
              <a:gd name="T81" fmla="*/ 71 h 149"/>
              <a:gd name="T82" fmla="*/ 98 w 161"/>
              <a:gd name="T83" fmla="*/ 99 h 149"/>
              <a:gd name="T84" fmla="*/ 39 w 161"/>
              <a:gd name="T85" fmla="*/ 99 h 149"/>
              <a:gd name="T86" fmla="*/ 39 w 161"/>
              <a:gd name="T87" fmla="*/ 39 h 149"/>
              <a:gd name="T88" fmla="*/ 93 w 161"/>
              <a:gd name="T89" fmla="*/ 31 h 149"/>
              <a:gd name="T90" fmla="*/ 61 w 161"/>
              <a:gd name="T91" fmla="*/ 21 h 149"/>
              <a:gd name="T92" fmla="*/ 20 w 161"/>
              <a:gd name="T93" fmla="*/ 70 h 149"/>
              <a:gd name="T94" fmla="*/ 68 w 161"/>
              <a:gd name="T95" fmla="*/ 118 h 149"/>
              <a:gd name="T96" fmla="*/ 116 w 161"/>
              <a:gd name="T97" fmla="*/ 76 h 149"/>
              <a:gd name="T98" fmla="*/ 127 w 161"/>
              <a:gd name="T99" fmla="*/ 86 h 149"/>
              <a:gd name="T100" fmla="*/ 113 w 161"/>
              <a:gd name="T101" fmla="*/ 113 h 149"/>
              <a:gd name="T102" fmla="*/ 66 w 161"/>
              <a:gd name="T103" fmla="*/ 66 h 149"/>
              <a:gd name="T104" fmla="*/ 66 w 161"/>
              <a:gd name="T105" fmla="*/ 71 h 149"/>
              <a:gd name="T106" fmla="*/ 76 w 161"/>
              <a:gd name="T107" fmla="*/ 76 h 149"/>
              <a:gd name="T108" fmla="*/ 79 w 161"/>
              <a:gd name="T109" fmla="*/ 71 h 149"/>
              <a:gd name="T110" fmla="*/ 84 w 161"/>
              <a:gd name="T111" fmla="*/ 84 h 149"/>
              <a:gd name="T112" fmla="*/ 53 w 161"/>
              <a:gd name="T113" fmla="*/ 84 h 149"/>
              <a:gd name="T114" fmla="*/ 53 w 161"/>
              <a:gd name="T115" fmla="*/ 53 h 149"/>
              <a:gd name="T116" fmla="*/ 84 w 161"/>
              <a:gd name="T117" fmla="*/ 53 h 149"/>
              <a:gd name="T118" fmla="*/ 79 w 161"/>
              <a:gd name="T119" fmla="*/ 66 h 149"/>
              <a:gd name="T120" fmla="*/ 74 w 161"/>
              <a:gd name="T121" fmla="*/ 61 h 149"/>
              <a:gd name="T122" fmla="*/ 121 w 161"/>
              <a:gd name="T123" fmla="*/ 71 h 149"/>
              <a:gd name="T124" fmla="*/ 150 w 161"/>
              <a:gd name="T125" fmla="*/ 79 h 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61" h="149">
                <a:moveTo>
                  <a:pt x="100" y="41"/>
                </a:moveTo>
                <a:cubicBezTo>
                  <a:pt x="101" y="41"/>
                  <a:pt x="101" y="39"/>
                  <a:pt x="103" y="39"/>
                </a:cubicBezTo>
                <a:cubicBezTo>
                  <a:pt x="103" y="34"/>
                  <a:pt x="103" y="34"/>
                  <a:pt x="103" y="34"/>
                </a:cubicBezTo>
                <a:cubicBezTo>
                  <a:pt x="98" y="34"/>
                  <a:pt x="98" y="34"/>
                  <a:pt x="98" y="34"/>
                </a:cubicBezTo>
                <a:cubicBezTo>
                  <a:pt x="97" y="36"/>
                  <a:pt x="97" y="37"/>
                  <a:pt x="98" y="39"/>
                </a:cubicBezTo>
                <a:lnTo>
                  <a:pt x="100" y="41"/>
                </a:lnTo>
                <a:close/>
                <a:moveTo>
                  <a:pt x="148" y="70"/>
                </a:moveTo>
                <a:cubicBezTo>
                  <a:pt x="159" y="58"/>
                  <a:pt x="159" y="58"/>
                  <a:pt x="159" y="58"/>
                </a:cubicBezTo>
                <a:cubicBezTo>
                  <a:pt x="161" y="57"/>
                  <a:pt x="161" y="55"/>
                  <a:pt x="159" y="55"/>
                </a:cubicBezTo>
                <a:cubicBezTo>
                  <a:pt x="159" y="53"/>
                  <a:pt x="158" y="52"/>
                  <a:pt x="158" y="52"/>
                </a:cubicBezTo>
                <a:cubicBezTo>
                  <a:pt x="135" y="52"/>
                  <a:pt x="135" y="52"/>
                  <a:pt x="135" y="52"/>
                </a:cubicBezTo>
                <a:cubicBezTo>
                  <a:pt x="132" y="40"/>
                  <a:pt x="126" y="29"/>
                  <a:pt x="116" y="21"/>
                </a:cubicBezTo>
                <a:cubicBezTo>
                  <a:pt x="103" y="6"/>
                  <a:pt x="87" y="0"/>
                  <a:pt x="68" y="0"/>
                </a:cubicBezTo>
                <a:cubicBezTo>
                  <a:pt x="50" y="0"/>
                  <a:pt x="33" y="6"/>
                  <a:pt x="20" y="21"/>
                </a:cubicBezTo>
                <a:cubicBezTo>
                  <a:pt x="7" y="34"/>
                  <a:pt x="0" y="50"/>
                  <a:pt x="0" y="70"/>
                </a:cubicBezTo>
                <a:cubicBezTo>
                  <a:pt x="0" y="87"/>
                  <a:pt x="7" y="105"/>
                  <a:pt x="20" y="118"/>
                </a:cubicBezTo>
                <a:cubicBezTo>
                  <a:pt x="24" y="122"/>
                  <a:pt x="28" y="125"/>
                  <a:pt x="33" y="128"/>
                </a:cubicBezTo>
                <a:cubicBezTo>
                  <a:pt x="23" y="144"/>
                  <a:pt x="23" y="144"/>
                  <a:pt x="23" y="144"/>
                </a:cubicBezTo>
                <a:cubicBezTo>
                  <a:pt x="23" y="146"/>
                  <a:pt x="23" y="146"/>
                  <a:pt x="23" y="147"/>
                </a:cubicBezTo>
                <a:cubicBezTo>
                  <a:pt x="24" y="149"/>
                  <a:pt x="24" y="149"/>
                  <a:pt x="26" y="149"/>
                </a:cubicBezTo>
                <a:cubicBezTo>
                  <a:pt x="42" y="149"/>
                  <a:pt x="42" y="149"/>
                  <a:pt x="42" y="149"/>
                </a:cubicBezTo>
                <a:cubicBezTo>
                  <a:pt x="44" y="149"/>
                  <a:pt x="44" y="149"/>
                  <a:pt x="45" y="147"/>
                </a:cubicBezTo>
                <a:cubicBezTo>
                  <a:pt x="52" y="136"/>
                  <a:pt x="52" y="136"/>
                  <a:pt x="52" y="136"/>
                </a:cubicBezTo>
                <a:cubicBezTo>
                  <a:pt x="57" y="138"/>
                  <a:pt x="63" y="138"/>
                  <a:pt x="68" y="138"/>
                </a:cubicBezTo>
                <a:cubicBezTo>
                  <a:pt x="74" y="138"/>
                  <a:pt x="79" y="138"/>
                  <a:pt x="85" y="136"/>
                </a:cubicBezTo>
                <a:cubicBezTo>
                  <a:pt x="92" y="147"/>
                  <a:pt x="92" y="147"/>
                  <a:pt x="92" y="147"/>
                </a:cubicBezTo>
                <a:cubicBezTo>
                  <a:pt x="92" y="149"/>
                  <a:pt x="93" y="149"/>
                  <a:pt x="95" y="149"/>
                </a:cubicBezTo>
                <a:cubicBezTo>
                  <a:pt x="111" y="149"/>
                  <a:pt x="111" y="149"/>
                  <a:pt x="111" y="149"/>
                </a:cubicBezTo>
                <a:cubicBezTo>
                  <a:pt x="111" y="149"/>
                  <a:pt x="113" y="149"/>
                  <a:pt x="113" y="147"/>
                </a:cubicBezTo>
                <a:cubicBezTo>
                  <a:pt x="114" y="146"/>
                  <a:pt x="114" y="146"/>
                  <a:pt x="113" y="144"/>
                </a:cubicBezTo>
                <a:cubicBezTo>
                  <a:pt x="105" y="128"/>
                  <a:pt x="105" y="128"/>
                  <a:pt x="105" y="128"/>
                </a:cubicBezTo>
                <a:cubicBezTo>
                  <a:pt x="108" y="125"/>
                  <a:pt x="113" y="122"/>
                  <a:pt x="116" y="118"/>
                </a:cubicBezTo>
                <a:cubicBezTo>
                  <a:pt x="126" y="109"/>
                  <a:pt x="132" y="97"/>
                  <a:pt x="135" y="86"/>
                </a:cubicBezTo>
                <a:cubicBezTo>
                  <a:pt x="158" y="86"/>
                  <a:pt x="158" y="86"/>
                  <a:pt x="158" y="86"/>
                </a:cubicBezTo>
                <a:cubicBezTo>
                  <a:pt x="158" y="86"/>
                  <a:pt x="159" y="84"/>
                  <a:pt x="159" y="83"/>
                </a:cubicBezTo>
                <a:cubicBezTo>
                  <a:pt x="161" y="83"/>
                  <a:pt x="161" y="81"/>
                  <a:pt x="159" y="79"/>
                </a:cubicBezTo>
                <a:lnTo>
                  <a:pt x="148" y="70"/>
                </a:lnTo>
                <a:close/>
                <a:moveTo>
                  <a:pt x="150" y="58"/>
                </a:moveTo>
                <a:cubicBezTo>
                  <a:pt x="143" y="66"/>
                  <a:pt x="143" y="66"/>
                  <a:pt x="143" y="66"/>
                </a:cubicBezTo>
                <a:cubicBezTo>
                  <a:pt x="121" y="66"/>
                  <a:pt x="121" y="66"/>
                  <a:pt x="121" y="66"/>
                </a:cubicBezTo>
                <a:cubicBezTo>
                  <a:pt x="127" y="58"/>
                  <a:pt x="127" y="58"/>
                  <a:pt x="127" y="58"/>
                </a:cubicBezTo>
                <a:cubicBezTo>
                  <a:pt x="150" y="58"/>
                  <a:pt x="150" y="58"/>
                  <a:pt x="150" y="58"/>
                </a:cubicBezTo>
                <a:close/>
                <a:moveTo>
                  <a:pt x="41" y="143"/>
                </a:moveTo>
                <a:cubicBezTo>
                  <a:pt x="31" y="143"/>
                  <a:pt x="31" y="143"/>
                  <a:pt x="31" y="143"/>
                </a:cubicBezTo>
                <a:cubicBezTo>
                  <a:pt x="39" y="131"/>
                  <a:pt x="39" y="131"/>
                  <a:pt x="39" y="131"/>
                </a:cubicBezTo>
                <a:cubicBezTo>
                  <a:pt x="41" y="131"/>
                  <a:pt x="42" y="133"/>
                  <a:pt x="45" y="133"/>
                </a:cubicBezTo>
                <a:lnTo>
                  <a:pt x="41" y="143"/>
                </a:lnTo>
                <a:close/>
                <a:moveTo>
                  <a:pt x="97" y="143"/>
                </a:moveTo>
                <a:cubicBezTo>
                  <a:pt x="92" y="133"/>
                  <a:pt x="92" y="133"/>
                  <a:pt x="92" y="133"/>
                </a:cubicBezTo>
                <a:cubicBezTo>
                  <a:pt x="93" y="133"/>
                  <a:pt x="97" y="131"/>
                  <a:pt x="98" y="131"/>
                </a:cubicBezTo>
                <a:cubicBezTo>
                  <a:pt x="105" y="143"/>
                  <a:pt x="105" y="143"/>
                  <a:pt x="105" y="143"/>
                </a:cubicBezTo>
                <a:cubicBezTo>
                  <a:pt x="97" y="143"/>
                  <a:pt x="97" y="143"/>
                  <a:pt x="97" y="143"/>
                </a:cubicBezTo>
                <a:close/>
                <a:moveTo>
                  <a:pt x="113" y="113"/>
                </a:moveTo>
                <a:cubicBezTo>
                  <a:pt x="108" y="117"/>
                  <a:pt x="103" y="122"/>
                  <a:pt x="98" y="123"/>
                </a:cubicBezTo>
                <a:cubicBezTo>
                  <a:pt x="95" y="126"/>
                  <a:pt x="90" y="128"/>
                  <a:pt x="85" y="128"/>
                </a:cubicBezTo>
                <a:cubicBezTo>
                  <a:pt x="85" y="130"/>
                  <a:pt x="85" y="130"/>
                  <a:pt x="85" y="130"/>
                </a:cubicBezTo>
                <a:cubicBezTo>
                  <a:pt x="81" y="131"/>
                  <a:pt x="74" y="131"/>
                  <a:pt x="68" y="131"/>
                </a:cubicBezTo>
                <a:cubicBezTo>
                  <a:pt x="63" y="131"/>
                  <a:pt x="57" y="131"/>
                  <a:pt x="52" y="130"/>
                </a:cubicBezTo>
                <a:cubicBezTo>
                  <a:pt x="50" y="130"/>
                  <a:pt x="50" y="128"/>
                  <a:pt x="50" y="128"/>
                </a:cubicBezTo>
                <a:cubicBezTo>
                  <a:pt x="47" y="128"/>
                  <a:pt x="42" y="126"/>
                  <a:pt x="39" y="123"/>
                </a:cubicBezTo>
                <a:cubicBezTo>
                  <a:pt x="34" y="122"/>
                  <a:pt x="29" y="117"/>
                  <a:pt x="24" y="113"/>
                </a:cubicBezTo>
                <a:cubicBezTo>
                  <a:pt x="13" y="100"/>
                  <a:pt x="7" y="86"/>
                  <a:pt x="7" y="70"/>
                </a:cubicBezTo>
                <a:cubicBezTo>
                  <a:pt x="7" y="52"/>
                  <a:pt x="13" y="37"/>
                  <a:pt x="24" y="24"/>
                </a:cubicBezTo>
                <a:cubicBezTo>
                  <a:pt x="36" y="13"/>
                  <a:pt x="52" y="6"/>
                  <a:pt x="68" y="6"/>
                </a:cubicBezTo>
                <a:cubicBezTo>
                  <a:pt x="85" y="6"/>
                  <a:pt x="100" y="13"/>
                  <a:pt x="113" y="24"/>
                </a:cubicBezTo>
                <a:cubicBezTo>
                  <a:pt x="119" y="32"/>
                  <a:pt x="126" y="42"/>
                  <a:pt x="129" y="52"/>
                </a:cubicBezTo>
                <a:cubicBezTo>
                  <a:pt x="127" y="52"/>
                  <a:pt x="127" y="52"/>
                  <a:pt x="127" y="52"/>
                </a:cubicBezTo>
                <a:cubicBezTo>
                  <a:pt x="126" y="52"/>
                  <a:pt x="126" y="53"/>
                  <a:pt x="124" y="53"/>
                </a:cubicBezTo>
                <a:cubicBezTo>
                  <a:pt x="116" y="61"/>
                  <a:pt x="116" y="61"/>
                  <a:pt x="116" y="61"/>
                </a:cubicBezTo>
                <a:cubicBezTo>
                  <a:pt x="114" y="57"/>
                  <a:pt x="113" y="50"/>
                  <a:pt x="111" y="45"/>
                </a:cubicBezTo>
                <a:cubicBezTo>
                  <a:pt x="110" y="44"/>
                  <a:pt x="108" y="44"/>
                  <a:pt x="106" y="44"/>
                </a:cubicBezTo>
                <a:cubicBezTo>
                  <a:pt x="105" y="45"/>
                  <a:pt x="105" y="47"/>
                  <a:pt x="105" y="48"/>
                </a:cubicBezTo>
                <a:cubicBezTo>
                  <a:pt x="108" y="53"/>
                  <a:pt x="110" y="60"/>
                  <a:pt x="110" y="66"/>
                </a:cubicBezTo>
                <a:cubicBezTo>
                  <a:pt x="97" y="66"/>
                  <a:pt x="97" y="66"/>
                  <a:pt x="97" y="66"/>
                </a:cubicBezTo>
                <a:cubicBezTo>
                  <a:pt x="95" y="60"/>
                  <a:pt x="93" y="53"/>
                  <a:pt x="89" y="48"/>
                </a:cubicBezTo>
                <a:cubicBezTo>
                  <a:pt x="82" y="44"/>
                  <a:pt x="76" y="40"/>
                  <a:pt x="68" y="40"/>
                </a:cubicBezTo>
                <a:cubicBezTo>
                  <a:pt x="61" y="40"/>
                  <a:pt x="53" y="44"/>
                  <a:pt x="49" y="48"/>
                </a:cubicBezTo>
                <a:cubicBezTo>
                  <a:pt x="44" y="53"/>
                  <a:pt x="41" y="61"/>
                  <a:pt x="41" y="70"/>
                </a:cubicBezTo>
                <a:cubicBezTo>
                  <a:pt x="41" y="76"/>
                  <a:pt x="44" y="84"/>
                  <a:pt x="49" y="89"/>
                </a:cubicBezTo>
                <a:cubicBezTo>
                  <a:pt x="53" y="94"/>
                  <a:pt x="61" y="97"/>
                  <a:pt x="68" y="97"/>
                </a:cubicBezTo>
                <a:cubicBezTo>
                  <a:pt x="76" y="97"/>
                  <a:pt x="82" y="94"/>
                  <a:pt x="89" y="89"/>
                </a:cubicBezTo>
                <a:cubicBezTo>
                  <a:pt x="93" y="84"/>
                  <a:pt x="95" y="78"/>
                  <a:pt x="97" y="71"/>
                </a:cubicBezTo>
                <a:cubicBezTo>
                  <a:pt x="110" y="71"/>
                  <a:pt x="110" y="71"/>
                  <a:pt x="110" y="71"/>
                </a:cubicBezTo>
                <a:cubicBezTo>
                  <a:pt x="110" y="83"/>
                  <a:pt x="105" y="91"/>
                  <a:pt x="98" y="99"/>
                </a:cubicBezTo>
                <a:cubicBezTo>
                  <a:pt x="90" y="107"/>
                  <a:pt x="79" y="112"/>
                  <a:pt x="68" y="112"/>
                </a:cubicBezTo>
                <a:cubicBezTo>
                  <a:pt x="57" y="112"/>
                  <a:pt x="47" y="107"/>
                  <a:pt x="39" y="99"/>
                </a:cubicBezTo>
                <a:cubicBezTo>
                  <a:pt x="31" y="91"/>
                  <a:pt x="26" y="79"/>
                  <a:pt x="26" y="70"/>
                </a:cubicBezTo>
                <a:cubicBezTo>
                  <a:pt x="26" y="58"/>
                  <a:pt x="31" y="47"/>
                  <a:pt x="39" y="39"/>
                </a:cubicBezTo>
                <a:cubicBezTo>
                  <a:pt x="52" y="26"/>
                  <a:pt x="73" y="23"/>
                  <a:pt x="89" y="32"/>
                </a:cubicBezTo>
                <a:cubicBezTo>
                  <a:pt x="90" y="32"/>
                  <a:pt x="92" y="32"/>
                  <a:pt x="93" y="31"/>
                </a:cubicBezTo>
                <a:cubicBezTo>
                  <a:pt x="93" y="29"/>
                  <a:pt x="93" y="27"/>
                  <a:pt x="92" y="26"/>
                </a:cubicBezTo>
                <a:cubicBezTo>
                  <a:pt x="82" y="21"/>
                  <a:pt x="73" y="19"/>
                  <a:pt x="61" y="21"/>
                </a:cubicBezTo>
                <a:cubicBezTo>
                  <a:pt x="52" y="23"/>
                  <a:pt x="42" y="27"/>
                  <a:pt x="34" y="34"/>
                </a:cubicBezTo>
                <a:cubicBezTo>
                  <a:pt x="24" y="44"/>
                  <a:pt x="20" y="57"/>
                  <a:pt x="20" y="70"/>
                </a:cubicBezTo>
                <a:cubicBezTo>
                  <a:pt x="20" y="83"/>
                  <a:pt x="24" y="94"/>
                  <a:pt x="34" y="104"/>
                </a:cubicBezTo>
                <a:cubicBezTo>
                  <a:pt x="44" y="112"/>
                  <a:pt x="55" y="118"/>
                  <a:pt x="68" y="118"/>
                </a:cubicBezTo>
                <a:cubicBezTo>
                  <a:pt x="81" y="118"/>
                  <a:pt x="93" y="112"/>
                  <a:pt x="103" y="104"/>
                </a:cubicBezTo>
                <a:cubicBezTo>
                  <a:pt x="110" y="96"/>
                  <a:pt x="114" y="86"/>
                  <a:pt x="116" y="76"/>
                </a:cubicBezTo>
                <a:cubicBezTo>
                  <a:pt x="124" y="84"/>
                  <a:pt x="124" y="84"/>
                  <a:pt x="124" y="84"/>
                </a:cubicBezTo>
                <a:cubicBezTo>
                  <a:pt x="126" y="84"/>
                  <a:pt x="126" y="86"/>
                  <a:pt x="127" y="86"/>
                </a:cubicBezTo>
                <a:cubicBezTo>
                  <a:pt x="129" y="86"/>
                  <a:pt x="129" y="86"/>
                  <a:pt x="129" y="86"/>
                </a:cubicBezTo>
                <a:cubicBezTo>
                  <a:pt x="126" y="96"/>
                  <a:pt x="119" y="105"/>
                  <a:pt x="113" y="113"/>
                </a:cubicBezTo>
                <a:close/>
                <a:moveTo>
                  <a:pt x="74" y="61"/>
                </a:moveTo>
                <a:cubicBezTo>
                  <a:pt x="66" y="66"/>
                  <a:pt x="66" y="66"/>
                  <a:pt x="66" y="66"/>
                </a:cubicBezTo>
                <a:cubicBezTo>
                  <a:pt x="66" y="66"/>
                  <a:pt x="65" y="68"/>
                  <a:pt x="65" y="70"/>
                </a:cubicBezTo>
                <a:cubicBezTo>
                  <a:pt x="66" y="71"/>
                  <a:pt x="66" y="71"/>
                  <a:pt x="66" y="71"/>
                </a:cubicBezTo>
                <a:cubicBezTo>
                  <a:pt x="74" y="76"/>
                  <a:pt x="74" y="76"/>
                  <a:pt x="74" y="76"/>
                </a:cubicBezTo>
                <a:cubicBezTo>
                  <a:pt x="76" y="76"/>
                  <a:pt x="76" y="76"/>
                  <a:pt x="76" y="76"/>
                </a:cubicBezTo>
                <a:cubicBezTo>
                  <a:pt x="77" y="76"/>
                  <a:pt x="77" y="76"/>
                  <a:pt x="79" y="74"/>
                </a:cubicBezTo>
                <a:cubicBezTo>
                  <a:pt x="79" y="74"/>
                  <a:pt x="79" y="73"/>
                  <a:pt x="79" y="71"/>
                </a:cubicBezTo>
                <a:cubicBezTo>
                  <a:pt x="90" y="71"/>
                  <a:pt x="90" y="71"/>
                  <a:pt x="90" y="71"/>
                </a:cubicBezTo>
                <a:cubicBezTo>
                  <a:pt x="89" y="76"/>
                  <a:pt x="87" y="81"/>
                  <a:pt x="84" y="84"/>
                </a:cubicBezTo>
                <a:cubicBezTo>
                  <a:pt x="79" y="89"/>
                  <a:pt x="74" y="91"/>
                  <a:pt x="68" y="91"/>
                </a:cubicBezTo>
                <a:cubicBezTo>
                  <a:pt x="63" y="91"/>
                  <a:pt x="57" y="89"/>
                  <a:pt x="53" y="84"/>
                </a:cubicBezTo>
                <a:cubicBezTo>
                  <a:pt x="49" y="81"/>
                  <a:pt x="47" y="74"/>
                  <a:pt x="47" y="70"/>
                </a:cubicBezTo>
                <a:cubicBezTo>
                  <a:pt x="47" y="63"/>
                  <a:pt x="49" y="57"/>
                  <a:pt x="53" y="53"/>
                </a:cubicBezTo>
                <a:cubicBezTo>
                  <a:pt x="57" y="48"/>
                  <a:pt x="63" y="47"/>
                  <a:pt x="68" y="47"/>
                </a:cubicBezTo>
                <a:cubicBezTo>
                  <a:pt x="74" y="47"/>
                  <a:pt x="79" y="48"/>
                  <a:pt x="84" y="53"/>
                </a:cubicBezTo>
                <a:cubicBezTo>
                  <a:pt x="87" y="57"/>
                  <a:pt x="89" y="61"/>
                  <a:pt x="90" y="66"/>
                </a:cubicBezTo>
                <a:cubicBezTo>
                  <a:pt x="79" y="66"/>
                  <a:pt x="79" y="66"/>
                  <a:pt x="79" y="66"/>
                </a:cubicBezTo>
                <a:cubicBezTo>
                  <a:pt x="79" y="65"/>
                  <a:pt x="79" y="63"/>
                  <a:pt x="79" y="63"/>
                </a:cubicBezTo>
                <a:cubicBezTo>
                  <a:pt x="77" y="61"/>
                  <a:pt x="76" y="61"/>
                  <a:pt x="74" y="61"/>
                </a:cubicBezTo>
                <a:close/>
                <a:moveTo>
                  <a:pt x="127" y="79"/>
                </a:moveTo>
                <a:cubicBezTo>
                  <a:pt x="121" y="71"/>
                  <a:pt x="121" y="71"/>
                  <a:pt x="121" y="71"/>
                </a:cubicBezTo>
                <a:cubicBezTo>
                  <a:pt x="143" y="71"/>
                  <a:pt x="143" y="71"/>
                  <a:pt x="143" y="71"/>
                </a:cubicBezTo>
                <a:cubicBezTo>
                  <a:pt x="150" y="79"/>
                  <a:pt x="150" y="79"/>
                  <a:pt x="150" y="79"/>
                </a:cubicBezTo>
                <a:lnTo>
                  <a:pt x="127" y="79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2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AB93A4-163A-4317-B18B-77CA57CAAD59}"/>
              </a:ext>
            </a:extLst>
          </p:cNvPr>
          <p:cNvSpPr/>
          <p:nvPr/>
        </p:nvSpPr>
        <p:spPr>
          <a:xfrm>
            <a:off x="6172848" y="831633"/>
            <a:ext cx="2514600" cy="25597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Happy Customers">
            <a:extLst>
              <a:ext uri="{FF2B5EF4-FFF2-40B4-BE49-F238E27FC236}">
                <a16:creationId xmlns:a16="http://schemas.microsoft.com/office/drawing/2014/main" id="{3A2CFE66-977F-4FF1-86E6-B8BA67385AD5}"/>
              </a:ext>
            </a:extLst>
          </p:cNvPr>
          <p:cNvSpPr/>
          <p:nvPr/>
        </p:nvSpPr>
        <p:spPr>
          <a:xfrm>
            <a:off x="6588595" y="1905866"/>
            <a:ext cx="1683106" cy="1817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en-US" sz="13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Target Market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7EC7B98-B6AA-4693-973B-E8CC5B793D4A}"/>
              </a:ext>
            </a:extLst>
          </p:cNvPr>
          <p:cNvSpPr txBox="1"/>
          <p:nvPr/>
        </p:nvSpPr>
        <p:spPr>
          <a:xfrm>
            <a:off x="6447230" y="2222449"/>
            <a:ext cx="1965837" cy="894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000" i="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passages of Lorem Ipsum suffered randomized  which don't look  slightly believable.</a:t>
            </a:r>
            <a:endParaRPr lang="en-US" sz="10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436407E-F263-4405-B1C9-3C91986A79F3}"/>
              </a:ext>
            </a:extLst>
          </p:cNvPr>
          <p:cNvSpPr/>
          <p:nvPr/>
        </p:nvSpPr>
        <p:spPr>
          <a:xfrm>
            <a:off x="7170848" y="1115752"/>
            <a:ext cx="518601" cy="518601"/>
          </a:xfrm>
          <a:prstGeom prst="ellipse">
            <a:avLst/>
          </a:prstGeom>
          <a:noFill/>
          <a:ln w="19050">
            <a:solidFill>
              <a:schemeClr val="bg1"/>
            </a:solidFill>
          </a:ln>
          <a:effectLst>
            <a:outerShdw dist="165100" sx="1000" sy="1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Freeform 89">
            <a:extLst>
              <a:ext uri="{FF2B5EF4-FFF2-40B4-BE49-F238E27FC236}">
                <a16:creationId xmlns:a16="http://schemas.microsoft.com/office/drawing/2014/main" id="{41AAEC45-B70B-40CC-A502-ACB073387DD9}"/>
              </a:ext>
            </a:extLst>
          </p:cNvPr>
          <p:cNvSpPr>
            <a:spLocks noEditPoints="1"/>
          </p:cNvSpPr>
          <p:nvPr/>
        </p:nvSpPr>
        <p:spPr bwMode="auto">
          <a:xfrm>
            <a:off x="7321827" y="1223023"/>
            <a:ext cx="216642" cy="304058"/>
          </a:xfrm>
          <a:custGeom>
            <a:avLst/>
            <a:gdLst>
              <a:gd name="T0" fmla="*/ 29 w 114"/>
              <a:gd name="T1" fmla="*/ 84 h 160"/>
              <a:gd name="T2" fmla="*/ 15 w 114"/>
              <a:gd name="T3" fmla="*/ 82 h 160"/>
              <a:gd name="T4" fmla="*/ 52 w 114"/>
              <a:gd name="T5" fmla="*/ 7 h 160"/>
              <a:gd name="T6" fmla="*/ 52 w 114"/>
              <a:gd name="T7" fmla="*/ 0 h 160"/>
              <a:gd name="T8" fmla="*/ 10 w 114"/>
              <a:gd name="T9" fmla="*/ 85 h 160"/>
              <a:gd name="T10" fmla="*/ 20 w 114"/>
              <a:gd name="T11" fmla="*/ 104 h 160"/>
              <a:gd name="T12" fmla="*/ 17 w 114"/>
              <a:gd name="T13" fmla="*/ 88 h 160"/>
              <a:gd name="T14" fmla="*/ 25 w 114"/>
              <a:gd name="T15" fmla="*/ 88 h 160"/>
              <a:gd name="T16" fmla="*/ 17 w 114"/>
              <a:gd name="T17" fmla="*/ 96 h 160"/>
              <a:gd name="T18" fmla="*/ 103 w 114"/>
              <a:gd name="T19" fmla="*/ 108 h 160"/>
              <a:gd name="T20" fmla="*/ 87 w 114"/>
              <a:gd name="T21" fmla="*/ 101 h 160"/>
              <a:gd name="T22" fmla="*/ 75 w 114"/>
              <a:gd name="T23" fmla="*/ 104 h 160"/>
              <a:gd name="T24" fmla="*/ 107 w 114"/>
              <a:gd name="T25" fmla="*/ 55 h 160"/>
              <a:gd name="T26" fmla="*/ 96 w 114"/>
              <a:gd name="T27" fmla="*/ 9 h 160"/>
              <a:gd name="T28" fmla="*/ 80 w 114"/>
              <a:gd name="T29" fmla="*/ 24 h 160"/>
              <a:gd name="T30" fmla="*/ 93 w 114"/>
              <a:gd name="T31" fmla="*/ 28 h 160"/>
              <a:gd name="T32" fmla="*/ 64 w 114"/>
              <a:gd name="T33" fmla="*/ 101 h 160"/>
              <a:gd name="T34" fmla="*/ 85 w 114"/>
              <a:gd name="T35" fmla="*/ 55 h 160"/>
              <a:gd name="T36" fmla="*/ 23 w 114"/>
              <a:gd name="T37" fmla="*/ 55 h 160"/>
              <a:gd name="T38" fmla="*/ 44 w 114"/>
              <a:gd name="T39" fmla="*/ 84 h 160"/>
              <a:gd name="T40" fmla="*/ 39 w 114"/>
              <a:gd name="T41" fmla="*/ 124 h 160"/>
              <a:gd name="T42" fmla="*/ 18 w 114"/>
              <a:gd name="T43" fmla="*/ 135 h 160"/>
              <a:gd name="T44" fmla="*/ 32 w 114"/>
              <a:gd name="T45" fmla="*/ 160 h 160"/>
              <a:gd name="T46" fmla="*/ 36 w 114"/>
              <a:gd name="T47" fmla="*/ 156 h 160"/>
              <a:gd name="T48" fmla="*/ 26 w 114"/>
              <a:gd name="T49" fmla="*/ 125 h 160"/>
              <a:gd name="T50" fmla="*/ 44 w 114"/>
              <a:gd name="T51" fmla="*/ 143 h 160"/>
              <a:gd name="T52" fmla="*/ 48 w 114"/>
              <a:gd name="T53" fmla="*/ 141 h 160"/>
              <a:gd name="T54" fmla="*/ 55 w 114"/>
              <a:gd name="T55" fmla="*/ 64 h 160"/>
              <a:gd name="T56" fmla="*/ 60 w 114"/>
              <a:gd name="T57" fmla="*/ 82 h 160"/>
              <a:gd name="T58" fmla="*/ 63 w 114"/>
              <a:gd name="T59" fmla="*/ 132 h 160"/>
              <a:gd name="T60" fmla="*/ 64 w 114"/>
              <a:gd name="T61" fmla="*/ 112 h 160"/>
              <a:gd name="T62" fmla="*/ 75 w 114"/>
              <a:gd name="T63" fmla="*/ 112 h 160"/>
              <a:gd name="T64" fmla="*/ 79 w 114"/>
              <a:gd name="T65" fmla="*/ 133 h 160"/>
              <a:gd name="T66" fmla="*/ 82 w 114"/>
              <a:gd name="T67" fmla="*/ 112 h 160"/>
              <a:gd name="T68" fmla="*/ 91 w 114"/>
              <a:gd name="T69" fmla="*/ 112 h 160"/>
              <a:gd name="T70" fmla="*/ 95 w 114"/>
              <a:gd name="T71" fmla="*/ 133 h 160"/>
              <a:gd name="T72" fmla="*/ 98 w 114"/>
              <a:gd name="T73" fmla="*/ 119 h 160"/>
              <a:gd name="T74" fmla="*/ 107 w 114"/>
              <a:gd name="T75" fmla="*/ 119 h 160"/>
              <a:gd name="T76" fmla="*/ 111 w 114"/>
              <a:gd name="T77" fmla="*/ 160 h 160"/>
              <a:gd name="T78" fmla="*/ 114 w 114"/>
              <a:gd name="T79" fmla="*/ 119 h 160"/>
              <a:gd name="T80" fmla="*/ 91 w 114"/>
              <a:gd name="T81" fmla="*/ 20 h 160"/>
              <a:gd name="T82" fmla="*/ 83 w 114"/>
              <a:gd name="T83" fmla="*/ 13 h 160"/>
              <a:gd name="T84" fmla="*/ 91 w 114"/>
              <a:gd name="T85" fmla="*/ 13 h 160"/>
              <a:gd name="T86" fmla="*/ 60 w 114"/>
              <a:gd name="T87" fmla="*/ 60 h 160"/>
              <a:gd name="T88" fmla="*/ 48 w 114"/>
              <a:gd name="T89" fmla="*/ 60 h 160"/>
              <a:gd name="T90" fmla="*/ 55 w 114"/>
              <a:gd name="T91" fmla="*/ 47 h 160"/>
              <a:gd name="T92" fmla="*/ 60 w 114"/>
              <a:gd name="T93" fmla="*/ 60 h 160"/>
              <a:gd name="T94" fmla="*/ 40 w 114"/>
              <a:gd name="T95" fmla="*/ 55 h 160"/>
              <a:gd name="T96" fmla="*/ 44 w 114"/>
              <a:gd name="T97" fmla="*/ 69 h 160"/>
              <a:gd name="T98" fmla="*/ 29 w 114"/>
              <a:gd name="T99" fmla="*/ 55 h 160"/>
              <a:gd name="T100" fmla="*/ 80 w 114"/>
              <a:gd name="T101" fmla="*/ 55 h 160"/>
              <a:gd name="T102" fmla="*/ 64 w 114"/>
              <a:gd name="T103" fmla="*/ 69 h 160"/>
              <a:gd name="T104" fmla="*/ 69 w 114"/>
              <a:gd name="T105" fmla="*/ 55 h 160"/>
              <a:gd name="T106" fmla="*/ 67 w 114"/>
              <a:gd name="T107" fmla="*/ 7 h 160"/>
              <a:gd name="T108" fmla="*/ 67 w 114"/>
              <a:gd name="T109" fmla="*/ 3 h 160"/>
              <a:gd name="T110" fmla="*/ 63 w 114"/>
              <a:gd name="T111" fmla="*/ 3 h 160"/>
              <a:gd name="T112" fmla="*/ 63 w 114"/>
              <a:gd name="T113" fmla="*/ 7 h 160"/>
              <a:gd name="T114" fmla="*/ 67 w 114"/>
              <a:gd name="T115" fmla="*/ 7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14" h="160">
                <a:moveTo>
                  <a:pt x="29" y="101"/>
                </a:moveTo>
                <a:cubicBezTo>
                  <a:pt x="33" y="96"/>
                  <a:pt x="33" y="88"/>
                  <a:pt x="29" y="84"/>
                </a:cubicBezTo>
                <a:cubicBezTo>
                  <a:pt x="26" y="82"/>
                  <a:pt x="23" y="80"/>
                  <a:pt x="20" y="80"/>
                </a:cubicBezTo>
                <a:cubicBezTo>
                  <a:pt x="18" y="80"/>
                  <a:pt x="17" y="80"/>
                  <a:pt x="15" y="82"/>
                </a:cubicBezTo>
                <a:cubicBezTo>
                  <a:pt x="10" y="74"/>
                  <a:pt x="7" y="64"/>
                  <a:pt x="7" y="55"/>
                </a:cubicBezTo>
                <a:cubicBezTo>
                  <a:pt x="7" y="29"/>
                  <a:pt x="26" y="8"/>
                  <a:pt x="52" y="7"/>
                </a:cubicBezTo>
                <a:cubicBezTo>
                  <a:pt x="54" y="7"/>
                  <a:pt x="55" y="5"/>
                  <a:pt x="55" y="4"/>
                </a:cubicBezTo>
                <a:cubicBezTo>
                  <a:pt x="55" y="2"/>
                  <a:pt x="54" y="0"/>
                  <a:pt x="52" y="0"/>
                </a:cubicBezTo>
                <a:cubicBezTo>
                  <a:pt x="23" y="2"/>
                  <a:pt x="0" y="26"/>
                  <a:pt x="0" y="55"/>
                </a:cubicBezTo>
                <a:cubicBezTo>
                  <a:pt x="0" y="66"/>
                  <a:pt x="4" y="77"/>
                  <a:pt x="10" y="85"/>
                </a:cubicBezTo>
                <a:cubicBezTo>
                  <a:pt x="7" y="90"/>
                  <a:pt x="8" y="96"/>
                  <a:pt x="12" y="101"/>
                </a:cubicBezTo>
                <a:cubicBezTo>
                  <a:pt x="13" y="103"/>
                  <a:pt x="17" y="104"/>
                  <a:pt x="20" y="104"/>
                </a:cubicBezTo>
                <a:cubicBezTo>
                  <a:pt x="23" y="104"/>
                  <a:pt x="26" y="103"/>
                  <a:pt x="29" y="101"/>
                </a:cubicBezTo>
                <a:close/>
                <a:moveTo>
                  <a:pt x="17" y="88"/>
                </a:moveTo>
                <a:cubicBezTo>
                  <a:pt x="17" y="87"/>
                  <a:pt x="18" y="87"/>
                  <a:pt x="20" y="87"/>
                </a:cubicBezTo>
                <a:cubicBezTo>
                  <a:pt x="21" y="87"/>
                  <a:pt x="23" y="87"/>
                  <a:pt x="25" y="88"/>
                </a:cubicBezTo>
                <a:cubicBezTo>
                  <a:pt x="26" y="90"/>
                  <a:pt x="26" y="95"/>
                  <a:pt x="25" y="96"/>
                </a:cubicBezTo>
                <a:cubicBezTo>
                  <a:pt x="21" y="98"/>
                  <a:pt x="18" y="98"/>
                  <a:pt x="17" y="96"/>
                </a:cubicBezTo>
                <a:cubicBezTo>
                  <a:pt x="13" y="95"/>
                  <a:pt x="13" y="90"/>
                  <a:pt x="17" y="88"/>
                </a:cubicBezTo>
                <a:close/>
                <a:moveTo>
                  <a:pt x="103" y="108"/>
                </a:moveTo>
                <a:cubicBezTo>
                  <a:pt x="99" y="108"/>
                  <a:pt x="98" y="109"/>
                  <a:pt x="96" y="109"/>
                </a:cubicBezTo>
                <a:cubicBezTo>
                  <a:pt x="95" y="106"/>
                  <a:pt x="91" y="101"/>
                  <a:pt x="87" y="101"/>
                </a:cubicBezTo>
                <a:cubicBezTo>
                  <a:pt x="83" y="101"/>
                  <a:pt x="80" y="103"/>
                  <a:pt x="79" y="106"/>
                </a:cubicBezTo>
                <a:cubicBezTo>
                  <a:pt x="77" y="104"/>
                  <a:pt x="77" y="104"/>
                  <a:pt x="75" y="104"/>
                </a:cubicBezTo>
                <a:cubicBezTo>
                  <a:pt x="83" y="101"/>
                  <a:pt x="90" y="96"/>
                  <a:pt x="95" y="90"/>
                </a:cubicBezTo>
                <a:cubicBezTo>
                  <a:pt x="104" y="80"/>
                  <a:pt x="107" y="68"/>
                  <a:pt x="107" y="55"/>
                </a:cubicBezTo>
                <a:cubicBezTo>
                  <a:pt x="107" y="44"/>
                  <a:pt x="104" y="32"/>
                  <a:pt x="98" y="23"/>
                </a:cubicBezTo>
                <a:cubicBezTo>
                  <a:pt x="101" y="18"/>
                  <a:pt x="101" y="12"/>
                  <a:pt x="96" y="9"/>
                </a:cubicBezTo>
                <a:cubicBezTo>
                  <a:pt x="91" y="4"/>
                  <a:pt x="85" y="4"/>
                  <a:pt x="80" y="9"/>
                </a:cubicBezTo>
                <a:cubicBezTo>
                  <a:pt x="75" y="13"/>
                  <a:pt x="75" y="20"/>
                  <a:pt x="80" y="24"/>
                </a:cubicBezTo>
                <a:cubicBezTo>
                  <a:pt x="82" y="28"/>
                  <a:pt x="85" y="28"/>
                  <a:pt x="88" y="28"/>
                </a:cubicBezTo>
                <a:cubicBezTo>
                  <a:pt x="93" y="28"/>
                  <a:pt x="93" y="28"/>
                  <a:pt x="93" y="28"/>
                </a:cubicBezTo>
                <a:cubicBezTo>
                  <a:pt x="99" y="36"/>
                  <a:pt x="103" y="45"/>
                  <a:pt x="103" y="55"/>
                </a:cubicBezTo>
                <a:cubicBezTo>
                  <a:pt x="103" y="77"/>
                  <a:pt x="87" y="96"/>
                  <a:pt x="64" y="101"/>
                </a:cubicBezTo>
                <a:cubicBezTo>
                  <a:pt x="64" y="84"/>
                  <a:pt x="64" y="84"/>
                  <a:pt x="64" y="84"/>
                </a:cubicBezTo>
                <a:cubicBezTo>
                  <a:pt x="77" y="80"/>
                  <a:pt x="85" y="68"/>
                  <a:pt x="85" y="55"/>
                </a:cubicBezTo>
                <a:cubicBezTo>
                  <a:pt x="85" y="37"/>
                  <a:pt x="72" y="23"/>
                  <a:pt x="55" y="23"/>
                </a:cubicBezTo>
                <a:cubicBezTo>
                  <a:pt x="37" y="23"/>
                  <a:pt x="23" y="37"/>
                  <a:pt x="23" y="55"/>
                </a:cubicBezTo>
                <a:cubicBezTo>
                  <a:pt x="23" y="61"/>
                  <a:pt x="24" y="68"/>
                  <a:pt x="29" y="74"/>
                </a:cubicBezTo>
                <a:cubicBezTo>
                  <a:pt x="32" y="79"/>
                  <a:pt x="37" y="82"/>
                  <a:pt x="44" y="84"/>
                </a:cubicBezTo>
                <a:cubicBezTo>
                  <a:pt x="44" y="130"/>
                  <a:pt x="44" y="130"/>
                  <a:pt x="44" y="130"/>
                </a:cubicBezTo>
                <a:cubicBezTo>
                  <a:pt x="39" y="124"/>
                  <a:pt x="39" y="124"/>
                  <a:pt x="39" y="124"/>
                </a:cubicBezTo>
                <a:cubicBezTo>
                  <a:pt x="36" y="119"/>
                  <a:pt x="29" y="117"/>
                  <a:pt x="23" y="119"/>
                </a:cubicBezTo>
                <a:cubicBezTo>
                  <a:pt x="18" y="122"/>
                  <a:pt x="16" y="130"/>
                  <a:pt x="18" y="135"/>
                </a:cubicBezTo>
                <a:cubicBezTo>
                  <a:pt x="31" y="159"/>
                  <a:pt x="31" y="159"/>
                  <a:pt x="31" y="159"/>
                </a:cubicBezTo>
                <a:cubicBezTo>
                  <a:pt x="32" y="160"/>
                  <a:pt x="32" y="160"/>
                  <a:pt x="32" y="160"/>
                </a:cubicBezTo>
                <a:cubicBezTo>
                  <a:pt x="34" y="160"/>
                  <a:pt x="34" y="160"/>
                  <a:pt x="34" y="159"/>
                </a:cubicBezTo>
                <a:cubicBezTo>
                  <a:pt x="36" y="159"/>
                  <a:pt x="37" y="157"/>
                  <a:pt x="36" y="156"/>
                </a:cubicBezTo>
                <a:cubicBezTo>
                  <a:pt x="24" y="132"/>
                  <a:pt x="24" y="132"/>
                  <a:pt x="24" y="132"/>
                </a:cubicBezTo>
                <a:cubicBezTo>
                  <a:pt x="23" y="130"/>
                  <a:pt x="24" y="127"/>
                  <a:pt x="26" y="125"/>
                </a:cubicBezTo>
                <a:cubicBezTo>
                  <a:pt x="29" y="124"/>
                  <a:pt x="32" y="124"/>
                  <a:pt x="34" y="127"/>
                </a:cubicBezTo>
                <a:cubicBezTo>
                  <a:pt x="44" y="143"/>
                  <a:pt x="44" y="143"/>
                  <a:pt x="44" y="143"/>
                </a:cubicBezTo>
                <a:cubicBezTo>
                  <a:pt x="44" y="144"/>
                  <a:pt x="45" y="144"/>
                  <a:pt x="47" y="144"/>
                </a:cubicBezTo>
                <a:cubicBezTo>
                  <a:pt x="48" y="144"/>
                  <a:pt x="48" y="143"/>
                  <a:pt x="48" y="141"/>
                </a:cubicBezTo>
                <a:cubicBezTo>
                  <a:pt x="48" y="69"/>
                  <a:pt x="48" y="69"/>
                  <a:pt x="48" y="69"/>
                </a:cubicBezTo>
                <a:cubicBezTo>
                  <a:pt x="48" y="68"/>
                  <a:pt x="52" y="64"/>
                  <a:pt x="55" y="64"/>
                </a:cubicBezTo>
                <a:cubicBezTo>
                  <a:pt x="56" y="64"/>
                  <a:pt x="60" y="68"/>
                  <a:pt x="60" y="69"/>
                </a:cubicBezTo>
                <a:cubicBezTo>
                  <a:pt x="60" y="82"/>
                  <a:pt x="60" y="82"/>
                  <a:pt x="60" y="82"/>
                </a:cubicBezTo>
                <a:cubicBezTo>
                  <a:pt x="60" y="128"/>
                  <a:pt x="60" y="128"/>
                  <a:pt x="60" y="128"/>
                </a:cubicBezTo>
                <a:cubicBezTo>
                  <a:pt x="60" y="130"/>
                  <a:pt x="60" y="132"/>
                  <a:pt x="63" y="132"/>
                </a:cubicBezTo>
                <a:cubicBezTo>
                  <a:pt x="64" y="132"/>
                  <a:pt x="64" y="130"/>
                  <a:pt x="64" y="128"/>
                </a:cubicBezTo>
                <a:cubicBezTo>
                  <a:pt x="64" y="112"/>
                  <a:pt x="64" y="112"/>
                  <a:pt x="64" y="112"/>
                </a:cubicBezTo>
                <a:cubicBezTo>
                  <a:pt x="64" y="111"/>
                  <a:pt x="67" y="108"/>
                  <a:pt x="71" y="108"/>
                </a:cubicBezTo>
                <a:cubicBezTo>
                  <a:pt x="72" y="108"/>
                  <a:pt x="75" y="111"/>
                  <a:pt x="75" y="112"/>
                </a:cubicBezTo>
                <a:cubicBezTo>
                  <a:pt x="75" y="130"/>
                  <a:pt x="75" y="130"/>
                  <a:pt x="75" y="130"/>
                </a:cubicBezTo>
                <a:cubicBezTo>
                  <a:pt x="75" y="132"/>
                  <a:pt x="75" y="133"/>
                  <a:pt x="79" y="133"/>
                </a:cubicBezTo>
                <a:cubicBezTo>
                  <a:pt x="80" y="133"/>
                  <a:pt x="82" y="132"/>
                  <a:pt x="82" y="130"/>
                </a:cubicBezTo>
                <a:cubicBezTo>
                  <a:pt x="82" y="112"/>
                  <a:pt x="82" y="112"/>
                  <a:pt x="82" y="112"/>
                </a:cubicBezTo>
                <a:cubicBezTo>
                  <a:pt x="82" y="111"/>
                  <a:pt x="83" y="108"/>
                  <a:pt x="87" y="108"/>
                </a:cubicBezTo>
                <a:cubicBezTo>
                  <a:pt x="88" y="108"/>
                  <a:pt x="91" y="111"/>
                  <a:pt x="91" y="112"/>
                </a:cubicBezTo>
                <a:cubicBezTo>
                  <a:pt x="91" y="130"/>
                  <a:pt x="91" y="130"/>
                  <a:pt x="91" y="130"/>
                </a:cubicBezTo>
                <a:cubicBezTo>
                  <a:pt x="91" y="132"/>
                  <a:pt x="93" y="133"/>
                  <a:pt x="95" y="133"/>
                </a:cubicBezTo>
                <a:cubicBezTo>
                  <a:pt x="96" y="133"/>
                  <a:pt x="98" y="132"/>
                  <a:pt x="98" y="130"/>
                </a:cubicBezTo>
                <a:cubicBezTo>
                  <a:pt x="98" y="119"/>
                  <a:pt x="98" y="119"/>
                  <a:pt x="98" y="119"/>
                </a:cubicBezTo>
                <a:cubicBezTo>
                  <a:pt x="98" y="117"/>
                  <a:pt x="99" y="114"/>
                  <a:pt x="103" y="114"/>
                </a:cubicBezTo>
                <a:cubicBezTo>
                  <a:pt x="104" y="114"/>
                  <a:pt x="107" y="117"/>
                  <a:pt x="107" y="119"/>
                </a:cubicBezTo>
                <a:cubicBezTo>
                  <a:pt x="107" y="157"/>
                  <a:pt x="107" y="157"/>
                  <a:pt x="107" y="157"/>
                </a:cubicBezTo>
                <a:cubicBezTo>
                  <a:pt x="107" y="159"/>
                  <a:pt x="109" y="160"/>
                  <a:pt x="111" y="160"/>
                </a:cubicBezTo>
                <a:cubicBezTo>
                  <a:pt x="112" y="160"/>
                  <a:pt x="114" y="159"/>
                  <a:pt x="114" y="157"/>
                </a:cubicBezTo>
                <a:cubicBezTo>
                  <a:pt x="114" y="119"/>
                  <a:pt x="114" y="119"/>
                  <a:pt x="114" y="119"/>
                </a:cubicBezTo>
                <a:cubicBezTo>
                  <a:pt x="114" y="114"/>
                  <a:pt x="107" y="108"/>
                  <a:pt x="103" y="108"/>
                </a:cubicBezTo>
                <a:close/>
                <a:moveTo>
                  <a:pt x="91" y="20"/>
                </a:moveTo>
                <a:cubicBezTo>
                  <a:pt x="90" y="23"/>
                  <a:pt x="87" y="23"/>
                  <a:pt x="83" y="20"/>
                </a:cubicBezTo>
                <a:cubicBezTo>
                  <a:pt x="82" y="18"/>
                  <a:pt x="82" y="15"/>
                  <a:pt x="83" y="13"/>
                </a:cubicBezTo>
                <a:cubicBezTo>
                  <a:pt x="85" y="12"/>
                  <a:pt x="87" y="10"/>
                  <a:pt x="88" y="10"/>
                </a:cubicBezTo>
                <a:cubicBezTo>
                  <a:pt x="90" y="10"/>
                  <a:pt x="91" y="12"/>
                  <a:pt x="91" y="13"/>
                </a:cubicBezTo>
                <a:cubicBezTo>
                  <a:pt x="95" y="15"/>
                  <a:pt x="95" y="18"/>
                  <a:pt x="91" y="20"/>
                </a:cubicBezTo>
                <a:close/>
                <a:moveTo>
                  <a:pt x="60" y="60"/>
                </a:moveTo>
                <a:cubicBezTo>
                  <a:pt x="58" y="60"/>
                  <a:pt x="56" y="58"/>
                  <a:pt x="55" y="58"/>
                </a:cubicBezTo>
                <a:cubicBezTo>
                  <a:pt x="52" y="58"/>
                  <a:pt x="50" y="60"/>
                  <a:pt x="48" y="60"/>
                </a:cubicBezTo>
                <a:cubicBezTo>
                  <a:pt x="47" y="58"/>
                  <a:pt x="47" y="56"/>
                  <a:pt x="47" y="55"/>
                </a:cubicBezTo>
                <a:cubicBezTo>
                  <a:pt x="47" y="50"/>
                  <a:pt x="50" y="47"/>
                  <a:pt x="55" y="47"/>
                </a:cubicBezTo>
                <a:cubicBezTo>
                  <a:pt x="58" y="47"/>
                  <a:pt x="63" y="50"/>
                  <a:pt x="63" y="55"/>
                </a:cubicBezTo>
                <a:cubicBezTo>
                  <a:pt x="63" y="56"/>
                  <a:pt x="61" y="58"/>
                  <a:pt x="60" y="60"/>
                </a:cubicBezTo>
                <a:close/>
                <a:moveTo>
                  <a:pt x="55" y="40"/>
                </a:moveTo>
                <a:cubicBezTo>
                  <a:pt x="47" y="40"/>
                  <a:pt x="40" y="47"/>
                  <a:pt x="40" y="55"/>
                </a:cubicBezTo>
                <a:cubicBezTo>
                  <a:pt x="40" y="58"/>
                  <a:pt x="42" y="61"/>
                  <a:pt x="44" y="64"/>
                </a:cubicBezTo>
                <a:cubicBezTo>
                  <a:pt x="44" y="69"/>
                  <a:pt x="44" y="69"/>
                  <a:pt x="44" y="69"/>
                </a:cubicBezTo>
                <a:cubicBezTo>
                  <a:pt x="44" y="77"/>
                  <a:pt x="44" y="77"/>
                  <a:pt x="44" y="77"/>
                </a:cubicBezTo>
                <a:cubicBezTo>
                  <a:pt x="34" y="72"/>
                  <a:pt x="29" y="64"/>
                  <a:pt x="29" y="55"/>
                </a:cubicBezTo>
                <a:cubicBezTo>
                  <a:pt x="29" y="40"/>
                  <a:pt x="40" y="29"/>
                  <a:pt x="55" y="29"/>
                </a:cubicBezTo>
                <a:cubicBezTo>
                  <a:pt x="67" y="29"/>
                  <a:pt x="80" y="40"/>
                  <a:pt x="80" y="55"/>
                </a:cubicBezTo>
                <a:cubicBezTo>
                  <a:pt x="80" y="64"/>
                  <a:pt x="74" y="74"/>
                  <a:pt x="64" y="77"/>
                </a:cubicBezTo>
                <a:cubicBezTo>
                  <a:pt x="64" y="69"/>
                  <a:pt x="64" y="69"/>
                  <a:pt x="64" y="69"/>
                </a:cubicBezTo>
                <a:cubicBezTo>
                  <a:pt x="64" y="64"/>
                  <a:pt x="64" y="64"/>
                  <a:pt x="64" y="64"/>
                </a:cubicBezTo>
                <a:cubicBezTo>
                  <a:pt x="66" y="63"/>
                  <a:pt x="69" y="58"/>
                  <a:pt x="69" y="55"/>
                </a:cubicBezTo>
                <a:cubicBezTo>
                  <a:pt x="69" y="47"/>
                  <a:pt x="63" y="40"/>
                  <a:pt x="55" y="40"/>
                </a:cubicBezTo>
                <a:close/>
                <a:moveTo>
                  <a:pt x="67" y="7"/>
                </a:moveTo>
                <a:cubicBezTo>
                  <a:pt x="67" y="6"/>
                  <a:pt x="67" y="6"/>
                  <a:pt x="67" y="6"/>
                </a:cubicBezTo>
                <a:cubicBezTo>
                  <a:pt x="67" y="4"/>
                  <a:pt x="67" y="4"/>
                  <a:pt x="67" y="3"/>
                </a:cubicBezTo>
                <a:cubicBezTo>
                  <a:pt x="67" y="3"/>
                  <a:pt x="66" y="3"/>
                  <a:pt x="64" y="3"/>
                </a:cubicBezTo>
                <a:cubicBezTo>
                  <a:pt x="63" y="3"/>
                  <a:pt x="63" y="3"/>
                  <a:pt x="63" y="3"/>
                </a:cubicBezTo>
                <a:cubicBezTo>
                  <a:pt x="63" y="4"/>
                  <a:pt x="63" y="4"/>
                  <a:pt x="63" y="6"/>
                </a:cubicBezTo>
                <a:cubicBezTo>
                  <a:pt x="63" y="7"/>
                  <a:pt x="63" y="7"/>
                  <a:pt x="63" y="7"/>
                </a:cubicBezTo>
                <a:cubicBezTo>
                  <a:pt x="64" y="9"/>
                  <a:pt x="64" y="9"/>
                  <a:pt x="64" y="9"/>
                </a:cubicBezTo>
                <a:cubicBezTo>
                  <a:pt x="66" y="9"/>
                  <a:pt x="67" y="7"/>
                  <a:pt x="67" y="7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2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7" name="Reliability">
            <a:extLst>
              <a:ext uri="{FF2B5EF4-FFF2-40B4-BE49-F238E27FC236}">
                <a16:creationId xmlns:a16="http://schemas.microsoft.com/office/drawing/2014/main" id="{95898E02-5E2F-48F5-B1A8-3D04837B146A}"/>
              </a:ext>
            </a:extLst>
          </p:cNvPr>
          <p:cNvSpPr/>
          <p:nvPr/>
        </p:nvSpPr>
        <p:spPr>
          <a:xfrm>
            <a:off x="6851281" y="4609453"/>
            <a:ext cx="1157734" cy="1817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en-US" sz="1300" dirty="0">
                <a:solidFill>
                  <a:schemeClr val="accent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Market(SAM)</a:t>
            </a:r>
          </a:p>
        </p:txBody>
      </p:sp>
      <p:sp>
        <p:nvSpPr>
          <p:cNvPr id="38" name="Happy Customers">
            <a:extLst>
              <a:ext uri="{FF2B5EF4-FFF2-40B4-BE49-F238E27FC236}">
                <a16:creationId xmlns:a16="http://schemas.microsoft.com/office/drawing/2014/main" id="{4BA912BF-EF1A-47B9-B97D-D133332EC89B}"/>
              </a:ext>
            </a:extLst>
          </p:cNvPr>
          <p:cNvSpPr/>
          <p:nvPr/>
        </p:nvSpPr>
        <p:spPr>
          <a:xfrm>
            <a:off x="9275919" y="4609453"/>
            <a:ext cx="1683106" cy="1817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en-US" sz="13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Total Market(TAM)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42F88A7-3B14-41FE-A0E4-677F407129E2}"/>
              </a:ext>
            </a:extLst>
          </p:cNvPr>
          <p:cNvSpPr txBox="1"/>
          <p:nvPr/>
        </p:nvSpPr>
        <p:spPr>
          <a:xfrm>
            <a:off x="6447230" y="4926036"/>
            <a:ext cx="1965837" cy="894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passages of Lorem Ipsum suffered randomized  which don't look  slightly believable.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0366C44-A48C-40DE-AC38-62C21B671178}"/>
              </a:ext>
            </a:extLst>
          </p:cNvPr>
          <p:cNvSpPr txBox="1"/>
          <p:nvPr/>
        </p:nvSpPr>
        <p:spPr>
          <a:xfrm>
            <a:off x="9134554" y="4926036"/>
            <a:ext cx="1965837" cy="894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000" i="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passages of Lorem Ipsum suffered randomized  which don't look  slightly believable.</a:t>
            </a:r>
            <a:endParaRPr lang="en-US" sz="10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24308776-1B8D-4D7F-A45D-B785775C2FF9}"/>
              </a:ext>
            </a:extLst>
          </p:cNvPr>
          <p:cNvSpPr/>
          <p:nvPr/>
        </p:nvSpPr>
        <p:spPr>
          <a:xfrm>
            <a:off x="7170848" y="3819339"/>
            <a:ext cx="518601" cy="518601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bg2">
                <a:lumMod val="90000"/>
              </a:schemeClr>
            </a:solidFill>
          </a:ln>
          <a:effectLst>
            <a:outerShdw dist="165100" sx="1000" sy="1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F224C3F6-7035-4331-8843-FAF9A67B82E8}"/>
              </a:ext>
            </a:extLst>
          </p:cNvPr>
          <p:cNvSpPr/>
          <p:nvPr/>
        </p:nvSpPr>
        <p:spPr>
          <a:xfrm>
            <a:off x="9858172" y="3819339"/>
            <a:ext cx="518601" cy="518601"/>
          </a:xfrm>
          <a:prstGeom prst="ellipse">
            <a:avLst/>
          </a:prstGeom>
          <a:noFill/>
          <a:ln w="19050">
            <a:solidFill>
              <a:schemeClr val="bg1"/>
            </a:solidFill>
          </a:ln>
          <a:effectLst>
            <a:outerShdw dist="165100" sx="1000" sy="1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Freeform 75">
            <a:extLst>
              <a:ext uri="{FF2B5EF4-FFF2-40B4-BE49-F238E27FC236}">
                <a16:creationId xmlns:a16="http://schemas.microsoft.com/office/drawing/2014/main" id="{6986B603-B0D6-4314-8D22-D185C16F785C}"/>
              </a:ext>
            </a:extLst>
          </p:cNvPr>
          <p:cNvSpPr>
            <a:spLocks noEditPoints="1"/>
          </p:cNvSpPr>
          <p:nvPr/>
        </p:nvSpPr>
        <p:spPr bwMode="auto">
          <a:xfrm>
            <a:off x="7303148" y="3951639"/>
            <a:ext cx="254000" cy="254000"/>
          </a:xfrm>
          <a:custGeom>
            <a:avLst/>
            <a:gdLst>
              <a:gd name="T0" fmla="*/ 85 w 160"/>
              <a:gd name="T1" fmla="*/ 82 h 160"/>
              <a:gd name="T2" fmla="*/ 123 w 160"/>
              <a:gd name="T3" fmla="*/ 63 h 160"/>
              <a:gd name="T4" fmla="*/ 123 w 160"/>
              <a:gd name="T5" fmla="*/ 27 h 160"/>
              <a:gd name="T6" fmla="*/ 85 w 160"/>
              <a:gd name="T7" fmla="*/ 45 h 160"/>
              <a:gd name="T8" fmla="*/ 85 w 160"/>
              <a:gd name="T9" fmla="*/ 82 h 160"/>
              <a:gd name="T10" fmla="*/ 48 w 160"/>
              <a:gd name="T11" fmla="*/ 160 h 160"/>
              <a:gd name="T12" fmla="*/ 76 w 160"/>
              <a:gd name="T13" fmla="*/ 144 h 160"/>
              <a:gd name="T14" fmla="*/ 76 w 160"/>
              <a:gd name="T15" fmla="*/ 97 h 160"/>
              <a:gd name="T16" fmla="*/ 48 w 160"/>
              <a:gd name="T17" fmla="*/ 111 h 160"/>
              <a:gd name="T18" fmla="*/ 48 w 160"/>
              <a:gd name="T19" fmla="*/ 160 h 160"/>
              <a:gd name="T20" fmla="*/ 38 w 160"/>
              <a:gd name="T21" fmla="*/ 63 h 160"/>
              <a:gd name="T22" fmla="*/ 76 w 160"/>
              <a:gd name="T23" fmla="*/ 82 h 160"/>
              <a:gd name="T24" fmla="*/ 76 w 160"/>
              <a:gd name="T25" fmla="*/ 45 h 160"/>
              <a:gd name="T26" fmla="*/ 38 w 160"/>
              <a:gd name="T27" fmla="*/ 27 h 160"/>
              <a:gd name="T28" fmla="*/ 38 w 160"/>
              <a:gd name="T29" fmla="*/ 63 h 160"/>
              <a:gd name="T30" fmla="*/ 32 w 160"/>
              <a:gd name="T31" fmla="*/ 70 h 160"/>
              <a:gd name="T32" fmla="*/ 5 w 160"/>
              <a:gd name="T33" fmla="*/ 84 h 160"/>
              <a:gd name="T34" fmla="*/ 43 w 160"/>
              <a:gd name="T35" fmla="*/ 103 h 160"/>
              <a:gd name="T36" fmla="*/ 70 w 160"/>
              <a:gd name="T37" fmla="*/ 89 h 160"/>
              <a:gd name="T38" fmla="*/ 32 w 160"/>
              <a:gd name="T39" fmla="*/ 70 h 160"/>
              <a:gd name="T40" fmla="*/ 85 w 160"/>
              <a:gd name="T41" fmla="*/ 144 h 160"/>
              <a:gd name="T42" fmla="*/ 113 w 160"/>
              <a:gd name="T43" fmla="*/ 160 h 160"/>
              <a:gd name="T44" fmla="*/ 113 w 160"/>
              <a:gd name="T45" fmla="*/ 111 h 160"/>
              <a:gd name="T46" fmla="*/ 85 w 160"/>
              <a:gd name="T47" fmla="*/ 97 h 160"/>
              <a:gd name="T48" fmla="*/ 85 w 160"/>
              <a:gd name="T49" fmla="*/ 144 h 160"/>
              <a:gd name="T50" fmla="*/ 128 w 160"/>
              <a:gd name="T51" fmla="*/ 70 h 160"/>
              <a:gd name="T52" fmla="*/ 91 w 160"/>
              <a:gd name="T53" fmla="*/ 89 h 160"/>
              <a:gd name="T54" fmla="*/ 118 w 160"/>
              <a:gd name="T55" fmla="*/ 103 h 160"/>
              <a:gd name="T56" fmla="*/ 156 w 160"/>
              <a:gd name="T57" fmla="*/ 84 h 160"/>
              <a:gd name="T58" fmla="*/ 128 w 160"/>
              <a:gd name="T59" fmla="*/ 70 h 160"/>
              <a:gd name="T60" fmla="*/ 0 w 160"/>
              <a:gd name="T61" fmla="*/ 136 h 160"/>
              <a:gd name="T62" fmla="*/ 3 w 160"/>
              <a:gd name="T63" fmla="*/ 140 h 160"/>
              <a:gd name="T64" fmla="*/ 38 w 160"/>
              <a:gd name="T65" fmla="*/ 160 h 160"/>
              <a:gd name="T66" fmla="*/ 38 w 160"/>
              <a:gd name="T67" fmla="*/ 111 h 160"/>
              <a:gd name="T68" fmla="*/ 0 w 160"/>
              <a:gd name="T69" fmla="*/ 92 h 160"/>
              <a:gd name="T70" fmla="*/ 0 w 160"/>
              <a:gd name="T71" fmla="*/ 136 h 160"/>
              <a:gd name="T72" fmla="*/ 123 w 160"/>
              <a:gd name="T73" fmla="*/ 111 h 160"/>
              <a:gd name="T74" fmla="*/ 123 w 160"/>
              <a:gd name="T75" fmla="*/ 160 h 160"/>
              <a:gd name="T76" fmla="*/ 158 w 160"/>
              <a:gd name="T77" fmla="*/ 140 h 160"/>
              <a:gd name="T78" fmla="*/ 160 w 160"/>
              <a:gd name="T79" fmla="*/ 136 h 160"/>
              <a:gd name="T80" fmla="*/ 160 w 160"/>
              <a:gd name="T81" fmla="*/ 92 h 160"/>
              <a:gd name="T82" fmla="*/ 123 w 160"/>
              <a:gd name="T83" fmla="*/ 111 h 160"/>
              <a:gd name="T84" fmla="*/ 83 w 160"/>
              <a:gd name="T85" fmla="*/ 0 h 160"/>
              <a:gd name="T86" fmla="*/ 80 w 160"/>
              <a:gd name="T87" fmla="*/ 0 h 160"/>
              <a:gd name="T88" fmla="*/ 78 w 160"/>
              <a:gd name="T89" fmla="*/ 0 h 160"/>
              <a:gd name="T90" fmla="*/ 43 w 160"/>
              <a:gd name="T91" fmla="*/ 18 h 160"/>
              <a:gd name="T92" fmla="*/ 80 w 160"/>
              <a:gd name="T93" fmla="*/ 37 h 160"/>
              <a:gd name="T94" fmla="*/ 118 w 160"/>
              <a:gd name="T95" fmla="*/ 18 h 160"/>
              <a:gd name="T96" fmla="*/ 83 w 160"/>
              <a:gd name="T97" fmla="*/ 0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60" h="160">
                <a:moveTo>
                  <a:pt x="85" y="82"/>
                </a:moveTo>
                <a:cubicBezTo>
                  <a:pt x="123" y="63"/>
                  <a:pt x="123" y="63"/>
                  <a:pt x="123" y="63"/>
                </a:cubicBezTo>
                <a:cubicBezTo>
                  <a:pt x="123" y="27"/>
                  <a:pt x="123" y="27"/>
                  <a:pt x="123" y="27"/>
                </a:cubicBezTo>
                <a:cubicBezTo>
                  <a:pt x="85" y="45"/>
                  <a:pt x="85" y="45"/>
                  <a:pt x="85" y="45"/>
                </a:cubicBezTo>
                <a:lnTo>
                  <a:pt x="85" y="82"/>
                </a:lnTo>
                <a:close/>
                <a:moveTo>
                  <a:pt x="48" y="160"/>
                </a:moveTo>
                <a:cubicBezTo>
                  <a:pt x="76" y="144"/>
                  <a:pt x="76" y="144"/>
                  <a:pt x="76" y="144"/>
                </a:cubicBezTo>
                <a:cubicBezTo>
                  <a:pt x="76" y="97"/>
                  <a:pt x="76" y="97"/>
                  <a:pt x="76" y="97"/>
                </a:cubicBezTo>
                <a:cubicBezTo>
                  <a:pt x="48" y="111"/>
                  <a:pt x="48" y="111"/>
                  <a:pt x="48" y="111"/>
                </a:cubicBezTo>
                <a:lnTo>
                  <a:pt x="48" y="160"/>
                </a:lnTo>
                <a:close/>
                <a:moveTo>
                  <a:pt x="38" y="63"/>
                </a:moveTo>
                <a:cubicBezTo>
                  <a:pt x="76" y="82"/>
                  <a:pt x="76" y="82"/>
                  <a:pt x="76" y="82"/>
                </a:cubicBezTo>
                <a:cubicBezTo>
                  <a:pt x="76" y="45"/>
                  <a:pt x="76" y="45"/>
                  <a:pt x="76" y="45"/>
                </a:cubicBezTo>
                <a:cubicBezTo>
                  <a:pt x="38" y="27"/>
                  <a:pt x="38" y="27"/>
                  <a:pt x="38" y="27"/>
                </a:cubicBezTo>
                <a:lnTo>
                  <a:pt x="38" y="63"/>
                </a:lnTo>
                <a:close/>
                <a:moveTo>
                  <a:pt x="32" y="70"/>
                </a:moveTo>
                <a:cubicBezTo>
                  <a:pt x="5" y="84"/>
                  <a:pt x="5" y="84"/>
                  <a:pt x="5" y="84"/>
                </a:cubicBezTo>
                <a:cubicBezTo>
                  <a:pt x="43" y="103"/>
                  <a:pt x="43" y="103"/>
                  <a:pt x="43" y="103"/>
                </a:cubicBezTo>
                <a:cubicBezTo>
                  <a:pt x="70" y="89"/>
                  <a:pt x="70" y="89"/>
                  <a:pt x="70" y="89"/>
                </a:cubicBezTo>
                <a:lnTo>
                  <a:pt x="32" y="70"/>
                </a:lnTo>
                <a:close/>
                <a:moveTo>
                  <a:pt x="85" y="144"/>
                </a:moveTo>
                <a:cubicBezTo>
                  <a:pt x="113" y="160"/>
                  <a:pt x="113" y="160"/>
                  <a:pt x="113" y="160"/>
                </a:cubicBezTo>
                <a:cubicBezTo>
                  <a:pt x="113" y="111"/>
                  <a:pt x="113" y="111"/>
                  <a:pt x="113" y="111"/>
                </a:cubicBezTo>
                <a:cubicBezTo>
                  <a:pt x="85" y="97"/>
                  <a:pt x="85" y="97"/>
                  <a:pt x="85" y="97"/>
                </a:cubicBezTo>
                <a:lnTo>
                  <a:pt x="85" y="144"/>
                </a:lnTo>
                <a:close/>
                <a:moveTo>
                  <a:pt x="128" y="70"/>
                </a:moveTo>
                <a:cubicBezTo>
                  <a:pt x="91" y="89"/>
                  <a:pt x="91" y="89"/>
                  <a:pt x="91" y="89"/>
                </a:cubicBezTo>
                <a:cubicBezTo>
                  <a:pt x="118" y="103"/>
                  <a:pt x="118" y="103"/>
                  <a:pt x="118" y="103"/>
                </a:cubicBezTo>
                <a:cubicBezTo>
                  <a:pt x="156" y="84"/>
                  <a:pt x="156" y="84"/>
                  <a:pt x="156" y="84"/>
                </a:cubicBezTo>
                <a:lnTo>
                  <a:pt x="128" y="70"/>
                </a:lnTo>
                <a:close/>
                <a:moveTo>
                  <a:pt x="0" y="136"/>
                </a:moveTo>
                <a:cubicBezTo>
                  <a:pt x="0" y="137"/>
                  <a:pt x="1" y="139"/>
                  <a:pt x="3" y="140"/>
                </a:cubicBezTo>
                <a:cubicBezTo>
                  <a:pt x="38" y="160"/>
                  <a:pt x="38" y="160"/>
                  <a:pt x="38" y="160"/>
                </a:cubicBezTo>
                <a:cubicBezTo>
                  <a:pt x="38" y="111"/>
                  <a:pt x="38" y="111"/>
                  <a:pt x="38" y="111"/>
                </a:cubicBezTo>
                <a:cubicBezTo>
                  <a:pt x="0" y="92"/>
                  <a:pt x="0" y="92"/>
                  <a:pt x="0" y="92"/>
                </a:cubicBezTo>
                <a:lnTo>
                  <a:pt x="0" y="136"/>
                </a:lnTo>
                <a:close/>
                <a:moveTo>
                  <a:pt x="123" y="111"/>
                </a:moveTo>
                <a:cubicBezTo>
                  <a:pt x="123" y="160"/>
                  <a:pt x="123" y="160"/>
                  <a:pt x="123" y="160"/>
                </a:cubicBezTo>
                <a:cubicBezTo>
                  <a:pt x="158" y="140"/>
                  <a:pt x="158" y="140"/>
                  <a:pt x="158" y="140"/>
                </a:cubicBezTo>
                <a:cubicBezTo>
                  <a:pt x="159" y="139"/>
                  <a:pt x="160" y="137"/>
                  <a:pt x="160" y="136"/>
                </a:cubicBezTo>
                <a:cubicBezTo>
                  <a:pt x="160" y="92"/>
                  <a:pt x="160" y="92"/>
                  <a:pt x="160" y="92"/>
                </a:cubicBezTo>
                <a:lnTo>
                  <a:pt x="123" y="111"/>
                </a:lnTo>
                <a:close/>
                <a:moveTo>
                  <a:pt x="83" y="0"/>
                </a:moveTo>
                <a:cubicBezTo>
                  <a:pt x="82" y="0"/>
                  <a:pt x="81" y="0"/>
                  <a:pt x="80" y="0"/>
                </a:cubicBezTo>
                <a:cubicBezTo>
                  <a:pt x="80" y="0"/>
                  <a:pt x="79" y="0"/>
                  <a:pt x="78" y="0"/>
                </a:cubicBezTo>
                <a:cubicBezTo>
                  <a:pt x="43" y="18"/>
                  <a:pt x="43" y="18"/>
                  <a:pt x="43" y="18"/>
                </a:cubicBezTo>
                <a:cubicBezTo>
                  <a:pt x="80" y="37"/>
                  <a:pt x="80" y="37"/>
                  <a:pt x="80" y="37"/>
                </a:cubicBezTo>
                <a:cubicBezTo>
                  <a:pt x="118" y="18"/>
                  <a:pt x="118" y="18"/>
                  <a:pt x="118" y="18"/>
                </a:cubicBezTo>
                <a:lnTo>
                  <a:pt x="8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8" name="Freeform 153">
            <a:extLst>
              <a:ext uri="{FF2B5EF4-FFF2-40B4-BE49-F238E27FC236}">
                <a16:creationId xmlns:a16="http://schemas.microsoft.com/office/drawing/2014/main" id="{08658BA8-814D-44CD-BDF0-03C550F311D4}"/>
              </a:ext>
            </a:extLst>
          </p:cNvPr>
          <p:cNvSpPr>
            <a:spLocks noEditPoints="1"/>
          </p:cNvSpPr>
          <p:nvPr/>
        </p:nvSpPr>
        <p:spPr bwMode="auto">
          <a:xfrm>
            <a:off x="10005553" y="3951639"/>
            <a:ext cx="223838" cy="254000"/>
          </a:xfrm>
          <a:custGeom>
            <a:avLst/>
            <a:gdLst>
              <a:gd name="T0" fmla="*/ 13 w 141"/>
              <a:gd name="T1" fmla="*/ 9 h 160"/>
              <a:gd name="T2" fmla="*/ 6 w 141"/>
              <a:gd name="T3" fmla="*/ 42 h 160"/>
              <a:gd name="T4" fmla="*/ 20 w 141"/>
              <a:gd name="T5" fmla="*/ 16 h 160"/>
              <a:gd name="T6" fmla="*/ 130 w 141"/>
              <a:gd name="T7" fmla="*/ 9 h 160"/>
              <a:gd name="T8" fmla="*/ 123 w 141"/>
              <a:gd name="T9" fmla="*/ 46 h 160"/>
              <a:gd name="T10" fmla="*/ 137 w 141"/>
              <a:gd name="T11" fmla="*/ 16 h 160"/>
              <a:gd name="T12" fmla="*/ 60 w 141"/>
              <a:gd name="T13" fmla="*/ 14 h 160"/>
              <a:gd name="T14" fmla="*/ 53 w 141"/>
              <a:gd name="T15" fmla="*/ 40 h 160"/>
              <a:gd name="T16" fmla="*/ 67 w 141"/>
              <a:gd name="T17" fmla="*/ 21 h 160"/>
              <a:gd name="T18" fmla="*/ 83 w 141"/>
              <a:gd name="T19" fmla="*/ 14 h 160"/>
              <a:gd name="T20" fmla="*/ 76 w 141"/>
              <a:gd name="T21" fmla="*/ 45 h 160"/>
              <a:gd name="T22" fmla="*/ 90 w 141"/>
              <a:gd name="T23" fmla="*/ 21 h 160"/>
              <a:gd name="T24" fmla="*/ 43 w 141"/>
              <a:gd name="T25" fmla="*/ 41 h 160"/>
              <a:gd name="T26" fmla="*/ 36 w 141"/>
              <a:gd name="T27" fmla="*/ 0 h 160"/>
              <a:gd name="T28" fmla="*/ 29 w 141"/>
              <a:gd name="T29" fmla="*/ 49 h 160"/>
              <a:gd name="T30" fmla="*/ 114 w 141"/>
              <a:gd name="T31" fmla="*/ 7 h 160"/>
              <a:gd name="T32" fmla="*/ 100 w 141"/>
              <a:gd name="T33" fmla="*/ 7 h 160"/>
              <a:gd name="T34" fmla="*/ 114 w 141"/>
              <a:gd name="T35" fmla="*/ 49 h 160"/>
              <a:gd name="T36" fmla="*/ 111 w 141"/>
              <a:gd name="T37" fmla="*/ 80 h 160"/>
              <a:gd name="T38" fmla="*/ 93 w 141"/>
              <a:gd name="T39" fmla="*/ 50 h 160"/>
              <a:gd name="T40" fmla="*/ 73 w 141"/>
              <a:gd name="T41" fmla="*/ 62 h 160"/>
              <a:gd name="T42" fmla="*/ 52 w 141"/>
              <a:gd name="T43" fmla="*/ 50 h 160"/>
              <a:gd name="T44" fmla="*/ 33 w 141"/>
              <a:gd name="T45" fmla="*/ 80 h 160"/>
              <a:gd name="T46" fmla="*/ 72 w 141"/>
              <a:gd name="T47" fmla="*/ 122 h 160"/>
              <a:gd name="T48" fmla="*/ 111 w 141"/>
              <a:gd name="T49" fmla="*/ 80 h 160"/>
              <a:gd name="T50" fmla="*/ 131 w 141"/>
              <a:gd name="T51" fmla="*/ 124 h 160"/>
              <a:gd name="T52" fmla="*/ 141 w 141"/>
              <a:gd name="T53" fmla="*/ 55 h 160"/>
              <a:gd name="T54" fmla="*/ 122 w 141"/>
              <a:gd name="T55" fmla="*/ 67 h 160"/>
              <a:gd name="T56" fmla="*/ 116 w 141"/>
              <a:gd name="T57" fmla="*/ 88 h 160"/>
              <a:gd name="T58" fmla="*/ 95 w 141"/>
              <a:gd name="T59" fmla="*/ 111 h 160"/>
              <a:gd name="T60" fmla="*/ 90 w 141"/>
              <a:gd name="T61" fmla="*/ 126 h 160"/>
              <a:gd name="T62" fmla="*/ 76 w 141"/>
              <a:gd name="T63" fmla="*/ 130 h 160"/>
              <a:gd name="T64" fmla="*/ 127 w 141"/>
              <a:gd name="T65" fmla="*/ 160 h 160"/>
              <a:gd name="T66" fmla="*/ 127 w 141"/>
              <a:gd name="T67" fmla="*/ 150 h 160"/>
              <a:gd name="T68" fmla="*/ 122 w 141"/>
              <a:gd name="T69" fmla="*/ 135 h 160"/>
              <a:gd name="T70" fmla="*/ 52 w 141"/>
              <a:gd name="T71" fmla="*/ 126 h 160"/>
              <a:gd name="T72" fmla="*/ 47 w 141"/>
              <a:gd name="T73" fmla="*/ 111 h 160"/>
              <a:gd name="T74" fmla="*/ 24 w 141"/>
              <a:gd name="T75" fmla="*/ 89 h 160"/>
              <a:gd name="T76" fmla="*/ 20 w 141"/>
              <a:gd name="T77" fmla="*/ 68 h 160"/>
              <a:gd name="T78" fmla="*/ 0 w 141"/>
              <a:gd name="T79" fmla="*/ 56 h 160"/>
              <a:gd name="T80" fmla="*/ 9 w 141"/>
              <a:gd name="T81" fmla="*/ 125 h 160"/>
              <a:gd name="T82" fmla="*/ 20 w 141"/>
              <a:gd name="T83" fmla="*/ 135 h 160"/>
              <a:gd name="T84" fmla="*/ 15 w 141"/>
              <a:gd name="T85" fmla="*/ 150 h 160"/>
              <a:gd name="T86" fmla="*/ 15 w 141"/>
              <a:gd name="T87" fmla="*/ 160 h 160"/>
              <a:gd name="T88" fmla="*/ 67 w 141"/>
              <a:gd name="T89" fmla="*/ 130 h 160"/>
              <a:gd name="T90" fmla="*/ 52 w 141"/>
              <a:gd name="T91" fmla="*/ 126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141" h="160">
                <a:moveTo>
                  <a:pt x="20" y="16"/>
                </a:moveTo>
                <a:cubicBezTo>
                  <a:pt x="20" y="12"/>
                  <a:pt x="16" y="9"/>
                  <a:pt x="13" y="9"/>
                </a:cubicBezTo>
                <a:cubicBezTo>
                  <a:pt x="9" y="9"/>
                  <a:pt x="6" y="12"/>
                  <a:pt x="6" y="16"/>
                </a:cubicBezTo>
                <a:cubicBezTo>
                  <a:pt x="6" y="42"/>
                  <a:pt x="6" y="42"/>
                  <a:pt x="6" y="42"/>
                </a:cubicBezTo>
                <a:cubicBezTo>
                  <a:pt x="11" y="42"/>
                  <a:pt x="16" y="44"/>
                  <a:pt x="20" y="47"/>
                </a:cubicBezTo>
                <a:lnTo>
                  <a:pt x="20" y="16"/>
                </a:lnTo>
                <a:close/>
                <a:moveTo>
                  <a:pt x="137" y="16"/>
                </a:moveTo>
                <a:cubicBezTo>
                  <a:pt x="137" y="12"/>
                  <a:pt x="134" y="9"/>
                  <a:pt x="130" y="9"/>
                </a:cubicBezTo>
                <a:cubicBezTo>
                  <a:pt x="126" y="9"/>
                  <a:pt x="123" y="12"/>
                  <a:pt x="123" y="16"/>
                </a:cubicBezTo>
                <a:cubicBezTo>
                  <a:pt x="123" y="46"/>
                  <a:pt x="123" y="46"/>
                  <a:pt x="123" y="46"/>
                </a:cubicBezTo>
                <a:cubicBezTo>
                  <a:pt x="127" y="44"/>
                  <a:pt x="132" y="42"/>
                  <a:pt x="137" y="42"/>
                </a:cubicBezTo>
                <a:lnTo>
                  <a:pt x="137" y="16"/>
                </a:lnTo>
                <a:close/>
                <a:moveTo>
                  <a:pt x="67" y="21"/>
                </a:moveTo>
                <a:cubicBezTo>
                  <a:pt x="67" y="17"/>
                  <a:pt x="63" y="14"/>
                  <a:pt x="60" y="14"/>
                </a:cubicBezTo>
                <a:cubicBezTo>
                  <a:pt x="56" y="14"/>
                  <a:pt x="53" y="17"/>
                  <a:pt x="53" y="21"/>
                </a:cubicBezTo>
                <a:cubicBezTo>
                  <a:pt x="53" y="40"/>
                  <a:pt x="53" y="40"/>
                  <a:pt x="53" y="40"/>
                </a:cubicBezTo>
                <a:cubicBezTo>
                  <a:pt x="58" y="41"/>
                  <a:pt x="63" y="42"/>
                  <a:pt x="67" y="45"/>
                </a:cubicBezTo>
                <a:lnTo>
                  <a:pt x="67" y="21"/>
                </a:lnTo>
                <a:close/>
                <a:moveTo>
                  <a:pt x="90" y="21"/>
                </a:moveTo>
                <a:cubicBezTo>
                  <a:pt x="90" y="17"/>
                  <a:pt x="87" y="14"/>
                  <a:pt x="83" y="14"/>
                </a:cubicBezTo>
                <a:cubicBezTo>
                  <a:pt x="79" y="14"/>
                  <a:pt x="76" y="17"/>
                  <a:pt x="76" y="21"/>
                </a:cubicBezTo>
                <a:cubicBezTo>
                  <a:pt x="76" y="45"/>
                  <a:pt x="76" y="45"/>
                  <a:pt x="76" y="45"/>
                </a:cubicBezTo>
                <a:cubicBezTo>
                  <a:pt x="80" y="42"/>
                  <a:pt x="85" y="41"/>
                  <a:pt x="90" y="40"/>
                </a:cubicBezTo>
                <a:lnTo>
                  <a:pt x="90" y="21"/>
                </a:lnTo>
                <a:close/>
                <a:moveTo>
                  <a:pt x="30" y="49"/>
                </a:moveTo>
                <a:cubicBezTo>
                  <a:pt x="33" y="45"/>
                  <a:pt x="38" y="43"/>
                  <a:pt x="43" y="41"/>
                </a:cubicBezTo>
                <a:cubicBezTo>
                  <a:pt x="43" y="6"/>
                  <a:pt x="43" y="6"/>
                  <a:pt x="43" y="6"/>
                </a:cubicBezTo>
                <a:cubicBezTo>
                  <a:pt x="43" y="3"/>
                  <a:pt x="40" y="0"/>
                  <a:pt x="36" y="0"/>
                </a:cubicBezTo>
                <a:cubicBezTo>
                  <a:pt x="33" y="0"/>
                  <a:pt x="29" y="3"/>
                  <a:pt x="29" y="6"/>
                </a:cubicBezTo>
                <a:cubicBezTo>
                  <a:pt x="29" y="49"/>
                  <a:pt x="29" y="49"/>
                  <a:pt x="29" y="49"/>
                </a:cubicBezTo>
                <a:cubicBezTo>
                  <a:pt x="29" y="49"/>
                  <a:pt x="29" y="49"/>
                  <a:pt x="30" y="49"/>
                </a:cubicBezTo>
                <a:close/>
                <a:moveTo>
                  <a:pt x="114" y="7"/>
                </a:moveTo>
                <a:cubicBezTo>
                  <a:pt x="114" y="3"/>
                  <a:pt x="110" y="0"/>
                  <a:pt x="107" y="0"/>
                </a:cubicBezTo>
                <a:cubicBezTo>
                  <a:pt x="103" y="0"/>
                  <a:pt x="100" y="3"/>
                  <a:pt x="100" y="7"/>
                </a:cubicBezTo>
                <a:cubicBezTo>
                  <a:pt x="100" y="41"/>
                  <a:pt x="100" y="41"/>
                  <a:pt x="100" y="41"/>
                </a:cubicBezTo>
                <a:cubicBezTo>
                  <a:pt x="105" y="42"/>
                  <a:pt x="109" y="45"/>
                  <a:pt x="114" y="49"/>
                </a:cubicBezTo>
                <a:lnTo>
                  <a:pt x="114" y="7"/>
                </a:lnTo>
                <a:close/>
                <a:moveTo>
                  <a:pt x="111" y="80"/>
                </a:moveTo>
                <a:cubicBezTo>
                  <a:pt x="116" y="72"/>
                  <a:pt x="114" y="62"/>
                  <a:pt x="108" y="56"/>
                </a:cubicBezTo>
                <a:cubicBezTo>
                  <a:pt x="104" y="52"/>
                  <a:pt x="99" y="50"/>
                  <a:pt x="93" y="50"/>
                </a:cubicBezTo>
                <a:cubicBezTo>
                  <a:pt x="88" y="50"/>
                  <a:pt x="82" y="52"/>
                  <a:pt x="79" y="56"/>
                </a:cubicBezTo>
                <a:cubicBezTo>
                  <a:pt x="73" y="62"/>
                  <a:pt x="73" y="62"/>
                  <a:pt x="73" y="62"/>
                </a:cubicBezTo>
                <a:cubicBezTo>
                  <a:pt x="66" y="56"/>
                  <a:pt x="66" y="56"/>
                  <a:pt x="66" y="56"/>
                </a:cubicBezTo>
                <a:cubicBezTo>
                  <a:pt x="62" y="52"/>
                  <a:pt x="57" y="50"/>
                  <a:pt x="52" y="50"/>
                </a:cubicBezTo>
                <a:cubicBezTo>
                  <a:pt x="46" y="50"/>
                  <a:pt x="41" y="52"/>
                  <a:pt x="37" y="56"/>
                </a:cubicBezTo>
                <a:cubicBezTo>
                  <a:pt x="29" y="62"/>
                  <a:pt x="28" y="72"/>
                  <a:pt x="33" y="80"/>
                </a:cubicBezTo>
                <a:cubicBezTo>
                  <a:pt x="46" y="83"/>
                  <a:pt x="56" y="95"/>
                  <a:pt x="58" y="109"/>
                </a:cubicBezTo>
                <a:cubicBezTo>
                  <a:pt x="72" y="122"/>
                  <a:pt x="72" y="122"/>
                  <a:pt x="72" y="122"/>
                </a:cubicBezTo>
                <a:cubicBezTo>
                  <a:pt x="86" y="109"/>
                  <a:pt x="86" y="109"/>
                  <a:pt x="86" y="109"/>
                </a:cubicBezTo>
                <a:cubicBezTo>
                  <a:pt x="87" y="95"/>
                  <a:pt x="97" y="84"/>
                  <a:pt x="111" y="80"/>
                </a:cubicBezTo>
                <a:close/>
                <a:moveTo>
                  <a:pt x="124" y="132"/>
                </a:moveTo>
                <a:cubicBezTo>
                  <a:pt x="131" y="124"/>
                  <a:pt x="131" y="124"/>
                  <a:pt x="131" y="124"/>
                </a:cubicBezTo>
                <a:cubicBezTo>
                  <a:pt x="138" y="117"/>
                  <a:pt x="141" y="110"/>
                  <a:pt x="141" y="100"/>
                </a:cubicBezTo>
                <a:cubicBezTo>
                  <a:pt x="141" y="55"/>
                  <a:pt x="141" y="55"/>
                  <a:pt x="141" y="55"/>
                </a:cubicBezTo>
                <a:cubicBezTo>
                  <a:pt x="141" y="53"/>
                  <a:pt x="139" y="51"/>
                  <a:pt x="137" y="51"/>
                </a:cubicBezTo>
                <a:cubicBezTo>
                  <a:pt x="128" y="51"/>
                  <a:pt x="122" y="57"/>
                  <a:pt x="122" y="67"/>
                </a:cubicBezTo>
                <a:cubicBezTo>
                  <a:pt x="122" y="83"/>
                  <a:pt x="122" y="83"/>
                  <a:pt x="122" y="83"/>
                </a:cubicBezTo>
                <a:cubicBezTo>
                  <a:pt x="122" y="86"/>
                  <a:pt x="119" y="88"/>
                  <a:pt x="116" y="88"/>
                </a:cubicBezTo>
                <a:cubicBezTo>
                  <a:pt x="112" y="88"/>
                  <a:pt x="108" y="89"/>
                  <a:pt x="104" y="91"/>
                </a:cubicBezTo>
                <a:cubicBezTo>
                  <a:pt x="99" y="96"/>
                  <a:pt x="95" y="104"/>
                  <a:pt x="95" y="111"/>
                </a:cubicBezTo>
                <a:cubicBezTo>
                  <a:pt x="95" y="121"/>
                  <a:pt x="95" y="121"/>
                  <a:pt x="95" y="121"/>
                </a:cubicBezTo>
                <a:cubicBezTo>
                  <a:pt x="95" y="124"/>
                  <a:pt x="93" y="126"/>
                  <a:pt x="90" y="126"/>
                </a:cubicBezTo>
                <a:cubicBezTo>
                  <a:pt x="87" y="126"/>
                  <a:pt x="85" y="124"/>
                  <a:pt x="85" y="121"/>
                </a:cubicBezTo>
                <a:cubicBezTo>
                  <a:pt x="76" y="130"/>
                  <a:pt x="76" y="130"/>
                  <a:pt x="76" y="130"/>
                </a:cubicBezTo>
                <a:cubicBezTo>
                  <a:pt x="76" y="160"/>
                  <a:pt x="76" y="160"/>
                  <a:pt x="76" y="160"/>
                </a:cubicBezTo>
                <a:cubicBezTo>
                  <a:pt x="127" y="160"/>
                  <a:pt x="127" y="160"/>
                  <a:pt x="127" y="160"/>
                </a:cubicBezTo>
                <a:cubicBezTo>
                  <a:pt x="130" y="160"/>
                  <a:pt x="132" y="157"/>
                  <a:pt x="132" y="155"/>
                </a:cubicBezTo>
                <a:cubicBezTo>
                  <a:pt x="132" y="152"/>
                  <a:pt x="130" y="150"/>
                  <a:pt x="127" y="150"/>
                </a:cubicBezTo>
                <a:cubicBezTo>
                  <a:pt x="122" y="150"/>
                  <a:pt x="122" y="150"/>
                  <a:pt x="122" y="150"/>
                </a:cubicBezTo>
                <a:cubicBezTo>
                  <a:pt x="122" y="135"/>
                  <a:pt x="122" y="135"/>
                  <a:pt x="122" y="135"/>
                </a:cubicBezTo>
                <a:cubicBezTo>
                  <a:pt x="122" y="134"/>
                  <a:pt x="123" y="132"/>
                  <a:pt x="124" y="132"/>
                </a:cubicBezTo>
                <a:close/>
                <a:moveTo>
                  <a:pt x="52" y="126"/>
                </a:moveTo>
                <a:cubicBezTo>
                  <a:pt x="50" y="126"/>
                  <a:pt x="47" y="124"/>
                  <a:pt x="47" y="121"/>
                </a:cubicBezTo>
                <a:cubicBezTo>
                  <a:pt x="47" y="111"/>
                  <a:pt x="47" y="111"/>
                  <a:pt x="47" y="111"/>
                </a:cubicBezTo>
                <a:cubicBezTo>
                  <a:pt x="47" y="104"/>
                  <a:pt x="44" y="97"/>
                  <a:pt x="37" y="93"/>
                </a:cubicBezTo>
                <a:cubicBezTo>
                  <a:pt x="33" y="90"/>
                  <a:pt x="29" y="89"/>
                  <a:pt x="24" y="89"/>
                </a:cubicBezTo>
                <a:cubicBezTo>
                  <a:pt x="22" y="89"/>
                  <a:pt x="20" y="87"/>
                  <a:pt x="20" y="84"/>
                </a:cubicBezTo>
                <a:cubicBezTo>
                  <a:pt x="20" y="68"/>
                  <a:pt x="20" y="68"/>
                  <a:pt x="20" y="68"/>
                </a:cubicBezTo>
                <a:cubicBezTo>
                  <a:pt x="20" y="58"/>
                  <a:pt x="13" y="51"/>
                  <a:pt x="5" y="51"/>
                </a:cubicBezTo>
                <a:cubicBezTo>
                  <a:pt x="2" y="51"/>
                  <a:pt x="0" y="53"/>
                  <a:pt x="0" y="56"/>
                </a:cubicBezTo>
                <a:cubicBezTo>
                  <a:pt x="0" y="102"/>
                  <a:pt x="0" y="102"/>
                  <a:pt x="0" y="102"/>
                </a:cubicBezTo>
                <a:cubicBezTo>
                  <a:pt x="0" y="110"/>
                  <a:pt x="3" y="119"/>
                  <a:pt x="9" y="125"/>
                </a:cubicBezTo>
                <a:cubicBezTo>
                  <a:pt x="18" y="132"/>
                  <a:pt x="18" y="132"/>
                  <a:pt x="18" y="132"/>
                </a:cubicBezTo>
                <a:cubicBezTo>
                  <a:pt x="19" y="133"/>
                  <a:pt x="20" y="134"/>
                  <a:pt x="20" y="135"/>
                </a:cubicBezTo>
                <a:cubicBezTo>
                  <a:pt x="20" y="150"/>
                  <a:pt x="20" y="150"/>
                  <a:pt x="20" y="150"/>
                </a:cubicBezTo>
                <a:cubicBezTo>
                  <a:pt x="15" y="150"/>
                  <a:pt x="15" y="150"/>
                  <a:pt x="15" y="150"/>
                </a:cubicBezTo>
                <a:cubicBezTo>
                  <a:pt x="12" y="150"/>
                  <a:pt x="10" y="152"/>
                  <a:pt x="10" y="155"/>
                </a:cubicBezTo>
                <a:cubicBezTo>
                  <a:pt x="10" y="157"/>
                  <a:pt x="12" y="160"/>
                  <a:pt x="15" y="160"/>
                </a:cubicBezTo>
                <a:cubicBezTo>
                  <a:pt x="67" y="160"/>
                  <a:pt x="67" y="160"/>
                  <a:pt x="67" y="160"/>
                </a:cubicBezTo>
                <a:cubicBezTo>
                  <a:pt x="67" y="130"/>
                  <a:pt x="67" y="130"/>
                  <a:pt x="67" y="130"/>
                </a:cubicBezTo>
                <a:cubicBezTo>
                  <a:pt x="57" y="121"/>
                  <a:pt x="57" y="121"/>
                  <a:pt x="57" y="121"/>
                </a:cubicBezTo>
                <a:cubicBezTo>
                  <a:pt x="57" y="124"/>
                  <a:pt x="55" y="126"/>
                  <a:pt x="52" y="12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9315679-26FD-470A-87AE-36076B8F870E}"/>
              </a:ext>
            </a:extLst>
          </p:cNvPr>
          <p:cNvSpPr txBox="1"/>
          <p:nvPr/>
        </p:nvSpPr>
        <p:spPr>
          <a:xfrm>
            <a:off x="817228" y="6039532"/>
            <a:ext cx="25317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400" dirty="0">
                <a:solidFill>
                  <a:schemeClr val="accent1"/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www.example.com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CF01E2F-42AB-40EF-9C5A-04826CDF950F}"/>
              </a:ext>
            </a:extLst>
          </p:cNvPr>
          <p:cNvSpPr txBox="1"/>
          <p:nvPr/>
        </p:nvSpPr>
        <p:spPr>
          <a:xfrm>
            <a:off x="767451" y="4228385"/>
            <a:ext cx="3861699" cy="6896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variations of passages of Lorem Ipsum available, but the have suffered alteration 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</a:t>
            </a:r>
            <a:r>
              <a:rPr lang="en-US" sz="10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randomizd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which don't look  slightly believable.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E80318D-7E9A-42F5-958C-76152A22941B}"/>
              </a:ext>
            </a:extLst>
          </p:cNvPr>
          <p:cNvSpPr txBox="1"/>
          <p:nvPr/>
        </p:nvSpPr>
        <p:spPr>
          <a:xfrm>
            <a:off x="767452" y="3479800"/>
            <a:ext cx="3536312" cy="580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20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variations of passages of, but the or randomized words which</a:t>
            </a:r>
            <a:endParaRPr lang="en-US" sz="1200" i="1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1377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B0103F35-F369-43CE-927B-A3254F2AFB6D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2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DB425B-E653-4C07-99C9-B8C3A4DDBD6F}"/>
              </a:ext>
            </a:extLst>
          </p:cNvPr>
          <p:cNvSpPr txBox="1"/>
          <p:nvPr/>
        </p:nvSpPr>
        <p:spPr>
          <a:xfrm>
            <a:off x="714289" y="720793"/>
            <a:ext cx="3483638" cy="12279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500" dirty="0">
                <a:solidFill>
                  <a:schemeClr val="accent2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Market</a:t>
            </a:r>
            <a:r>
              <a:rPr lang="en-US" sz="3500" dirty="0">
                <a:latin typeface="Poppins SemiBold" panose="00000700000000000000" pitchFamily="50" charset="0"/>
                <a:cs typeface="Poppins SemiBold" panose="00000700000000000000" pitchFamily="50" charset="0"/>
              </a:rPr>
              <a:t> Opportunity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B9809675-D55F-4042-8E8E-4C7781F069E7}"/>
              </a:ext>
            </a:extLst>
          </p:cNvPr>
          <p:cNvSpPr/>
          <p:nvPr/>
        </p:nvSpPr>
        <p:spPr>
          <a:xfrm>
            <a:off x="838914" y="5670307"/>
            <a:ext cx="1325880" cy="4114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075685A-7BEC-4FED-9E10-E6D34AD8739C}"/>
              </a:ext>
            </a:extLst>
          </p:cNvPr>
          <p:cNvSpPr txBox="1"/>
          <p:nvPr/>
        </p:nvSpPr>
        <p:spPr>
          <a:xfrm>
            <a:off x="985770" y="5724443"/>
            <a:ext cx="9961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Poppins Medium" panose="00000600000000000000" pitchFamily="2" charset="0"/>
                <a:ea typeface="Jost" pitchFamily="2" charset="0"/>
                <a:cs typeface="Poppins Medium" panose="00000600000000000000" pitchFamily="2" charset="0"/>
              </a:rPr>
              <a:t>VISIT US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DFCC0FD-A2B9-4FA1-8EE7-4D549FC542C8}"/>
              </a:ext>
            </a:extLst>
          </p:cNvPr>
          <p:cNvSpPr txBox="1"/>
          <p:nvPr/>
        </p:nvSpPr>
        <p:spPr>
          <a:xfrm>
            <a:off x="767450" y="2652424"/>
            <a:ext cx="2964577" cy="598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6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Summary Purpose Template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5BCAFEA-404F-486F-AADF-FBBC105C7F33}"/>
              </a:ext>
            </a:extLst>
          </p:cNvPr>
          <p:cNvSpPr txBox="1"/>
          <p:nvPr/>
        </p:nvSpPr>
        <p:spPr>
          <a:xfrm>
            <a:off x="767451" y="4090016"/>
            <a:ext cx="4166055" cy="6896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variations of passages of Lorem Ipsum available, but the have suffered alteration in some form, by injected humor, or randomized  which don't look  slightly believable.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E2BA5E3-62BE-4A5E-A864-C304FB66F0B3}"/>
              </a:ext>
            </a:extLst>
          </p:cNvPr>
          <p:cNvSpPr txBox="1"/>
          <p:nvPr/>
        </p:nvSpPr>
        <p:spPr>
          <a:xfrm>
            <a:off x="767451" y="3236514"/>
            <a:ext cx="4609297" cy="580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20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variations of passages of Lorem Ipsum available, but the or randomized words which</a:t>
            </a:r>
            <a:endParaRPr lang="en-US" sz="1200" i="1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561D3D3-3431-4DAD-9C0A-B715493DD289}"/>
              </a:ext>
            </a:extLst>
          </p:cNvPr>
          <p:cNvSpPr/>
          <p:nvPr/>
        </p:nvSpPr>
        <p:spPr>
          <a:xfrm>
            <a:off x="9207502" y="1545336"/>
            <a:ext cx="1866884" cy="1866884"/>
          </a:xfrm>
          <a:prstGeom prst="ellipse">
            <a:avLst/>
          </a:prstGeom>
          <a:solidFill>
            <a:schemeClr val="accent3"/>
          </a:solidFill>
          <a:ln w="19050">
            <a:noFill/>
          </a:ln>
          <a:effectLst>
            <a:outerShdw sx="1000" sy="1000" algn="t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liability">
            <a:extLst>
              <a:ext uri="{FF2B5EF4-FFF2-40B4-BE49-F238E27FC236}">
                <a16:creationId xmlns:a16="http://schemas.microsoft.com/office/drawing/2014/main" id="{937DAFA9-520F-4339-BE45-FDF718563974}"/>
              </a:ext>
            </a:extLst>
          </p:cNvPr>
          <p:cNvSpPr/>
          <p:nvPr/>
        </p:nvSpPr>
        <p:spPr>
          <a:xfrm>
            <a:off x="9432651" y="2523602"/>
            <a:ext cx="1437607" cy="1817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en-US" sz="13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E-learning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54FA366-B51D-433E-8272-BC13A4B700F8}"/>
              </a:ext>
            </a:extLst>
          </p:cNvPr>
          <p:cNvSpPr/>
          <p:nvPr/>
        </p:nvSpPr>
        <p:spPr>
          <a:xfrm>
            <a:off x="7229517" y="2051989"/>
            <a:ext cx="2030445" cy="2030445"/>
          </a:xfrm>
          <a:prstGeom prst="ellipse">
            <a:avLst/>
          </a:prstGeom>
          <a:solidFill>
            <a:schemeClr val="accent2"/>
          </a:solidFill>
          <a:ln w="19050">
            <a:noFill/>
          </a:ln>
          <a:effectLst>
            <a:outerShdw sx="1000" sy="1000" algn="t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liability">
            <a:extLst>
              <a:ext uri="{FF2B5EF4-FFF2-40B4-BE49-F238E27FC236}">
                <a16:creationId xmlns:a16="http://schemas.microsoft.com/office/drawing/2014/main" id="{028901E1-A2E3-4A46-9D31-F866CA5FF02D}"/>
              </a:ext>
            </a:extLst>
          </p:cNvPr>
          <p:cNvSpPr/>
          <p:nvPr/>
        </p:nvSpPr>
        <p:spPr>
          <a:xfrm>
            <a:off x="7525936" y="3102478"/>
            <a:ext cx="1437607" cy="1817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en-US" sz="13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Virtual Class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1E2B8CB-F5C7-49EA-B12F-308499FCF110}"/>
              </a:ext>
            </a:extLst>
          </p:cNvPr>
          <p:cNvSpPr txBox="1"/>
          <p:nvPr/>
        </p:nvSpPr>
        <p:spPr>
          <a:xfrm>
            <a:off x="7935414" y="2652424"/>
            <a:ext cx="61865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100" dirty="0">
                <a:solidFill>
                  <a:schemeClr val="bg1"/>
                </a:solidFill>
                <a:latin typeface="Poppins regular" panose="00000500000000000000" pitchFamily="2" charset="0"/>
                <a:ea typeface="Open Sans" panose="020B0606030504020204" pitchFamily="34" charset="0"/>
                <a:cs typeface="Poppins regular" panose="00000500000000000000" pitchFamily="2" charset="0"/>
              </a:rPr>
              <a:t>$19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82BF63-003F-4ADD-A28E-E4B01EF2DB5F}"/>
              </a:ext>
            </a:extLst>
          </p:cNvPr>
          <p:cNvSpPr txBox="1"/>
          <p:nvPr/>
        </p:nvSpPr>
        <p:spPr>
          <a:xfrm>
            <a:off x="9831619" y="2073548"/>
            <a:ext cx="67987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100" dirty="0">
                <a:latin typeface="Poppins regular" panose="00000500000000000000" pitchFamily="2" charset="0"/>
                <a:ea typeface="Open Sans" panose="020B0606030504020204" pitchFamily="34" charset="0"/>
                <a:cs typeface="Poppins regular" panose="00000500000000000000" pitchFamily="2" charset="0"/>
              </a:rPr>
              <a:t>$39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65D7D12-AC1B-4924-98EE-C874F04A441A}"/>
              </a:ext>
            </a:extLst>
          </p:cNvPr>
          <p:cNvSpPr/>
          <p:nvPr/>
        </p:nvSpPr>
        <p:spPr>
          <a:xfrm>
            <a:off x="8284570" y="4009163"/>
            <a:ext cx="1866884" cy="1866884"/>
          </a:xfrm>
          <a:prstGeom prst="ellipse">
            <a:avLst/>
          </a:prstGeom>
          <a:solidFill>
            <a:schemeClr val="accent1"/>
          </a:solidFill>
          <a:ln w="19050">
            <a:noFill/>
          </a:ln>
          <a:effectLst>
            <a:outerShdw sx="1000" sy="1000" algn="t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AB9AC9B-22C7-46ED-9968-52868E3B4F9A}"/>
              </a:ext>
            </a:extLst>
          </p:cNvPr>
          <p:cNvSpPr txBox="1"/>
          <p:nvPr/>
        </p:nvSpPr>
        <p:spPr>
          <a:xfrm>
            <a:off x="8674404" y="4736345"/>
            <a:ext cx="108721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>
                <a:solidFill>
                  <a:schemeClr val="bg1"/>
                </a:solidFill>
                <a:latin typeface="Poppins Medium" panose="00000600000000000000" pitchFamily="2" charset="0"/>
                <a:ea typeface="Jost" pitchFamily="2" charset="0"/>
                <a:cs typeface="Poppins Medium" panose="00000600000000000000" pitchFamily="2" charset="0"/>
              </a:rPr>
              <a:t>Products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239F8C-EBE6-4340-9420-9972620EFE75}"/>
              </a:ext>
            </a:extLst>
          </p:cNvPr>
          <p:cNvSpPr txBox="1"/>
          <p:nvPr/>
        </p:nvSpPr>
        <p:spPr>
          <a:xfrm>
            <a:off x="8674404" y="4958652"/>
            <a:ext cx="1087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Poppins Medium" panose="00000600000000000000" pitchFamily="2" charset="0"/>
                <a:ea typeface="Jost" pitchFamily="2" charset="0"/>
                <a:cs typeface="Poppins Medium" panose="00000600000000000000" pitchFamily="2" charset="0"/>
              </a:rPr>
              <a:t>10K</a:t>
            </a:r>
          </a:p>
        </p:txBody>
      </p:sp>
      <p:sp>
        <p:nvSpPr>
          <p:cNvPr id="57" name="Freeform 144">
            <a:extLst>
              <a:ext uri="{FF2B5EF4-FFF2-40B4-BE49-F238E27FC236}">
                <a16:creationId xmlns:a16="http://schemas.microsoft.com/office/drawing/2014/main" id="{25F729A0-2843-4328-B29F-01F38A7808D1}"/>
              </a:ext>
            </a:extLst>
          </p:cNvPr>
          <p:cNvSpPr>
            <a:spLocks noEditPoints="1"/>
          </p:cNvSpPr>
          <p:nvPr/>
        </p:nvSpPr>
        <p:spPr bwMode="auto">
          <a:xfrm>
            <a:off x="9122542" y="4434854"/>
            <a:ext cx="254000" cy="242888"/>
          </a:xfrm>
          <a:custGeom>
            <a:avLst/>
            <a:gdLst>
              <a:gd name="T0" fmla="*/ 160 w 160"/>
              <a:gd name="T1" fmla="*/ 6 h 153"/>
              <a:gd name="T2" fmla="*/ 154 w 160"/>
              <a:gd name="T3" fmla="*/ 13 h 153"/>
              <a:gd name="T4" fmla="*/ 142 w 160"/>
              <a:gd name="T5" fmla="*/ 13 h 153"/>
              <a:gd name="T6" fmla="*/ 101 w 160"/>
              <a:gd name="T7" fmla="*/ 114 h 153"/>
              <a:gd name="T8" fmla="*/ 16 w 160"/>
              <a:gd name="T9" fmla="*/ 114 h 153"/>
              <a:gd name="T10" fmla="*/ 0 w 160"/>
              <a:gd name="T11" fmla="*/ 44 h 153"/>
              <a:gd name="T12" fmla="*/ 79 w 160"/>
              <a:gd name="T13" fmla="*/ 44 h 153"/>
              <a:gd name="T14" fmla="*/ 85 w 160"/>
              <a:gd name="T15" fmla="*/ 51 h 153"/>
              <a:gd name="T16" fmla="*/ 79 w 160"/>
              <a:gd name="T17" fmla="*/ 57 h 153"/>
              <a:gd name="T18" fmla="*/ 16 w 160"/>
              <a:gd name="T19" fmla="*/ 57 h 153"/>
              <a:gd name="T20" fmla="*/ 26 w 160"/>
              <a:gd name="T21" fmla="*/ 101 h 153"/>
              <a:gd name="T22" fmla="*/ 92 w 160"/>
              <a:gd name="T23" fmla="*/ 101 h 153"/>
              <a:gd name="T24" fmla="*/ 134 w 160"/>
              <a:gd name="T25" fmla="*/ 0 h 153"/>
              <a:gd name="T26" fmla="*/ 154 w 160"/>
              <a:gd name="T27" fmla="*/ 0 h 153"/>
              <a:gd name="T28" fmla="*/ 160 w 160"/>
              <a:gd name="T29" fmla="*/ 6 h 153"/>
              <a:gd name="T30" fmla="*/ 54 w 160"/>
              <a:gd name="T31" fmla="*/ 134 h 153"/>
              <a:gd name="T32" fmla="*/ 38 w 160"/>
              <a:gd name="T33" fmla="*/ 153 h 153"/>
              <a:gd name="T34" fmla="*/ 20 w 160"/>
              <a:gd name="T35" fmla="*/ 134 h 153"/>
              <a:gd name="T36" fmla="*/ 38 w 160"/>
              <a:gd name="T37" fmla="*/ 117 h 153"/>
              <a:gd name="T38" fmla="*/ 54 w 160"/>
              <a:gd name="T39" fmla="*/ 134 h 153"/>
              <a:gd name="T40" fmla="*/ 47 w 160"/>
              <a:gd name="T41" fmla="*/ 134 h 153"/>
              <a:gd name="T42" fmla="*/ 38 w 160"/>
              <a:gd name="T43" fmla="*/ 125 h 153"/>
              <a:gd name="T44" fmla="*/ 29 w 160"/>
              <a:gd name="T45" fmla="*/ 134 h 153"/>
              <a:gd name="T46" fmla="*/ 38 w 160"/>
              <a:gd name="T47" fmla="*/ 144 h 153"/>
              <a:gd name="T48" fmla="*/ 47 w 160"/>
              <a:gd name="T49" fmla="*/ 134 h 153"/>
              <a:gd name="T50" fmla="*/ 100 w 160"/>
              <a:gd name="T51" fmla="*/ 134 h 153"/>
              <a:gd name="T52" fmla="*/ 84 w 160"/>
              <a:gd name="T53" fmla="*/ 153 h 153"/>
              <a:gd name="T54" fmla="*/ 66 w 160"/>
              <a:gd name="T55" fmla="*/ 134 h 153"/>
              <a:gd name="T56" fmla="*/ 84 w 160"/>
              <a:gd name="T57" fmla="*/ 117 h 153"/>
              <a:gd name="T58" fmla="*/ 100 w 160"/>
              <a:gd name="T59" fmla="*/ 134 h 153"/>
              <a:gd name="T60" fmla="*/ 91 w 160"/>
              <a:gd name="T61" fmla="*/ 134 h 153"/>
              <a:gd name="T62" fmla="*/ 84 w 160"/>
              <a:gd name="T63" fmla="*/ 125 h 153"/>
              <a:gd name="T64" fmla="*/ 75 w 160"/>
              <a:gd name="T65" fmla="*/ 134 h 153"/>
              <a:gd name="T66" fmla="*/ 84 w 160"/>
              <a:gd name="T67" fmla="*/ 144 h 153"/>
              <a:gd name="T68" fmla="*/ 91 w 160"/>
              <a:gd name="T69" fmla="*/ 134 h 153"/>
              <a:gd name="T70" fmla="*/ 91 w 160"/>
              <a:gd name="T71" fmla="*/ 134 h 153"/>
              <a:gd name="T72" fmla="*/ 91 w 160"/>
              <a:gd name="T73" fmla="*/ 134 h 1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60" h="153">
                <a:moveTo>
                  <a:pt x="160" y="6"/>
                </a:moveTo>
                <a:cubicBezTo>
                  <a:pt x="160" y="11"/>
                  <a:pt x="157" y="13"/>
                  <a:pt x="154" y="13"/>
                </a:cubicBezTo>
                <a:cubicBezTo>
                  <a:pt x="142" y="13"/>
                  <a:pt x="142" y="13"/>
                  <a:pt x="142" y="13"/>
                </a:cubicBezTo>
                <a:cubicBezTo>
                  <a:pt x="101" y="114"/>
                  <a:pt x="101" y="114"/>
                  <a:pt x="101" y="114"/>
                </a:cubicBezTo>
                <a:cubicBezTo>
                  <a:pt x="16" y="114"/>
                  <a:pt x="16" y="114"/>
                  <a:pt x="16" y="114"/>
                </a:cubicBezTo>
                <a:cubicBezTo>
                  <a:pt x="0" y="44"/>
                  <a:pt x="0" y="44"/>
                  <a:pt x="0" y="44"/>
                </a:cubicBezTo>
                <a:cubicBezTo>
                  <a:pt x="79" y="44"/>
                  <a:pt x="79" y="44"/>
                  <a:pt x="79" y="44"/>
                </a:cubicBezTo>
                <a:cubicBezTo>
                  <a:pt x="84" y="44"/>
                  <a:pt x="85" y="48"/>
                  <a:pt x="85" y="51"/>
                </a:cubicBezTo>
                <a:cubicBezTo>
                  <a:pt x="85" y="54"/>
                  <a:pt x="84" y="57"/>
                  <a:pt x="79" y="57"/>
                </a:cubicBezTo>
                <a:cubicBezTo>
                  <a:pt x="16" y="57"/>
                  <a:pt x="16" y="57"/>
                  <a:pt x="16" y="57"/>
                </a:cubicBezTo>
                <a:cubicBezTo>
                  <a:pt x="26" y="101"/>
                  <a:pt x="26" y="101"/>
                  <a:pt x="26" y="101"/>
                </a:cubicBezTo>
                <a:cubicBezTo>
                  <a:pt x="92" y="101"/>
                  <a:pt x="92" y="101"/>
                  <a:pt x="92" y="101"/>
                </a:cubicBezTo>
                <a:cubicBezTo>
                  <a:pt x="134" y="0"/>
                  <a:pt x="134" y="0"/>
                  <a:pt x="134" y="0"/>
                </a:cubicBezTo>
                <a:cubicBezTo>
                  <a:pt x="154" y="0"/>
                  <a:pt x="154" y="0"/>
                  <a:pt x="154" y="0"/>
                </a:cubicBezTo>
                <a:cubicBezTo>
                  <a:pt x="157" y="0"/>
                  <a:pt x="160" y="3"/>
                  <a:pt x="160" y="6"/>
                </a:cubicBezTo>
                <a:close/>
                <a:moveTo>
                  <a:pt x="54" y="134"/>
                </a:moveTo>
                <a:cubicBezTo>
                  <a:pt x="54" y="145"/>
                  <a:pt x="47" y="153"/>
                  <a:pt x="38" y="153"/>
                </a:cubicBezTo>
                <a:cubicBezTo>
                  <a:pt x="29" y="153"/>
                  <a:pt x="20" y="145"/>
                  <a:pt x="20" y="134"/>
                </a:cubicBezTo>
                <a:cubicBezTo>
                  <a:pt x="20" y="125"/>
                  <a:pt x="29" y="117"/>
                  <a:pt x="38" y="117"/>
                </a:cubicBezTo>
                <a:cubicBezTo>
                  <a:pt x="47" y="117"/>
                  <a:pt x="54" y="125"/>
                  <a:pt x="54" y="134"/>
                </a:cubicBezTo>
                <a:close/>
                <a:moveTo>
                  <a:pt x="47" y="134"/>
                </a:moveTo>
                <a:cubicBezTo>
                  <a:pt x="47" y="130"/>
                  <a:pt x="42" y="125"/>
                  <a:pt x="38" y="125"/>
                </a:cubicBezTo>
                <a:cubicBezTo>
                  <a:pt x="34" y="125"/>
                  <a:pt x="29" y="130"/>
                  <a:pt x="29" y="134"/>
                </a:cubicBezTo>
                <a:cubicBezTo>
                  <a:pt x="29" y="141"/>
                  <a:pt x="34" y="144"/>
                  <a:pt x="38" y="144"/>
                </a:cubicBezTo>
                <a:cubicBezTo>
                  <a:pt x="42" y="144"/>
                  <a:pt x="47" y="141"/>
                  <a:pt x="47" y="134"/>
                </a:cubicBezTo>
                <a:close/>
                <a:moveTo>
                  <a:pt x="100" y="134"/>
                </a:moveTo>
                <a:cubicBezTo>
                  <a:pt x="100" y="145"/>
                  <a:pt x="92" y="153"/>
                  <a:pt x="84" y="153"/>
                </a:cubicBezTo>
                <a:cubicBezTo>
                  <a:pt x="73" y="153"/>
                  <a:pt x="66" y="145"/>
                  <a:pt x="66" y="134"/>
                </a:cubicBezTo>
                <a:cubicBezTo>
                  <a:pt x="66" y="125"/>
                  <a:pt x="73" y="117"/>
                  <a:pt x="84" y="117"/>
                </a:cubicBezTo>
                <a:cubicBezTo>
                  <a:pt x="92" y="117"/>
                  <a:pt x="100" y="125"/>
                  <a:pt x="100" y="134"/>
                </a:cubicBezTo>
                <a:close/>
                <a:moveTo>
                  <a:pt x="91" y="134"/>
                </a:moveTo>
                <a:cubicBezTo>
                  <a:pt x="91" y="130"/>
                  <a:pt x="88" y="125"/>
                  <a:pt x="84" y="125"/>
                </a:cubicBezTo>
                <a:cubicBezTo>
                  <a:pt x="78" y="125"/>
                  <a:pt x="75" y="130"/>
                  <a:pt x="75" y="134"/>
                </a:cubicBezTo>
                <a:cubicBezTo>
                  <a:pt x="75" y="141"/>
                  <a:pt x="78" y="144"/>
                  <a:pt x="84" y="144"/>
                </a:cubicBezTo>
                <a:cubicBezTo>
                  <a:pt x="88" y="144"/>
                  <a:pt x="91" y="141"/>
                  <a:pt x="91" y="134"/>
                </a:cubicBezTo>
                <a:close/>
                <a:moveTo>
                  <a:pt x="91" y="134"/>
                </a:moveTo>
                <a:cubicBezTo>
                  <a:pt x="91" y="134"/>
                  <a:pt x="91" y="134"/>
                  <a:pt x="91" y="134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5262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07545E8-1E72-4C44-B173-9D0A1CDDE989}"/>
              </a:ext>
            </a:extLst>
          </p:cNvPr>
          <p:cNvSpPr/>
          <p:nvPr/>
        </p:nvSpPr>
        <p:spPr>
          <a:xfrm>
            <a:off x="9396042" y="2507670"/>
            <a:ext cx="2125916" cy="15517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B20F669-0BC2-45A0-A3E8-32075AB3AD5A}"/>
              </a:ext>
            </a:extLst>
          </p:cNvPr>
          <p:cNvSpPr/>
          <p:nvPr/>
        </p:nvSpPr>
        <p:spPr>
          <a:xfrm>
            <a:off x="6972365" y="2507670"/>
            <a:ext cx="2125915" cy="155171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2729D5F-6A33-41BB-AEDD-C930FD907EA9}"/>
              </a:ext>
            </a:extLst>
          </p:cNvPr>
          <p:cNvSpPr/>
          <p:nvPr/>
        </p:nvSpPr>
        <p:spPr>
          <a:xfrm>
            <a:off x="9396042" y="4264392"/>
            <a:ext cx="2125916" cy="15517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EE2000F-7B52-47F0-AAB0-8B3DD6470A21}"/>
              </a:ext>
            </a:extLst>
          </p:cNvPr>
          <p:cNvSpPr/>
          <p:nvPr/>
        </p:nvSpPr>
        <p:spPr>
          <a:xfrm>
            <a:off x="6972365" y="4264392"/>
            <a:ext cx="2125915" cy="15517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C6D87B-A877-41D5-8BD5-5925556606A2}"/>
              </a:ext>
            </a:extLst>
          </p:cNvPr>
          <p:cNvSpPr txBox="1"/>
          <p:nvPr/>
        </p:nvSpPr>
        <p:spPr>
          <a:xfrm>
            <a:off x="9704527" y="5040247"/>
            <a:ext cx="1689296" cy="484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ipsum alteration</a:t>
            </a:r>
          </a:p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randomized</a:t>
            </a:r>
            <a:endParaRPr lang="en-US" sz="10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B25BF4-3B67-427B-A405-49AB652B7D7E}"/>
              </a:ext>
            </a:extLst>
          </p:cNvPr>
          <p:cNvSpPr txBox="1"/>
          <p:nvPr/>
        </p:nvSpPr>
        <p:spPr>
          <a:xfrm>
            <a:off x="714289" y="679228"/>
            <a:ext cx="4008318" cy="632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000" dirty="0">
                <a:solidFill>
                  <a:schemeClr val="accent2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Market</a:t>
            </a:r>
            <a:r>
              <a:rPr lang="en-US" sz="3000" dirty="0">
                <a:latin typeface="Poppins SemiBold" panose="00000700000000000000" pitchFamily="50" charset="0"/>
                <a:cs typeface="Poppins SemiBold" panose="00000700000000000000" pitchFamily="50" charset="0"/>
              </a:rPr>
              <a:t> Size</a:t>
            </a:r>
          </a:p>
        </p:txBody>
      </p:sp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792EA67D-4927-464A-81B0-453958CD96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17668329"/>
              </p:ext>
            </p:extLst>
          </p:nvPr>
        </p:nvGraphicFramePr>
        <p:xfrm>
          <a:off x="783771" y="2678518"/>
          <a:ext cx="5474154" cy="33466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3826496E-AFB1-40AD-A3AC-16CAA59BCF62}"/>
              </a:ext>
            </a:extLst>
          </p:cNvPr>
          <p:cNvSpPr txBox="1"/>
          <p:nvPr/>
        </p:nvSpPr>
        <p:spPr>
          <a:xfrm>
            <a:off x="7294469" y="2745558"/>
            <a:ext cx="1226075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Poppins SemiBold" panose="00000700000000000000" pitchFamily="2" charset="0"/>
                <a:ea typeface="Open Sans" panose="020B0606030504020204" pitchFamily="34" charset="0"/>
                <a:cs typeface="Poppins SemiBold" panose="00000700000000000000" pitchFamily="2" charset="0"/>
              </a:rPr>
              <a:t>487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7D5BEEF-A166-40E6-A1C5-A4EBCCE740A2}"/>
              </a:ext>
            </a:extLst>
          </p:cNvPr>
          <p:cNvSpPr txBox="1"/>
          <p:nvPr/>
        </p:nvSpPr>
        <p:spPr>
          <a:xfrm>
            <a:off x="7294469" y="4577285"/>
            <a:ext cx="1226075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800" dirty="0">
                <a:latin typeface="Poppins SemiBold" panose="00000700000000000000" pitchFamily="2" charset="0"/>
                <a:ea typeface="Open Sans" panose="020B0606030504020204" pitchFamily="34" charset="0"/>
                <a:cs typeface="Poppins SemiBold" panose="00000700000000000000" pitchFamily="2" charset="0"/>
              </a:rPr>
              <a:t>4545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831A5D7-FB7E-41ED-B69F-5E6DDFCFC160}"/>
              </a:ext>
            </a:extLst>
          </p:cNvPr>
          <p:cNvSpPr txBox="1"/>
          <p:nvPr/>
        </p:nvSpPr>
        <p:spPr>
          <a:xfrm>
            <a:off x="9625401" y="2745558"/>
            <a:ext cx="1226075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800" dirty="0">
                <a:latin typeface="Poppins SemiBold" panose="00000700000000000000" pitchFamily="2" charset="0"/>
                <a:ea typeface="Open Sans" panose="020B0606030504020204" pitchFamily="34" charset="0"/>
                <a:cs typeface="Poppins SemiBold" panose="00000700000000000000" pitchFamily="2" charset="0"/>
              </a:rPr>
              <a:t>122K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58C3D8F-95F5-4FF0-88C8-A4178C392E0B}"/>
              </a:ext>
            </a:extLst>
          </p:cNvPr>
          <p:cNvSpPr txBox="1"/>
          <p:nvPr/>
        </p:nvSpPr>
        <p:spPr>
          <a:xfrm>
            <a:off x="9704526" y="4577285"/>
            <a:ext cx="1226075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Poppins SemiBold" panose="00000700000000000000" pitchFamily="2" charset="0"/>
                <a:ea typeface="Open Sans" panose="020B0606030504020204" pitchFamily="34" charset="0"/>
                <a:cs typeface="Poppins SemiBold" panose="00000700000000000000" pitchFamily="2" charset="0"/>
              </a:rPr>
              <a:t>32M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512FD29-DEF5-44FF-A16F-1916B3804C21}"/>
              </a:ext>
            </a:extLst>
          </p:cNvPr>
          <p:cNvSpPr txBox="1"/>
          <p:nvPr/>
        </p:nvSpPr>
        <p:spPr>
          <a:xfrm>
            <a:off x="732170" y="1410930"/>
            <a:ext cx="4743597" cy="285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There are many Lorem ra even there are many,  have suffered alteration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FC3867F-9D61-4858-A46E-CCE307B759DD}"/>
              </a:ext>
            </a:extLst>
          </p:cNvPr>
          <p:cNvSpPr txBox="1"/>
          <p:nvPr/>
        </p:nvSpPr>
        <p:spPr>
          <a:xfrm>
            <a:off x="7037803" y="1409247"/>
            <a:ext cx="4166055" cy="484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variations of passages of Lorem Ipsum available,, or randomized  which don't look  slightly believable.</a:t>
            </a:r>
            <a:endParaRPr lang="en-US" sz="1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AF543A8-72C3-436B-A6FC-5DBD6EE1C97E}"/>
              </a:ext>
            </a:extLst>
          </p:cNvPr>
          <p:cNvSpPr txBox="1"/>
          <p:nvPr/>
        </p:nvSpPr>
        <p:spPr>
          <a:xfrm>
            <a:off x="7294470" y="3363593"/>
            <a:ext cx="1689296" cy="484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dolar alteration</a:t>
            </a:r>
          </a:p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randomized</a:t>
            </a:r>
            <a:endParaRPr lang="en-US" sz="10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23D8401-D631-40C2-9712-9E30FD4C523E}"/>
              </a:ext>
            </a:extLst>
          </p:cNvPr>
          <p:cNvSpPr txBox="1"/>
          <p:nvPr/>
        </p:nvSpPr>
        <p:spPr>
          <a:xfrm>
            <a:off x="9625402" y="3341423"/>
            <a:ext cx="1689296" cy="484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amet alteration</a:t>
            </a:r>
          </a:p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randomized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8F278A8-92FB-4102-85F7-E124FAFC417A}"/>
              </a:ext>
            </a:extLst>
          </p:cNvPr>
          <p:cNvSpPr txBox="1"/>
          <p:nvPr/>
        </p:nvSpPr>
        <p:spPr>
          <a:xfrm>
            <a:off x="7294470" y="5062417"/>
            <a:ext cx="1689296" cy="484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lorem alteration</a:t>
            </a:r>
          </a:p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randomized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0821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5AE8CA9-6EA9-4451-996A-674E90D4CDB1}"/>
              </a:ext>
            </a:extLst>
          </p:cNvPr>
          <p:cNvSpPr txBox="1"/>
          <p:nvPr/>
        </p:nvSpPr>
        <p:spPr>
          <a:xfrm>
            <a:off x="714289" y="776213"/>
            <a:ext cx="2524670" cy="632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000" dirty="0">
                <a:solidFill>
                  <a:schemeClr val="accent2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Market</a:t>
            </a:r>
            <a:r>
              <a:rPr lang="en-US" sz="3000" dirty="0">
                <a:solidFill>
                  <a:schemeClr val="bg1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 Size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47971B1-8FE6-4CD7-8301-F54678DC17D2}"/>
              </a:ext>
            </a:extLst>
          </p:cNvPr>
          <p:cNvSpPr/>
          <p:nvPr/>
        </p:nvSpPr>
        <p:spPr>
          <a:xfrm>
            <a:off x="4356905" y="2137244"/>
            <a:ext cx="3478191" cy="3478191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51C2B34-148E-4B95-976A-57DF804AD083}"/>
              </a:ext>
            </a:extLst>
          </p:cNvPr>
          <p:cNvSpPr/>
          <p:nvPr/>
        </p:nvSpPr>
        <p:spPr>
          <a:xfrm>
            <a:off x="4768941" y="2939025"/>
            <a:ext cx="2654118" cy="265411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8317010-6C83-4BF2-A30C-422A3B7DF01B}"/>
              </a:ext>
            </a:extLst>
          </p:cNvPr>
          <p:cNvSpPr/>
          <p:nvPr/>
        </p:nvSpPr>
        <p:spPr>
          <a:xfrm>
            <a:off x="5226452" y="3820996"/>
            <a:ext cx="1739096" cy="17390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7" name="Prevalence">
            <a:extLst>
              <a:ext uri="{FF2B5EF4-FFF2-40B4-BE49-F238E27FC236}">
                <a16:creationId xmlns:a16="http://schemas.microsoft.com/office/drawing/2014/main" id="{05BCE2CD-791C-451C-952D-F402131FD477}"/>
              </a:ext>
            </a:extLst>
          </p:cNvPr>
          <p:cNvSpPr/>
          <p:nvPr/>
        </p:nvSpPr>
        <p:spPr>
          <a:xfrm>
            <a:off x="805222" y="5098016"/>
            <a:ext cx="1317330" cy="1817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rPr lang="af-ZA" sz="13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Market Volume</a:t>
            </a:r>
          </a:p>
        </p:txBody>
      </p:sp>
      <p:sp>
        <p:nvSpPr>
          <p:cNvPr id="38" name="Prevalence">
            <a:extLst>
              <a:ext uri="{FF2B5EF4-FFF2-40B4-BE49-F238E27FC236}">
                <a16:creationId xmlns:a16="http://schemas.microsoft.com/office/drawing/2014/main" id="{1DC60FB0-5A72-48E9-961C-5EE2486F4FEF}"/>
              </a:ext>
            </a:extLst>
          </p:cNvPr>
          <p:cNvSpPr/>
          <p:nvPr/>
        </p:nvSpPr>
        <p:spPr>
          <a:xfrm>
            <a:off x="805223" y="2831827"/>
            <a:ext cx="2005578" cy="1817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rPr lang="af-ZA" sz="13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Market Company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CC95916-FCFD-4B65-9650-2C62F5BADB77}"/>
              </a:ext>
            </a:extLst>
          </p:cNvPr>
          <p:cNvSpPr txBox="1"/>
          <p:nvPr/>
        </p:nvSpPr>
        <p:spPr>
          <a:xfrm>
            <a:off x="698894" y="3131338"/>
            <a:ext cx="2337966" cy="6896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Ipsum, but the </a:t>
            </a:r>
          </a:p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have suffered alteration in some randomized believable.</a:t>
            </a:r>
            <a:endParaRPr lang="en-US" sz="10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058646E-27E8-4A11-99D5-3C314C2F722E}"/>
              </a:ext>
            </a:extLst>
          </p:cNvPr>
          <p:cNvSpPr txBox="1"/>
          <p:nvPr/>
        </p:nvSpPr>
        <p:spPr>
          <a:xfrm>
            <a:off x="698894" y="5344366"/>
            <a:ext cx="2337966" cy="6896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Ipsum, but the </a:t>
            </a:r>
          </a:p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have suffered alteration in some randomized believable.</a:t>
            </a:r>
            <a:endParaRPr lang="en-US" sz="10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6" name="Prevalence">
            <a:extLst>
              <a:ext uri="{FF2B5EF4-FFF2-40B4-BE49-F238E27FC236}">
                <a16:creationId xmlns:a16="http://schemas.microsoft.com/office/drawing/2014/main" id="{41E82B07-13D7-49D9-AF5F-CECD16DE07CB}"/>
              </a:ext>
            </a:extLst>
          </p:cNvPr>
          <p:cNvSpPr/>
          <p:nvPr/>
        </p:nvSpPr>
        <p:spPr>
          <a:xfrm>
            <a:off x="9153810" y="5098016"/>
            <a:ext cx="1563750" cy="1817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rPr lang="af-ZA" sz="13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Market Shear</a:t>
            </a:r>
          </a:p>
        </p:txBody>
      </p:sp>
      <p:sp>
        <p:nvSpPr>
          <p:cNvPr id="47" name="Prevalence">
            <a:extLst>
              <a:ext uri="{FF2B5EF4-FFF2-40B4-BE49-F238E27FC236}">
                <a16:creationId xmlns:a16="http://schemas.microsoft.com/office/drawing/2014/main" id="{D7D231D2-3DDC-4A39-BDE9-811CED35F8DB}"/>
              </a:ext>
            </a:extLst>
          </p:cNvPr>
          <p:cNvSpPr/>
          <p:nvPr/>
        </p:nvSpPr>
        <p:spPr>
          <a:xfrm>
            <a:off x="9153810" y="2831827"/>
            <a:ext cx="1650804" cy="1817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rPr lang="af-ZA" sz="13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Market Products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C77429D-F49D-429E-8B01-EB5046F5C5EA}"/>
              </a:ext>
            </a:extLst>
          </p:cNvPr>
          <p:cNvSpPr txBox="1"/>
          <p:nvPr/>
        </p:nvSpPr>
        <p:spPr>
          <a:xfrm>
            <a:off x="9047481" y="3131338"/>
            <a:ext cx="2337966" cy="6896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Ipsum, but the </a:t>
            </a:r>
          </a:p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have suffered alteration in some randomized believable.</a:t>
            </a:r>
            <a:endParaRPr lang="en-US" sz="10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4D1D6C6-60A2-4111-9A15-08363C6A39A7}"/>
              </a:ext>
            </a:extLst>
          </p:cNvPr>
          <p:cNvSpPr txBox="1"/>
          <p:nvPr/>
        </p:nvSpPr>
        <p:spPr>
          <a:xfrm>
            <a:off x="9047481" y="5344368"/>
            <a:ext cx="2337966" cy="6896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Ipsum, but the </a:t>
            </a:r>
          </a:p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have suffered alteration in some randomized believable.</a:t>
            </a:r>
            <a:endParaRPr lang="en-US" sz="10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A6AE8CE5-BE65-4F4E-90C5-ED1030BF0F55}"/>
              </a:ext>
            </a:extLst>
          </p:cNvPr>
          <p:cNvSpPr/>
          <p:nvPr/>
        </p:nvSpPr>
        <p:spPr>
          <a:xfrm>
            <a:off x="5599937" y="4545672"/>
            <a:ext cx="992127" cy="99212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BD26701-38E1-4F92-B441-110032D02BCE}"/>
              </a:ext>
            </a:extLst>
          </p:cNvPr>
          <p:cNvSpPr txBox="1"/>
          <p:nvPr/>
        </p:nvSpPr>
        <p:spPr>
          <a:xfrm>
            <a:off x="5699971" y="2214732"/>
            <a:ext cx="792059" cy="611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21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12M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44CD2C9-A25F-48E0-A1C0-926DFE151B80}"/>
              </a:ext>
            </a:extLst>
          </p:cNvPr>
          <p:cNvSpPr txBox="1"/>
          <p:nvPr/>
        </p:nvSpPr>
        <p:spPr>
          <a:xfrm>
            <a:off x="5699971" y="3081531"/>
            <a:ext cx="792059" cy="611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21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7.2M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576CE37-740E-4084-ABDA-7E9CEE85AF18}"/>
              </a:ext>
            </a:extLst>
          </p:cNvPr>
          <p:cNvSpPr txBox="1"/>
          <p:nvPr/>
        </p:nvSpPr>
        <p:spPr>
          <a:xfrm>
            <a:off x="5699971" y="3833736"/>
            <a:ext cx="792059" cy="600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21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2.M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235FA7A-6B6B-4666-B259-6D1E68563755}"/>
              </a:ext>
            </a:extLst>
          </p:cNvPr>
          <p:cNvSpPr txBox="1"/>
          <p:nvPr/>
        </p:nvSpPr>
        <p:spPr>
          <a:xfrm>
            <a:off x="708280" y="2371788"/>
            <a:ext cx="865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Poppins SemiBold" panose="00000700000000000000" pitchFamily="2" charset="0"/>
                <a:ea typeface="Open Sans" panose="020B0606030504020204" pitchFamily="34" charset="0"/>
                <a:cs typeface="Poppins SemiBold" panose="00000700000000000000" pitchFamily="2" charset="0"/>
              </a:rPr>
              <a:t>40%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5C88024-A30E-4377-9FAA-9068BF0DD6D6}"/>
              </a:ext>
            </a:extLst>
          </p:cNvPr>
          <p:cNvSpPr txBox="1"/>
          <p:nvPr/>
        </p:nvSpPr>
        <p:spPr>
          <a:xfrm>
            <a:off x="707993" y="4644030"/>
            <a:ext cx="865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Poppins SemiBold" panose="00000700000000000000" pitchFamily="2" charset="0"/>
                <a:ea typeface="Open Sans" panose="020B0606030504020204" pitchFamily="34" charset="0"/>
                <a:cs typeface="Poppins SemiBold" panose="00000700000000000000" pitchFamily="2" charset="0"/>
              </a:rPr>
              <a:t>37%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A814F6E-0820-41D5-B484-E021E8C6B51D}"/>
              </a:ext>
            </a:extLst>
          </p:cNvPr>
          <p:cNvSpPr txBox="1"/>
          <p:nvPr/>
        </p:nvSpPr>
        <p:spPr>
          <a:xfrm>
            <a:off x="8999266" y="2371788"/>
            <a:ext cx="865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Poppins SemiBold" panose="00000700000000000000" pitchFamily="2" charset="0"/>
                <a:ea typeface="Open Sans" panose="020B0606030504020204" pitchFamily="34" charset="0"/>
                <a:cs typeface="Poppins SemiBold" panose="00000700000000000000" pitchFamily="2" charset="0"/>
              </a:rPr>
              <a:t>78%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A94076D-A0FE-40B4-849E-D399E1F5BF21}"/>
              </a:ext>
            </a:extLst>
          </p:cNvPr>
          <p:cNvSpPr txBox="1"/>
          <p:nvPr/>
        </p:nvSpPr>
        <p:spPr>
          <a:xfrm>
            <a:off x="9038709" y="4644030"/>
            <a:ext cx="865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Poppins SemiBold" panose="00000700000000000000" pitchFamily="2" charset="0"/>
                <a:ea typeface="Open Sans" panose="020B0606030504020204" pitchFamily="34" charset="0"/>
                <a:cs typeface="Poppins SemiBold" panose="00000700000000000000" pitchFamily="2" charset="0"/>
              </a:rPr>
              <a:t>15%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371A4E2-17DA-4530-AE76-36715A99EE3D}"/>
              </a:ext>
            </a:extLst>
          </p:cNvPr>
          <p:cNvSpPr txBox="1"/>
          <p:nvPr/>
        </p:nvSpPr>
        <p:spPr>
          <a:xfrm>
            <a:off x="5710604" y="4656793"/>
            <a:ext cx="792059" cy="611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21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50%</a:t>
            </a:r>
          </a:p>
        </p:txBody>
      </p:sp>
      <p:sp>
        <p:nvSpPr>
          <p:cNvPr id="104" name="Prevalence">
            <a:extLst>
              <a:ext uri="{FF2B5EF4-FFF2-40B4-BE49-F238E27FC236}">
                <a16:creationId xmlns:a16="http://schemas.microsoft.com/office/drawing/2014/main" id="{88FA51A4-9B9D-4D41-A13C-6E5BAC4ECB8A}"/>
              </a:ext>
            </a:extLst>
          </p:cNvPr>
          <p:cNvSpPr/>
          <p:nvPr/>
        </p:nvSpPr>
        <p:spPr>
          <a:xfrm>
            <a:off x="5437335" y="5834487"/>
            <a:ext cx="1317330" cy="1677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2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Total - Size</a:t>
            </a:r>
          </a:p>
        </p:txBody>
      </p:sp>
    </p:spTree>
    <p:extLst>
      <p:ext uri="{BB962C8B-B14F-4D97-AF65-F5344CB8AC3E}">
        <p14:creationId xmlns:p14="http://schemas.microsoft.com/office/powerpoint/2010/main" val="711933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5">
            <a:extLst>
              <a:ext uri="{FF2B5EF4-FFF2-40B4-BE49-F238E27FC236}">
                <a16:creationId xmlns:a16="http://schemas.microsoft.com/office/drawing/2014/main" id="{00322BE5-3627-4FE1-82C0-1C3FBAD74D40}"/>
              </a:ext>
            </a:extLst>
          </p:cNvPr>
          <p:cNvSpPr/>
          <p:nvPr/>
        </p:nvSpPr>
        <p:spPr>
          <a:xfrm rot="19149374" flipH="1">
            <a:off x="7571724" y="2306875"/>
            <a:ext cx="507347" cy="353151"/>
          </a:xfrm>
          <a:custGeom>
            <a:avLst/>
            <a:gdLst>
              <a:gd name="connsiteX0" fmla="*/ 0 w 3648722"/>
              <a:gd name="connsiteY0" fmla="*/ 1393794 h 1393794"/>
              <a:gd name="connsiteX1" fmla="*/ 2183907 w 3648722"/>
              <a:gd name="connsiteY1" fmla="*/ 0 h 1393794"/>
              <a:gd name="connsiteX2" fmla="*/ 3648722 w 3648722"/>
              <a:gd name="connsiteY2" fmla="*/ 0 h 1393794"/>
              <a:gd name="connsiteX0" fmla="*/ 0 w 3648722"/>
              <a:gd name="connsiteY0" fmla="*/ 1393794 h 1393794"/>
              <a:gd name="connsiteX1" fmla="*/ 2485748 w 3648722"/>
              <a:gd name="connsiteY1" fmla="*/ 0 h 1393794"/>
              <a:gd name="connsiteX2" fmla="*/ 3648722 w 3648722"/>
              <a:gd name="connsiteY2" fmla="*/ 0 h 1393794"/>
              <a:gd name="connsiteX0" fmla="*/ 0 w 3648722"/>
              <a:gd name="connsiteY0" fmla="*/ 1393794 h 1393794"/>
              <a:gd name="connsiteX1" fmla="*/ 2947387 w 3648722"/>
              <a:gd name="connsiteY1" fmla="*/ 0 h 1393794"/>
              <a:gd name="connsiteX2" fmla="*/ 3648722 w 3648722"/>
              <a:gd name="connsiteY2" fmla="*/ 0 h 1393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48722" h="1393794">
                <a:moveTo>
                  <a:pt x="0" y="1393794"/>
                </a:moveTo>
                <a:lnTo>
                  <a:pt x="2947387" y="0"/>
                </a:lnTo>
                <a:lnTo>
                  <a:pt x="3648722" y="0"/>
                </a:lnTo>
              </a:path>
            </a:pathLst>
          </a:custGeom>
          <a:noFill/>
          <a:ln>
            <a:solidFill>
              <a:schemeClr val="accent3">
                <a:lumMod val="60000"/>
                <a:lumOff val="40000"/>
              </a:schemeClr>
            </a:solidFill>
            <a:headEnd type="diamond" w="sm" len="sm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5674283-36C3-43F8-AD4A-4E76D938E7AF}"/>
              </a:ext>
            </a:extLst>
          </p:cNvPr>
          <p:cNvSpPr/>
          <p:nvPr/>
        </p:nvSpPr>
        <p:spPr>
          <a:xfrm>
            <a:off x="5123506" y="2580860"/>
            <a:ext cx="2267321" cy="226731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A14313-60EA-4D11-9C5D-10D9A1577338}"/>
              </a:ext>
            </a:extLst>
          </p:cNvPr>
          <p:cNvSpPr/>
          <p:nvPr/>
        </p:nvSpPr>
        <p:spPr>
          <a:xfrm>
            <a:off x="4948456" y="2405809"/>
            <a:ext cx="2617420" cy="2617420"/>
          </a:xfrm>
          <a:prstGeom prst="ellipse">
            <a:avLst/>
          </a:pr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1360E8A-B84A-422D-AB16-F80C33A6E176}"/>
              </a:ext>
            </a:extLst>
          </p:cNvPr>
          <p:cNvSpPr/>
          <p:nvPr/>
        </p:nvSpPr>
        <p:spPr>
          <a:xfrm>
            <a:off x="6485995" y="2006095"/>
            <a:ext cx="1031848" cy="1031847"/>
          </a:xfrm>
          <a:prstGeom prst="ellipse">
            <a:avLst/>
          </a:prstGeom>
          <a:solidFill>
            <a:schemeClr val="accent3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4FF85A7-ADC1-42BD-A22B-6F5A4DB267FD}"/>
              </a:ext>
            </a:extLst>
          </p:cNvPr>
          <p:cNvSpPr/>
          <p:nvPr/>
        </p:nvSpPr>
        <p:spPr>
          <a:xfrm>
            <a:off x="8088353" y="2395221"/>
            <a:ext cx="113814" cy="11381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 55">
            <a:extLst>
              <a:ext uri="{FF2B5EF4-FFF2-40B4-BE49-F238E27FC236}">
                <a16:creationId xmlns:a16="http://schemas.microsoft.com/office/drawing/2014/main" id="{CC412385-A3EA-4A2A-BE51-068C2AB82E10}"/>
              </a:ext>
            </a:extLst>
          </p:cNvPr>
          <p:cNvSpPr/>
          <p:nvPr/>
        </p:nvSpPr>
        <p:spPr>
          <a:xfrm rot="2450626" flipH="1" flipV="1">
            <a:off x="7568500" y="4861952"/>
            <a:ext cx="507347" cy="350876"/>
          </a:xfrm>
          <a:custGeom>
            <a:avLst/>
            <a:gdLst>
              <a:gd name="connsiteX0" fmla="*/ 0 w 3648722"/>
              <a:gd name="connsiteY0" fmla="*/ 1393794 h 1393794"/>
              <a:gd name="connsiteX1" fmla="*/ 2183907 w 3648722"/>
              <a:gd name="connsiteY1" fmla="*/ 0 h 1393794"/>
              <a:gd name="connsiteX2" fmla="*/ 3648722 w 3648722"/>
              <a:gd name="connsiteY2" fmla="*/ 0 h 1393794"/>
              <a:gd name="connsiteX0" fmla="*/ 0 w 3648722"/>
              <a:gd name="connsiteY0" fmla="*/ 1393794 h 1393794"/>
              <a:gd name="connsiteX1" fmla="*/ 2485748 w 3648722"/>
              <a:gd name="connsiteY1" fmla="*/ 0 h 1393794"/>
              <a:gd name="connsiteX2" fmla="*/ 3648722 w 3648722"/>
              <a:gd name="connsiteY2" fmla="*/ 0 h 1393794"/>
              <a:gd name="connsiteX0" fmla="*/ 0 w 3648722"/>
              <a:gd name="connsiteY0" fmla="*/ 1393794 h 1393794"/>
              <a:gd name="connsiteX1" fmla="*/ 2947387 w 3648722"/>
              <a:gd name="connsiteY1" fmla="*/ 0 h 1393794"/>
              <a:gd name="connsiteX2" fmla="*/ 3648722 w 3648722"/>
              <a:gd name="connsiteY2" fmla="*/ 0 h 1393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48722" h="1393794">
                <a:moveTo>
                  <a:pt x="0" y="1393794"/>
                </a:moveTo>
                <a:lnTo>
                  <a:pt x="2947387" y="0"/>
                </a:lnTo>
                <a:lnTo>
                  <a:pt x="3648722" y="0"/>
                </a:lnTo>
              </a:path>
            </a:pathLst>
          </a:custGeom>
          <a:noFill/>
          <a:ln>
            <a:solidFill>
              <a:schemeClr val="accent3">
                <a:lumMod val="60000"/>
                <a:lumOff val="40000"/>
              </a:schemeClr>
            </a:solidFill>
            <a:headEnd type="diamond" w="sm" len="sm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90D0428-9636-4A14-9C8A-CE3029B59FE1}"/>
              </a:ext>
            </a:extLst>
          </p:cNvPr>
          <p:cNvSpPr/>
          <p:nvPr/>
        </p:nvSpPr>
        <p:spPr>
          <a:xfrm>
            <a:off x="6485995" y="4476137"/>
            <a:ext cx="1031848" cy="1031847"/>
          </a:xfrm>
          <a:prstGeom prst="ellipse">
            <a:avLst/>
          </a:prstGeom>
          <a:solidFill>
            <a:schemeClr val="accent4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EE0277A-9FAB-4A13-B2B0-1EB5D2DA1A76}"/>
              </a:ext>
            </a:extLst>
          </p:cNvPr>
          <p:cNvSpPr/>
          <p:nvPr/>
        </p:nvSpPr>
        <p:spPr>
          <a:xfrm>
            <a:off x="8088353" y="5006344"/>
            <a:ext cx="113814" cy="11381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72E5FD0-5F8B-4A87-81C8-56E9C3747172}"/>
              </a:ext>
            </a:extLst>
          </p:cNvPr>
          <p:cNvSpPr/>
          <p:nvPr/>
        </p:nvSpPr>
        <p:spPr>
          <a:xfrm>
            <a:off x="7113412" y="3198595"/>
            <a:ext cx="1031848" cy="1031847"/>
          </a:xfrm>
          <a:prstGeom prst="ellipse">
            <a:avLst/>
          </a:prstGeom>
          <a:solidFill>
            <a:schemeClr val="accent2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DC25062-4C32-4983-9CCD-948D4A0DA486}"/>
              </a:ext>
            </a:extLst>
          </p:cNvPr>
          <p:cNvCxnSpPr>
            <a:cxnSpLocks/>
            <a:stCxn id="13" idx="6"/>
          </p:cNvCxnSpPr>
          <p:nvPr/>
        </p:nvCxnSpPr>
        <p:spPr>
          <a:xfrm flipV="1">
            <a:off x="8145260" y="3714518"/>
            <a:ext cx="456667" cy="1"/>
          </a:xfrm>
          <a:prstGeom prst="line">
            <a:avLst/>
          </a:prstGeom>
          <a:ln w="1651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DD8C9311-8896-4033-8A88-6C297C32F3EC}"/>
              </a:ext>
            </a:extLst>
          </p:cNvPr>
          <p:cNvSpPr/>
          <p:nvPr/>
        </p:nvSpPr>
        <p:spPr>
          <a:xfrm>
            <a:off x="8565176" y="3657611"/>
            <a:ext cx="113814" cy="11381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40853FE-B38D-4644-A13B-96E5D24D83E7}"/>
              </a:ext>
            </a:extLst>
          </p:cNvPr>
          <p:cNvGrpSpPr/>
          <p:nvPr/>
        </p:nvGrpSpPr>
        <p:grpSpPr>
          <a:xfrm>
            <a:off x="6827191" y="2337013"/>
            <a:ext cx="349456" cy="370012"/>
            <a:chOff x="-87313" y="279400"/>
            <a:chExt cx="404813" cy="428625"/>
          </a:xfrm>
        </p:grpSpPr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59D8F7D8-98D0-4F28-A171-F4DF81F74F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87313" y="279400"/>
              <a:ext cx="404813" cy="428625"/>
            </a:xfrm>
            <a:custGeom>
              <a:avLst/>
              <a:gdLst>
                <a:gd name="T0" fmla="*/ 118 w 129"/>
                <a:gd name="T1" fmla="*/ 128 h 128"/>
                <a:gd name="T2" fmla="*/ 10 w 129"/>
                <a:gd name="T3" fmla="*/ 128 h 128"/>
                <a:gd name="T4" fmla="*/ 0 w 129"/>
                <a:gd name="T5" fmla="*/ 118 h 128"/>
                <a:gd name="T6" fmla="*/ 0 w 129"/>
                <a:gd name="T7" fmla="*/ 10 h 128"/>
                <a:gd name="T8" fmla="*/ 10 w 129"/>
                <a:gd name="T9" fmla="*/ 0 h 128"/>
                <a:gd name="T10" fmla="*/ 118 w 129"/>
                <a:gd name="T11" fmla="*/ 0 h 128"/>
                <a:gd name="T12" fmla="*/ 129 w 129"/>
                <a:gd name="T13" fmla="*/ 10 h 128"/>
                <a:gd name="T14" fmla="*/ 129 w 129"/>
                <a:gd name="T15" fmla="*/ 118 h 128"/>
                <a:gd name="T16" fmla="*/ 118 w 129"/>
                <a:gd name="T17" fmla="*/ 128 h 128"/>
                <a:gd name="T18" fmla="*/ 10 w 129"/>
                <a:gd name="T19" fmla="*/ 6 h 128"/>
                <a:gd name="T20" fmla="*/ 7 w 129"/>
                <a:gd name="T21" fmla="*/ 10 h 128"/>
                <a:gd name="T22" fmla="*/ 7 w 129"/>
                <a:gd name="T23" fmla="*/ 118 h 128"/>
                <a:gd name="T24" fmla="*/ 10 w 129"/>
                <a:gd name="T25" fmla="*/ 121 h 128"/>
                <a:gd name="T26" fmla="*/ 118 w 129"/>
                <a:gd name="T27" fmla="*/ 121 h 128"/>
                <a:gd name="T28" fmla="*/ 122 w 129"/>
                <a:gd name="T29" fmla="*/ 118 h 128"/>
                <a:gd name="T30" fmla="*/ 122 w 129"/>
                <a:gd name="T31" fmla="*/ 10 h 128"/>
                <a:gd name="T32" fmla="*/ 118 w 129"/>
                <a:gd name="T33" fmla="*/ 6 h 128"/>
                <a:gd name="T34" fmla="*/ 10 w 129"/>
                <a:gd name="T35" fmla="*/ 6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9" h="128">
                  <a:moveTo>
                    <a:pt x="118" y="128"/>
                  </a:moveTo>
                  <a:cubicBezTo>
                    <a:pt x="10" y="128"/>
                    <a:pt x="10" y="128"/>
                    <a:pt x="10" y="128"/>
                  </a:cubicBezTo>
                  <a:cubicBezTo>
                    <a:pt x="5" y="128"/>
                    <a:pt x="0" y="123"/>
                    <a:pt x="0" y="118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4"/>
                    <a:pt x="5" y="0"/>
                    <a:pt x="10" y="0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24" y="0"/>
                    <a:pt x="129" y="4"/>
                    <a:pt x="129" y="10"/>
                  </a:cubicBezTo>
                  <a:cubicBezTo>
                    <a:pt x="129" y="118"/>
                    <a:pt x="129" y="118"/>
                    <a:pt x="129" y="118"/>
                  </a:cubicBezTo>
                  <a:cubicBezTo>
                    <a:pt x="129" y="123"/>
                    <a:pt x="124" y="128"/>
                    <a:pt x="118" y="128"/>
                  </a:cubicBezTo>
                  <a:close/>
                  <a:moveTo>
                    <a:pt x="10" y="6"/>
                  </a:moveTo>
                  <a:cubicBezTo>
                    <a:pt x="9" y="6"/>
                    <a:pt x="7" y="8"/>
                    <a:pt x="7" y="10"/>
                  </a:cubicBezTo>
                  <a:cubicBezTo>
                    <a:pt x="7" y="118"/>
                    <a:pt x="7" y="118"/>
                    <a:pt x="7" y="118"/>
                  </a:cubicBezTo>
                  <a:cubicBezTo>
                    <a:pt x="7" y="120"/>
                    <a:pt x="9" y="121"/>
                    <a:pt x="10" y="121"/>
                  </a:cubicBezTo>
                  <a:cubicBezTo>
                    <a:pt x="118" y="121"/>
                    <a:pt x="118" y="121"/>
                    <a:pt x="118" y="121"/>
                  </a:cubicBezTo>
                  <a:cubicBezTo>
                    <a:pt x="120" y="121"/>
                    <a:pt x="122" y="120"/>
                    <a:pt x="122" y="118"/>
                  </a:cubicBezTo>
                  <a:cubicBezTo>
                    <a:pt x="122" y="10"/>
                    <a:pt x="122" y="10"/>
                    <a:pt x="122" y="10"/>
                  </a:cubicBezTo>
                  <a:cubicBezTo>
                    <a:pt x="122" y="8"/>
                    <a:pt x="120" y="6"/>
                    <a:pt x="118" y="6"/>
                  </a:cubicBezTo>
                  <a:lnTo>
                    <a:pt x="10" y="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6">
              <a:extLst>
                <a:ext uri="{FF2B5EF4-FFF2-40B4-BE49-F238E27FC236}">
                  <a16:creationId xmlns:a16="http://schemas.microsoft.com/office/drawing/2014/main" id="{523D5FB6-443C-45FB-916F-E898283749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3175" y="412750"/>
              <a:ext cx="66675" cy="228600"/>
            </a:xfrm>
            <a:custGeom>
              <a:avLst/>
              <a:gdLst>
                <a:gd name="T0" fmla="*/ 17 w 21"/>
                <a:gd name="T1" fmla="*/ 68 h 68"/>
                <a:gd name="T2" fmla="*/ 4 w 21"/>
                <a:gd name="T3" fmla="*/ 68 h 68"/>
                <a:gd name="T4" fmla="*/ 0 w 21"/>
                <a:gd name="T5" fmla="*/ 64 h 68"/>
                <a:gd name="T6" fmla="*/ 0 w 21"/>
                <a:gd name="T7" fmla="*/ 3 h 68"/>
                <a:gd name="T8" fmla="*/ 4 w 21"/>
                <a:gd name="T9" fmla="*/ 0 h 68"/>
                <a:gd name="T10" fmla="*/ 17 w 21"/>
                <a:gd name="T11" fmla="*/ 0 h 68"/>
                <a:gd name="T12" fmla="*/ 21 w 21"/>
                <a:gd name="T13" fmla="*/ 3 h 68"/>
                <a:gd name="T14" fmla="*/ 21 w 21"/>
                <a:gd name="T15" fmla="*/ 64 h 68"/>
                <a:gd name="T16" fmla="*/ 17 w 21"/>
                <a:gd name="T17" fmla="*/ 68 h 68"/>
                <a:gd name="T18" fmla="*/ 7 w 21"/>
                <a:gd name="T19" fmla="*/ 61 h 68"/>
                <a:gd name="T20" fmla="*/ 14 w 21"/>
                <a:gd name="T21" fmla="*/ 61 h 68"/>
                <a:gd name="T22" fmla="*/ 14 w 21"/>
                <a:gd name="T23" fmla="*/ 7 h 68"/>
                <a:gd name="T24" fmla="*/ 7 w 21"/>
                <a:gd name="T25" fmla="*/ 7 h 68"/>
                <a:gd name="T26" fmla="*/ 7 w 21"/>
                <a:gd name="T27" fmla="*/ 61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" h="68">
                  <a:moveTo>
                    <a:pt x="17" y="68"/>
                  </a:moveTo>
                  <a:cubicBezTo>
                    <a:pt x="4" y="68"/>
                    <a:pt x="4" y="68"/>
                    <a:pt x="4" y="68"/>
                  </a:cubicBezTo>
                  <a:cubicBezTo>
                    <a:pt x="2" y="68"/>
                    <a:pt x="0" y="66"/>
                    <a:pt x="0" y="6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9" y="0"/>
                    <a:pt x="21" y="2"/>
                    <a:pt x="21" y="3"/>
                  </a:cubicBezTo>
                  <a:cubicBezTo>
                    <a:pt x="21" y="64"/>
                    <a:pt x="21" y="64"/>
                    <a:pt x="21" y="64"/>
                  </a:cubicBezTo>
                  <a:cubicBezTo>
                    <a:pt x="21" y="66"/>
                    <a:pt x="19" y="68"/>
                    <a:pt x="17" y="68"/>
                  </a:cubicBezTo>
                  <a:close/>
                  <a:moveTo>
                    <a:pt x="7" y="61"/>
                  </a:moveTo>
                  <a:cubicBezTo>
                    <a:pt x="14" y="61"/>
                    <a:pt x="14" y="61"/>
                    <a:pt x="14" y="61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7" y="7"/>
                    <a:pt x="7" y="7"/>
                    <a:pt x="7" y="7"/>
                  </a:cubicBezTo>
                  <a:lnTo>
                    <a:pt x="7" y="6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C801AC5B-DDB4-4D89-99BC-44B1A85E41B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550" y="346075"/>
              <a:ext cx="65088" cy="295275"/>
            </a:xfrm>
            <a:custGeom>
              <a:avLst/>
              <a:gdLst>
                <a:gd name="T0" fmla="*/ 17 w 21"/>
                <a:gd name="T1" fmla="*/ 88 h 88"/>
                <a:gd name="T2" fmla="*/ 4 w 21"/>
                <a:gd name="T3" fmla="*/ 88 h 88"/>
                <a:gd name="T4" fmla="*/ 0 w 21"/>
                <a:gd name="T5" fmla="*/ 84 h 88"/>
                <a:gd name="T6" fmla="*/ 0 w 21"/>
                <a:gd name="T7" fmla="*/ 3 h 88"/>
                <a:gd name="T8" fmla="*/ 4 w 21"/>
                <a:gd name="T9" fmla="*/ 0 h 88"/>
                <a:gd name="T10" fmla="*/ 17 w 21"/>
                <a:gd name="T11" fmla="*/ 0 h 88"/>
                <a:gd name="T12" fmla="*/ 21 w 21"/>
                <a:gd name="T13" fmla="*/ 3 h 88"/>
                <a:gd name="T14" fmla="*/ 21 w 21"/>
                <a:gd name="T15" fmla="*/ 84 h 88"/>
                <a:gd name="T16" fmla="*/ 17 w 21"/>
                <a:gd name="T17" fmla="*/ 88 h 88"/>
                <a:gd name="T18" fmla="*/ 7 w 21"/>
                <a:gd name="T19" fmla="*/ 81 h 88"/>
                <a:gd name="T20" fmla="*/ 14 w 21"/>
                <a:gd name="T21" fmla="*/ 81 h 88"/>
                <a:gd name="T22" fmla="*/ 14 w 21"/>
                <a:gd name="T23" fmla="*/ 7 h 88"/>
                <a:gd name="T24" fmla="*/ 7 w 21"/>
                <a:gd name="T25" fmla="*/ 7 h 88"/>
                <a:gd name="T26" fmla="*/ 7 w 21"/>
                <a:gd name="T27" fmla="*/ 81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" h="88">
                  <a:moveTo>
                    <a:pt x="17" y="88"/>
                  </a:moveTo>
                  <a:cubicBezTo>
                    <a:pt x="4" y="88"/>
                    <a:pt x="4" y="88"/>
                    <a:pt x="4" y="88"/>
                  </a:cubicBezTo>
                  <a:cubicBezTo>
                    <a:pt x="2" y="88"/>
                    <a:pt x="0" y="86"/>
                    <a:pt x="0" y="8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9" y="0"/>
                    <a:pt x="21" y="1"/>
                    <a:pt x="21" y="3"/>
                  </a:cubicBezTo>
                  <a:cubicBezTo>
                    <a:pt x="21" y="84"/>
                    <a:pt x="21" y="84"/>
                    <a:pt x="21" y="84"/>
                  </a:cubicBezTo>
                  <a:cubicBezTo>
                    <a:pt x="21" y="86"/>
                    <a:pt x="19" y="88"/>
                    <a:pt x="17" y="88"/>
                  </a:cubicBezTo>
                  <a:close/>
                  <a:moveTo>
                    <a:pt x="7" y="81"/>
                  </a:moveTo>
                  <a:cubicBezTo>
                    <a:pt x="14" y="81"/>
                    <a:pt x="14" y="81"/>
                    <a:pt x="14" y="81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7" y="7"/>
                    <a:pt x="7" y="7"/>
                    <a:pt x="7" y="7"/>
                  </a:cubicBezTo>
                  <a:lnTo>
                    <a:pt x="7" y="8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8">
              <a:extLst>
                <a:ext uri="{FF2B5EF4-FFF2-40B4-BE49-F238E27FC236}">
                  <a16:creationId xmlns:a16="http://schemas.microsoft.com/office/drawing/2014/main" id="{99B304CD-EEFF-47DB-81BC-76CF1550BA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6688" y="503238"/>
              <a:ext cx="65088" cy="138113"/>
            </a:xfrm>
            <a:custGeom>
              <a:avLst/>
              <a:gdLst>
                <a:gd name="T0" fmla="*/ 17 w 21"/>
                <a:gd name="T1" fmla="*/ 41 h 41"/>
                <a:gd name="T2" fmla="*/ 4 w 21"/>
                <a:gd name="T3" fmla="*/ 41 h 41"/>
                <a:gd name="T4" fmla="*/ 0 w 21"/>
                <a:gd name="T5" fmla="*/ 37 h 41"/>
                <a:gd name="T6" fmla="*/ 0 w 21"/>
                <a:gd name="T7" fmla="*/ 3 h 41"/>
                <a:gd name="T8" fmla="*/ 4 w 21"/>
                <a:gd name="T9" fmla="*/ 0 h 41"/>
                <a:gd name="T10" fmla="*/ 17 w 21"/>
                <a:gd name="T11" fmla="*/ 0 h 41"/>
                <a:gd name="T12" fmla="*/ 21 w 21"/>
                <a:gd name="T13" fmla="*/ 3 h 41"/>
                <a:gd name="T14" fmla="*/ 21 w 21"/>
                <a:gd name="T15" fmla="*/ 37 h 41"/>
                <a:gd name="T16" fmla="*/ 17 w 21"/>
                <a:gd name="T17" fmla="*/ 41 h 41"/>
                <a:gd name="T18" fmla="*/ 7 w 21"/>
                <a:gd name="T19" fmla="*/ 34 h 41"/>
                <a:gd name="T20" fmla="*/ 14 w 21"/>
                <a:gd name="T21" fmla="*/ 34 h 41"/>
                <a:gd name="T22" fmla="*/ 14 w 21"/>
                <a:gd name="T23" fmla="*/ 7 h 41"/>
                <a:gd name="T24" fmla="*/ 7 w 21"/>
                <a:gd name="T25" fmla="*/ 7 h 41"/>
                <a:gd name="T26" fmla="*/ 7 w 21"/>
                <a:gd name="T27" fmla="*/ 34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" h="41">
                  <a:moveTo>
                    <a:pt x="17" y="41"/>
                  </a:moveTo>
                  <a:cubicBezTo>
                    <a:pt x="4" y="41"/>
                    <a:pt x="4" y="41"/>
                    <a:pt x="4" y="41"/>
                  </a:cubicBezTo>
                  <a:cubicBezTo>
                    <a:pt x="2" y="41"/>
                    <a:pt x="0" y="39"/>
                    <a:pt x="0" y="37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9" y="0"/>
                    <a:pt x="21" y="2"/>
                    <a:pt x="21" y="3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1" y="39"/>
                    <a:pt x="19" y="41"/>
                    <a:pt x="17" y="41"/>
                  </a:cubicBezTo>
                  <a:close/>
                  <a:moveTo>
                    <a:pt x="7" y="34"/>
                  </a:moveTo>
                  <a:cubicBezTo>
                    <a:pt x="14" y="34"/>
                    <a:pt x="14" y="34"/>
                    <a:pt x="14" y="34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7" y="7"/>
                    <a:pt x="7" y="7"/>
                    <a:pt x="7" y="7"/>
                  </a:cubicBezTo>
                  <a:lnTo>
                    <a:pt x="7" y="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9294158-9E92-4135-A0F5-0182295A8CAC}"/>
              </a:ext>
            </a:extLst>
          </p:cNvPr>
          <p:cNvGrpSpPr/>
          <p:nvPr/>
        </p:nvGrpSpPr>
        <p:grpSpPr>
          <a:xfrm>
            <a:off x="6818969" y="4846111"/>
            <a:ext cx="365900" cy="291898"/>
            <a:chOff x="703263" y="708025"/>
            <a:chExt cx="423862" cy="338138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22" name="Freeform 9">
              <a:extLst>
                <a:ext uri="{FF2B5EF4-FFF2-40B4-BE49-F238E27FC236}">
                  <a16:creationId xmlns:a16="http://schemas.microsoft.com/office/drawing/2014/main" id="{E928D46E-4AFA-4ADF-B2B4-CAAAD0C35B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8675" y="912813"/>
              <a:ext cx="298450" cy="133350"/>
            </a:xfrm>
            <a:custGeom>
              <a:avLst/>
              <a:gdLst>
                <a:gd name="T0" fmla="*/ 84 w 95"/>
                <a:gd name="T1" fmla="*/ 40 h 40"/>
                <a:gd name="T2" fmla="*/ 10 w 95"/>
                <a:gd name="T3" fmla="*/ 40 h 40"/>
                <a:gd name="T4" fmla="*/ 0 w 95"/>
                <a:gd name="T5" fmla="*/ 30 h 40"/>
                <a:gd name="T6" fmla="*/ 6 w 95"/>
                <a:gd name="T7" fmla="*/ 14 h 40"/>
                <a:gd name="T8" fmla="*/ 21 w 95"/>
                <a:gd name="T9" fmla="*/ 4 h 40"/>
                <a:gd name="T10" fmla="*/ 47 w 95"/>
                <a:gd name="T11" fmla="*/ 0 h 40"/>
                <a:gd name="T12" fmla="*/ 74 w 95"/>
                <a:gd name="T13" fmla="*/ 4 h 40"/>
                <a:gd name="T14" fmla="*/ 88 w 95"/>
                <a:gd name="T15" fmla="*/ 14 h 40"/>
                <a:gd name="T16" fmla="*/ 95 w 95"/>
                <a:gd name="T17" fmla="*/ 30 h 40"/>
                <a:gd name="T18" fmla="*/ 84 w 95"/>
                <a:gd name="T19" fmla="*/ 40 h 40"/>
                <a:gd name="T20" fmla="*/ 7 w 95"/>
                <a:gd name="T21" fmla="*/ 30 h 40"/>
                <a:gd name="T22" fmla="*/ 10 w 95"/>
                <a:gd name="T23" fmla="*/ 33 h 40"/>
                <a:gd name="T24" fmla="*/ 84 w 95"/>
                <a:gd name="T25" fmla="*/ 33 h 40"/>
                <a:gd name="T26" fmla="*/ 88 w 95"/>
                <a:gd name="T27" fmla="*/ 30 h 40"/>
                <a:gd name="T28" fmla="*/ 83 w 95"/>
                <a:gd name="T29" fmla="*/ 18 h 40"/>
                <a:gd name="T30" fmla="*/ 47 w 95"/>
                <a:gd name="T31" fmla="*/ 6 h 40"/>
                <a:gd name="T32" fmla="*/ 12 w 95"/>
                <a:gd name="T33" fmla="*/ 18 h 40"/>
                <a:gd name="T34" fmla="*/ 7 w 95"/>
                <a:gd name="T35" fmla="*/ 3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5" h="40">
                  <a:moveTo>
                    <a:pt x="84" y="40"/>
                  </a:moveTo>
                  <a:cubicBezTo>
                    <a:pt x="10" y="40"/>
                    <a:pt x="10" y="40"/>
                    <a:pt x="10" y="40"/>
                  </a:cubicBezTo>
                  <a:cubicBezTo>
                    <a:pt x="5" y="40"/>
                    <a:pt x="0" y="35"/>
                    <a:pt x="0" y="30"/>
                  </a:cubicBezTo>
                  <a:cubicBezTo>
                    <a:pt x="0" y="30"/>
                    <a:pt x="0" y="22"/>
                    <a:pt x="6" y="14"/>
                  </a:cubicBezTo>
                  <a:cubicBezTo>
                    <a:pt x="10" y="10"/>
                    <a:pt x="15" y="6"/>
                    <a:pt x="21" y="4"/>
                  </a:cubicBezTo>
                  <a:cubicBezTo>
                    <a:pt x="28" y="1"/>
                    <a:pt x="37" y="0"/>
                    <a:pt x="47" y="0"/>
                  </a:cubicBezTo>
                  <a:cubicBezTo>
                    <a:pt x="58" y="0"/>
                    <a:pt x="67" y="1"/>
                    <a:pt x="74" y="4"/>
                  </a:cubicBezTo>
                  <a:cubicBezTo>
                    <a:pt x="80" y="6"/>
                    <a:pt x="85" y="10"/>
                    <a:pt x="88" y="14"/>
                  </a:cubicBezTo>
                  <a:cubicBezTo>
                    <a:pt x="94" y="22"/>
                    <a:pt x="95" y="30"/>
                    <a:pt x="95" y="30"/>
                  </a:cubicBezTo>
                  <a:cubicBezTo>
                    <a:pt x="95" y="35"/>
                    <a:pt x="90" y="40"/>
                    <a:pt x="84" y="40"/>
                  </a:cubicBezTo>
                  <a:close/>
                  <a:moveTo>
                    <a:pt x="7" y="30"/>
                  </a:moveTo>
                  <a:cubicBezTo>
                    <a:pt x="7" y="32"/>
                    <a:pt x="8" y="33"/>
                    <a:pt x="10" y="33"/>
                  </a:cubicBezTo>
                  <a:cubicBezTo>
                    <a:pt x="84" y="33"/>
                    <a:pt x="84" y="33"/>
                    <a:pt x="84" y="33"/>
                  </a:cubicBezTo>
                  <a:cubicBezTo>
                    <a:pt x="86" y="33"/>
                    <a:pt x="88" y="32"/>
                    <a:pt x="88" y="30"/>
                  </a:cubicBezTo>
                  <a:cubicBezTo>
                    <a:pt x="88" y="30"/>
                    <a:pt x="88" y="24"/>
                    <a:pt x="83" y="18"/>
                  </a:cubicBezTo>
                  <a:cubicBezTo>
                    <a:pt x="76" y="10"/>
                    <a:pt x="64" y="6"/>
                    <a:pt x="47" y="6"/>
                  </a:cubicBezTo>
                  <a:cubicBezTo>
                    <a:pt x="31" y="6"/>
                    <a:pt x="18" y="10"/>
                    <a:pt x="12" y="18"/>
                  </a:cubicBezTo>
                  <a:cubicBezTo>
                    <a:pt x="7" y="24"/>
                    <a:pt x="7" y="30"/>
                    <a:pt x="7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C2C5A5B3-7296-4753-9421-0C0C756D89D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90588" y="708025"/>
              <a:ext cx="169863" cy="180975"/>
            </a:xfrm>
            <a:custGeom>
              <a:avLst/>
              <a:gdLst>
                <a:gd name="T0" fmla="*/ 27 w 54"/>
                <a:gd name="T1" fmla="*/ 54 h 54"/>
                <a:gd name="T2" fmla="*/ 0 w 54"/>
                <a:gd name="T3" fmla="*/ 27 h 54"/>
                <a:gd name="T4" fmla="*/ 27 w 54"/>
                <a:gd name="T5" fmla="*/ 0 h 54"/>
                <a:gd name="T6" fmla="*/ 54 w 54"/>
                <a:gd name="T7" fmla="*/ 27 h 54"/>
                <a:gd name="T8" fmla="*/ 27 w 54"/>
                <a:gd name="T9" fmla="*/ 54 h 54"/>
                <a:gd name="T10" fmla="*/ 27 w 54"/>
                <a:gd name="T11" fmla="*/ 7 h 54"/>
                <a:gd name="T12" fmla="*/ 7 w 54"/>
                <a:gd name="T13" fmla="*/ 27 h 54"/>
                <a:gd name="T14" fmla="*/ 27 w 54"/>
                <a:gd name="T15" fmla="*/ 47 h 54"/>
                <a:gd name="T16" fmla="*/ 48 w 54"/>
                <a:gd name="T17" fmla="*/ 27 h 54"/>
                <a:gd name="T18" fmla="*/ 27 w 54"/>
                <a:gd name="T19" fmla="*/ 7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4" h="54">
                  <a:moveTo>
                    <a:pt x="27" y="54"/>
                  </a:moveTo>
                  <a:cubicBezTo>
                    <a:pt x="12" y="54"/>
                    <a:pt x="0" y="42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4" y="12"/>
                    <a:pt x="54" y="27"/>
                  </a:cubicBezTo>
                  <a:cubicBezTo>
                    <a:pt x="54" y="42"/>
                    <a:pt x="42" y="54"/>
                    <a:pt x="27" y="54"/>
                  </a:cubicBezTo>
                  <a:close/>
                  <a:moveTo>
                    <a:pt x="27" y="7"/>
                  </a:moveTo>
                  <a:cubicBezTo>
                    <a:pt x="16" y="7"/>
                    <a:pt x="7" y="16"/>
                    <a:pt x="7" y="27"/>
                  </a:cubicBezTo>
                  <a:cubicBezTo>
                    <a:pt x="7" y="38"/>
                    <a:pt x="16" y="47"/>
                    <a:pt x="27" y="47"/>
                  </a:cubicBezTo>
                  <a:cubicBezTo>
                    <a:pt x="38" y="47"/>
                    <a:pt x="48" y="38"/>
                    <a:pt x="48" y="27"/>
                  </a:cubicBezTo>
                  <a:cubicBezTo>
                    <a:pt x="48" y="16"/>
                    <a:pt x="38" y="7"/>
                    <a:pt x="27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49B5226A-358C-4E72-8441-DF11AF805A17}"/>
                </a:ext>
              </a:extLst>
            </p:cNvPr>
            <p:cNvSpPr>
              <a:spLocks/>
            </p:cNvSpPr>
            <p:nvPr/>
          </p:nvSpPr>
          <p:spPr bwMode="auto">
            <a:xfrm>
              <a:off x="703263" y="931863"/>
              <a:ext cx="125413" cy="114300"/>
            </a:xfrm>
            <a:custGeom>
              <a:avLst/>
              <a:gdLst>
                <a:gd name="T0" fmla="*/ 30 w 40"/>
                <a:gd name="T1" fmla="*/ 34 h 34"/>
                <a:gd name="T2" fmla="*/ 10 w 40"/>
                <a:gd name="T3" fmla="*/ 34 h 34"/>
                <a:gd name="T4" fmla="*/ 0 w 40"/>
                <a:gd name="T5" fmla="*/ 24 h 34"/>
                <a:gd name="T6" fmla="*/ 4 w 40"/>
                <a:gd name="T7" fmla="*/ 12 h 34"/>
                <a:gd name="T8" fmla="*/ 14 w 40"/>
                <a:gd name="T9" fmla="*/ 4 h 34"/>
                <a:gd name="T10" fmla="*/ 33 w 40"/>
                <a:gd name="T11" fmla="*/ 0 h 34"/>
                <a:gd name="T12" fmla="*/ 37 w 40"/>
                <a:gd name="T13" fmla="*/ 0 h 34"/>
                <a:gd name="T14" fmla="*/ 40 w 40"/>
                <a:gd name="T15" fmla="*/ 4 h 34"/>
                <a:gd name="T16" fmla="*/ 36 w 40"/>
                <a:gd name="T17" fmla="*/ 7 h 34"/>
                <a:gd name="T18" fmla="*/ 33 w 40"/>
                <a:gd name="T19" fmla="*/ 7 h 34"/>
                <a:gd name="T20" fmla="*/ 6 w 40"/>
                <a:gd name="T21" fmla="*/ 24 h 34"/>
                <a:gd name="T22" fmla="*/ 10 w 40"/>
                <a:gd name="T23" fmla="*/ 27 h 34"/>
                <a:gd name="T24" fmla="*/ 30 w 40"/>
                <a:gd name="T25" fmla="*/ 27 h 34"/>
                <a:gd name="T26" fmla="*/ 33 w 40"/>
                <a:gd name="T27" fmla="*/ 31 h 34"/>
                <a:gd name="T28" fmla="*/ 30 w 40"/>
                <a:gd name="T29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0" h="34">
                  <a:moveTo>
                    <a:pt x="30" y="34"/>
                  </a:moveTo>
                  <a:cubicBezTo>
                    <a:pt x="10" y="34"/>
                    <a:pt x="10" y="34"/>
                    <a:pt x="10" y="34"/>
                  </a:cubicBezTo>
                  <a:cubicBezTo>
                    <a:pt x="4" y="34"/>
                    <a:pt x="0" y="29"/>
                    <a:pt x="0" y="24"/>
                  </a:cubicBezTo>
                  <a:cubicBezTo>
                    <a:pt x="0" y="24"/>
                    <a:pt x="0" y="18"/>
                    <a:pt x="4" y="12"/>
                  </a:cubicBezTo>
                  <a:cubicBezTo>
                    <a:pt x="7" y="8"/>
                    <a:pt x="10" y="6"/>
                    <a:pt x="14" y="4"/>
                  </a:cubicBezTo>
                  <a:cubicBezTo>
                    <a:pt x="20" y="1"/>
                    <a:pt x="26" y="0"/>
                    <a:pt x="33" y="0"/>
                  </a:cubicBezTo>
                  <a:cubicBezTo>
                    <a:pt x="34" y="0"/>
                    <a:pt x="36" y="0"/>
                    <a:pt x="37" y="0"/>
                  </a:cubicBezTo>
                  <a:cubicBezTo>
                    <a:pt x="39" y="0"/>
                    <a:pt x="40" y="2"/>
                    <a:pt x="40" y="4"/>
                  </a:cubicBezTo>
                  <a:cubicBezTo>
                    <a:pt x="40" y="6"/>
                    <a:pt x="38" y="7"/>
                    <a:pt x="36" y="7"/>
                  </a:cubicBezTo>
                  <a:cubicBezTo>
                    <a:pt x="35" y="7"/>
                    <a:pt x="34" y="7"/>
                    <a:pt x="33" y="7"/>
                  </a:cubicBezTo>
                  <a:cubicBezTo>
                    <a:pt x="7" y="7"/>
                    <a:pt x="6" y="23"/>
                    <a:pt x="6" y="24"/>
                  </a:cubicBezTo>
                  <a:cubicBezTo>
                    <a:pt x="6" y="26"/>
                    <a:pt x="8" y="27"/>
                    <a:pt x="10" y="27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32" y="27"/>
                    <a:pt x="33" y="29"/>
                    <a:pt x="33" y="31"/>
                  </a:cubicBezTo>
                  <a:cubicBezTo>
                    <a:pt x="33" y="33"/>
                    <a:pt x="32" y="34"/>
                    <a:pt x="30" y="3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52DE6B41-EBD2-4066-931B-5770B2E533D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4538" y="774700"/>
              <a:ext cx="128588" cy="138113"/>
            </a:xfrm>
            <a:custGeom>
              <a:avLst/>
              <a:gdLst>
                <a:gd name="T0" fmla="*/ 20 w 41"/>
                <a:gd name="T1" fmla="*/ 41 h 41"/>
                <a:gd name="T2" fmla="*/ 0 w 41"/>
                <a:gd name="T3" fmla="*/ 20 h 41"/>
                <a:gd name="T4" fmla="*/ 20 w 41"/>
                <a:gd name="T5" fmla="*/ 0 h 41"/>
                <a:gd name="T6" fmla="*/ 41 w 41"/>
                <a:gd name="T7" fmla="*/ 20 h 41"/>
                <a:gd name="T8" fmla="*/ 20 w 41"/>
                <a:gd name="T9" fmla="*/ 41 h 41"/>
                <a:gd name="T10" fmla="*/ 20 w 41"/>
                <a:gd name="T11" fmla="*/ 7 h 41"/>
                <a:gd name="T12" fmla="*/ 7 w 41"/>
                <a:gd name="T13" fmla="*/ 20 h 41"/>
                <a:gd name="T14" fmla="*/ 20 w 41"/>
                <a:gd name="T15" fmla="*/ 34 h 41"/>
                <a:gd name="T16" fmla="*/ 34 w 41"/>
                <a:gd name="T17" fmla="*/ 20 h 41"/>
                <a:gd name="T18" fmla="*/ 20 w 41"/>
                <a:gd name="T19" fmla="*/ 7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41">
                  <a:moveTo>
                    <a:pt x="20" y="41"/>
                  </a:moveTo>
                  <a:cubicBezTo>
                    <a:pt x="9" y="41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1" y="9"/>
                    <a:pt x="41" y="20"/>
                  </a:cubicBezTo>
                  <a:cubicBezTo>
                    <a:pt x="41" y="31"/>
                    <a:pt x="31" y="41"/>
                    <a:pt x="20" y="41"/>
                  </a:cubicBezTo>
                  <a:close/>
                  <a:moveTo>
                    <a:pt x="20" y="7"/>
                  </a:moveTo>
                  <a:cubicBezTo>
                    <a:pt x="13" y="7"/>
                    <a:pt x="7" y="13"/>
                    <a:pt x="7" y="20"/>
                  </a:cubicBezTo>
                  <a:cubicBezTo>
                    <a:pt x="7" y="28"/>
                    <a:pt x="13" y="34"/>
                    <a:pt x="20" y="34"/>
                  </a:cubicBezTo>
                  <a:cubicBezTo>
                    <a:pt x="28" y="34"/>
                    <a:pt x="34" y="28"/>
                    <a:pt x="34" y="20"/>
                  </a:cubicBezTo>
                  <a:cubicBezTo>
                    <a:pt x="34" y="13"/>
                    <a:pt x="28" y="7"/>
                    <a:pt x="20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E53166C-9F54-481F-91A6-865AA2B09C56}"/>
              </a:ext>
            </a:extLst>
          </p:cNvPr>
          <p:cNvGrpSpPr/>
          <p:nvPr/>
        </p:nvGrpSpPr>
        <p:grpSpPr>
          <a:xfrm>
            <a:off x="7450497" y="3523346"/>
            <a:ext cx="357678" cy="382346"/>
            <a:chOff x="-1295400" y="1143000"/>
            <a:chExt cx="414338" cy="442913"/>
          </a:xfrm>
          <a:solidFill>
            <a:schemeClr val="bg1"/>
          </a:solidFill>
        </p:grpSpPr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9D02BA46-692B-4B4F-AFF2-5157DABB13C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1295400" y="1143000"/>
              <a:ext cx="414338" cy="442913"/>
            </a:xfrm>
            <a:custGeom>
              <a:avLst/>
              <a:gdLst>
                <a:gd name="T0" fmla="*/ 49 w 132"/>
                <a:gd name="T1" fmla="*/ 131 h 132"/>
                <a:gd name="T2" fmla="*/ 31 w 132"/>
                <a:gd name="T3" fmla="*/ 120 h 132"/>
                <a:gd name="T4" fmla="*/ 19 w 132"/>
                <a:gd name="T5" fmla="*/ 100 h 132"/>
                <a:gd name="T6" fmla="*/ 8 w 132"/>
                <a:gd name="T7" fmla="*/ 100 h 132"/>
                <a:gd name="T8" fmla="*/ 3 w 132"/>
                <a:gd name="T9" fmla="*/ 79 h 132"/>
                <a:gd name="T10" fmla="*/ 3 w 132"/>
                <a:gd name="T11" fmla="*/ 53 h 132"/>
                <a:gd name="T12" fmla="*/ 8 w 132"/>
                <a:gd name="T13" fmla="*/ 32 h 132"/>
                <a:gd name="T14" fmla="*/ 19 w 132"/>
                <a:gd name="T15" fmla="*/ 32 h 132"/>
                <a:gd name="T16" fmla="*/ 31 w 132"/>
                <a:gd name="T17" fmla="*/ 12 h 132"/>
                <a:gd name="T18" fmla="*/ 49 w 132"/>
                <a:gd name="T19" fmla="*/ 1 h 132"/>
                <a:gd name="T20" fmla="*/ 66 w 132"/>
                <a:gd name="T21" fmla="*/ 12 h 132"/>
                <a:gd name="T22" fmla="*/ 83 w 132"/>
                <a:gd name="T23" fmla="*/ 1 h 132"/>
                <a:gd name="T24" fmla="*/ 101 w 132"/>
                <a:gd name="T25" fmla="*/ 12 h 132"/>
                <a:gd name="T26" fmla="*/ 113 w 132"/>
                <a:gd name="T27" fmla="*/ 32 h 132"/>
                <a:gd name="T28" fmla="*/ 124 w 132"/>
                <a:gd name="T29" fmla="*/ 32 h 132"/>
                <a:gd name="T30" fmla="*/ 129 w 132"/>
                <a:gd name="T31" fmla="*/ 53 h 132"/>
                <a:gd name="T32" fmla="*/ 129 w 132"/>
                <a:gd name="T33" fmla="*/ 79 h 132"/>
                <a:gd name="T34" fmla="*/ 124 w 132"/>
                <a:gd name="T35" fmla="*/ 100 h 132"/>
                <a:gd name="T36" fmla="*/ 113 w 132"/>
                <a:gd name="T37" fmla="*/ 100 h 132"/>
                <a:gd name="T38" fmla="*/ 101 w 132"/>
                <a:gd name="T39" fmla="*/ 120 h 132"/>
                <a:gd name="T40" fmla="*/ 83 w 132"/>
                <a:gd name="T41" fmla="*/ 131 h 132"/>
                <a:gd name="T42" fmla="*/ 66 w 132"/>
                <a:gd name="T43" fmla="*/ 120 h 132"/>
                <a:gd name="T44" fmla="*/ 50 w 132"/>
                <a:gd name="T45" fmla="*/ 131 h 132"/>
                <a:gd name="T46" fmla="*/ 84 w 132"/>
                <a:gd name="T47" fmla="*/ 124 h 132"/>
                <a:gd name="T48" fmla="*/ 93 w 132"/>
                <a:gd name="T49" fmla="*/ 113 h 132"/>
                <a:gd name="T50" fmla="*/ 120 w 132"/>
                <a:gd name="T51" fmla="*/ 94 h 132"/>
                <a:gd name="T52" fmla="*/ 113 w 132"/>
                <a:gd name="T53" fmla="*/ 66 h 132"/>
                <a:gd name="T54" fmla="*/ 120 w 132"/>
                <a:gd name="T55" fmla="*/ 38 h 132"/>
                <a:gd name="T56" fmla="*/ 93 w 132"/>
                <a:gd name="T57" fmla="*/ 19 h 132"/>
                <a:gd name="T58" fmla="*/ 84 w 132"/>
                <a:gd name="T59" fmla="*/ 8 h 132"/>
                <a:gd name="T60" fmla="*/ 48 w 132"/>
                <a:gd name="T61" fmla="*/ 8 h 132"/>
                <a:gd name="T62" fmla="*/ 39 w 132"/>
                <a:gd name="T63" fmla="*/ 19 h 132"/>
                <a:gd name="T64" fmla="*/ 12 w 132"/>
                <a:gd name="T65" fmla="*/ 38 h 132"/>
                <a:gd name="T66" fmla="*/ 19 w 132"/>
                <a:gd name="T67" fmla="*/ 66 h 132"/>
                <a:gd name="T68" fmla="*/ 12 w 132"/>
                <a:gd name="T69" fmla="*/ 94 h 132"/>
                <a:gd name="T70" fmla="*/ 39 w 132"/>
                <a:gd name="T71" fmla="*/ 113 h 132"/>
                <a:gd name="T72" fmla="*/ 48 w 132"/>
                <a:gd name="T73" fmla="*/ 124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32" h="132">
                  <a:moveTo>
                    <a:pt x="50" y="131"/>
                  </a:moveTo>
                  <a:cubicBezTo>
                    <a:pt x="50" y="131"/>
                    <a:pt x="49" y="131"/>
                    <a:pt x="49" y="131"/>
                  </a:cubicBezTo>
                  <a:cubicBezTo>
                    <a:pt x="43" y="130"/>
                    <a:pt x="37" y="127"/>
                    <a:pt x="32" y="124"/>
                  </a:cubicBezTo>
                  <a:cubicBezTo>
                    <a:pt x="30" y="123"/>
                    <a:pt x="30" y="121"/>
                    <a:pt x="31" y="120"/>
                  </a:cubicBezTo>
                  <a:cubicBezTo>
                    <a:pt x="32" y="118"/>
                    <a:pt x="32" y="115"/>
                    <a:pt x="32" y="113"/>
                  </a:cubicBezTo>
                  <a:cubicBezTo>
                    <a:pt x="32" y="106"/>
                    <a:pt x="26" y="100"/>
                    <a:pt x="19" y="100"/>
                  </a:cubicBezTo>
                  <a:cubicBezTo>
                    <a:pt x="16" y="100"/>
                    <a:pt x="14" y="100"/>
                    <a:pt x="12" y="101"/>
                  </a:cubicBezTo>
                  <a:cubicBezTo>
                    <a:pt x="11" y="102"/>
                    <a:pt x="9" y="102"/>
                    <a:pt x="8" y="100"/>
                  </a:cubicBezTo>
                  <a:cubicBezTo>
                    <a:pt x="4" y="95"/>
                    <a:pt x="2" y="89"/>
                    <a:pt x="1" y="83"/>
                  </a:cubicBezTo>
                  <a:cubicBezTo>
                    <a:pt x="0" y="81"/>
                    <a:pt x="1" y="79"/>
                    <a:pt x="3" y="79"/>
                  </a:cubicBezTo>
                  <a:cubicBezTo>
                    <a:pt x="8" y="77"/>
                    <a:pt x="12" y="72"/>
                    <a:pt x="12" y="66"/>
                  </a:cubicBezTo>
                  <a:cubicBezTo>
                    <a:pt x="12" y="60"/>
                    <a:pt x="8" y="55"/>
                    <a:pt x="3" y="53"/>
                  </a:cubicBezTo>
                  <a:cubicBezTo>
                    <a:pt x="1" y="53"/>
                    <a:pt x="0" y="51"/>
                    <a:pt x="1" y="49"/>
                  </a:cubicBezTo>
                  <a:cubicBezTo>
                    <a:pt x="2" y="43"/>
                    <a:pt x="4" y="37"/>
                    <a:pt x="8" y="32"/>
                  </a:cubicBezTo>
                  <a:cubicBezTo>
                    <a:pt x="9" y="30"/>
                    <a:pt x="11" y="30"/>
                    <a:pt x="12" y="31"/>
                  </a:cubicBezTo>
                  <a:cubicBezTo>
                    <a:pt x="14" y="32"/>
                    <a:pt x="16" y="32"/>
                    <a:pt x="19" y="32"/>
                  </a:cubicBezTo>
                  <a:cubicBezTo>
                    <a:pt x="26" y="32"/>
                    <a:pt x="32" y="26"/>
                    <a:pt x="32" y="19"/>
                  </a:cubicBezTo>
                  <a:cubicBezTo>
                    <a:pt x="32" y="16"/>
                    <a:pt x="32" y="14"/>
                    <a:pt x="31" y="12"/>
                  </a:cubicBezTo>
                  <a:cubicBezTo>
                    <a:pt x="30" y="11"/>
                    <a:pt x="30" y="9"/>
                    <a:pt x="32" y="8"/>
                  </a:cubicBezTo>
                  <a:cubicBezTo>
                    <a:pt x="37" y="5"/>
                    <a:pt x="43" y="2"/>
                    <a:pt x="49" y="1"/>
                  </a:cubicBezTo>
                  <a:cubicBezTo>
                    <a:pt x="51" y="0"/>
                    <a:pt x="53" y="1"/>
                    <a:pt x="53" y="3"/>
                  </a:cubicBezTo>
                  <a:cubicBezTo>
                    <a:pt x="55" y="8"/>
                    <a:pt x="60" y="12"/>
                    <a:pt x="66" y="12"/>
                  </a:cubicBezTo>
                  <a:cubicBezTo>
                    <a:pt x="72" y="12"/>
                    <a:pt x="77" y="8"/>
                    <a:pt x="79" y="3"/>
                  </a:cubicBezTo>
                  <a:cubicBezTo>
                    <a:pt x="79" y="1"/>
                    <a:pt x="81" y="0"/>
                    <a:pt x="83" y="1"/>
                  </a:cubicBezTo>
                  <a:cubicBezTo>
                    <a:pt x="89" y="2"/>
                    <a:pt x="95" y="5"/>
                    <a:pt x="100" y="8"/>
                  </a:cubicBezTo>
                  <a:cubicBezTo>
                    <a:pt x="102" y="9"/>
                    <a:pt x="102" y="11"/>
                    <a:pt x="101" y="12"/>
                  </a:cubicBezTo>
                  <a:cubicBezTo>
                    <a:pt x="100" y="14"/>
                    <a:pt x="100" y="16"/>
                    <a:pt x="100" y="19"/>
                  </a:cubicBezTo>
                  <a:cubicBezTo>
                    <a:pt x="100" y="26"/>
                    <a:pt x="106" y="32"/>
                    <a:pt x="113" y="32"/>
                  </a:cubicBezTo>
                  <a:cubicBezTo>
                    <a:pt x="115" y="32"/>
                    <a:pt x="118" y="32"/>
                    <a:pt x="120" y="31"/>
                  </a:cubicBezTo>
                  <a:cubicBezTo>
                    <a:pt x="121" y="30"/>
                    <a:pt x="123" y="30"/>
                    <a:pt x="124" y="32"/>
                  </a:cubicBezTo>
                  <a:cubicBezTo>
                    <a:pt x="127" y="37"/>
                    <a:pt x="130" y="43"/>
                    <a:pt x="131" y="49"/>
                  </a:cubicBezTo>
                  <a:cubicBezTo>
                    <a:pt x="132" y="51"/>
                    <a:pt x="131" y="53"/>
                    <a:pt x="129" y="53"/>
                  </a:cubicBezTo>
                  <a:cubicBezTo>
                    <a:pt x="124" y="55"/>
                    <a:pt x="120" y="60"/>
                    <a:pt x="120" y="66"/>
                  </a:cubicBezTo>
                  <a:cubicBezTo>
                    <a:pt x="120" y="72"/>
                    <a:pt x="124" y="77"/>
                    <a:pt x="129" y="79"/>
                  </a:cubicBezTo>
                  <a:cubicBezTo>
                    <a:pt x="131" y="79"/>
                    <a:pt x="132" y="81"/>
                    <a:pt x="131" y="83"/>
                  </a:cubicBezTo>
                  <a:cubicBezTo>
                    <a:pt x="130" y="89"/>
                    <a:pt x="127" y="95"/>
                    <a:pt x="124" y="100"/>
                  </a:cubicBezTo>
                  <a:cubicBezTo>
                    <a:pt x="123" y="102"/>
                    <a:pt x="121" y="102"/>
                    <a:pt x="120" y="101"/>
                  </a:cubicBezTo>
                  <a:cubicBezTo>
                    <a:pt x="118" y="100"/>
                    <a:pt x="115" y="100"/>
                    <a:pt x="113" y="100"/>
                  </a:cubicBezTo>
                  <a:cubicBezTo>
                    <a:pt x="106" y="100"/>
                    <a:pt x="100" y="106"/>
                    <a:pt x="100" y="113"/>
                  </a:cubicBezTo>
                  <a:cubicBezTo>
                    <a:pt x="100" y="115"/>
                    <a:pt x="100" y="118"/>
                    <a:pt x="101" y="120"/>
                  </a:cubicBezTo>
                  <a:cubicBezTo>
                    <a:pt x="102" y="121"/>
                    <a:pt x="102" y="123"/>
                    <a:pt x="100" y="124"/>
                  </a:cubicBezTo>
                  <a:cubicBezTo>
                    <a:pt x="95" y="127"/>
                    <a:pt x="89" y="130"/>
                    <a:pt x="83" y="131"/>
                  </a:cubicBezTo>
                  <a:cubicBezTo>
                    <a:pt x="81" y="132"/>
                    <a:pt x="79" y="131"/>
                    <a:pt x="79" y="129"/>
                  </a:cubicBezTo>
                  <a:cubicBezTo>
                    <a:pt x="77" y="124"/>
                    <a:pt x="72" y="120"/>
                    <a:pt x="66" y="120"/>
                  </a:cubicBezTo>
                  <a:cubicBezTo>
                    <a:pt x="60" y="120"/>
                    <a:pt x="55" y="124"/>
                    <a:pt x="53" y="129"/>
                  </a:cubicBezTo>
                  <a:cubicBezTo>
                    <a:pt x="53" y="131"/>
                    <a:pt x="51" y="131"/>
                    <a:pt x="50" y="131"/>
                  </a:cubicBezTo>
                  <a:close/>
                  <a:moveTo>
                    <a:pt x="66" y="113"/>
                  </a:moveTo>
                  <a:cubicBezTo>
                    <a:pt x="74" y="113"/>
                    <a:pt x="80" y="117"/>
                    <a:pt x="84" y="124"/>
                  </a:cubicBezTo>
                  <a:cubicBezTo>
                    <a:pt x="87" y="123"/>
                    <a:pt x="91" y="122"/>
                    <a:pt x="94" y="120"/>
                  </a:cubicBezTo>
                  <a:cubicBezTo>
                    <a:pt x="93" y="118"/>
                    <a:pt x="93" y="115"/>
                    <a:pt x="93" y="113"/>
                  </a:cubicBezTo>
                  <a:cubicBezTo>
                    <a:pt x="93" y="102"/>
                    <a:pt x="102" y="93"/>
                    <a:pt x="113" y="93"/>
                  </a:cubicBezTo>
                  <a:cubicBezTo>
                    <a:pt x="115" y="93"/>
                    <a:pt x="118" y="93"/>
                    <a:pt x="120" y="94"/>
                  </a:cubicBezTo>
                  <a:cubicBezTo>
                    <a:pt x="121" y="91"/>
                    <a:pt x="123" y="87"/>
                    <a:pt x="124" y="84"/>
                  </a:cubicBezTo>
                  <a:cubicBezTo>
                    <a:pt x="117" y="80"/>
                    <a:pt x="113" y="74"/>
                    <a:pt x="113" y="66"/>
                  </a:cubicBezTo>
                  <a:cubicBezTo>
                    <a:pt x="113" y="58"/>
                    <a:pt x="117" y="51"/>
                    <a:pt x="124" y="48"/>
                  </a:cubicBezTo>
                  <a:cubicBezTo>
                    <a:pt x="123" y="45"/>
                    <a:pt x="121" y="41"/>
                    <a:pt x="120" y="38"/>
                  </a:cubicBezTo>
                  <a:cubicBezTo>
                    <a:pt x="118" y="39"/>
                    <a:pt x="115" y="39"/>
                    <a:pt x="113" y="39"/>
                  </a:cubicBezTo>
                  <a:cubicBezTo>
                    <a:pt x="102" y="39"/>
                    <a:pt x="93" y="30"/>
                    <a:pt x="93" y="19"/>
                  </a:cubicBezTo>
                  <a:cubicBezTo>
                    <a:pt x="93" y="16"/>
                    <a:pt x="93" y="14"/>
                    <a:pt x="94" y="12"/>
                  </a:cubicBezTo>
                  <a:cubicBezTo>
                    <a:pt x="91" y="10"/>
                    <a:pt x="87" y="9"/>
                    <a:pt x="84" y="8"/>
                  </a:cubicBezTo>
                  <a:cubicBezTo>
                    <a:pt x="80" y="14"/>
                    <a:pt x="74" y="19"/>
                    <a:pt x="66" y="19"/>
                  </a:cubicBezTo>
                  <a:cubicBezTo>
                    <a:pt x="58" y="19"/>
                    <a:pt x="51" y="14"/>
                    <a:pt x="48" y="8"/>
                  </a:cubicBezTo>
                  <a:cubicBezTo>
                    <a:pt x="44" y="9"/>
                    <a:pt x="41" y="10"/>
                    <a:pt x="38" y="12"/>
                  </a:cubicBezTo>
                  <a:cubicBezTo>
                    <a:pt x="39" y="14"/>
                    <a:pt x="39" y="16"/>
                    <a:pt x="39" y="19"/>
                  </a:cubicBezTo>
                  <a:cubicBezTo>
                    <a:pt x="39" y="30"/>
                    <a:pt x="30" y="39"/>
                    <a:pt x="19" y="39"/>
                  </a:cubicBezTo>
                  <a:cubicBezTo>
                    <a:pt x="16" y="39"/>
                    <a:pt x="14" y="39"/>
                    <a:pt x="12" y="38"/>
                  </a:cubicBezTo>
                  <a:cubicBezTo>
                    <a:pt x="10" y="41"/>
                    <a:pt x="9" y="45"/>
                    <a:pt x="8" y="48"/>
                  </a:cubicBezTo>
                  <a:cubicBezTo>
                    <a:pt x="14" y="51"/>
                    <a:pt x="19" y="58"/>
                    <a:pt x="19" y="66"/>
                  </a:cubicBezTo>
                  <a:cubicBezTo>
                    <a:pt x="19" y="74"/>
                    <a:pt x="14" y="80"/>
                    <a:pt x="8" y="84"/>
                  </a:cubicBezTo>
                  <a:cubicBezTo>
                    <a:pt x="9" y="87"/>
                    <a:pt x="10" y="91"/>
                    <a:pt x="12" y="94"/>
                  </a:cubicBezTo>
                  <a:cubicBezTo>
                    <a:pt x="14" y="93"/>
                    <a:pt x="16" y="93"/>
                    <a:pt x="19" y="93"/>
                  </a:cubicBezTo>
                  <a:cubicBezTo>
                    <a:pt x="30" y="93"/>
                    <a:pt x="39" y="102"/>
                    <a:pt x="39" y="113"/>
                  </a:cubicBezTo>
                  <a:cubicBezTo>
                    <a:pt x="39" y="115"/>
                    <a:pt x="39" y="118"/>
                    <a:pt x="38" y="120"/>
                  </a:cubicBezTo>
                  <a:cubicBezTo>
                    <a:pt x="41" y="122"/>
                    <a:pt x="44" y="123"/>
                    <a:pt x="48" y="124"/>
                  </a:cubicBezTo>
                  <a:cubicBezTo>
                    <a:pt x="51" y="117"/>
                    <a:pt x="58" y="113"/>
                    <a:pt x="66" y="1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75D1FA65-20A7-421D-821D-632BEC9DC2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1150938" y="1296988"/>
              <a:ext cx="125413" cy="134938"/>
            </a:xfrm>
            <a:custGeom>
              <a:avLst/>
              <a:gdLst>
                <a:gd name="T0" fmla="*/ 20 w 40"/>
                <a:gd name="T1" fmla="*/ 40 h 40"/>
                <a:gd name="T2" fmla="*/ 0 w 40"/>
                <a:gd name="T3" fmla="*/ 20 h 40"/>
                <a:gd name="T4" fmla="*/ 20 w 40"/>
                <a:gd name="T5" fmla="*/ 0 h 40"/>
                <a:gd name="T6" fmla="*/ 40 w 40"/>
                <a:gd name="T7" fmla="*/ 20 h 40"/>
                <a:gd name="T8" fmla="*/ 20 w 40"/>
                <a:gd name="T9" fmla="*/ 40 h 40"/>
                <a:gd name="T10" fmla="*/ 20 w 40"/>
                <a:gd name="T11" fmla="*/ 6 h 40"/>
                <a:gd name="T12" fmla="*/ 6 w 40"/>
                <a:gd name="T13" fmla="*/ 20 h 40"/>
                <a:gd name="T14" fmla="*/ 20 w 40"/>
                <a:gd name="T15" fmla="*/ 33 h 40"/>
                <a:gd name="T16" fmla="*/ 33 w 40"/>
                <a:gd name="T17" fmla="*/ 20 h 40"/>
                <a:gd name="T18" fmla="*/ 20 w 40"/>
                <a:gd name="T19" fmla="*/ 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6"/>
                  </a:moveTo>
                  <a:cubicBezTo>
                    <a:pt x="12" y="6"/>
                    <a:pt x="6" y="13"/>
                    <a:pt x="6" y="20"/>
                  </a:cubicBezTo>
                  <a:cubicBezTo>
                    <a:pt x="6" y="27"/>
                    <a:pt x="12" y="33"/>
                    <a:pt x="20" y="33"/>
                  </a:cubicBezTo>
                  <a:cubicBezTo>
                    <a:pt x="27" y="33"/>
                    <a:pt x="33" y="27"/>
                    <a:pt x="33" y="20"/>
                  </a:cubicBezTo>
                  <a:cubicBezTo>
                    <a:pt x="33" y="13"/>
                    <a:pt x="27" y="6"/>
                    <a:pt x="20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4A349DDD-2F42-4316-9458-136F3607B05B}"/>
              </a:ext>
            </a:extLst>
          </p:cNvPr>
          <p:cNvSpPr txBox="1"/>
          <p:nvPr/>
        </p:nvSpPr>
        <p:spPr>
          <a:xfrm>
            <a:off x="714290" y="776213"/>
            <a:ext cx="3813038" cy="65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500" dirty="0">
                <a:solidFill>
                  <a:schemeClr val="accent2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Market</a:t>
            </a:r>
            <a:r>
              <a:rPr lang="en-US" sz="3500" dirty="0">
                <a:latin typeface="Poppins SemiBold" panose="00000700000000000000" pitchFamily="50" charset="0"/>
                <a:cs typeface="Poppins SemiBold" panose="00000700000000000000" pitchFamily="50" charset="0"/>
              </a:rPr>
              <a:t> Size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F081184-AFF7-402B-99B7-F8035597B1E0}"/>
              </a:ext>
            </a:extLst>
          </p:cNvPr>
          <p:cNvSpPr txBox="1"/>
          <p:nvPr/>
        </p:nvSpPr>
        <p:spPr>
          <a:xfrm>
            <a:off x="767450" y="2183969"/>
            <a:ext cx="2818517" cy="598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6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The design of the topic analysis Methods.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DBE3724-B652-4658-B681-D16838A21B4C}"/>
              </a:ext>
            </a:extLst>
          </p:cNvPr>
          <p:cNvSpPr txBox="1"/>
          <p:nvPr/>
        </p:nvSpPr>
        <p:spPr>
          <a:xfrm>
            <a:off x="767452" y="3674939"/>
            <a:ext cx="3813038" cy="484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variations of passages of Lorem Ipsum available, or look  slightly believable.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5585B46-88F5-4E46-AE64-5AF9B1E531E7}"/>
              </a:ext>
            </a:extLst>
          </p:cNvPr>
          <p:cNvSpPr txBox="1"/>
          <p:nvPr/>
        </p:nvSpPr>
        <p:spPr>
          <a:xfrm>
            <a:off x="767452" y="2926354"/>
            <a:ext cx="3813038" cy="580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20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variations of passages of Lorem available, but the or randomized words</a:t>
            </a:r>
            <a:endParaRPr lang="en-US" sz="1200" i="1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1538D71B-47DC-4D57-BAA0-42D1CC6C81D1}"/>
              </a:ext>
            </a:extLst>
          </p:cNvPr>
          <p:cNvSpPr/>
          <p:nvPr/>
        </p:nvSpPr>
        <p:spPr>
          <a:xfrm>
            <a:off x="843332" y="5011998"/>
            <a:ext cx="3051289" cy="263951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3B8F21D1-C531-4121-BA78-4DECB37A3E6E}"/>
              </a:ext>
            </a:extLst>
          </p:cNvPr>
          <p:cNvSpPr/>
          <p:nvPr/>
        </p:nvSpPr>
        <p:spPr>
          <a:xfrm>
            <a:off x="843332" y="5603099"/>
            <a:ext cx="3051289" cy="263951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D990054F-430E-4FFA-98A7-EED347C8F321}"/>
              </a:ext>
            </a:extLst>
          </p:cNvPr>
          <p:cNvSpPr/>
          <p:nvPr/>
        </p:nvSpPr>
        <p:spPr>
          <a:xfrm>
            <a:off x="843333" y="5011998"/>
            <a:ext cx="1675233" cy="26395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1A2652E7-B3B6-4CB4-A8F0-CAA38967D3D7}"/>
              </a:ext>
            </a:extLst>
          </p:cNvPr>
          <p:cNvSpPr/>
          <p:nvPr/>
        </p:nvSpPr>
        <p:spPr>
          <a:xfrm>
            <a:off x="843334" y="5603099"/>
            <a:ext cx="1675232" cy="263951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0C3F702-9C91-4609-B3D0-B054BAC24E07}"/>
              </a:ext>
            </a:extLst>
          </p:cNvPr>
          <p:cNvSpPr txBox="1"/>
          <p:nvPr/>
        </p:nvSpPr>
        <p:spPr>
          <a:xfrm>
            <a:off x="3374831" y="5005839"/>
            <a:ext cx="634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Poppins regular" panose="00000500000000000000" pitchFamily="2" charset="0"/>
                <a:ea typeface="Jost" pitchFamily="2" charset="0"/>
                <a:cs typeface="Poppins regular" panose="00000500000000000000" pitchFamily="2" charset="0"/>
              </a:rPr>
              <a:t>78%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8798ED3-8619-4A69-B1AF-859AA4601224}"/>
              </a:ext>
            </a:extLst>
          </p:cNvPr>
          <p:cNvSpPr txBox="1"/>
          <p:nvPr/>
        </p:nvSpPr>
        <p:spPr>
          <a:xfrm>
            <a:off x="3374831" y="5607846"/>
            <a:ext cx="5197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Poppins regular" panose="00000500000000000000" pitchFamily="2" charset="0"/>
                <a:ea typeface="Jost" pitchFamily="2" charset="0"/>
                <a:cs typeface="Poppins regular" panose="00000500000000000000" pitchFamily="2" charset="0"/>
              </a:rPr>
              <a:t>65%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5D2CF48-FCD8-43B3-9811-7568DE6F1EA1}"/>
              </a:ext>
            </a:extLst>
          </p:cNvPr>
          <p:cNvSpPr txBox="1"/>
          <p:nvPr/>
        </p:nvSpPr>
        <p:spPr>
          <a:xfrm>
            <a:off x="5624368" y="3337754"/>
            <a:ext cx="1007809" cy="6256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2800" dirty="0">
                <a:solidFill>
                  <a:schemeClr val="bg1"/>
                </a:solidFill>
                <a:latin typeface="Poppins regular" panose="00000500000000000000" pitchFamily="2" charset="0"/>
                <a:cs typeface="Poppins regular" panose="00000500000000000000" pitchFamily="2" charset="0"/>
              </a:rPr>
              <a:t>40M</a:t>
            </a:r>
            <a:endParaRPr lang="en-US" sz="2100" dirty="0">
              <a:solidFill>
                <a:schemeClr val="bg1"/>
              </a:solidFill>
              <a:latin typeface="Poppins regular" panose="00000500000000000000" pitchFamily="2" charset="0"/>
              <a:cs typeface="Poppins regular" panose="00000500000000000000" pitchFamily="2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0441260-ABF9-49F5-BC76-AFBB848B3DA3}"/>
              </a:ext>
            </a:extLst>
          </p:cNvPr>
          <p:cNvSpPr txBox="1"/>
          <p:nvPr/>
        </p:nvSpPr>
        <p:spPr>
          <a:xfrm>
            <a:off x="8785020" y="2252441"/>
            <a:ext cx="2337966" cy="484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suffered alteration in some randomized believable.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8" name="Prevalence">
            <a:extLst>
              <a:ext uri="{FF2B5EF4-FFF2-40B4-BE49-F238E27FC236}">
                <a16:creationId xmlns:a16="http://schemas.microsoft.com/office/drawing/2014/main" id="{A98C5897-8A69-40E1-B221-EF14AC230DBD}"/>
              </a:ext>
            </a:extLst>
          </p:cNvPr>
          <p:cNvSpPr/>
          <p:nvPr/>
        </p:nvSpPr>
        <p:spPr>
          <a:xfrm>
            <a:off x="8880332" y="1999106"/>
            <a:ext cx="1650804" cy="19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rPr lang="af-ZA" sz="1400" dirty="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Market-SAM</a:t>
            </a:r>
            <a:endParaRPr sz="1400" dirty="0">
              <a:solidFill>
                <a:schemeClr val="tx1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7CD8EE9-094C-4E90-892F-0A79BAB26FCD}"/>
              </a:ext>
            </a:extLst>
          </p:cNvPr>
          <p:cNvSpPr txBox="1"/>
          <p:nvPr/>
        </p:nvSpPr>
        <p:spPr>
          <a:xfrm>
            <a:off x="9171498" y="3662770"/>
            <a:ext cx="2337966" cy="484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suffered alteration in some randomized believable.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0" name="Prevalence">
            <a:extLst>
              <a:ext uri="{FF2B5EF4-FFF2-40B4-BE49-F238E27FC236}">
                <a16:creationId xmlns:a16="http://schemas.microsoft.com/office/drawing/2014/main" id="{C53F9D66-1906-4585-B68B-586997EF200D}"/>
              </a:ext>
            </a:extLst>
          </p:cNvPr>
          <p:cNvSpPr/>
          <p:nvPr/>
        </p:nvSpPr>
        <p:spPr>
          <a:xfrm>
            <a:off x="9266810" y="3409435"/>
            <a:ext cx="1650804" cy="19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rPr lang="af-ZA" sz="1400" dirty="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Market-TAM</a:t>
            </a:r>
            <a:endParaRPr sz="1400" dirty="0">
              <a:solidFill>
                <a:schemeClr val="tx1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739C850-0819-4A70-BB73-60A5502F7CD8}"/>
              </a:ext>
            </a:extLst>
          </p:cNvPr>
          <p:cNvSpPr txBox="1"/>
          <p:nvPr/>
        </p:nvSpPr>
        <p:spPr>
          <a:xfrm>
            <a:off x="8785020" y="4968298"/>
            <a:ext cx="2337966" cy="484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suffered alteration in some randomized believable.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4" name="Prevalence">
            <a:extLst>
              <a:ext uri="{FF2B5EF4-FFF2-40B4-BE49-F238E27FC236}">
                <a16:creationId xmlns:a16="http://schemas.microsoft.com/office/drawing/2014/main" id="{BAC03BBB-D83A-443B-9773-3903C6D9A567}"/>
              </a:ext>
            </a:extLst>
          </p:cNvPr>
          <p:cNvSpPr/>
          <p:nvPr/>
        </p:nvSpPr>
        <p:spPr>
          <a:xfrm>
            <a:off x="8880332" y="4714963"/>
            <a:ext cx="1650804" cy="19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rPr lang="af-ZA" sz="1400" dirty="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Market-SAM</a:t>
            </a:r>
            <a:endParaRPr sz="1400" dirty="0">
              <a:solidFill>
                <a:schemeClr val="tx1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0065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1AF002FB-5F86-40CB-83EE-36F285AECE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71268218"/>
              </p:ext>
            </p:extLst>
          </p:nvPr>
        </p:nvGraphicFramePr>
        <p:xfrm>
          <a:off x="767150" y="2610410"/>
          <a:ext cx="5471725" cy="34377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B959CB62-DCC8-4FFE-BDD1-D2FE93335A3B}"/>
              </a:ext>
            </a:extLst>
          </p:cNvPr>
          <p:cNvSpPr txBox="1"/>
          <p:nvPr/>
        </p:nvSpPr>
        <p:spPr>
          <a:xfrm>
            <a:off x="714290" y="718157"/>
            <a:ext cx="4772110" cy="65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500" dirty="0">
                <a:solidFill>
                  <a:schemeClr val="accent2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Market </a:t>
            </a:r>
            <a:r>
              <a:rPr lang="en-US" sz="3500" dirty="0">
                <a:latin typeface="Poppins SemiBold" panose="00000700000000000000" pitchFamily="50" charset="0"/>
                <a:cs typeface="Poppins SemiBold" panose="00000700000000000000" pitchFamily="50" charset="0"/>
              </a:rPr>
              <a:t>Adoption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9E87056-0F31-4EDA-B374-833307890B4D}"/>
              </a:ext>
            </a:extLst>
          </p:cNvPr>
          <p:cNvSpPr/>
          <p:nvPr/>
        </p:nvSpPr>
        <p:spPr>
          <a:xfrm>
            <a:off x="7510755" y="1708084"/>
            <a:ext cx="743941" cy="743941"/>
          </a:xfrm>
          <a:prstGeom prst="ellipse">
            <a:avLst/>
          </a:prstGeom>
          <a:solidFill>
            <a:schemeClr val="accent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83B4ECE-AD8C-409D-AC4C-71EE4AFBDC06}"/>
              </a:ext>
            </a:extLst>
          </p:cNvPr>
          <p:cNvGrpSpPr/>
          <p:nvPr/>
        </p:nvGrpSpPr>
        <p:grpSpPr>
          <a:xfrm>
            <a:off x="7730295" y="1918658"/>
            <a:ext cx="304860" cy="322793"/>
            <a:chOff x="-87313" y="279400"/>
            <a:chExt cx="404813" cy="428625"/>
          </a:xfrm>
          <a:solidFill>
            <a:schemeClr val="bg1"/>
          </a:solidFill>
        </p:grpSpPr>
        <p:sp>
          <p:nvSpPr>
            <p:cNvPr id="52" name="Freeform 5">
              <a:extLst>
                <a:ext uri="{FF2B5EF4-FFF2-40B4-BE49-F238E27FC236}">
                  <a16:creationId xmlns:a16="http://schemas.microsoft.com/office/drawing/2014/main" id="{EB4DC7B3-203E-4A0A-8A3E-08671DFFD9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87313" y="279400"/>
              <a:ext cx="404813" cy="428625"/>
            </a:xfrm>
            <a:custGeom>
              <a:avLst/>
              <a:gdLst>
                <a:gd name="T0" fmla="*/ 118 w 129"/>
                <a:gd name="T1" fmla="*/ 128 h 128"/>
                <a:gd name="T2" fmla="*/ 10 w 129"/>
                <a:gd name="T3" fmla="*/ 128 h 128"/>
                <a:gd name="T4" fmla="*/ 0 w 129"/>
                <a:gd name="T5" fmla="*/ 118 h 128"/>
                <a:gd name="T6" fmla="*/ 0 w 129"/>
                <a:gd name="T7" fmla="*/ 10 h 128"/>
                <a:gd name="T8" fmla="*/ 10 w 129"/>
                <a:gd name="T9" fmla="*/ 0 h 128"/>
                <a:gd name="T10" fmla="*/ 118 w 129"/>
                <a:gd name="T11" fmla="*/ 0 h 128"/>
                <a:gd name="T12" fmla="*/ 129 w 129"/>
                <a:gd name="T13" fmla="*/ 10 h 128"/>
                <a:gd name="T14" fmla="*/ 129 w 129"/>
                <a:gd name="T15" fmla="*/ 118 h 128"/>
                <a:gd name="T16" fmla="*/ 118 w 129"/>
                <a:gd name="T17" fmla="*/ 128 h 128"/>
                <a:gd name="T18" fmla="*/ 10 w 129"/>
                <a:gd name="T19" fmla="*/ 6 h 128"/>
                <a:gd name="T20" fmla="*/ 7 w 129"/>
                <a:gd name="T21" fmla="*/ 10 h 128"/>
                <a:gd name="T22" fmla="*/ 7 w 129"/>
                <a:gd name="T23" fmla="*/ 118 h 128"/>
                <a:gd name="T24" fmla="*/ 10 w 129"/>
                <a:gd name="T25" fmla="*/ 121 h 128"/>
                <a:gd name="T26" fmla="*/ 118 w 129"/>
                <a:gd name="T27" fmla="*/ 121 h 128"/>
                <a:gd name="T28" fmla="*/ 122 w 129"/>
                <a:gd name="T29" fmla="*/ 118 h 128"/>
                <a:gd name="T30" fmla="*/ 122 w 129"/>
                <a:gd name="T31" fmla="*/ 10 h 128"/>
                <a:gd name="T32" fmla="*/ 118 w 129"/>
                <a:gd name="T33" fmla="*/ 6 h 128"/>
                <a:gd name="T34" fmla="*/ 10 w 129"/>
                <a:gd name="T35" fmla="*/ 6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9" h="128">
                  <a:moveTo>
                    <a:pt x="118" y="128"/>
                  </a:moveTo>
                  <a:cubicBezTo>
                    <a:pt x="10" y="128"/>
                    <a:pt x="10" y="128"/>
                    <a:pt x="10" y="128"/>
                  </a:cubicBezTo>
                  <a:cubicBezTo>
                    <a:pt x="5" y="128"/>
                    <a:pt x="0" y="123"/>
                    <a:pt x="0" y="118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4"/>
                    <a:pt x="5" y="0"/>
                    <a:pt x="10" y="0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24" y="0"/>
                    <a:pt x="129" y="4"/>
                    <a:pt x="129" y="10"/>
                  </a:cubicBezTo>
                  <a:cubicBezTo>
                    <a:pt x="129" y="118"/>
                    <a:pt x="129" y="118"/>
                    <a:pt x="129" y="118"/>
                  </a:cubicBezTo>
                  <a:cubicBezTo>
                    <a:pt x="129" y="123"/>
                    <a:pt x="124" y="128"/>
                    <a:pt x="118" y="128"/>
                  </a:cubicBezTo>
                  <a:close/>
                  <a:moveTo>
                    <a:pt x="10" y="6"/>
                  </a:moveTo>
                  <a:cubicBezTo>
                    <a:pt x="9" y="6"/>
                    <a:pt x="7" y="8"/>
                    <a:pt x="7" y="10"/>
                  </a:cubicBezTo>
                  <a:cubicBezTo>
                    <a:pt x="7" y="118"/>
                    <a:pt x="7" y="118"/>
                    <a:pt x="7" y="118"/>
                  </a:cubicBezTo>
                  <a:cubicBezTo>
                    <a:pt x="7" y="120"/>
                    <a:pt x="9" y="121"/>
                    <a:pt x="10" y="121"/>
                  </a:cubicBezTo>
                  <a:cubicBezTo>
                    <a:pt x="118" y="121"/>
                    <a:pt x="118" y="121"/>
                    <a:pt x="118" y="121"/>
                  </a:cubicBezTo>
                  <a:cubicBezTo>
                    <a:pt x="120" y="121"/>
                    <a:pt x="122" y="120"/>
                    <a:pt x="122" y="118"/>
                  </a:cubicBezTo>
                  <a:cubicBezTo>
                    <a:pt x="122" y="10"/>
                    <a:pt x="122" y="10"/>
                    <a:pt x="122" y="10"/>
                  </a:cubicBezTo>
                  <a:cubicBezTo>
                    <a:pt x="122" y="8"/>
                    <a:pt x="120" y="6"/>
                    <a:pt x="118" y="6"/>
                  </a:cubicBezTo>
                  <a:lnTo>
                    <a:pt x="10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3" name="Freeform 6">
              <a:extLst>
                <a:ext uri="{FF2B5EF4-FFF2-40B4-BE49-F238E27FC236}">
                  <a16:creationId xmlns:a16="http://schemas.microsoft.com/office/drawing/2014/main" id="{D0B3DB7D-E7E9-409E-85A3-1C5D4C0EB5A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3175" y="412750"/>
              <a:ext cx="66675" cy="228600"/>
            </a:xfrm>
            <a:custGeom>
              <a:avLst/>
              <a:gdLst>
                <a:gd name="T0" fmla="*/ 17 w 21"/>
                <a:gd name="T1" fmla="*/ 68 h 68"/>
                <a:gd name="T2" fmla="*/ 4 w 21"/>
                <a:gd name="T3" fmla="*/ 68 h 68"/>
                <a:gd name="T4" fmla="*/ 0 w 21"/>
                <a:gd name="T5" fmla="*/ 64 h 68"/>
                <a:gd name="T6" fmla="*/ 0 w 21"/>
                <a:gd name="T7" fmla="*/ 3 h 68"/>
                <a:gd name="T8" fmla="*/ 4 w 21"/>
                <a:gd name="T9" fmla="*/ 0 h 68"/>
                <a:gd name="T10" fmla="*/ 17 w 21"/>
                <a:gd name="T11" fmla="*/ 0 h 68"/>
                <a:gd name="T12" fmla="*/ 21 w 21"/>
                <a:gd name="T13" fmla="*/ 3 h 68"/>
                <a:gd name="T14" fmla="*/ 21 w 21"/>
                <a:gd name="T15" fmla="*/ 64 h 68"/>
                <a:gd name="T16" fmla="*/ 17 w 21"/>
                <a:gd name="T17" fmla="*/ 68 h 68"/>
                <a:gd name="T18" fmla="*/ 7 w 21"/>
                <a:gd name="T19" fmla="*/ 61 h 68"/>
                <a:gd name="T20" fmla="*/ 14 w 21"/>
                <a:gd name="T21" fmla="*/ 61 h 68"/>
                <a:gd name="T22" fmla="*/ 14 w 21"/>
                <a:gd name="T23" fmla="*/ 7 h 68"/>
                <a:gd name="T24" fmla="*/ 7 w 21"/>
                <a:gd name="T25" fmla="*/ 7 h 68"/>
                <a:gd name="T26" fmla="*/ 7 w 21"/>
                <a:gd name="T27" fmla="*/ 61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" h="68">
                  <a:moveTo>
                    <a:pt x="17" y="68"/>
                  </a:moveTo>
                  <a:cubicBezTo>
                    <a:pt x="4" y="68"/>
                    <a:pt x="4" y="68"/>
                    <a:pt x="4" y="68"/>
                  </a:cubicBezTo>
                  <a:cubicBezTo>
                    <a:pt x="2" y="68"/>
                    <a:pt x="0" y="66"/>
                    <a:pt x="0" y="6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9" y="0"/>
                    <a:pt x="21" y="2"/>
                    <a:pt x="21" y="3"/>
                  </a:cubicBezTo>
                  <a:cubicBezTo>
                    <a:pt x="21" y="64"/>
                    <a:pt x="21" y="64"/>
                    <a:pt x="21" y="64"/>
                  </a:cubicBezTo>
                  <a:cubicBezTo>
                    <a:pt x="21" y="66"/>
                    <a:pt x="19" y="68"/>
                    <a:pt x="17" y="68"/>
                  </a:cubicBezTo>
                  <a:close/>
                  <a:moveTo>
                    <a:pt x="7" y="61"/>
                  </a:moveTo>
                  <a:cubicBezTo>
                    <a:pt x="14" y="61"/>
                    <a:pt x="14" y="61"/>
                    <a:pt x="14" y="61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7" y="7"/>
                    <a:pt x="7" y="7"/>
                    <a:pt x="7" y="7"/>
                  </a:cubicBezTo>
                  <a:lnTo>
                    <a:pt x="7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4" name="Freeform 7">
              <a:extLst>
                <a:ext uri="{FF2B5EF4-FFF2-40B4-BE49-F238E27FC236}">
                  <a16:creationId xmlns:a16="http://schemas.microsoft.com/office/drawing/2014/main" id="{8893A26F-C637-4BE5-95C1-62FC947DCC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550" y="346075"/>
              <a:ext cx="65088" cy="295275"/>
            </a:xfrm>
            <a:custGeom>
              <a:avLst/>
              <a:gdLst>
                <a:gd name="T0" fmla="*/ 17 w 21"/>
                <a:gd name="T1" fmla="*/ 88 h 88"/>
                <a:gd name="T2" fmla="*/ 4 w 21"/>
                <a:gd name="T3" fmla="*/ 88 h 88"/>
                <a:gd name="T4" fmla="*/ 0 w 21"/>
                <a:gd name="T5" fmla="*/ 84 h 88"/>
                <a:gd name="T6" fmla="*/ 0 w 21"/>
                <a:gd name="T7" fmla="*/ 3 h 88"/>
                <a:gd name="T8" fmla="*/ 4 w 21"/>
                <a:gd name="T9" fmla="*/ 0 h 88"/>
                <a:gd name="T10" fmla="*/ 17 w 21"/>
                <a:gd name="T11" fmla="*/ 0 h 88"/>
                <a:gd name="T12" fmla="*/ 21 w 21"/>
                <a:gd name="T13" fmla="*/ 3 h 88"/>
                <a:gd name="T14" fmla="*/ 21 w 21"/>
                <a:gd name="T15" fmla="*/ 84 h 88"/>
                <a:gd name="T16" fmla="*/ 17 w 21"/>
                <a:gd name="T17" fmla="*/ 88 h 88"/>
                <a:gd name="T18" fmla="*/ 7 w 21"/>
                <a:gd name="T19" fmla="*/ 81 h 88"/>
                <a:gd name="T20" fmla="*/ 14 w 21"/>
                <a:gd name="T21" fmla="*/ 81 h 88"/>
                <a:gd name="T22" fmla="*/ 14 w 21"/>
                <a:gd name="T23" fmla="*/ 7 h 88"/>
                <a:gd name="T24" fmla="*/ 7 w 21"/>
                <a:gd name="T25" fmla="*/ 7 h 88"/>
                <a:gd name="T26" fmla="*/ 7 w 21"/>
                <a:gd name="T27" fmla="*/ 81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" h="88">
                  <a:moveTo>
                    <a:pt x="17" y="88"/>
                  </a:moveTo>
                  <a:cubicBezTo>
                    <a:pt x="4" y="88"/>
                    <a:pt x="4" y="88"/>
                    <a:pt x="4" y="88"/>
                  </a:cubicBezTo>
                  <a:cubicBezTo>
                    <a:pt x="2" y="88"/>
                    <a:pt x="0" y="86"/>
                    <a:pt x="0" y="8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9" y="0"/>
                    <a:pt x="21" y="1"/>
                    <a:pt x="21" y="3"/>
                  </a:cubicBezTo>
                  <a:cubicBezTo>
                    <a:pt x="21" y="84"/>
                    <a:pt x="21" y="84"/>
                    <a:pt x="21" y="84"/>
                  </a:cubicBezTo>
                  <a:cubicBezTo>
                    <a:pt x="21" y="86"/>
                    <a:pt x="19" y="88"/>
                    <a:pt x="17" y="88"/>
                  </a:cubicBezTo>
                  <a:close/>
                  <a:moveTo>
                    <a:pt x="7" y="81"/>
                  </a:moveTo>
                  <a:cubicBezTo>
                    <a:pt x="14" y="81"/>
                    <a:pt x="14" y="81"/>
                    <a:pt x="14" y="81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7" y="7"/>
                    <a:pt x="7" y="7"/>
                    <a:pt x="7" y="7"/>
                  </a:cubicBezTo>
                  <a:lnTo>
                    <a:pt x="7" y="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5" name="Freeform 8">
              <a:extLst>
                <a:ext uri="{FF2B5EF4-FFF2-40B4-BE49-F238E27FC236}">
                  <a16:creationId xmlns:a16="http://schemas.microsoft.com/office/drawing/2014/main" id="{3DED7F41-51A0-4F4E-A6DE-182C6581388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6688" y="503238"/>
              <a:ext cx="65088" cy="138113"/>
            </a:xfrm>
            <a:custGeom>
              <a:avLst/>
              <a:gdLst>
                <a:gd name="T0" fmla="*/ 17 w 21"/>
                <a:gd name="T1" fmla="*/ 41 h 41"/>
                <a:gd name="T2" fmla="*/ 4 w 21"/>
                <a:gd name="T3" fmla="*/ 41 h 41"/>
                <a:gd name="T4" fmla="*/ 0 w 21"/>
                <a:gd name="T5" fmla="*/ 37 h 41"/>
                <a:gd name="T6" fmla="*/ 0 w 21"/>
                <a:gd name="T7" fmla="*/ 3 h 41"/>
                <a:gd name="T8" fmla="*/ 4 w 21"/>
                <a:gd name="T9" fmla="*/ 0 h 41"/>
                <a:gd name="T10" fmla="*/ 17 w 21"/>
                <a:gd name="T11" fmla="*/ 0 h 41"/>
                <a:gd name="T12" fmla="*/ 21 w 21"/>
                <a:gd name="T13" fmla="*/ 3 h 41"/>
                <a:gd name="T14" fmla="*/ 21 w 21"/>
                <a:gd name="T15" fmla="*/ 37 h 41"/>
                <a:gd name="T16" fmla="*/ 17 w 21"/>
                <a:gd name="T17" fmla="*/ 41 h 41"/>
                <a:gd name="T18" fmla="*/ 7 w 21"/>
                <a:gd name="T19" fmla="*/ 34 h 41"/>
                <a:gd name="T20" fmla="*/ 14 w 21"/>
                <a:gd name="T21" fmla="*/ 34 h 41"/>
                <a:gd name="T22" fmla="*/ 14 w 21"/>
                <a:gd name="T23" fmla="*/ 7 h 41"/>
                <a:gd name="T24" fmla="*/ 7 w 21"/>
                <a:gd name="T25" fmla="*/ 7 h 41"/>
                <a:gd name="T26" fmla="*/ 7 w 21"/>
                <a:gd name="T27" fmla="*/ 34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" h="41">
                  <a:moveTo>
                    <a:pt x="17" y="41"/>
                  </a:moveTo>
                  <a:cubicBezTo>
                    <a:pt x="4" y="41"/>
                    <a:pt x="4" y="41"/>
                    <a:pt x="4" y="41"/>
                  </a:cubicBezTo>
                  <a:cubicBezTo>
                    <a:pt x="2" y="41"/>
                    <a:pt x="0" y="39"/>
                    <a:pt x="0" y="37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9" y="0"/>
                    <a:pt x="21" y="2"/>
                    <a:pt x="21" y="3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1" y="39"/>
                    <a:pt x="19" y="41"/>
                    <a:pt x="17" y="41"/>
                  </a:cubicBezTo>
                  <a:close/>
                  <a:moveTo>
                    <a:pt x="7" y="34"/>
                  </a:moveTo>
                  <a:cubicBezTo>
                    <a:pt x="14" y="34"/>
                    <a:pt x="14" y="34"/>
                    <a:pt x="14" y="34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7" y="7"/>
                    <a:pt x="7" y="7"/>
                    <a:pt x="7" y="7"/>
                  </a:cubicBezTo>
                  <a:lnTo>
                    <a:pt x="7" y="3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CDD007A4-CBB3-408B-8ADD-646450DE3057}"/>
              </a:ext>
            </a:extLst>
          </p:cNvPr>
          <p:cNvSpPr txBox="1"/>
          <p:nvPr/>
        </p:nvSpPr>
        <p:spPr>
          <a:xfrm>
            <a:off x="8816318" y="1950329"/>
            <a:ext cx="2337966" cy="484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suffered alteration in some randomized believable.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8" name="Prevalence">
            <a:extLst>
              <a:ext uri="{FF2B5EF4-FFF2-40B4-BE49-F238E27FC236}">
                <a16:creationId xmlns:a16="http://schemas.microsoft.com/office/drawing/2014/main" id="{733479BC-79E8-4541-B567-E03C163A809A}"/>
              </a:ext>
            </a:extLst>
          </p:cNvPr>
          <p:cNvSpPr/>
          <p:nvPr/>
        </p:nvSpPr>
        <p:spPr>
          <a:xfrm>
            <a:off x="8901382" y="1696994"/>
            <a:ext cx="1650804" cy="19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rPr lang="af-ZA" sz="1400" dirty="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Events</a:t>
            </a:r>
            <a:endParaRPr sz="1400" dirty="0">
              <a:solidFill>
                <a:schemeClr val="tx1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A87F2DD-0FF7-4B70-8201-BABF5D4D2DC0}"/>
              </a:ext>
            </a:extLst>
          </p:cNvPr>
          <p:cNvSpPr/>
          <p:nvPr/>
        </p:nvSpPr>
        <p:spPr>
          <a:xfrm>
            <a:off x="7510755" y="3363919"/>
            <a:ext cx="743941" cy="743941"/>
          </a:xfrm>
          <a:prstGeom prst="ellipse">
            <a:avLst/>
          </a:pr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8C4E1D1-2B51-4C5C-B1DE-8D2A5C901ED9}"/>
              </a:ext>
            </a:extLst>
          </p:cNvPr>
          <p:cNvGrpSpPr/>
          <p:nvPr/>
        </p:nvGrpSpPr>
        <p:grpSpPr>
          <a:xfrm>
            <a:off x="7726709" y="3569113"/>
            <a:ext cx="312033" cy="333553"/>
            <a:chOff x="-1295400" y="1143000"/>
            <a:chExt cx="414338" cy="442913"/>
          </a:xfrm>
          <a:solidFill>
            <a:schemeClr val="bg1"/>
          </a:solidFill>
        </p:grpSpPr>
        <p:sp>
          <p:nvSpPr>
            <p:cNvPr id="46" name="Freeform 14">
              <a:extLst>
                <a:ext uri="{FF2B5EF4-FFF2-40B4-BE49-F238E27FC236}">
                  <a16:creationId xmlns:a16="http://schemas.microsoft.com/office/drawing/2014/main" id="{0A47A7B7-97D9-4E06-AD64-20A37E84F1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1295400" y="1143000"/>
              <a:ext cx="414338" cy="442913"/>
            </a:xfrm>
            <a:custGeom>
              <a:avLst/>
              <a:gdLst>
                <a:gd name="T0" fmla="*/ 49 w 132"/>
                <a:gd name="T1" fmla="*/ 131 h 132"/>
                <a:gd name="T2" fmla="*/ 31 w 132"/>
                <a:gd name="T3" fmla="*/ 120 h 132"/>
                <a:gd name="T4" fmla="*/ 19 w 132"/>
                <a:gd name="T5" fmla="*/ 100 h 132"/>
                <a:gd name="T6" fmla="*/ 8 w 132"/>
                <a:gd name="T7" fmla="*/ 100 h 132"/>
                <a:gd name="T8" fmla="*/ 3 w 132"/>
                <a:gd name="T9" fmla="*/ 79 h 132"/>
                <a:gd name="T10" fmla="*/ 3 w 132"/>
                <a:gd name="T11" fmla="*/ 53 h 132"/>
                <a:gd name="T12" fmla="*/ 8 w 132"/>
                <a:gd name="T13" fmla="*/ 32 h 132"/>
                <a:gd name="T14" fmla="*/ 19 w 132"/>
                <a:gd name="T15" fmla="*/ 32 h 132"/>
                <a:gd name="T16" fmla="*/ 31 w 132"/>
                <a:gd name="T17" fmla="*/ 12 h 132"/>
                <a:gd name="T18" fmla="*/ 49 w 132"/>
                <a:gd name="T19" fmla="*/ 1 h 132"/>
                <a:gd name="T20" fmla="*/ 66 w 132"/>
                <a:gd name="T21" fmla="*/ 12 h 132"/>
                <a:gd name="T22" fmla="*/ 83 w 132"/>
                <a:gd name="T23" fmla="*/ 1 h 132"/>
                <a:gd name="T24" fmla="*/ 101 w 132"/>
                <a:gd name="T25" fmla="*/ 12 h 132"/>
                <a:gd name="T26" fmla="*/ 113 w 132"/>
                <a:gd name="T27" fmla="*/ 32 h 132"/>
                <a:gd name="T28" fmla="*/ 124 w 132"/>
                <a:gd name="T29" fmla="*/ 32 h 132"/>
                <a:gd name="T30" fmla="*/ 129 w 132"/>
                <a:gd name="T31" fmla="*/ 53 h 132"/>
                <a:gd name="T32" fmla="*/ 129 w 132"/>
                <a:gd name="T33" fmla="*/ 79 h 132"/>
                <a:gd name="T34" fmla="*/ 124 w 132"/>
                <a:gd name="T35" fmla="*/ 100 h 132"/>
                <a:gd name="T36" fmla="*/ 113 w 132"/>
                <a:gd name="T37" fmla="*/ 100 h 132"/>
                <a:gd name="T38" fmla="*/ 101 w 132"/>
                <a:gd name="T39" fmla="*/ 120 h 132"/>
                <a:gd name="T40" fmla="*/ 83 w 132"/>
                <a:gd name="T41" fmla="*/ 131 h 132"/>
                <a:gd name="T42" fmla="*/ 66 w 132"/>
                <a:gd name="T43" fmla="*/ 120 h 132"/>
                <a:gd name="T44" fmla="*/ 50 w 132"/>
                <a:gd name="T45" fmla="*/ 131 h 132"/>
                <a:gd name="T46" fmla="*/ 84 w 132"/>
                <a:gd name="T47" fmla="*/ 124 h 132"/>
                <a:gd name="T48" fmla="*/ 93 w 132"/>
                <a:gd name="T49" fmla="*/ 113 h 132"/>
                <a:gd name="T50" fmla="*/ 120 w 132"/>
                <a:gd name="T51" fmla="*/ 94 h 132"/>
                <a:gd name="T52" fmla="*/ 113 w 132"/>
                <a:gd name="T53" fmla="*/ 66 h 132"/>
                <a:gd name="T54" fmla="*/ 120 w 132"/>
                <a:gd name="T55" fmla="*/ 38 h 132"/>
                <a:gd name="T56" fmla="*/ 93 w 132"/>
                <a:gd name="T57" fmla="*/ 19 h 132"/>
                <a:gd name="T58" fmla="*/ 84 w 132"/>
                <a:gd name="T59" fmla="*/ 8 h 132"/>
                <a:gd name="T60" fmla="*/ 48 w 132"/>
                <a:gd name="T61" fmla="*/ 8 h 132"/>
                <a:gd name="T62" fmla="*/ 39 w 132"/>
                <a:gd name="T63" fmla="*/ 19 h 132"/>
                <a:gd name="T64" fmla="*/ 12 w 132"/>
                <a:gd name="T65" fmla="*/ 38 h 132"/>
                <a:gd name="T66" fmla="*/ 19 w 132"/>
                <a:gd name="T67" fmla="*/ 66 h 132"/>
                <a:gd name="T68" fmla="*/ 12 w 132"/>
                <a:gd name="T69" fmla="*/ 94 h 132"/>
                <a:gd name="T70" fmla="*/ 39 w 132"/>
                <a:gd name="T71" fmla="*/ 113 h 132"/>
                <a:gd name="T72" fmla="*/ 48 w 132"/>
                <a:gd name="T73" fmla="*/ 124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32" h="132">
                  <a:moveTo>
                    <a:pt x="50" y="131"/>
                  </a:moveTo>
                  <a:cubicBezTo>
                    <a:pt x="50" y="131"/>
                    <a:pt x="49" y="131"/>
                    <a:pt x="49" y="131"/>
                  </a:cubicBezTo>
                  <a:cubicBezTo>
                    <a:pt x="43" y="130"/>
                    <a:pt x="37" y="127"/>
                    <a:pt x="32" y="124"/>
                  </a:cubicBezTo>
                  <a:cubicBezTo>
                    <a:pt x="30" y="123"/>
                    <a:pt x="30" y="121"/>
                    <a:pt x="31" y="120"/>
                  </a:cubicBezTo>
                  <a:cubicBezTo>
                    <a:pt x="32" y="118"/>
                    <a:pt x="32" y="115"/>
                    <a:pt x="32" y="113"/>
                  </a:cubicBezTo>
                  <a:cubicBezTo>
                    <a:pt x="32" y="106"/>
                    <a:pt x="26" y="100"/>
                    <a:pt x="19" y="100"/>
                  </a:cubicBezTo>
                  <a:cubicBezTo>
                    <a:pt x="16" y="100"/>
                    <a:pt x="14" y="100"/>
                    <a:pt x="12" y="101"/>
                  </a:cubicBezTo>
                  <a:cubicBezTo>
                    <a:pt x="11" y="102"/>
                    <a:pt x="9" y="102"/>
                    <a:pt x="8" y="100"/>
                  </a:cubicBezTo>
                  <a:cubicBezTo>
                    <a:pt x="4" y="95"/>
                    <a:pt x="2" y="89"/>
                    <a:pt x="1" y="83"/>
                  </a:cubicBezTo>
                  <a:cubicBezTo>
                    <a:pt x="0" y="81"/>
                    <a:pt x="1" y="79"/>
                    <a:pt x="3" y="79"/>
                  </a:cubicBezTo>
                  <a:cubicBezTo>
                    <a:pt x="8" y="77"/>
                    <a:pt x="12" y="72"/>
                    <a:pt x="12" y="66"/>
                  </a:cubicBezTo>
                  <a:cubicBezTo>
                    <a:pt x="12" y="60"/>
                    <a:pt x="8" y="55"/>
                    <a:pt x="3" y="53"/>
                  </a:cubicBezTo>
                  <a:cubicBezTo>
                    <a:pt x="1" y="53"/>
                    <a:pt x="0" y="51"/>
                    <a:pt x="1" y="49"/>
                  </a:cubicBezTo>
                  <a:cubicBezTo>
                    <a:pt x="2" y="43"/>
                    <a:pt x="4" y="37"/>
                    <a:pt x="8" y="32"/>
                  </a:cubicBezTo>
                  <a:cubicBezTo>
                    <a:pt x="9" y="30"/>
                    <a:pt x="11" y="30"/>
                    <a:pt x="12" y="31"/>
                  </a:cubicBezTo>
                  <a:cubicBezTo>
                    <a:pt x="14" y="32"/>
                    <a:pt x="16" y="32"/>
                    <a:pt x="19" y="32"/>
                  </a:cubicBezTo>
                  <a:cubicBezTo>
                    <a:pt x="26" y="32"/>
                    <a:pt x="32" y="26"/>
                    <a:pt x="32" y="19"/>
                  </a:cubicBezTo>
                  <a:cubicBezTo>
                    <a:pt x="32" y="16"/>
                    <a:pt x="32" y="14"/>
                    <a:pt x="31" y="12"/>
                  </a:cubicBezTo>
                  <a:cubicBezTo>
                    <a:pt x="30" y="11"/>
                    <a:pt x="30" y="9"/>
                    <a:pt x="32" y="8"/>
                  </a:cubicBezTo>
                  <a:cubicBezTo>
                    <a:pt x="37" y="5"/>
                    <a:pt x="43" y="2"/>
                    <a:pt x="49" y="1"/>
                  </a:cubicBezTo>
                  <a:cubicBezTo>
                    <a:pt x="51" y="0"/>
                    <a:pt x="53" y="1"/>
                    <a:pt x="53" y="3"/>
                  </a:cubicBezTo>
                  <a:cubicBezTo>
                    <a:pt x="55" y="8"/>
                    <a:pt x="60" y="12"/>
                    <a:pt x="66" y="12"/>
                  </a:cubicBezTo>
                  <a:cubicBezTo>
                    <a:pt x="72" y="12"/>
                    <a:pt x="77" y="8"/>
                    <a:pt x="79" y="3"/>
                  </a:cubicBezTo>
                  <a:cubicBezTo>
                    <a:pt x="79" y="1"/>
                    <a:pt x="81" y="0"/>
                    <a:pt x="83" y="1"/>
                  </a:cubicBezTo>
                  <a:cubicBezTo>
                    <a:pt x="89" y="2"/>
                    <a:pt x="95" y="5"/>
                    <a:pt x="100" y="8"/>
                  </a:cubicBezTo>
                  <a:cubicBezTo>
                    <a:pt x="102" y="9"/>
                    <a:pt x="102" y="11"/>
                    <a:pt x="101" y="12"/>
                  </a:cubicBezTo>
                  <a:cubicBezTo>
                    <a:pt x="100" y="14"/>
                    <a:pt x="100" y="16"/>
                    <a:pt x="100" y="19"/>
                  </a:cubicBezTo>
                  <a:cubicBezTo>
                    <a:pt x="100" y="26"/>
                    <a:pt x="106" y="32"/>
                    <a:pt x="113" y="32"/>
                  </a:cubicBezTo>
                  <a:cubicBezTo>
                    <a:pt x="115" y="32"/>
                    <a:pt x="118" y="32"/>
                    <a:pt x="120" y="31"/>
                  </a:cubicBezTo>
                  <a:cubicBezTo>
                    <a:pt x="121" y="30"/>
                    <a:pt x="123" y="30"/>
                    <a:pt x="124" y="32"/>
                  </a:cubicBezTo>
                  <a:cubicBezTo>
                    <a:pt x="127" y="37"/>
                    <a:pt x="130" y="43"/>
                    <a:pt x="131" y="49"/>
                  </a:cubicBezTo>
                  <a:cubicBezTo>
                    <a:pt x="132" y="51"/>
                    <a:pt x="131" y="53"/>
                    <a:pt x="129" y="53"/>
                  </a:cubicBezTo>
                  <a:cubicBezTo>
                    <a:pt x="124" y="55"/>
                    <a:pt x="120" y="60"/>
                    <a:pt x="120" y="66"/>
                  </a:cubicBezTo>
                  <a:cubicBezTo>
                    <a:pt x="120" y="72"/>
                    <a:pt x="124" y="77"/>
                    <a:pt x="129" y="79"/>
                  </a:cubicBezTo>
                  <a:cubicBezTo>
                    <a:pt x="131" y="79"/>
                    <a:pt x="132" y="81"/>
                    <a:pt x="131" y="83"/>
                  </a:cubicBezTo>
                  <a:cubicBezTo>
                    <a:pt x="130" y="89"/>
                    <a:pt x="127" y="95"/>
                    <a:pt x="124" y="100"/>
                  </a:cubicBezTo>
                  <a:cubicBezTo>
                    <a:pt x="123" y="102"/>
                    <a:pt x="121" y="102"/>
                    <a:pt x="120" y="101"/>
                  </a:cubicBezTo>
                  <a:cubicBezTo>
                    <a:pt x="118" y="100"/>
                    <a:pt x="115" y="100"/>
                    <a:pt x="113" y="100"/>
                  </a:cubicBezTo>
                  <a:cubicBezTo>
                    <a:pt x="106" y="100"/>
                    <a:pt x="100" y="106"/>
                    <a:pt x="100" y="113"/>
                  </a:cubicBezTo>
                  <a:cubicBezTo>
                    <a:pt x="100" y="115"/>
                    <a:pt x="100" y="118"/>
                    <a:pt x="101" y="120"/>
                  </a:cubicBezTo>
                  <a:cubicBezTo>
                    <a:pt x="102" y="121"/>
                    <a:pt x="102" y="123"/>
                    <a:pt x="100" y="124"/>
                  </a:cubicBezTo>
                  <a:cubicBezTo>
                    <a:pt x="95" y="127"/>
                    <a:pt x="89" y="130"/>
                    <a:pt x="83" y="131"/>
                  </a:cubicBezTo>
                  <a:cubicBezTo>
                    <a:pt x="81" y="132"/>
                    <a:pt x="79" y="131"/>
                    <a:pt x="79" y="129"/>
                  </a:cubicBezTo>
                  <a:cubicBezTo>
                    <a:pt x="77" y="124"/>
                    <a:pt x="72" y="120"/>
                    <a:pt x="66" y="120"/>
                  </a:cubicBezTo>
                  <a:cubicBezTo>
                    <a:pt x="60" y="120"/>
                    <a:pt x="55" y="124"/>
                    <a:pt x="53" y="129"/>
                  </a:cubicBezTo>
                  <a:cubicBezTo>
                    <a:pt x="53" y="131"/>
                    <a:pt x="51" y="131"/>
                    <a:pt x="50" y="131"/>
                  </a:cubicBezTo>
                  <a:close/>
                  <a:moveTo>
                    <a:pt x="66" y="113"/>
                  </a:moveTo>
                  <a:cubicBezTo>
                    <a:pt x="74" y="113"/>
                    <a:pt x="80" y="117"/>
                    <a:pt x="84" y="124"/>
                  </a:cubicBezTo>
                  <a:cubicBezTo>
                    <a:pt x="87" y="123"/>
                    <a:pt x="91" y="122"/>
                    <a:pt x="94" y="120"/>
                  </a:cubicBezTo>
                  <a:cubicBezTo>
                    <a:pt x="93" y="118"/>
                    <a:pt x="93" y="115"/>
                    <a:pt x="93" y="113"/>
                  </a:cubicBezTo>
                  <a:cubicBezTo>
                    <a:pt x="93" y="102"/>
                    <a:pt x="102" y="93"/>
                    <a:pt x="113" y="93"/>
                  </a:cubicBezTo>
                  <a:cubicBezTo>
                    <a:pt x="115" y="93"/>
                    <a:pt x="118" y="93"/>
                    <a:pt x="120" y="94"/>
                  </a:cubicBezTo>
                  <a:cubicBezTo>
                    <a:pt x="121" y="91"/>
                    <a:pt x="123" y="87"/>
                    <a:pt x="124" y="84"/>
                  </a:cubicBezTo>
                  <a:cubicBezTo>
                    <a:pt x="117" y="80"/>
                    <a:pt x="113" y="74"/>
                    <a:pt x="113" y="66"/>
                  </a:cubicBezTo>
                  <a:cubicBezTo>
                    <a:pt x="113" y="58"/>
                    <a:pt x="117" y="51"/>
                    <a:pt x="124" y="48"/>
                  </a:cubicBezTo>
                  <a:cubicBezTo>
                    <a:pt x="123" y="45"/>
                    <a:pt x="121" y="41"/>
                    <a:pt x="120" y="38"/>
                  </a:cubicBezTo>
                  <a:cubicBezTo>
                    <a:pt x="118" y="39"/>
                    <a:pt x="115" y="39"/>
                    <a:pt x="113" y="39"/>
                  </a:cubicBezTo>
                  <a:cubicBezTo>
                    <a:pt x="102" y="39"/>
                    <a:pt x="93" y="30"/>
                    <a:pt x="93" y="19"/>
                  </a:cubicBezTo>
                  <a:cubicBezTo>
                    <a:pt x="93" y="16"/>
                    <a:pt x="93" y="14"/>
                    <a:pt x="94" y="12"/>
                  </a:cubicBezTo>
                  <a:cubicBezTo>
                    <a:pt x="91" y="10"/>
                    <a:pt x="87" y="9"/>
                    <a:pt x="84" y="8"/>
                  </a:cubicBezTo>
                  <a:cubicBezTo>
                    <a:pt x="80" y="14"/>
                    <a:pt x="74" y="19"/>
                    <a:pt x="66" y="19"/>
                  </a:cubicBezTo>
                  <a:cubicBezTo>
                    <a:pt x="58" y="19"/>
                    <a:pt x="51" y="14"/>
                    <a:pt x="48" y="8"/>
                  </a:cubicBezTo>
                  <a:cubicBezTo>
                    <a:pt x="44" y="9"/>
                    <a:pt x="41" y="10"/>
                    <a:pt x="38" y="12"/>
                  </a:cubicBezTo>
                  <a:cubicBezTo>
                    <a:pt x="39" y="14"/>
                    <a:pt x="39" y="16"/>
                    <a:pt x="39" y="19"/>
                  </a:cubicBezTo>
                  <a:cubicBezTo>
                    <a:pt x="39" y="30"/>
                    <a:pt x="30" y="39"/>
                    <a:pt x="19" y="39"/>
                  </a:cubicBezTo>
                  <a:cubicBezTo>
                    <a:pt x="16" y="39"/>
                    <a:pt x="14" y="39"/>
                    <a:pt x="12" y="38"/>
                  </a:cubicBezTo>
                  <a:cubicBezTo>
                    <a:pt x="10" y="41"/>
                    <a:pt x="9" y="45"/>
                    <a:pt x="8" y="48"/>
                  </a:cubicBezTo>
                  <a:cubicBezTo>
                    <a:pt x="14" y="51"/>
                    <a:pt x="19" y="58"/>
                    <a:pt x="19" y="66"/>
                  </a:cubicBezTo>
                  <a:cubicBezTo>
                    <a:pt x="19" y="74"/>
                    <a:pt x="14" y="80"/>
                    <a:pt x="8" y="84"/>
                  </a:cubicBezTo>
                  <a:cubicBezTo>
                    <a:pt x="9" y="87"/>
                    <a:pt x="10" y="91"/>
                    <a:pt x="12" y="94"/>
                  </a:cubicBezTo>
                  <a:cubicBezTo>
                    <a:pt x="14" y="93"/>
                    <a:pt x="16" y="93"/>
                    <a:pt x="19" y="93"/>
                  </a:cubicBezTo>
                  <a:cubicBezTo>
                    <a:pt x="30" y="93"/>
                    <a:pt x="39" y="102"/>
                    <a:pt x="39" y="113"/>
                  </a:cubicBezTo>
                  <a:cubicBezTo>
                    <a:pt x="39" y="115"/>
                    <a:pt x="39" y="118"/>
                    <a:pt x="38" y="120"/>
                  </a:cubicBezTo>
                  <a:cubicBezTo>
                    <a:pt x="41" y="122"/>
                    <a:pt x="44" y="123"/>
                    <a:pt x="48" y="124"/>
                  </a:cubicBezTo>
                  <a:cubicBezTo>
                    <a:pt x="51" y="117"/>
                    <a:pt x="58" y="113"/>
                    <a:pt x="66" y="1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7" name="Freeform 15">
              <a:extLst>
                <a:ext uri="{FF2B5EF4-FFF2-40B4-BE49-F238E27FC236}">
                  <a16:creationId xmlns:a16="http://schemas.microsoft.com/office/drawing/2014/main" id="{62661412-A946-4B3F-968D-F97F9F2DBC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1150938" y="1296988"/>
              <a:ext cx="125413" cy="134938"/>
            </a:xfrm>
            <a:custGeom>
              <a:avLst/>
              <a:gdLst>
                <a:gd name="T0" fmla="*/ 20 w 40"/>
                <a:gd name="T1" fmla="*/ 40 h 40"/>
                <a:gd name="T2" fmla="*/ 0 w 40"/>
                <a:gd name="T3" fmla="*/ 20 h 40"/>
                <a:gd name="T4" fmla="*/ 20 w 40"/>
                <a:gd name="T5" fmla="*/ 0 h 40"/>
                <a:gd name="T6" fmla="*/ 40 w 40"/>
                <a:gd name="T7" fmla="*/ 20 h 40"/>
                <a:gd name="T8" fmla="*/ 20 w 40"/>
                <a:gd name="T9" fmla="*/ 40 h 40"/>
                <a:gd name="T10" fmla="*/ 20 w 40"/>
                <a:gd name="T11" fmla="*/ 6 h 40"/>
                <a:gd name="T12" fmla="*/ 6 w 40"/>
                <a:gd name="T13" fmla="*/ 20 h 40"/>
                <a:gd name="T14" fmla="*/ 20 w 40"/>
                <a:gd name="T15" fmla="*/ 33 h 40"/>
                <a:gd name="T16" fmla="*/ 33 w 40"/>
                <a:gd name="T17" fmla="*/ 20 h 40"/>
                <a:gd name="T18" fmla="*/ 20 w 40"/>
                <a:gd name="T19" fmla="*/ 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6"/>
                  </a:moveTo>
                  <a:cubicBezTo>
                    <a:pt x="12" y="6"/>
                    <a:pt x="6" y="13"/>
                    <a:pt x="6" y="20"/>
                  </a:cubicBezTo>
                  <a:cubicBezTo>
                    <a:pt x="6" y="27"/>
                    <a:pt x="12" y="33"/>
                    <a:pt x="20" y="33"/>
                  </a:cubicBezTo>
                  <a:cubicBezTo>
                    <a:pt x="27" y="33"/>
                    <a:pt x="33" y="27"/>
                    <a:pt x="33" y="20"/>
                  </a:cubicBezTo>
                  <a:cubicBezTo>
                    <a:pt x="33" y="13"/>
                    <a:pt x="27" y="6"/>
                    <a:pt x="20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25C2FE71-4B0B-4D27-AEF6-F99DD9AC4301}"/>
              </a:ext>
            </a:extLst>
          </p:cNvPr>
          <p:cNvSpPr txBox="1"/>
          <p:nvPr/>
        </p:nvSpPr>
        <p:spPr>
          <a:xfrm>
            <a:off x="8816318" y="3671527"/>
            <a:ext cx="2337966" cy="484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suffered alteration in some randomized believable.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0" name="Prevalence">
            <a:extLst>
              <a:ext uri="{FF2B5EF4-FFF2-40B4-BE49-F238E27FC236}">
                <a16:creationId xmlns:a16="http://schemas.microsoft.com/office/drawing/2014/main" id="{5A5E4B35-93FC-45F1-BDB4-3C34A315E023}"/>
              </a:ext>
            </a:extLst>
          </p:cNvPr>
          <p:cNvSpPr/>
          <p:nvPr/>
        </p:nvSpPr>
        <p:spPr>
          <a:xfrm>
            <a:off x="8901382" y="3418192"/>
            <a:ext cx="1650804" cy="19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rPr lang="af-ZA" sz="1400" dirty="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Partnerships</a:t>
            </a:r>
            <a:endParaRPr sz="1400" dirty="0">
              <a:solidFill>
                <a:schemeClr val="tx1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4D44E15-D3B9-4B50-867F-D0B381D825E1}"/>
              </a:ext>
            </a:extLst>
          </p:cNvPr>
          <p:cNvSpPr/>
          <p:nvPr/>
        </p:nvSpPr>
        <p:spPr>
          <a:xfrm>
            <a:off x="7549609" y="5019754"/>
            <a:ext cx="743941" cy="743941"/>
          </a:xfrm>
          <a:prstGeom prst="ellipse">
            <a:avLst/>
          </a:prstGeom>
          <a:solidFill>
            <a:schemeClr val="accent2">
              <a:alpha val="10000"/>
            </a:schemeClr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C068296-62F8-4D55-A0FF-F778797553EE}"/>
              </a:ext>
            </a:extLst>
          </p:cNvPr>
          <p:cNvGrpSpPr/>
          <p:nvPr/>
        </p:nvGrpSpPr>
        <p:grpSpPr>
          <a:xfrm>
            <a:off x="7761977" y="5264400"/>
            <a:ext cx="319206" cy="254648"/>
            <a:chOff x="703263" y="708025"/>
            <a:chExt cx="423862" cy="338138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48" name="Freeform 9">
              <a:extLst>
                <a:ext uri="{FF2B5EF4-FFF2-40B4-BE49-F238E27FC236}">
                  <a16:creationId xmlns:a16="http://schemas.microsoft.com/office/drawing/2014/main" id="{5B2B5C2E-5936-4C1E-AE7B-05D8653AF31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8675" y="912813"/>
              <a:ext cx="298450" cy="133350"/>
            </a:xfrm>
            <a:custGeom>
              <a:avLst/>
              <a:gdLst>
                <a:gd name="T0" fmla="*/ 84 w 95"/>
                <a:gd name="T1" fmla="*/ 40 h 40"/>
                <a:gd name="T2" fmla="*/ 10 w 95"/>
                <a:gd name="T3" fmla="*/ 40 h 40"/>
                <a:gd name="T4" fmla="*/ 0 w 95"/>
                <a:gd name="T5" fmla="*/ 30 h 40"/>
                <a:gd name="T6" fmla="*/ 6 w 95"/>
                <a:gd name="T7" fmla="*/ 14 h 40"/>
                <a:gd name="T8" fmla="*/ 21 w 95"/>
                <a:gd name="T9" fmla="*/ 4 h 40"/>
                <a:gd name="T10" fmla="*/ 47 w 95"/>
                <a:gd name="T11" fmla="*/ 0 h 40"/>
                <a:gd name="T12" fmla="*/ 74 w 95"/>
                <a:gd name="T13" fmla="*/ 4 h 40"/>
                <a:gd name="T14" fmla="*/ 88 w 95"/>
                <a:gd name="T15" fmla="*/ 14 h 40"/>
                <a:gd name="T16" fmla="*/ 95 w 95"/>
                <a:gd name="T17" fmla="*/ 30 h 40"/>
                <a:gd name="T18" fmla="*/ 84 w 95"/>
                <a:gd name="T19" fmla="*/ 40 h 40"/>
                <a:gd name="T20" fmla="*/ 7 w 95"/>
                <a:gd name="T21" fmla="*/ 30 h 40"/>
                <a:gd name="T22" fmla="*/ 10 w 95"/>
                <a:gd name="T23" fmla="*/ 33 h 40"/>
                <a:gd name="T24" fmla="*/ 84 w 95"/>
                <a:gd name="T25" fmla="*/ 33 h 40"/>
                <a:gd name="T26" fmla="*/ 88 w 95"/>
                <a:gd name="T27" fmla="*/ 30 h 40"/>
                <a:gd name="T28" fmla="*/ 83 w 95"/>
                <a:gd name="T29" fmla="*/ 18 h 40"/>
                <a:gd name="T30" fmla="*/ 47 w 95"/>
                <a:gd name="T31" fmla="*/ 6 h 40"/>
                <a:gd name="T32" fmla="*/ 12 w 95"/>
                <a:gd name="T33" fmla="*/ 18 h 40"/>
                <a:gd name="T34" fmla="*/ 7 w 95"/>
                <a:gd name="T35" fmla="*/ 3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5" h="40">
                  <a:moveTo>
                    <a:pt x="84" y="40"/>
                  </a:moveTo>
                  <a:cubicBezTo>
                    <a:pt x="10" y="40"/>
                    <a:pt x="10" y="40"/>
                    <a:pt x="10" y="40"/>
                  </a:cubicBezTo>
                  <a:cubicBezTo>
                    <a:pt x="5" y="40"/>
                    <a:pt x="0" y="35"/>
                    <a:pt x="0" y="30"/>
                  </a:cubicBezTo>
                  <a:cubicBezTo>
                    <a:pt x="0" y="30"/>
                    <a:pt x="0" y="22"/>
                    <a:pt x="6" y="14"/>
                  </a:cubicBezTo>
                  <a:cubicBezTo>
                    <a:pt x="10" y="10"/>
                    <a:pt x="15" y="6"/>
                    <a:pt x="21" y="4"/>
                  </a:cubicBezTo>
                  <a:cubicBezTo>
                    <a:pt x="28" y="1"/>
                    <a:pt x="37" y="0"/>
                    <a:pt x="47" y="0"/>
                  </a:cubicBezTo>
                  <a:cubicBezTo>
                    <a:pt x="58" y="0"/>
                    <a:pt x="67" y="1"/>
                    <a:pt x="74" y="4"/>
                  </a:cubicBezTo>
                  <a:cubicBezTo>
                    <a:pt x="80" y="6"/>
                    <a:pt x="85" y="10"/>
                    <a:pt x="88" y="14"/>
                  </a:cubicBezTo>
                  <a:cubicBezTo>
                    <a:pt x="94" y="22"/>
                    <a:pt x="95" y="30"/>
                    <a:pt x="95" y="30"/>
                  </a:cubicBezTo>
                  <a:cubicBezTo>
                    <a:pt x="95" y="35"/>
                    <a:pt x="90" y="40"/>
                    <a:pt x="84" y="40"/>
                  </a:cubicBezTo>
                  <a:close/>
                  <a:moveTo>
                    <a:pt x="7" y="30"/>
                  </a:moveTo>
                  <a:cubicBezTo>
                    <a:pt x="7" y="32"/>
                    <a:pt x="8" y="33"/>
                    <a:pt x="10" y="33"/>
                  </a:cubicBezTo>
                  <a:cubicBezTo>
                    <a:pt x="84" y="33"/>
                    <a:pt x="84" y="33"/>
                    <a:pt x="84" y="33"/>
                  </a:cubicBezTo>
                  <a:cubicBezTo>
                    <a:pt x="86" y="33"/>
                    <a:pt x="88" y="32"/>
                    <a:pt x="88" y="30"/>
                  </a:cubicBezTo>
                  <a:cubicBezTo>
                    <a:pt x="88" y="30"/>
                    <a:pt x="88" y="24"/>
                    <a:pt x="83" y="18"/>
                  </a:cubicBezTo>
                  <a:cubicBezTo>
                    <a:pt x="76" y="10"/>
                    <a:pt x="64" y="6"/>
                    <a:pt x="47" y="6"/>
                  </a:cubicBezTo>
                  <a:cubicBezTo>
                    <a:pt x="31" y="6"/>
                    <a:pt x="18" y="10"/>
                    <a:pt x="12" y="18"/>
                  </a:cubicBezTo>
                  <a:cubicBezTo>
                    <a:pt x="7" y="24"/>
                    <a:pt x="7" y="30"/>
                    <a:pt x="7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9" name="Freeform 10">
              <a:extLst>
                <a:ext uri="{FF2B5EF4-FFF2-40B4-BE49-F238E27FC236}">
                  <a16:creationId xmlns:a16="http://schemas.microsoft.com/office/drawing/2014/main" id="{80D3E429-052F-4E7B-BE27-8FBC6A8FEF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90588" y="708025"/>
              <a:ext cx="169863" cy="180975"/>
            </a:xfrm>
            <a:custGeom>
              <a:avLst/>
              <a:gdLst>
                <a:gd name="T0" fmla="*/ 27 w 54"/>
                <a:gd name="T1" fmla="*/ 54 h 54"/>
                <a:gd name="T2" fmla="*/ 0 w 54"/>
                <a:gd name="T3" fmla="*/ 27 h 54"/>
                <a:gd name="T4" fmla="*/ 27 w 54"/>
                <a:gd name="T5" fmla="*/ 0 h 54"/>
                <a:gd name="T6" fmla="*/ 54 w 54"/>
                <a:gd name="T7" fmla="*/ 27 h 54"/>
                <a:gd name="T8" fmla="*/ 27 w 54"/>
                <a:gd name="T9" fmla="*/ 54 h 54"/>
                <a:gd name="T10" fmla="*/ 27 w 54"/>
                <a:gd name="T11" fmla="*/ 7 h 54"/>
                <a:gd name="T12" fmla="*/ 7 w 54"/>
                <a:gd name="T13" fmla="*/ 27 h 54"/>
                <a:gd name="T14" fmla="*/ 27 w 54"/>
                <a:gd name="T15" fmla="*/ 47 h 54"/>
                <a:gd name="T16" fmla="*/ 48 w 54"/>
                <a:gd name="T17" fmla="*/ 27 h 54"/>
                <a:gd name="T18" fmla="*/ 27 w 54"/>
                <a:gd name="T19" fmla="*/ 7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4" h="54">
                  <a:moveTo>
                    <a:pt x="27" y="54"/>
                  </a:moveTo>
                  <a:cubicBezTo>
                    <a:pt x="12" y="54"/>
                    <a:pt x="0" y="42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4" y="12"/>
                    <a:pt x="54" y="27"/>
                  </a:cubicBezTo>
                  <a:cubicBezTo>
                    <a:pt x="54" y="42"/>
                    <a:pt x="42" y="54"/>
                    <a:pt x="27" y="54"/>
                  </a:cubicBezTo>
                  <a:close/>
                  <a:moveTo>
                    <a:pt x="27" y="7"/>
                  </a:moveTo>
                  <a:cubicBezTo>
                    <a:pt x="16" y="7"/>
                    <a:pt x="7" y="16"/>
                    <a:pt x="7" y="27"/>
                  </a:cubicBezTo>
                  <a:cubicBezTo>
                    <a:pt x="7" y="38"/>
                    <a:pt x="16" y="47"/>
                    <a:pt x="27" y="47"/>
                  </a:cubicBezTo>
                  <a:cubicBezTo>
                    <a:pt x="38" y="47"/>
                    <a:pt x="48" y="38"/>
                    <a:pt x="48" y="27"/>
                  </a:cubicBezTo>
                  <a:cubicBezTo>
                    <a:pt x="48" y="16"/>
                    <a:pt x="38" y="7"/>
                    <a:pt x="27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0" name="Freeform 11">
              <a:extLst>
                <a:ext uri="{FF2B5EF4-FFF2-40B4-BE49-F238E27FC236}">
                  <a16:creationId xmlns:a16="http://schemas.microsoft.com/office/drawing/2014/main" id="{7416098D-4EBF-4A74-8370-BA0E076FAE0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3263" y="931863"/>
              <a:ext cx="125413" cy="114300"/>
            </a:xfrm>
            <a:custGeom>
              <a:avLst/>
              <a:gdLst>
                <a:gd name="T0" fmla="*/ 30 w 40"/>
                <a:gd name="T1" fmla="*/ 34 h 34"/>
                <a:gd name="T2" fmla="*/ 10 w 40"/>
                <a:gd name="T3" fmla="*/ 34 h 34"/>
                <a:gd name="T4" fmla="*/ 0 w 40"/>
                <a:gd name="T5" fmla="*/ 24 h 34"/>
                <a:gd name="T6" fmla="*/ 4 w 40"/>
                <a:gd name="T7" fmla="*/ 12 h 34"/>
                <a:gd name="T8" fmla="*/ 14 w 40"/>
                <a:gd name="T9" fmla="*/ 4 h 34"/>
                <a:gd name="T10" fmla="*/ 33 w 40"/>
                <a:gd name="T11" fmla="*/ 0 h 34"/>
                <a:gd name="T12" fmla="*/ 37 w 40"/>
                <a:gd name="T13" fmla="*/ 0 h 34"/>
                <a:gd name="T14" fmla="*/ 40 w 40"/>
                <a:gd name="T15" fmla="*/ 4 h 34"/>
                <a:gd name="T16" fmla="*/ 36 w 40"/>
                <a:gd name="T17" fmla="*/ 7 h 34"/>
                <a:gd name="T18" fmla="*/ 33 w 40"/>
                <a:gd name="T19" fmla="*/ 7 h 34"/>
                <a:gd name="T20" fmla="*/ 6 w 40"/>
                <a:gd name="T21" fmla="*/ 24 h 34"/>
                <a:gd name="T22" fmla="*/ 10 w 40"/>
                <a:gd name="T23" fmla="*/ 27 h 34"/>
                <a:gd name="T24" fmla="*/ 30 w 40"/>
                <a:gd name="T25" fmla="*/ 27 h 34"/>
                <a:gd name="T26" fmla="*/ 33 w 40"/>
                <a:gd name="T27" fmla="*/ 31 h 34"/>
                <a:gd name="T28" fmla="*/ 30 w 40"/>
                <a:gd name="T29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0" h="34">
                  <a:moveTo>
                    <a:pt x="30" y="34"/>
                  </a:moveTo>
                  <a:cubicBezTo>
                    <a:pt x="10" y="34"/>
                    <a:pt x="10" y="34"/>
                    <a:pt x="10" y="34"/>
                  </a:cubicBezTo>
                  <a:cubicBezTo>
                    <a:pt x="4" y="34"/>
                    <a:pt x="0" y="29"/>
                    <a:pt x="0" y="24"/>
                  </a:cubicBezTo>
                  <a:cubicBezTo>
                    <a:pt x="0" y="24"/>
                    <a:pt x="0" y="18"/>
                    <a:pt x="4" y="12"/>
                  </a:cubicBezTo>
                  <a:cubicBezTo>
                    <a:pt x="7" y="8"/>
                    <a:pt x="10" y="6"/>
                    <a:pt x="14" y="4"/>
                  </a:cubicBezTo>
                  <a:cubicBezTo>
                    <a:pt x="20" y="1"/>
                    <a:pt x="26" y="0"/>
                    <a:pt x="33" y="0"/>
                  </a:cubicBezTo>
                  <a:cubicBezTo>
                    <a:pt x="34" y="0"/>
                    <a:pt x="36" y="0"/>
                    <a:pt x="37" y="0"/>
                  </a:cubicBezTo>
                  <a:cubicBezTo>
                    <a:pt x="39" y="0"/>
                    <a:pt x="40" y="2"/>
                    <a:pt x="40" y="4"/>
                  </a:cubicBezTo>
                  <a:cubicBezTo>
                    <a:pt x="40" y="6"/>
                    <a:pt x="38" y="7"/>
                    <a:pt x="36" y="7"/>
                  </a:cubicBezTo>
                  <a:cubicBezTo>
                    <a:pt x="35" y="7"/>
                    <a:pt x="34" y="7"/>
                    <a:pt x="33" y="7"/>
                  </a:cubicBezTo>
                  <a:cubicBezTo>
                    <a:pt x="7" y="7"/>
                    <a:pt x="6" y="23"/>
                    <a:pt x="6" y="24"/>
                  </a:cubicBezTo>
                  <a:cubicBezTo>
                    <a:pt x="6" y="26"/>
                    <a:pt x="8" y="27"/>
                    <a:pt x="10" y="27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32" y="27"/>
                    <a:pt x="33" y="29"/>
                    <a:pt x="33" y="31"/>
                  </a:cubicBezTo>
                  <a:cubicBezTo>
                    <a:pt x="33" y="33"/>
                    <a:pt x="32" y="34"/>
                    <a:pt x="30" y="3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1" name="Freeform 12">
              <a:extLst>
                <a:ext uri="{FF2B5EF4-FFF2-40B4-BE49-F238E27FC236}">
                  <a16:creationId xmlns:a16="http://schemas.microsoft.com/office/drawing/2014/main" id="{593F5A84-A72C-4159-A115-BF7CE698FCC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4538" y="774700"/>
              <a:ext cx="128588" cy="138113"/>
            </a:xfrm>
            <a:custGeom>
              <a:avLst/>
              <a:gdLst>
                <a:gd name="T0" fmla="*/ 20 w 41"/>
                <a:gd name="T1" fmla="*/ 41 h 41"/>
                <a:gd name="T2" fmla="*/ 0 w 41"/>
                <a:gd name="T3" fmla="*/ 20 h 41"/>
                <a:gd name="T4" fmla="*/ 20 w 41"/>
                <a:gd name="T5" fmla="*/ 0 h 41"/>
                <a:gd name="T6" fmla="*/ 41 w 41"/>
                <a:gd name="T7" fmla="*/ 20 h 41"/>
                <a:gd name="T8" fmla="*/ 20 w 41"/>
                <a:gd name="T9" fmla="*/ 41 h 41"/>
                <a:gd name="T10" fmla="*/ 20 w 41"/>
                <a:gd name="T11" fmla="*/ 7 h 41"/>
                <a:gd name="T12" fmla="*/ 7 w 41"/>
                <a:gd name="T13" fmla="*/ 20 h 41"/>
                <a:gd name="T14" fmla="*/ 20 w 41"/>
                <a:gd name="T15" fmla="*/ 34 h 41"/>
                <a:gd name="T16" fmla="*/ 34 w 41"/>
                <a:gd name="T17" fmla="*/ 20 h 41"/>
                <a:gd name="T18" fmla="*/ 20 w 41"/>
                <a:gd name="T19" fmla="*/ 7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41">
                  <a:moveTo>
                    <a:pt x="20" y="41"/>
                  </a:moveTo>
                  <a:cubicBezTo>
                    <a:pt x="9" y="41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1" y="9"/>
                    <a:pt x="41" y="20"/>
                  </a:cubicBezTo>
                  <a:cubicBezTo>
                    <a:pt x="41" y="31"/>
                    <a:pt x="31" y="41"/>
                    <a:pt x="20" y="41"/>
                  </a:cubicBezTo>
                  <a:close/>
                  <a:moveTo>
                    <a:pt x="20" y="7"/>
                  </a:moveTo>
                  <a:cubicBezTo>
                    <a:pt x="13" y="7"/>
                    <a:pt x="7" y="13"/>
                    <a:pt x="7" y="20"/>
                  </a:cubicBezTo>
                  <a:cubicBezTo>
                    <a:pt x="7" y="28"/>
                    <a:pt x="13" y="34"/>
                    <a:pt x="20" y="34"/>
                  </a:cubicBezTo>
                  <a:cubicBezTo>
                    <a:pt x="28" y="34"/>
                    <a:pt x="34" y="28"/>
                    <a:pt x="34" y="20"/>
                  </a:cubicBezTo>
                  <a:cubicBezTo>
                    <a:pt x="34" y="13"/>
                    <a:pt x="28" y="7"/>
                    <a:pt x="20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D52AC200-1FAF-4032-BF51-8BF8BF5C31B4}"/>
              </a:ext>
            </a:extLst>
          </p:cNvPr>
          <p:cNvSpPr txBox="1"/>
          <p:nvPr/>
        </p:nvSpPr>
        <p:spPr>
          <a:xfrm>
            <a:off x="8816318" y="5314784"/>
            <a:ext cx="2337966" cy="484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suffered alteration in some randomized believable.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2" name="Prevalence">
            <a:extLst>
              <a:ext uri="{FF2B5EF4-FFF2-40B4-BE49-F238E27FC236}">
                <a16:creationId xmlns:a16="http://schemas.microsoft.com/office/drawing/2014/main" id="{C5A1BF3C-356F-4A46-BFA5-32D25DF3D524}"/>
              </a:ext>
            </a:extLst>
          </p:cNvPr>
          <p:cNvSpPr/>
          <p:nvPr/>
        </p:nvSpPr>
        <p:spPr>
          <a:xfrm>
            <a:off x="8901382" y="5061449"/>
            <a:ext cx="1650804" cy="19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rPr lang="af-ZA" sz="1400" dirty="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Craigslist</a:t>
            </a:r>
            <a:endParaRPr sz="1400" dirty="0">
              <a:solidFill>
                <a:schemeClr val="tx1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77" name="Prevalence">
            <a:extLst>
              <a:ext uri="{FF2B5EF4-FFF2-40B4-BE49-F238E27FC236}">
                <a16:creationId xmlns:a16="http://schemas.microsoft.com/office/drawing/2014/main" id="{84F3F782-5EB7-497F-8E5C-F60C48878221}"/>
              </a:ext>
            </a:extLst>
          </p:cNvPr>
          <p:cNvSpPr/>
          <p:nvPr/>
        </p:nvSpPr>
        <p:spPr>
          <a:xfrm>
            <a:off x="2598731" y="6096115"/>
            <a:ext cx="1732249" cy="2516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800" dirty="0">
                <a:solidFill>
                  <a:schemeClr val="tx1"/>
                </a:solidFill>
                <a:latin typeface="Poppins regular" panose="00000500000000000000" pitchFamily="2" charset="0"/>
                <a:cs typeface="Poppins regular" panose="00000500000000000000" pitchFamily="2" charset="0"/>
              </a:rPr>
              <a:t>Adoption(3M+)</a:t>
            </a:r>
            <a:endParaRPr sz="1800" dirty="0">
              <a:solidFill>
                <a:schemeClr val="tx1"/>
              </a:solidFill>
              <a:latin typeface="Poppins regular" panose="00000500000000000000" pitchFamily="2" charset="0"/>
              <a:cs typeface="Poppins regular" panose="00000500000000000000" pitchFamily="2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4E3F606-1D3C-4F28-A46E-BE38DC99E0D9}"/>
              </a:ext>
            </a:extLst>
          </p:cNvPr>
          <p:cNvSpPr txBox="1"/>
          <p:nvPr/>
        </p:nvSpPr>
        <p:spPr>
          <a:xfrm>
            <a:off x="2394522" y="4026785"/>
            <a:ext cx="7773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Poppins regular" panose="00000500000000000000" pitchFamily="2" charset="0"/>
                <a:ea typeface="Open Sans" panose="020B0606030504020204" pitchFamily="34" charset="0"/>
                <a:cs typeface="Poppins regular" panose="00000500000000000000" pitchFamily="2" charset="0"/>
              </a:rPr>
              <a:t>7M+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8AE7A2B-6800-4DCF-8FD2-3F319ECC4328}"/>
              </a:ext>
            </a:extLst>
          </p:cNvPr>
          <p:cNvSpPr txBox="1"/>
          <p:nvPr/>
        </p:nvSpPr>
        <p:spPr>
          <a:xfrm>
            <a:off x="4718477" y="4668328"/>
            <a:ext cx="8781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regular" panose="00000500000000000000" pitchFamily="2" charset="0"/>
                <a:ea typeface="Open Sans" panose="020B0606030504020204" pitchFamily="34" charset="0"/>
                <a:cs typeface="Poppins regular" panose="00000500000000000000" pitchFamily="2" charset="0"/>
              </a:rPr>
              <a:t>15M+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A582692-8473-4E54-9EFC-2B53EDD126A2}"/>
              </a:ext>
            </a:extLst>
          </p:cNvPr>
          <p:cNvSpPr txBox="1"/>
          <p:nvPr/>
        </p:nvSpPr>
        <p:spPr>
          <a:xfrm>
            <a:off x="1084460" y="4018247"/>
            <a:ext cx="5553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Poppins regular" panose="00000500000000000000" pitchFamily="2" charset="0"/>
                <a:ea typeface="Open Sans" panose="020B0606030504020204" pitchFamily="34" charset="0"/>
                <a:cs typeface="Poppins regular" panose="00000500000000000000" pitchFamily="2" charset="0"/>
              </a:rPr>
              <a:t>4M+</a:t>
            </a:r>
          </a:p>
        </p:txBody>
      </p:sp>
    </p:spTree>
    <p:extLst>
      <p:ext uri="{BB962C8B-B14F-4D97-AF65-F5344CB8AC3E}">
        <p14:creationId xmlns:p14="http://schemas.microsoft.com/office/powerpoint/2010/main" val="2758968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AC26AC7-9B47-4B19-A128-623ADA96AFB9}"/>
              </a:ext>
            </a:extLst>
          </p:cNvPr>
          <p:cNvGrpSpPr/>
          <p:nvPr/>
        </p:nvGrpSpPr>
        <p:grpSpPr>
          <a:xfrm>
            <a:off x="7033833" y="2150068"/>
            <a:ext cx="207078" cy="3840619"/>
            <a:chOff x="7033833" y="2150068"/>
            <a:chExt cx="207078" cy="3840619"/>
          </a:xfrm>
        </p:grpSpPr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E62BC9D8-87B3-4D6D-BC8E-30C61DFF2529}"/>
                </a:ext>
              </a:extLst>
            </p:cNvPr>
            <p:cNvCxnSpPr>
              <a:cxnSpLocks/>
            </p:cNvCxnSpPr>
            <p:nvPr/>
          </p:nvCxnSpPr>
          <p:spPr>
            <a:xfrm>
              <a:off x="7033833" y="2150068"/>
              <a:ext cx="0" cy="3840619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7D0DFB9E-B568-44CB-88C6-908C70C97223}"/>
                </a:ext>
              </a:extLst>
            </p:cNvPr>
            <p:cNvCxnSpPr>
              <a:cxnSpLocks/>
            </p:cNvCxnSpPr>
            <p:nvPr/>
          </p:nvCxnSpPr>
          <p:spPr>
            <a:xfrm>
              <a:off x="7033833" y="2150068"/>
              <a:ext cx="207078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8346CA4E-04DB-4AA5-A284-64D802ABBB26}"/>
                </a:ext>
              </a:extLst>
            </p:cNvPr>
            <p:cNvCxnSpPr>
              <a:cxnSpLocks/>
            </p:cNvCxnSpPr>
            <p:nvPr/>
          </p:nvCxnSpPr>
          <p:spPr>
            <a:xfrm>
              <a:off x="7033833" y="5990687"/>
              <a:ext cx="207078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A7C02383-CA71-4254-B028-9E946CE3AFB1}"/>
              </a:ext>
            </a:extLst>
          </p:cNvPr>
          <p:cNvSpPr txBox="1"/>
          <p:nvPr/>
        </p:nvSpPr>
        <p:spPr>
          <a:xfrm>
            <a:off x="714290" y="776213"/>
            <a:ext cx="3610060" cy="12279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500" dirty="0">
                <a:solidFill>
                  <a:schemeClr val="accent2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Possible </a:t>
            </a:r>
          </a:p>
          <a:p>
            <a:pPr>
              <a:lnSpc>
                <a:spcPts val="4500"/>
              </a:lnSpc>
            </a:pPr>
            <a:r>
              <a:rPr lang="en-US" sz="3500" dirty="0">
                <a:latin typeface="Poppins SemiBold" panose="00000700000000000000" pitchFamily="50" charset="0"/>
                <a:cs typeface="Poppins SemiBold" panose="00000700000000000000" pitchFamily="50" charset="0"/>
              </a:rPr>
              <a:t>Market Share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B73A331-940E-4615-97FE-32BDAA617BC3}"/>
              </a:ext>
            </a:extLst>
          </p:cNvPr>
          <p:cNvSpPr txBox="1"/>
          <p:nvPr/>
        </p:nvSpPr>
        <p:spPr>
          <a:xfrm>
            <a:off x="8859075" y="966179"/>
            <a:ext cx="25317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spc="400" dirty="0">
                <a:solidFill>
                  <a:schemeClr val="accent1"/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www.example.com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5AFFD84F-6759-4ADF-ACEA-E3AABC1145C1}"/>
              </a:ext>
            </a:extLst>
          </p:cNvPr>
          <p:cNvSpPr/>
          <p:nvPr/>
        </p:nvSpPr>
        <p:spPr>
          <a:xfrm>
            <a:off x="7530790" y="2225954"/>
            <a:ext cx="1663271" cy="166327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10940D4F-EC5B-41CA-84BA-7622030DC158}"/>
              </a:ext>
            </a:extLst>
          </p:cNvPr>
          <p:cNvSpPr/>
          <p:nvPr/>
        </p:nvSpPr>
        <p:spPr>
          <a:xfrm>
            <a:off x="9556368" y="2225954"/>
            <a:ext cx="1663271" cy="166327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33D70124-0E52-45E2-8697-181D4E4C4D87}"/>
              </a:ext>
            </a:extLst>
          </p:cNvPr>
          <p:cNvSpPr/>
          <p:nvPr/>
        </p:nvSpPr>
        <p:spPr>
          <a:xfrm>
            <a:off x="7530790" y="4251531"/>
            <a:ext cx="1663271" cy="166327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5EDB1388-1282-42CB-8D37-0906867E2002}"/>
              </a:ext>
            </a:extLst>
          </p:cNvPr>
          <p:cNvSpPr/>
          <p:nvPr/>
        </p:nvSpPr>
        <p:spPr>
          <a:xfrm>
            <a:off x="9556368" y="4251531"/>
            <a:ext cx="1663271" cy="166327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C9064F29-B73F-40E4-9707-607222045D75}"/>
              </a:ext>
            </a:extLst>
          </p:cNvPr>
          <p:cNvSpPr/>
          <p:nvPr/>
        </p:nvSpPr>
        <p:spPr>
          <a:xfrm rot="5400000">
            <a:off x="6452018" y="4550383"/>
            <a:ext cx="1163629" cy="4141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4CA8D5F1-A12F-41FE-A927-7A8E71F57407}"/>
              </a:ext>
            </a:extLst>
          </p:cNvPr>
          <p:cNvSpPr/>
          <p:nvPr/>
        </p:nvSpPr>
        <p:spPr>
          <a:xfrm rot="5400000">
            <a:off x="6452018" y="3183134"/>
            <a:ext cx="1163629" cy="4141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9A984DC2-5A1A-4CC0-B495-34B1F4BDFDE4}"/>
              </a:ext>
            </a:extLst>
          </p:cNvPr>
          <p:cNvSpPr txBox="1"/>
          <p:nvPr/>
        </p:nvSpPr>
        <p:spPr>
          <a:xfrm rot="16200000">
            <a:off x="6487140" y="3220936"/>
            <a:ext cx="1093387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regular" panose="00000500000000000000" pitchFamily="2" charset="0"/>
                <a:ea typeface="Jost" pitchFamily="2" charset="0"/>
                <a:cs typeface="Poppins regular" panose="00000500000000000000" pitchFamily="2" charset="0"/>
              </a:rPr>
              <a:t>Existing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76072B69-98BE-47F7-A4AC-011DED9CD6D7}"/>
              </a:ext>
            </a:extLst>
          </p:cNvPr>
          <p:cNvSpPr txBox="1"/>
          <p:nvPr/>
        </p:nvSpPr>
        <p:spPr>
          <a:xfrm rot="16200000">
            <a:off x="6493692" y="4588184"/>
            <a:ext cx="1080282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regular" panose="00000500000000000000" pitchFamily="2" charset="0"/>
                <a:ea typeface="Jost" pitchFamily="2" charset="0"/>
                <a:cs typeface="Poppins regular" panose="00000500000000000000" pitchFamily="2" charset="0"/>
              </a:rPr>
              <a:t>Now</a:t>
            </a:r>
          </a:p>
        </p:txBody>
      </p: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7D992CE7-67A5-4351-8E40-AB99F37FD6E3}"/>
              </a:ext>
            </a:extLst>
          </p:cNvPr>
          <p:cNvSpPr/>
          <p:nvPr/>
        </p:nvSpPr>
        <p:spPr>
          <a:xfrm>
            <a:off x="839456" y="5618141"/>
            <a:ext cx="1325880" cy="4114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F878F19-10A7-436A-B738-44C94AD6C8A0}"/>
              </a:ext>
            </a:extLst>
          </p:cNvPr>
          <p:cNvSpPr txBox="1"/>
          <p:nvPr/>
        </p:nvSpPr>
        <p:spPr>
          <a:xfrm>
            <a:off x="986312" y="5682910"/>
            <a:ext cx="9961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Poppins Medium" panose="00000600000000000000" pitchFamily="2" charset="0"/>
                <a:ea typeface="Jost" pitchFamily="2" charset="0"/>
                <a:cs typeface="Poppins Medium" panose="00000600000000000000" pitchFamily="2" charset="0"/>
              </a:rPr>
              <a:t>VISIT US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E6B7A4A8-2139-4C78-807F-EA7CEACF6130}"/>
              </a:ext>
            </a:extLst>
          </p:cNvPr>
          <p:cNvSpPr txBox="1"/>
          <p:nvPr/>
        </p:nvSpPr>
        <p:spPr>
          <a:xfrm>
            <a:off x="767451" y="2459222"/>
            <a:ext cx="2432950" cy="598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6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Summary Purpose Template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20657E7B-CD00-40C4-9D9B-CDB791EF5E42}"/>
              </a:ext>
            </a:extLst>
          </p:cNvPr>
          <p:cNvSpPr txBox="1"/>
          <p:nvPr/>
        </p:nvSpPr>
        <p:spPr>
          <a:xfrm>
            <a:off x="767451" y="4139684"/>
            <a:ext cx="4068517" cy="6896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variations of passages of Lorem Ipsum available, but the have suffered alteration in some form, by injected humor, or randomized  which don't look  slightly believable.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1B34C0DC-E494-49C6-8BE9-DEF605BB8D56}"/>
              </a:ext>
            </a:extLst>
          </p:cNvPr>
          <p:cNvSpPr txBox="1"/>
          <p:nvPr/>
        </p:nvSpPr>
        <p:spPr>
          <a:xfrm>
            <a:off x="767451" y="3308296"/>
            <a:ext cx="4242699" cy="580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20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variations of passages of Lorem Ipsum available, the or randomized words which</a:t>
            </a:r>
            <a:endParaRPr lang="en-US" sz="1200" i="1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1" name="Freeform 20">
            <a:extLst>
              <a:ext uri="{FF2B5EF4-FFF2-40B4-BE49-F238E27FC236}">
                <a16:creationId xmlns:a16="http://schemas.microsoft.com/office/drawing/2014/main" id="{898EBDCE-0D55-41A0-B3EF-403E3CAACA26}"/>
              </a:ext>
            </a:extLst>
          </p:cNvPr>
          <p:cNvSpPr>
            <a:spLocks noEditPoints="1"/>
          </p:cNvSpPr>
          <p:nvPr/>
        </p:nvSpPr>
        <p:spPr bwMode="auto">
          <a:xfrm>
            <a:off x="8198797" y="2700109"/>
            <a:ext cx="327256" cy="409069"/>
          </a:xfrm>
          <a:custGeom>
            <a:avLst/>
            <a:gdLst>
              <a:gd name="T0" fmla="*/ 128 w 128"/>
              <a:gd name="T1" fmla="*/ 138 h 160"/>
              <a:gd name="T2" fmla="*/ 119 w 128"/>
              <a:gd name="T3" fmla="*/ 35 h 160"/>
              <a:gd name="T4" fmla="*/ 115 w 128"/>
              <a:gd name="T5" fmla="*/ 31 h 160"/>
              <a:gd name="T6" fmla="*/ 96 w 128"/>
              <a:gd name="T7" fmla="*/ 31 h 160"/>
              <a:gd name="T8" fmla="*/ 64 w 128"/>
              <a:gd name="T9" fmla="*/ 0 h 160"/>
              <a:gd name="T10" fmla="*/ 33 w 128"/>
              <a:gd name="T11" fmla="*/ 31 h 160"/>
              <a:gd name="T12" fmla="*/ 14 w 128"/>
              <a:gd name="T13" fmla="*/ 31 h 160"/>
              <a:gd name="T14" fmla="*/ 9 w 128"/>
              <a:gd name="T15" fmla="*/ 35 h 160"/>
              <a:gd name="T16" fmla="*/ 0 w 128"/>
              <a:gd name="T17" fmla="*/ 138 h 160"/>
              <a:gd name="T18" fmla="*/ 0 w 128"/>
              <a:gd name="T19" fmla="*/ 139 h 160"/>
              <a:gd name="T20" fmla="*/ 24 w 128"/>
              <a:gd name="T21" fmla="*/ 160 h 160"/>
              <a:gd name="T22" fmla="*/ 104 w 128"/>
              <a:gd name="T23" fmla="*/ 160 h 160"/>
              <a:gd name="T24" fmla="*/ 128 w 128"/>
              <a:gd name="T25" fmla="*/ 139 h 160"/>
              <a:gd name="T26" fmla="*/ 128 w 128"/>
              <a:gd name="T27" fmla="*/ 138 h 160"/>
              <a:gd name="T28" fmla="*/ 64 w 128"/>
              <a:gd name="T29" fmla="*/ 9 h 160"/>
              <a:gd name="T30" fmla="*/ 87 w 128"/>
              <a:gd name="T31" fmla="*/ 31 h 160"/>
              <a:gd name="T32" fmla="*/ 42 w 128"/>
              <a:gd name="T33" fmla="*/ 31 h 160"/>
              <a:gd name="T34" fmla="*/ 64 w 128"/>
              <a:gd name="T35" fmla="*/ 9 h 160"/>
              <a:gd name="T36" fmla="*/ 104 w 128"/>
              <a:gd name="T37" fmla="*/ 151 h 160"/>
              <a:gd name="T38" fmla="*/ 24 w 128"/>
              <a:gd name="T39" fmla="*/ 151 h 160"/>
              <a:gd name="T40" fmla="*/ 9 w 128"/>
              <a:gd name="T41" fmla="*/ 139 h 160"/>
              <a:gd name="T42" fmla="*/ 18 w 128"/>
              <a:gd name="T43" fmla="*/ 40 h 160"/>
              <a:gd name="T44" fmla="*/ 33 w 128"/>
              <a:gd name="T45" fmla="*/ 40 h 160"/>
              <a:gd name="T46" fmla="*/ 33 w 128"/>
              <a:gd name="T47" fmla="*/ 53 h 160"/>
              <a:gd name="T48" fmla="*/ 37 w 128"/>
              <a:gd name="T49" fmla="*/ 58 h 160"/>
              <a:gd name="T50" fmla="*/ 42 w 128"/>
              <a:gd name="T51" fmla="*/ 53 h 160"/>
              <a:gd name="T52" fmla="*/ 42 w 128"/>
              <a:gd name="T53" fmla="*/ 40 h 160"/>
              <a:gd name="T54" fmla="*/ 87 w 128"/>
              <a:gd name="T55" fmla="*/ 40 h 160"/>
              <a:gd name="T56" fmla="*/ 87 w 128"/>
              <a:gd name="T57" fmla="*/ 53 h 160"/>
              <a:gd name="T58" fmla="*/ 91 w 128"/>
              <a:gd name="T59" fmla="*/ 58 h 160"/>
              <a:gd name="T60" fmla="*/ 96 w 128"/>
              <a:gd name="T61" fmla="*/ 53 h 160"/>
              <a:gd name="T62" fmla="*/ 96 w 128"/>
              <a:gd name="T63" fmla="*/ 40 h 160"/>
              <a:gd name="T64" fmla="*/ 111 w 128"/>
              <a:gd name="T65" fmla="*/ 40 h 160"/>
              <a:gd name="T66" fmla="*/ 120 w 128"/>
              <a:gd name="T67" fmla="*/ 139 h 160"/>
              <a:gd name="T68" fmla="*/ 104 w 128"/>
              <a:gd name="T69" fmla="*/ 151 h 160"/>
              <a:gd name="T70" fmla="*/ 104 w 128"/>
              <a:gd name="T71" fmla="*/ 151 h 160"/>
              <a:gd name="T72" fmla="*/ 104 w 128"/>
              <a:gd name="T73" fmla="*/ 151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28" h="160">
                <a:moveTo>
                  <a:pt x="128" y="138"/>
                </a:moveTo>
                <a:cubicBezTo>
                  <a:pt x="119" y="35"/>
                  <a:pt x="119" y="35"/>
                  <a:pt x="119" y="35"/>
                </a:cubicBezTo>
                <a:cubicBezTo>
                  <a:pt x="119" y="33"/>
                  <a:pt x="117" y="31"/>
                  <a:pt x="115" y="31"/>
                </a:cubicBezTo>
                <a:cubicBezTo>
                  <a:pt x="96" y="31"/>
                  <a:pt x="96" y="31"/>
                  <a:pt x="96" y="31"/>
                </a:cubicBezTo>
                <a:cubicBezTo>
                  <a:pt x="96" y="14"/>
                  <a:pt x="82" y="0"/>
                  <a:pt x="64" y="0"/>
                </a:cubicBezTo>
                <a:cubicBezTo>
                  <a:pt x="47" y="0"/>
                  <a:pt x="33" y="14"/>
                  <a:pt x="33" y="31"/>
                </a:cubicBezTo>
                <a:cubicBezTo>
                  <a:pt x="14" y="31"/>
                  <a:pt x="14" y="31"/>
                  <a:pt x="14" y="31"/>
                </a:cubicBezTo>
                <a:cubicBezTo>
                  <a:pt x="12" y="31"/>
                  <a:pt x="10" y="33"/>
                  <a:pt x="9" y="35"/>
                </a:cubicBezTo>
                <a:cubicBezTo>
                  <a:pt x="0" y="138"/>
                  <a:pt x="0" y="138"/>
                  <a:pt x="0" y="138"/>
                </a:cubicBezTo>
                <a:cubicBezTo>
                  <a:pt x="0" y="138"/>
                  <a:pt x="0" y="139"/>
                  <a:pt x="0" y="139"/>
                </a:cubicBezTo>
                <a:cubicBezTo>
                  <a:pt x="0" y="150"/>
                  <a:pt x="11" y="160"/>
                  <a:pt x="24" y="160"/>
                </a:cubicBezTo>
                <a:cubicBezTo>
                  <a:pt x="104" y="160"/>
                  <a:pt x="104" y="160"/>
                  <a:pt x="104" y="160"/>
                </a:cubicBezTo>
                <a:cubicBezTo>
                  <a:pt x="118" y="160"/>
                  <a:pt x="128" y="150"/>
                  <a:pt x="128" y="139"/>
                </a:cubicBezTo>
                <a:cubicBezTo>
                  <a:pt x="128" y="139"/>
                  <a:pt x="128" y="138"/>
                  <a:pt x="128" y="138"/>
                </a:cubicBezTo>
                <a:close/>
                <a:moveTo>
                  <a:pt x="64" y="9"/>
                </a:moveTo>
                <a:cubicBezTo>
                  <a:pt x="77" y="9"/>
                  <a:pt x="87" y="19"/>
                  <a:pt x="87" y="31"/>
                </a:cubicBezTo>
                <a:cubicBezTo>
                  <a:pt x="42" y="31"/>
                  <a:pt x="42" y="31"/>
                  <a:pt x="42" y="31"/>
                </a:cubicBezTo>
                <a:cubicBezTo>
                  <a:pt x="42" y="19"/>
                  <a:pt x="52" y="9"/>
                  <a:pt x="64" y="9"/>
                </a:cubicBezTo>
                <a:close/>
                <a:moveTo>
                  <a:pt x="104" y="151"/>
                </a:moveTo>
                <a:cubicBezTo>
                  <a:pt x="24" y="151"/>
                  <a:pt x="24" y="151"/>
                  <a:pt x="24" y="151"/>
                </a:cubicBezTo>
                <a:cubicBezTo>
                  <a:pt x="16" y="151"/>
                  <a:pt x="9" y="146"/>
                  <a:pt x="9" y="139"/>
                </a:cubicBezTo>
                <a:cubicBezTo>
                  <a:pt x="18" y="40"/>
                  <a:pt x="18" y="40"/>
                  <a:pt x="18" y="40"/>
                </a:cubicBezTo>
                <a:cubicBezTo>
                  <a:pt x="33" y="40"/>
                  <a:pt x="33" y="40"/>
                  <a:pt x="33" y="40"/>
                </a:cubicBezTo>
                <a:cubicBezTo>
                  <a:pt x="33" y="53"/>
                  <a:pt x="33" y="53"/>
                  <a:pt x="33" y="53"/>
                </a:cubicBezTo>
                <a:cubicBezTo>
                  <a:pt x="33" y="56"/>
                  <a:pt x="35" y="58"/>
                  <a:pt x="37" y="58"/>
                </a:cubicBezTo>
                <a:cubicBezTo>
                  <a:pt x="40" y="58"/>
                  <a:pt x="42" y="56"/>
                  <a:pt x="42" y="53"/>
                </a:cubicBezTo>
                <a:cubicBezTo>
                  <a:pt x="42" y="40"/>
                  <a:pt x="42" y="40"/>
                  <a:pt x="42" y="40"/>
                </a:cubicBezTo>
                <a:cubicBezTo>
                  <a:pt x="87" y="40"/>
                  <a:pt x="87" y="40"/>
                  <a:pt x="87" y="40"/>
                </a:cubicBezTo>
                <a:cubicBezTo>
                  <a:pt x="87" y="53"/>
                  <a:pt x="87" y="53"/>
                  <a:pt x="87" y="53"/>
                </a:cubicBezTo>
                <a:cubicBezTo>
                  <a:pt x="87" y="56"/>
                  <a:pt x="89" y="58"/>
                  <a:pt x="91" y="58"/>
                </a:cubicBezTo>
                <a:cubicBezTo>
                  <a:pt x="94" y="58"/>
                  <a:pt x="96" y="56"/>
                  <a:pt x="96" y="53"/>
                </a:cubicBezTo>
                <a:cubicBezTo>
                  <a:pt x="96" y="40"/>
                  <a:pt x="96" y="40"/>
                  <a:pt x="96" y="40"/>
                </a:cubicBezTo>
                <a:cubicBezTo>
                  <a:pt x="111" y="40"/>
                  <a:pt x="111" y="40"/>
                  <a:pt x="111" y="40"/>
                </a:cubicBezTo>
                <a:cubicBezTo>
                  <a:pt x="120" y="139"/>
                  <a:pt x="120" y="139"/>
                  <a:pt x="120" y="139"/>
                </a:cubicBezTo>
                <a:cubicBezTo>
                  <a:pt x="119" y="146"/>
                  <a:pt x="113" y="151"/>
                  <a:pt x="104" y="151"/>
                </a:cubicBezTo>
                <a:close/>
                <a:moveTo>
                  <a:pt x="104" y="151"/>
                </a:moveTo>
                <a:cubicBezTo>
                  <a:pt x="104" y="151"/>
                  <a:pt x="104" y="151"/>
                  <a:pt x="104" y="151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2" name="Freeform 28">
            <a:extLst>
              <a:ext uri="{FF2B5EF4-FFF2-40B4-BE49-F238E27FC236}">
                <a16:creationId xmlns:a16="http://schemas.microsoft.com/office/drawing/2014/main" id="{5113C4CE-2C2B-488E-B674-6E923D07363B}"/>
              </a:ext>
            </a:extLst>
          </p:cNvPr>
          <p:cNvSpPr>
            <a:spLocks noEditPoints="1"/>
          </p:cNvSpPr>
          <p:nvPr/>
        </p:nvSpPr>
        <p:spPr bwMode="auto">
          <a:xfrm>
            <a:off x="10150220" y="4734365"/>
            <a:ext cx="350268" cy="409069"/>
          </a:xfrm>
          <a:custGeom>
            <a:avLst/>
            <a:gdLst>
              <a:gd name="T0" fmla="*/ 65 w 137"/>
              <a:gd name="T1" fmla="*/ 101 h 160"/>
              <a:gd name="T2" fmla="*/ 65 w 137"/>
              <a:gd name="T3" fmla="*/ 89 h 160"/>
              <a:gd name="T4" fmla="*/ 85 w 137"/>
              <a:gd name="T5" fmla="*/ 85 h 160"/>
              <a:gd name="T6" fmla="*/ 73 w 137"/>
              <a:gd name="T7" fmla="*/ 81 h 160"/>
              <a:gd name="T8" fmla="*/ 69 w 137"/>
              <a:gd name="T9" fmla="*/ 71 h 160"/>
              <a:gd name="T10" fmla="*/ 65 w 137"/>
              <a:gd name="T11" fmla="*/ 81 h 160"/>
              <a:gd name="T12" fmla="*/ 51 w 137"/>
              <a:gd name="T13" fmla="*/ 95 h 160"/>
              <a:gd name="T14" fmla="*/ 74 w 137"/>
              <a:gd name="T15" fmla="*/ 109 h 160"/>
              <a:gd name="T16" fmla="*/ 74 w 137"/>
              <a:gd name="T17" fmla="*/ 121 h 160"/>
              <a:gd name="T18" fmla="*/ 53 w 137"/>
              <a:gd name="T19" fmla="*/ 125 h 160"/>
              <a:gd name="T20" fmla="*/ 65 w 137"/>
              <a:gd name="T21" fmla="*/ 129 h 160"/>
              <a:gd name="T22" fmla="*/ 69 w 137"/>
              <a:gd name="T23" fmla="*/ 138 h 160"/>
              <a:gd name="T24" fmla="*/ 73 w 137"/>
              <a:gd name="T25" fmla="*/ 129 h 160"/>
              <a:gd name="T26" fmla="*/ 74 w 137"/>
              <a:gd name="T27" fmla="*/ 129 h 160"/>
              <a:gd name="T28" fmla="*/ 74 w 137"/>
              <a:gd name="T29" fmla="*/ 101 h 160"/>
              <a:gd name="T30" fmla="*/ 112 w 137"/>
              <a:gd name="T31" fmla="*/ 64 h 160"/>
              <a:gd name="T32" fmla="*/ 107 w 137"/>
              <a:gd name="T33" fmla="*/ 11 h 160"/>
              <a:gd name="T34" fmla="*/ 92 w 137"/>
              <a:gd name="T35" fmla="*/ 0 h 160"/>
              <a:gd name="T36" fmla="*/ 71 w 137"/>
              <a:gd name="T37" fmla="*/ 6 h 160"/>
              <a:gd name="T38" fmla="*/ 49 w 137"/>
              <a:gd name="T39" fmla="*/ 1 h 160"/>
              <a:gd name="T40" fmla="*/ 28 w 137"/>
              <a:gd name="T41" fmla="*/ 15 h 160"/>
              <a:gd name="T42" fmla="*/ 25 w 137"/>
              <a:gd name="T43" fmla="*/ 64 h 160"/>
              <a:gd name="T44" fmla="*/ 0 w 137"/>
              <a:gd name="T45" fmla="*/ 129 h 160"/>
              <a:gd name="T46" fmla="*/ 106 w 137"/>
              <a:gd name="T47" fmla="*/ 160 h 160"/>
              <a:gd name="T48" fmla="*/ 129 w 137"/>
              <a:gd name="T49" fmla="*/ 92 h 160"/>
              <a:gd name="T50" fmla="*/ 49 w 137"/>
              <a:gd name="T51" fmla="*/ 9 h 160"/>
              <a:gd name="T52" fmla="*/ 71 w 137"/>
              <a:gd name="T53" fmla="*/ 14 h 160"/>
              <a:gd name="T54" fmla="*/ 92 w 137"/>
              <a:gd name="T55" fmla="*/ 8 h 160"/>
              <a:gd name="T56" fmla="*/ 82 w 137"/>
              <a:gd name="T57" fmla="*/ 40 h 160"/>
              <a:gd name="T58" fmla="*/ 37 w 137"/>
              <a:gd name="T59" fmla="*/ 14 h 160"/>
              <a:gd name="T60" fmla="*/ 31 w 137"/>
              <a:gd name="T61" fmla="*/ 152 h 160"/>
              <a:gd name="T62" fmla="*/ 31 w 137"/>
              <a:gd name="T63" fmla="*/ 69 h 160"/>
              <a:gd name="T64" fmla="*/ 83 w 137"/>
              <a:gd name="T65" fmla="*/ 48 h 160"/>
              <a:gd name="T66" fmla="*/ 129 w 137"/>
              <a:gd name="T67" fmla="*/ 129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37" h="160">
                <a:moveTo>
                  <a:pt x="74" y="101"/>
                </a:moveTo>
                <a:cubicBezTo>
                  <a:pt x="65" y="101"/>
                  <a:pt x="65" y="101"/>
                  <a:pt x="65" y="101"/>
                </a:cubicBezTo>
                <a:cubicBezTo>
                  <a:pt x="61" y="101"/>
                  <a:pt x="59" y="98"/>
                  <a:pt x="59" y="95"/>
                </a:cubicBezTo>
                <a:cubicBezTo>
                  <a:pt x="59" y="91"/>
                  <a:pt x="61" y="89"/>
                  <a:pt x="65" y="89"/>
                </a:cubicBezTo>
                <a:cubicBezTo>
                  <a:pt x="81" y="89"/>
                  <a:pt x="81" y="89"/>
                  <a:pt x="81" y="89"/>
                </a:cubicBezTo>
                <a:cubicBezTo>
                  <a:pt x="83" y="89"/>
                  <a:pt x="85" y="87"/>
                  <a:pt x="85" y="85"/>
                </a:cubicBezTo>
                <a:cubicBezTo>
                  <a:pt x="85" y="83"/>
                  <a:pt x="83" y="81"/>
                  <a:pt x="81" y="81"/>
                </a:cubicBezTo>
                <a:cubicBezTo>
                  <a:pt x="73" y="81"/>
                  <a:pt x="73" y="81"/>
                  <a:pt x="73" y="81"/>
                </a:cubicBezTo>
                <a:cubicBezTo>
                  <a:pt x="73" y="75"/>
                  <a:pt x="73" y="75"/>
                  <a:pt x="73" y="75"/>
                </a:cubicBezTo>
                <a:cubicBezTo>
                  <a:pt x="73" y="73"/>
                  <a:pt x="71" y="71"/>
                  <a:pt x="69" y="71"/>
                </a:cubicBezTo>
                <a:cubicBezTo>
                  <a:pt x="67" y="71"/>
                  <a:pt x="65" y="73"/>
                  <a:pt x="65" y="75"/>
                </a:cubicBezTo>
                <a:cubicBezTo>
                  <a:pt x="65" y="81"/>
                  <a:pt x="65" y="81"/>
                  <a:pt x="65" y="81"/>
                </a:cubicBezTo>
                <a:cubicBezTo>
                  <a:pt x="65" y="81"/>
                  <a:pt x="65" y="81"/>
                  <a:pt x="65" y="81"/>
                </a:cubicBezTo>
                <a:cubicBezTo>
                  <a:pt x="57" y="81"/>
                  <a:pt x="51" y="87"/>
                  <a:pt x="51" y="95"/>
                </a:cubicBezTo>
                <a:cubicBezTo>
                  <a:pt x="51" y="102"/>
                  <a:pt x="57" y="109"/>
                  <a:pt x="65" y="109"/>
                </a:cubicBezTo>
                <a:cubicBezTo>
                  <a:pt x="74" y="109"/>
                  <a:pt x="74" y="109"/>
                  <a:pt x="74" y="109"/>
                </a:cubicBezTo>
                <a:cubicBezTo>
                  <a:pt x="77" y="109"/>
                  <a:pt x="80" y="111"/>
                  <a:pt x="80" y="115"/>
                </a:cubicBezTo>
                <a:cubicBezTo>
                  <a:pt x="80" y="118"/>
                  <a:pt x="77" y="121"/>
                  <a:pt x="74" y="121"/>
                </a:cubicBezTo>
                <a:cubicBezTo>
                  <a:pt x="57" y="121"/>
                  <a:pt x="57" y="121"/>
                  <a:pt x="57" y="121"/>
                </a:cubicBezTo>
                <a:cubicBezTo>
                  <a:pt x="55" y="121"/>
                  <a:pt x="53" y="123"/>
                  <a:pt x="53" y="125"/>
                </a:cubicBezTo>
                <a:cubicBezTo>
                  <a:pt x="53" y="127"/>
                  <a:pt x="55" y="129"/>
                  <a:pt x="57" y="129"/>
                </a:cubicBezTo>
                <a:cubicBezTo>
                  <a:pt x="65" y="129"/>
                  <a:pt x="65" y="129"/>
                  <a:pt x="65" y="129"/>
                </a:cubicBezTo>
                <a:cubicBezTo>
                  <a:pt x="65" y="134"/>
                  <a:pt x="65" y="134"/>
                  <a:pt x="65" y="134"/>
                </a:cubicBezTo>
                <a:cubicBezTo>
                  <a:pt x="65" y="137"/>
                  <a:pt x="67" y="138"/>
                  <a:pt x="69" y="138"/>
                </a:cubicBezTo>
                <a:cubicBezTo>
                  <a:pt x="71" y="138"/>
                  <a:pt x="73" y="137"/>
                  <a:pt x="73" y="134"/>
                </a:cubicBezTo>
                <a:cubicBezTo>
                  <a:pt x="73" y="129"/>
                  <a:pt x="73" y="129"/>
                  <a:pt x="73" y="129"/>
                </a:cubicBezTo>
                <a:cubicBezTo>
                  <a:pt x="74" y="129"/>
                  <a:pt x="74" y="129"/>
                  <a:pt x="74" y="129"/>
                </a:cubicBezTo>
                <a:cubicBezTo>
                  <a:pt x="74" y="129"/>
                  <a:pt x="74" y="129"/>
                  <a:pt x="74" y="129"/>
                </a:cubicBezTo>
                <a:cubicBezTo>
                  <a:pt x="82" y="129"/>
                  <a:pt x="88" y="122"/>
                  <a:pt x="88" y="115"/>
                </a:cubicBezTo>
                <a:cubicBezTo>
                  <a:pt x="88" y="107"/>
                  <a:pt x="81" y="101"/>
                  <a:pt x="74" y="101"/>
                </a:cubicBezTo>
                <a:close/>
                <a:moveTo>
                  <a:pt x="129" y="92"/>
                </a:moveTo>
                <a:cubicBezTo>
                  <a:pt x="125" y="82"/>
                  <a:pt x="119" y="73"/>
                  <a:pt x="112" y="64"/>
                </a:cubicBezTo>
                <a:cubicBezTo>
                  <a:pt x="103" y="53"/>
                  <a:pt x="94" y="46"/>
                  <a:pt x="90" y="43"/>
                </a:cubicBezTo>
                <a:cubicBezTo>
                  <a:pt x="107" y="11"/>
                  <a:pt x="107" y="11"/>
                  <a:pt x="107" y="11"/>
                </a:cubicBezTo>
                <a:cubicBezTo>
                  <a:pt x="107" y="10"/>
                  <a:pt x="107" y="8"/>
                  <a:pt x="106" y="7"/>
                </a:cubicBezTo>
                <a:cubicBezTo>
                  <a:pt x="102" y="2"/>
                  <a:pt x="97" y="0"/>
                  <a:pt x="92" y="0"/>
                </a:cubicBezTo>
                <a:cubicBezTo>
                  <a:pt x="87" y="0"/>
                  <a:pt x="83" y="2"/>
                  <a:pt x="79" y="4"/>
                </a:cubicBezTo>
                <a:cubicBezTo>
                  <a:pt x="76" y="5"/>
                  <a:pt x="73" y="6"/>
                  <a:pt x="71" y="6"/>
                </a:cubicBezTo>
                <a:cubicBezTo>
                  <a:pt x="70" y="6"/>
                  <a:pt x="69" y="6"/>
                  <a:pt x="69" y="6"/>
                </a:cubicBezTo>
                <a:cubicBezTo>
                  <a:pt x="61" y="3"/>
                  <a:pt x="55" y="1"/>
                  <a:pt x="49" y="1"/>
                </a:cubicBezTo>
                <a:cubicBezTo>
                  <a:pt x="41" y="1"/>
                  <a:pt x="35" y="4"/>
                  <a:pt x="29" y="11"/>
                </a:cubicBezTo>
                <a:cubicBezTo>
                  <a:pt x="28" y="12"/>
                  <a:pt x="27" y="14"/>
                  <a:pt x="28" y="15"/>
                </a:cubicBezTo>
                <a:cubicBezTo>
                  <a:pt x="47" y="43"/>
                  <a:pt x="47" y="43"/>
                  <a:pt x="47" y="43"/>
                </a:cubicBezTo>
                <a:cubicBezTo>
                  <a:pt x="42" y="47"/>
                  <a:pt x="34" y="54"/>
                  <a:pt x="25" y="64"/>
                </a:cubicBezTo>
                <a:cubicBezTo>
                  <a:pt x="18" y="73"/>
                  <a:pt x="12" y="82"/>
                  <a:pt x="8" y="92"/>
                </a:cubicBezTo>
                <a:cubicBezTo>
                  <a:pt x="2" y="104"/>
                  <a:pt x="0" y="117"/>
                  <a:pt x="0" y="129"/>
                </a:cubicBezTo>
                <a:cubicBezTo>
                  <a:pt x="0" y="146"/>
                  <a:pt x="14" y="160"/>
                  <a:pt x="31" y="160"/>
                </a:cubicBezTo>
                <a:cubicBezTo>
                  <a:pt x="106" y="160"/>
                  <a:pt x="106" y="160"/>
                  <a:pt x="106" y="160"/>
                </a:cubicBezTo>
                <a:cubicBezTo>
                  <a:pt x="123" y="160"/>
                  <a:pt x="137" y="146"/>
                  <a:pt x="137" y="129"/>
                </a:cubicBezTo>
                <a:cubicBezTo>
                  <a:pt x="137" y="117"/>
                  <a:pt x="134" y="104"/>
                  <a:pt x="129" y="92"/>
                </a:cubicBezTo>
                <a:close/>
                <a:moveTo>
                  <a:pt x="37" y="14"/>
                </a:moveTo>
                <a:cubicBezTo>
                  <a:pt x="41" y="11"/>
                  <a:pt x="44" y="9"/>
                  <a:pt x="49" y="9"/>
                </a:cubicBezTo>
                <a:cubicBezTo>
                  <a:pt x="54" y="9"/>
                  <a:pt x="59" y="11"/>
                  <a:pt x="66" y="13"/>
                </a:cubicBezTo>
                <a:cubicBezTo>
                  <a:pt x="67" y="14"/>
                  <a:pt x="69" y="14"/>
                  <a:pt x="71" y="14"/>
                </a:cubicBezTo>
                <a:cubicBezTo>
                  <a:pt x="75" y="14"/>
                  <a:pt x="78" y="13"/>
                  <a:pt x="82" y="11"/>
                </a:cubicBezTo>
                <a:cubicBezTo>
                  <a:pt x="85" y="10"/>
                  <a:pt x="88" y="8"/>
                  <a:pt x="92" y="8"/>
                </a:cubicBezTo>
                <a:cubicBezTo>
                  <a:pt x="93" y="8"/>
                  <a:pt x="95" y="9"/>
                  <a:pt x="98" y="10"/>
                </a:cubicBezTo>
                <a:cubicBezTo>
                  <a:pt x="82" y="40"/>
                  <a:pt x="82" y="40"/>
                  <a:pt x="82" y="40"/>
                </a:cubicBezTo>
                <a:cubicBezTo>
                  <a:pt x="54" y="40"/>
                  <a:pt x="54" y="40"/>
                  <a:pt x="54" y="40"/>
                </a:cubicBezTo>
                <a:lnTo>
                  <a:pt x="37" y="14"/>
                </a:lnTo>
                <a:close/>
                <a:moveTo>
                  <a:pt x="106" y="152"/>
                </a:moveTo>
                <a:cubicBezTo>
                  <a:pt x="31" y="152"/>
                  <a:pt x="31" y="152"/>
                  <a:pt x="31" y="152"/>
                </a:cubicBezTo>
                <a:cubicBezTo>
                  <a:pt x="18" y="152"/>
                  <a:pt x="8" y="142"/>
                  <a:pt x="8" y="129"/>
                </a:cubicBezTo>
                <a:cubicBezTo>
                  <a:pt x="8" y="108"/>
                  <a:pt x="15" y="88"/>
                  <a:pt x="31" y="69"/>
                </a:cubicBezTo>
                <a:cubicBezTo>
                  <a:pt x="40" y="58"/>
                  <a:pt x="50" y="50"/>
                  <a:pt x="53" y="48"/>
                </a:cubicBezTo>
                <a:cubicBezTo>
                  <a:pt x="83" y="48"/>
                  <a:pt x="83" y="48"/>
                  <a:pt x="83" y="48"/>
                </a:cubicBezTo>
                <a:cubicBezTo>
                  <a:pt x="86" y="50"/>
                  <a:pt x="96" y="58"/>
                  <a:pt x="106" y="69"/>
                </a:cubicBezTo>
                <a:cubicBezTo>
                  <a:pt x="121" y="88"/>
                  <a:pt x="129" y="108"/>
                  <a:pt x="129" y="129"/>
                </a:cubicBezTo>
                <a:cubicBezTo>
                  <a:pt x="129" y="142"/>
                  <a:pt x="119" y="152"/>
                  <a:pt x="106" y="15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3" name="Freeform 49">
            <a:extLst>
              <a:ext uri="{FF2B5EF4-FFF2-40B4-BE49-F238E27FC236}">
                <a16:creationId xmlns:a16="http://schemas.microsoft.com/office/drawing/2014/main" id="{50B1C5BC-30FB-4DA8-B916-63278F1880EF}"/>
              </a:ext>
            </a:extLst>
          </p:cNvPr>
          <p:cNvSpPr>
            <a:spLocks noEditPoints="1"/>
          </p:cNvSpPr>
          <p:nvPr/>
        </p:nvSpPr>
        <p:spPr bwMode="auto">
          <a:xfrm>
            <a:off x="10209035" y="2694995"/>
            <a:ext cx="357937" cy="414183"/>
          </a:xfrm>
          <a:custGeom>
            <a:avLst/>
            <a:gdLst>
              <a:gd name="T0" fmla="*/ 8 w 140"/>
              <a:gd name="T1" fmla="*/ 65 h 162"/>
              <a:gd name="T2" fmla="*/ 8 w 140"/>
              <a:gd name="T3" fmla="*/ 114 h 162"/>
              <a:gd name="T4" fmla="*/ 13 w 140"/>
              <a:gd name="T5" fmla="*/ 128 h 162"/>
              <a:gd name="T6" fmla="*/ 19 w 140"/>
              <a:gd name="T7" fmla="*/ 138 h 162"/>
              <a:gd name="T8" fmla="*/ 60 w 140"/>
              <a:gd name="T9" fmla="*/ 162 h 162"/>
              <a:gd name="T10" fmla="*/ 118 w 140"/>
              <a:gd name="T11" fmla="*/ 125 h 162"/>
              <a:gd name="T12" fmla="*/ 60 w 140"/>
              <a:gd name="T13" fmla="*/ 145 h 162"/>
              <a:gd name="T14" fmla="*/ 24 w 140"/>
              <a:gd name="T15" fmla="*/ 139 h 162"/>
              <a:gd name="T16" fmla="*/ 22 w 140"/>
              <a:gd name="T17" fmla="*/ 124 h 162"/>
              <a:gd name="T18" fmla="*/ 9 w 140"/>
              <a:gd name="T19" fmla="*/ 109 h 162"/>
              <a:gd name="T20" fmla="*/ 25 w 140"/>
              <a:gd name="T21" fmla="*/ 69 h 162"/>
              <a:gd name="T22" fmla="*/ 14 w 140"/>
              <a:gd name="T23" fmla="*/ 69 h 162"/>
              <a:gd name="T24" fmla="*/ 130 w 140"/>
              <a:gd name="T25" fmla="*/ 79 h 162"/>
              <a:gd name="T26" fmla="*/ 118 w 140"/>
              <a:gd name="T27" fmla="*/ 86 h 162"/>
              <a:gd name="T28" fmla="*/ 121 w 140"/>
              <a:gd name="T29" fmla="*/ 68 h 162"/>
              <a:gd name="T30" fmla="*/ 106 w 140"/>
              <a:gd name="T31" fmla="*/ 33 h 162"/>
              <a:gd name="T32" fmla="*/ 80 w 140"/>
              <a:gd name="T33" fmla="*/ 19 h 162"/>
              <a:gd name="T34" fmla="*/ 42 w 140"/>
              <a:gd name="T35" fmla="*/ 30 h 162"/>
              <a:gd name="T36" fmla="*/ 39 w 140"/>
              <a:gd name="T37" fmla="*/ 72 h 162"/>
              <a:gd name="T38" fmla="*/ 85 w 140"/>
              <a:gd name="T39" fmla="*/ 90 h 162"/>
              <a:gd name="T40" fmla="*/ 110 w 140"/>
              <a:gd name="T41" fmla="*/ 93 h 162"/>
              <a:gd name="T42" fmla="*/ 115 w 140"/>
              <a:gd name="T43" fmla="*/ 62 h 162"/>
              <a:gd name="T44" fmla="*/ 38 w 140"/>
              <a:gd name="T45" fmla="*/ 48 h 162"/>
              <a:gd name="T46" fmla="*/ 107 w 140"/>
              <a:gd name="T47" fmla="*/ 39 h 162"/>
              <a:gd name="T48" fmla="*/ 109 w 140"/>
              <a:gd name="T49" fmla="*/ 42 h 162"/>
              <a:gd name="T50" fmla="*/ 91 w 140"/>
              <a:gd name="T51" fmla="*/ 51 h 162"/>
              <a:gd name="T52" fmla="*/ 99 w 140"/>
              <a:gd name="T53" fmla="*/ 69 h 162"/>
              <a:gd name="T54" fmla="*/ 100 w 140"/>
              <a:gd name="T55" fmla="*/ 64 h 162"/>
              <a:gd name="T56" fmla="*/ 91 w 140"/>
              <a:gd name="T57" fmla="*/ 26 h 162"/>
              <a:gd name="T58" fmla="*/ 94 w 140"/>
              <a:gd name="T59" fmla="*/ 34 h 162"/>
              <a:gd name="T60" fmla="*/ 93 w 140"/>
              <a:gd name="T61" fmla="*/ 42 h 162"/>
              <a:gd name="T62" fmla="*/ 86 w 140"/>
              <a:gd name="T63" fmla="*/ 48 h 162"/>
              <a:gd name="T64" fmla="*/ 75 w 140"/>
              <a:gd name="T65" fmla="*/ 21 h 162"/>
              <a:gd name="T66" fmla="*/ 65 w 140"/>
              <a:gd name="T67" fmla="*/ 24 h 162"/>
              <a:gd name="T68" fmla="*/ 57 w 140"/>
              <a:gd name="T69" fmla="*/ 26 h 162"/>
              <a:gd name="T70" fmla="*/ 67 w 140"/>
              <a:gd name="T71" fmla="*/ 45 h 162"/>
              <a:gd name="T72" fmla="*/ 49 w 140"/>
              <a:gd name="T73" fmla="*/ 24 h 162"/>
              <a:gd name="T74" fmla="*/ 45 w 140"/>
              <a:gd name="T75" fmla="*/ 42 h 162"/>
              <a:gd name="T76" fmla="*/ 46 w 140"/>
              <a:gd name="T77" fmla="*/ 66 h 162"/>
              <a:gd name="T78" fmla="*/ 45 w 140"/>
              <a:gd name="T79" fmla="*/ 61 h 162"/>
              <a:gd name="T80" fmla="*/ 47 w 140"/>
              <a:gd name="T81" fmla="*/ 61 h 162"/>
              <a:gd name="T82" fmla="*/ 70 w 140"/>
              <a:gd name="T83" fmla="*/ 63 h 162"/>
              <a:gd name="T84" fmla="*/ 78 w 140"/>
              <a:gd name="T85" fmla="*/ 42 h 162"/>
              <a:gd name="T86" fmla="*/ 82 w 140"/>
              <a:gd name="T87" fmla="*/ 52 h 162"/>
              <a:gd name="T88" fmla="*/ 72 w 140"/>
              <a:gd name="T89" fmla="*/ 48 h 162"/>
              <a:gd name="T90" fmla="*/ 75 w 140"/>
              <a:gd name="T91" fmla="*/ 72 h 162"/>
              <a:gd name="T92" fmla="*/ 81 w 140"/>
              <a:gd name="T93" fmla="*/ 64 h 162"/>
              <a:gd name="T94" fmla="*/ 94 w 140"/>
              <a:gd name="T95" fmla="*/ 96 h 162"/>
              <a:gd name="T96" fmla="*/ 90 w 140"/>
              <a:gd name="T97" fmla="*/ 88 h 162"/>
              <a:gd name="T98" fmla="*/ 106 w 140"/>
              <a:gd name="T99" fmla="*/ 78 h 162"/>
              <a:gd name="T100" fmla="*/ 111 w 140"/>
              <a:gd name="T101" fmla="*/ 48 h 162"/>
              <a:gd name="T102" fmla="*/ 105 w 140"/>
              <a:gd name="T103" fmla="*/ 60 h 162"/>
              <a:gd name="T104" fmla="*/ 110 w 140"/>
              <a:gd name="T105" fmla="*/ 88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40" h="162">
                <a:moveTo>
                  <a:pt x="135" y="80"/>
                </a:moveTo>
                <a:cubicBezTo>
                  <a:pt x="140" y="57"/>
                  <a:pt x="133" y="26"/>
                  <a:pt x="108" y="11"/>
                </a:cubicBezTo>
                <a:cubicBezTo>
                  <a:pt x="92" y="2"/>
                  <a:pt x="74" y="0"/>
                  <a:pt x="57" y="5"/>
                </a:cubicBezTo>
                <a:cubicBezTo>
                  <a:pt x="33" y="11"/>
                  <a:pt x="15" y="28"/>
                  <a:pt x="9" y="51"/>
                </a:cubicBezTo>
                <a:cubicBezTo>
                  <a:pt x="8" y="55"/>
                  <a:pt x="8" y="60"/>
                  <a:pt x="8" y="65"/>
                </a:cubicBezTo>
                <a:cubicBezTo>
                  <a:pt x="8" y="68"/>
                  <a:pt x="9" y="71"/>
                  <a:pt x="9" y="73"/>
                </a:cubicBezTo>
                <a:cubicBezTo>
                  <a:pt x="10" y="77"/>
                  <a:pt x="11" y="81"/>
                  <a:pt x="11" y="84"/>
                </a:cubicBezTo>
                <a:cubicBezTo>
                  <a:pt x="11" y="89"/>
                  <a:pt x="8" y="94"/>
                  <a:pt x="5" y="98"/>
                </a:cubicBezTo>
                <a:cubicBezTo>
                  <a:pt x="2" y="102"/>
                  <a:pt x="0" y="106"/>
                  <a:pt x="1" y="110"/>
                </a:cubicBezTo>
                <a:cubicBezTo>
                  <a:pt x="2" y="112"/>
                  <a:pt x="5" y="114"/>
                  <a:pt x="8" y="114"/>
                </a:cubicBezTo>
                <a:cubicBezTo>
                  <a:pt x="8" y="114"/>
                  <a:pt x="8" y="114"/>
                  <a:pt x="8" y="114"/>
                </a:cubicBezTo>
                <a:cubicBezTo>
                  <a:pt x="9" y="114"/>
                  <a:pt x="10" y="114"/>
                  <a:pt x="10" y="115"/>
                </a:cubicBezTo>
                <a:cubicBezTo>
                  <a:pt x="11" y="115"/>
                  <a:pt x="11" y="116"/>
                  <a:pt x="11" y="117"/>
                </a:cubicBezTo>
                <a:cubicBezTo>
                  <a:pt x="11" y="122"/>
                  <a:pt x="11" y="125"/>
                  <a:pt x="13" y="126"/>
                </a:cubicBezTo>
                <a:cubicBezTo>
                  <a:pt x="13" y="127"/>
                  <a:pt x="13" y="127"/>
                  <a:pt x="13" y="128"/>
                </a:cubicBezTo>
                <a:cubicBezTo>
                  <a:pt x="13" y="129"/>
                  <a:pt x="13" y="131"/>
                  <a:pt x="14" y="132"/>
                </a:cubicBezTo>
                <a:cubicBezTo>
                  <a:pt x="16" y="133"/>
                  <a:pt x="17" y="134"/>
                  <a:pt x="19" y="134"/>
                </a:cubicBezTo>
                <a:cubicBezTo>
                  <a:pt x="19" y="134"/>
                  <a:pt x="19" y="134"/>
                  <a:pt x="19" y="134"/>
                </a:cubicBezTo>
                <a:cubicBezTo>
                  <a:pt x="19" y="134"/>
                  <a:pt x="19" y="135"/>
                  <a:pt x="19" y="135"/>
                </a:cubicBezTo>
                <a:cubicBezTo>
                  <a:pt x="19" y="136"/>
                  <a:pt x="19" y="137"/>
                  <a:pt x="19" y="138"/>
                </a:cubicBezTo>
                <a:cubicBezTo>
                  <a:pt x="18" y="142"/>
                  <a:pt x="18" y="148"/>
                  <a:pt x="26" y="151"/>
                </a:cubicBezTo>
                <a:cubicBezTo>
                  <a:pt x="28" y="151"/>
                  <a:pt x="30" y="152"/>
                  <a:pt x="32" y="152"/>
                </a:cubicBezTo>
                <a:cubicBezTo>
                  <a:pt x="40" y="151"/>
                  <a:pt x="48" y="150"/>
                  <a:pt x="55" y="147"/>
                </a:cubicBezTo>
                <a:cubicBezTo>
                  <a:pt x="58" y="151"/>
                  <a:pt x="59" y="155"/>
                  <a:pt x="59" y="160"/>
                </a:cubicBezTo>
                <a:cubicBezTo>
                  <a:pt x="59" y="160"/>
                  <a:pt x="60" y="161"/>
                  <a:pt x="60" y="162"/>
                </a:cubicBezTo>
                <a:cubicBezTo>
                  <a:pt x="61" y="162"/>
                  <a:pt x="61" y="162"/>
                  <a:pt x="62" y="162"/>
                </a:cubicBezTo>
                <a:cubicBezTo>
                  <a:pt x="129" y="162"/>
                  <a:pt x="129" y="162"/>
                  <a:pt x="129" y="162"/>
                </a:cubicBezTo>
                <a:cubicBezTo>
                  <a:pt x="130" y="162"/>
                  <a:pt x="131" y="162"/>
                  <a:pt x="131" y="160"/>
                </a:cubicBezTo>
                <a:cubicBezTo>
                  <a:pt x="131" y="159"/>
                  <a:pt x="131" y="158"/>
                  <a:pt x="130" y="157"/>
                </a:cubicBezTo>
                <a:cubicBezTo>
                  <a:pt x="127" y="155"/>
                  <a:pt x="118" y="133"/>
                  <a:pt x="118" y="125"/>
                </a:cubicBezTo>
                <a:cubicBezTo>
                  <a:pt x="119" y="124"/>
                  <a:pt x="120" y="122"/>
                  <a:pt x="121" y="119"/>
                </a:cubicBezTo>
                <a:cubicBezTo>
                  <a:pt x="128" y="107"/>
                  <a:pt x="133" y="94"/>
                  <a:pt x="135" y="80"/>
                </a:cubicBezTo>
                <a:close/>
                <a:moveTo>
                  <a:pt x="123" y="157"/>
                </a:moveTo>
                <a:cubicBezTo>
                  <a:pt x="64" y="157"/>
                  <a:pt x="64" y="157"/>
                  <a:pt x="64" y="157"/>
                </a:cubicBezTo>
                <a:cubicBezTo>
                  <a:pt x="64" y="153"/>
                  <a:pt x="62" y="149"/>
                  <a:pt x="60" y="145"/>
                </a:cubicBezTo>
                <a:cubicBezTo>
                  <a:pt x="68" y="142"/>
                  <a:pt x="75" y="138"/>
                  <a:pt x="78" y="134"/>
                </a:cubicBezTo>
                <a:cubicBezTo>
                  <a:pt x="79" y="133"/>
                  <a:pt x="79" y="131"/>
                  <a:pt x="78" y="130"/>
                </a:cubicBezTo>
                <a:cubicBezTo>
                  <a:pt x="77" y="129"/>
                  <a:pt x="75" y="130"/>
                  <a:pt x="74" y="131"/>
                </a:cubicBezTo>
                <a:cubicBezTo>
                  <a:pt x="66" y="141"/>
                  <a:pt x="35" y="148"/>
                  <a:pt x="28" y="146"/>
                </a:cubicBezTo>
                <a:cubicBezTo>
                  <a:pt x="24" y="144"/>
                  <a:pt x="24" y="143"/>
                  <a:pt x="24" y="139"/>
                </a:cubicBezTo>
                <a:cubicBezTo>
                  <a:pt x="24" y="138"/>
                  <a:pt x="24" y="136"/>
                  <a:pt x="24" y="135"/>
                </a:cubicBezTo>
                <a:cubicBezTo>
                  <a:pt x="24" y="131"/>
                  <a:pt x="23" y="129"/>
                  <a:pt x="20" y="129"/>
                </a:cubicBezTo>
                <a:cubicBezTo>
                  <a:pt x="19" y="129"/>
                  <a:pt x="19" y="128"/>
                  <a:pt x="18" y="128"/>
                </a:cubicBezTo>
                <a:cubicBezTo>
                  <a:pt x="19" y="128"/>
                  <a:pt x="20" y="127"/>
                  <a:pt x="20" y="127"/>
                </a:cubicBezTo>
                <a:cubicBezTo>
                  <a:pt x="21" y="126"/>
                  <a:pt x="22" y="125"/>
                  <a:pt x="22" y="124"/>
                </a:cubicBezTo>
                <a:cubicBezTo>
                  <a:pt x="21" y="123"/>
                  <a:pt x="20" y="122"/>
                  <a:pt x="19" y="122"/>
                </a:cubicBezTo>
                <a:cubicBezTo>
                  <a:pt x="18" y="122"/>
                  <a:pt x="17" y="122"/>
                  <a:pt x="16" y="122"/>
                </a:cubicBezTo>
                <a:cubicBezTo>
                  <a:pt x="16" y="120"/>
                  <a:pt x="16" y="118"/>
                  <a:pt x="16" y="117"/>
                </a:cubicBezTo>
                <a:cubicBezTo>
                  <a:pt x="16" y="114"/>
                  <a:pt x="16" y="112"/>
                  <a:pt x="14" y="111"/>
                </a:cubicBezTo>
                <a:cubicBezTo>
                  <a:pt x="13" y="109"/>
                  <a:pt x="11" y="109"/>
                  <a:pt x="9" y="109"/>
                </a:cubicBezTo>
                <a:cubicBezTo>
                  <a:pt x="7" y="108"/>
                  <a:pt x="6" y="108"/>
                  <a:pt x="6" y="107"/>
                </a:cubicBezTo>
                <a:cubicBezTo>
                  <a:pt x="6" y="107"/>
                  <a:pt x="8" y="103"/>
                  <a:pt x="10" y="101"/>
                </a:cubicBezTo>
                <a:cubicBezTo>
                  <a:pt x="12" y="96"/>
                  <a:pt x="16" y="91"/>
                  <a:pt x="16" y="85"/>
                </a:cubicBezTo>
                <a:cubicBezTo>
                  <a:pt x="16" y="81"/>
                  <a:pt x="16" y="78"/>
                  <a:pt x="15" y="75"/>
                </a:cubicBezTo>
                <a:cubicBezTo>
                  <a:pt x="18" y="72"/>
                  <a:pt x="22" y="70"/>
                  <a:pt x="25" y="69"/>
                </a:cubicBezTo>
                <a:cubicBezTo>
                  <a:pt x="27" y="69"/>
                  <a:pt x="28" y="69"/>
                  <a:pt x="29" y="69"/>
                </a:cubicBezTo>
                <a:cubicBezTo>
                  <a:pt x="31" y="70"/>
                  <a:pt x="32" y="69"/>
                  <a:pt x="32" y="68"/>
                </a:cubicBezTo>
                <a:cubicBezTo>
                  <a:pt x="33" y="66"/>
                  <a:pt x="32" y="65"/>
                  <a:pt x="31" y="64"/>
                </a:cubicBezTo>
                <a:cubicBezTo>
                  <a:pt x="29" y="64"/>
                  <a:pt x="26" y="64"/>
                  <a:pt x="24" y="64"/>
                </a:cubicBezTo>
                <a:cubicBezTo>
                  <a:pt x="20" y="65"/>
                  <a:pt x="17" y="67"/>
                  <a:pt x="14" y="69"/>
                </a:cubicBezTo>
                <a:cubicBezTo>
                  <a:pt x="13" y="68"/>
                  <a:pt x="13" y="66"/>
                  <a:pt x="13" y="64"/>
                </a:cubicBezTo>
                <a:cubicBezTo>
                  <a:pt x="13" y="60"/>
                  <a:pt x="13" y="56"/>
                  <a:pt x="14" y="52"/>
                </a:cubicBezTo>
                <a:cubicBezTo>
                  <a:pt x="20" y="31"/>
                  <a:pt x="35" y="16"/>
                  <a:pt x="58" y="10"/>
                </a:cubicBezTo>
                <a:cubicBezTo>
                  <a:pt x="74" y="6"/>
                  <a:pt x="91" y="8"/>
                  <a:pt x="105" y="16"/>
                </a:cubicBezTo>
                <a:cubicBezTo>
                  <a:pt x="128" y="29"/>
                  <a:pt x="134" y="58"/>
                  <a:pt x="130" y="79"/>
                </a:cubicBezTo>
                <a:cubicBezTo>
                  <a:pt x="128" y="92"/>
                  <a:pt x="123" y="105"/>
                  <a:pt x="116" y="117"/>
                </a:cubicBezTo>
                <a:cubicBezTo>
                  <a:pt x="115" y="119"/>
                  <a:pt x="114" y="122"/>
                  <a:pt x="113" y="124"/>
                </a:cubicBezTo>
                <a:cubicBezTo>
                  <a:pt x="113" y="124"/>
                  <a:pt x="113" y="125"/>
                  <a:pt x="113" y="125"/>
                </a:cubicBezTo>
                <a:cubicBezTo>
                  <a:pt x="113" y="132"/>
                  <a:pt x="118" y="148"/>
                  <a:pt x="123" y="157"/>
                </a:cubicBezTo>
                <a:close/>
                <a:moveTo>
                  <a:pt x="118" y="86"/>
                </a:moveTo>
                <a:cubicBezTo>
                  <a:pt x="118" y="82"/>
                  <a:pt x="115" y="78"/>
                  <a:pt x="111" y="77"/>
                </a:cubicBezTo>
                <a:cubicBezTo>
                  <a:pt x="106" y="70"/>
                  <a:pt x="106" y="70"/>
                  <a:pt x="106" y="70"/>
                </a:cubicBezTo>
                <a:cubicBezTo>
                  <a:pt x="107" y="70"/>
                  <a:pt x="107" y="69"/>
                  <a:pt x="107" y="68"/>
                </a:cubicBezTo>
                <a:cubicBezTo>
                  <a:pt x="112" y="66"/>
                  <a:pt x="112" y="66"/>
                  <a:pt x="112" y="66"/>
                </a:cubicBezTo>
                <a:cubicBezTo>
                  <a:pt x="114" y="69"/>
                  <a:pt x="118" y="70"/>
                  <a:pt x="121" y="68"/>
                </a:cubicBezTo>
                <a:cubicBezTo>
                  <a:pt x="124" y="67"/>
                  <a:pt x="126" y="64"/>
                  <a:pt x="126" y="60"/>
                </a:cubicBezTo>
                <a:cubicBezTo>
                  <a:pt x="126" y="57"/>
                  <a:pt x="123" y="54"/>
                  <a:pt x="120" y="53"/>
                </a:cubicBezTo>
                <a:cubicBezTo>
                  <a:pt x="116" y="45"/>
                  <a:pt x="116" y="45"/>
                  <a:pt x="116" y="45"/>
                </a:cubicBezTo>
                <a:cubicBezTo>
                  <a:pt x="118" y="42"/>
                  <a:pt x="119" y="38"/>
                  <a:pt x="116" y="35"/>
                </a:cubicBezTo>
                <a:cubicBezTo>
                  <a:pt x="114" y="32"/>
                  <a:pt x="109" y="31"/>
                  <a:pt x="106" y="33"/>
                </a:cubicBezTo>
                <a:cubicBezTo>
                  <a:pt x="101" y="29"/>
                  <a:pt x="101" y="29"/>
                  <a:pt x="101" y="29"/>
                </a:cubicBezTo>
                <a:cubicBezTo>
                  <a:pt x="102" y="28"/>
                  <a:pt x="102" y="27"/>
                  <a:pt x="102" y="26"/>
                </a:cubicBezTo>
                <a:cubicBezTo>
                  <a:pt x="102" y="23"/>
                  <a:pt x="100" y="20"/>
                  <a:pt x="97" y="19"/>
                </a:cubicBezTo>
                <a:cubicBezTo>
                  <a:pt x="94" y="18"/>
                  <a:pt x="90" y="18"/>
                  <a:pt x="88" y="21"/>
                </a:cubicBezTo>
                <a:cubicBezTo>
                  <a:pt x="80" y="19"/>
                  <a:pt x="80" y="19"/>
                  <a:pt x="80" y="19"/>
                </a:cubicBezTo>
                <a:cubicBezTo>
                  <a:pt x="79" y="15"/>
                  <a:pt x="76" y="13"/>
                  <a:pt x="73" y="13"/>
                </a:cubicBezTo>
                <a:cubicBezTo>
                  <a:pt x="69" y="13"/>
                  <a:pt x="66" y="15"/>
                  <a:pt x="65" y="19"/>
                </a:cubicBezTo>
                <a:cubicBezTo>
                  <a:pt x="54" y="21"/>
                  <a:pt x="54" y="21"/>
                  <a:pt x="54" y="21"/>
                </a:cubicBezTo>
                <a:cubicBezTo>
                  <a:pt x="52" y="18"/>
                  <a:pt x="47" y="17"/>
                  <a:pt x="44" y="20"/>
                </a:cubicBezTo>
                <a:cubicBezTo>
                  <a:pt x="41" y="22"/>
                  <a:pt x="40" y="27"/>
                  <a:pt x="42" y="30"/>
                </a:cubicBezTo>
                <a:cubicBezTo>
                  <a:pt x="36" y="37"/>
                  <a:pt x="36" y="37"/>
                  <a:pt x="36" y="37"/>
                </a:cubicBezTo>
                <a:cubicBezTo>
                  <a:pt x="33" y="38"/>
                  <a:pt x="30" y="41"/>
                  <a:pt x="30" y="45"/>
                </a:cubicBezTo>
                <a:cubicBezTo>
                  <a:pt x="30" y="49"/>
                  <a:pt x="32" y="52"/>
                  <a:pt x="36" y="53"/>
                </a:cubicBezTo>
                <a:cubicBezTo>
                  <a:pt x="40" y="63"/>
                  <a:pt x="40" y="63"/>
                  <a:pt x="40" y="63"/>
                </a:cubicBezTo>
                <a:cubicBezTo>
                  <a:pt x="38" y="66"/>
                  <a:pt x="37" y="69"/>
                  <a:pt x="39" y="72"/>
                </a:cubicBezTo>
                <a:cubicBezTo>
                  <a:pt x="40" y="75"/>
                  <a:pt x="43" y="77"/>
                  <a:pt x="46" y="77"/>
                </a:cubicBezTo>
                <a:cubicBezTo>
                  <a:pt x="49" y="77"/>
                  <a:pt x="52" y="75"/>
                  <a:pt x="53" y="72"/>
                </a:cubicBezTo>
                <a:cubicBezTo>
                  <a:pt x="68" y="72"/>
                  <a:pt x="68" y="72"/>
                  <a:pt x="68" y="72"/>
                </a:cubicBezTo>
                <a:cubicBezTo>
                  <a:pt x="69" y="75"/>
                  <a:pt x="73" y="78"/>
                  <a:pt x="76" y="77"/>
                </a:cubicBezTo>
                <a:cubicBezTo>
                  <a:pt x="85" y="90"/>
                  <a:pt x="85" y="90"/>
                  <a:pt x="85" y="90"/>
                </a:cubicBezTo>
                <a:cubicBezTo>
                  <a:pt x="83" y="93"/>
                  <a:pt x="83" y="97"/>
                  <a:pt x="84" y="100"/>
                </a:cubicBezTo>
                <a:cubicBezTo>
                  <a:pt x="86" y="103"/>
                  <a:pt x="89" y="104"/>
                  <a:pt x="93" y="104"/>
                </a:cubicBezTo>
                <a:cubicBezTo>
                  <a:pt x="96" y="103"/>
                  <a:pt x="99" y="100"/>
                  <a:pt x="99" y="97"/>
                </a:cubicBezTo>
                <a:cubicBezTo>
                  <a:pt x="106" y="92"/>
                  <a:pt x="106" y="92"/>
                  <a:pt x="106" y="92"/>
                </a:cubicBezTo>
                <a:cubicBezTo>
                  <a:pt x="107" y="93"/>
                  <a:pt x="108" y="93"/>
                  <a:pt x="110" y="93"/>
                </a:cubicBezTo>
                <a:cubicBezTo>
                  <a:pt x="114" y="93"/>
                  <a:pt x="117" y="90"/>
                  <a:pt x="118" y="86"/>
                </a:cubicBezTo>
                <a:close/>
                <a:moveTo>
                  <a:pt x="118" y="58"/>
                </a:moveTo>
                <a:cubicBezTo>
                  <a:pt x="119" y="58"/>
                  <a:pt x="120" y="59"/>
                  <a:pt x="121" y="61"/>
                </a:cubicBezTo>
                <a:cubicBezTo>
                  <a:pt x="121" y="62"/>
                  <a:pt x="120" y="63"/>
                  <a:pt x="119" y="64"/>
                </a:cubicBezTo>
                <a:cubicBezTo>
                  <a:pt x="117" y="64"/>
                  <a:pt x="116" y="63"/>
                  <a:pt x="115" y="62"/>
                </a:cubicBezTo>
                <a:cubicBezTo>
                  <a:pt x="115" y="62"/>
                  <a:pt x="115" y="62"/>
                  <a:pt x="115" y="62"/>
                </a:cubicBezTo>
                <a:cubicBezTo>
                  <a:pt x="115" y="62"/>
                  <a:pt x="115" y="62"/>
                  <a:pt x="115" y="62"/>
                </a:cubicBezTo>
                <a:cubicBezTo>
                  <a:pt x="115" y="62"/>
                  <a:pt x="115" y="61"/>
                  <a:pt x="115" y="61"/>
                </a:cubicBezTo>
                <a:cubicBezTo>
                  <a:pt x="115" y="60"/>
                  <a:pt x="116" y="58"/>
                  <a:pt x="118" y="58"/>
                </a:cubicBezTo>
                <a:close/>
                <a:moveTo>
                  <a:pt x="38" y="48"/>
                </a:moveTo>
                <a:cubicBezTo>
                  <a:pt x="36" y="48"/>
                  <a:pt x="35" y="47"/>
                  <a:pt x="35" y="45"/>
                </a:cubicBezTo>
                <a:cubicBezTo>
                  <a:pt x="35" y="44"/>
                  <a:pt x="36" y="42"/>
                  <a:pt x="38" y="42"/>
                </a:cubicBezTo>
                <a:cubicBezTo>
                  <a:pt x="39" y="42"/>
                  <a:pt x="41" y="44"/>
                  <a:pt x="41" y="45"/>
                </a:cubicBezTo>
                <a:cubicBezTo>
                  <a:pt x="41" y="47"/>
                  <a:pt x="39" y="48"/>
                  <a:pt x="38" y="48"/>
                </a:cubicBezTo>
                <a:close/>
                <a:moveTo>
                  <a:pt x="107" y="39"/>
                </a:moveTo>
                <a:cubicBezTo>
                  <a:pt x="108" y="38"/>
                  <a:pt x="109" y="37"/>
                  <a:pt x="110" y="37"/>
                </a:cubicBezTo>
                <a:cubicBezTo>
                  <a:pt x="111" y="37"/>
                  <a:pt x="113" y="38"/>
                  <a:pt x="113" y="40"/>
                </a:cubicBezTo>
                <a:cubicBezTo>
                  <a:pt x="113" y="41"/>
                  <a:pt x="111" y="42"/>
                  <a:pt x="110" y="42"/>
                </a:cubicBezTo>
                <a:cubicBezTo>
                  <a:pt x="110" y="42"/>
                  <a:pt x="109" y="42"/>
                  <a:pt x="109" y="42"/>
                </a:cubicBezTo>
                <a:cubicBezTo>
                  <a:pt x="109" y="42"/>
                  <a:pt x="109" y="42"/>
                  <a:pt x="109" y="42"/>
                </a:cubicBezTo>
                <a:cubicBezTo>
                  <a:pt x="109" y="42"/>
                  <a:pt x="109" y="42"/>
                  <a:pt x="109" y="42"/>
                </a:cubicBezTo>
                <a:cubicBezTo>
                  <a:pt x="108" y="42"/>
                  <a:pt x="107" y="40"/>
                  <a:pt x="107" y="39"/>
                </a:cubicBezTo>
                <a:close/>
                <a:moveTo>
                  <a:pt x="105" y="46"/>
                </a:moveTo>
                <a:cubicBezTo>
                  <a:pt x="100" y="58"/>
                  <a:pt x="100" y="58"/>
                  <a:pt x="100" y="58"/>
                </a:cubicBezTo>
                <a:cubicBezTo>
                  <a:pt x="91" y="51"/>
                  <a:pt x="91" y="51"/>
                  <a:pt x="91" y="51"/>
                </a:cubicBezTo>
                <a:cubicBezTo>
                  <a:pt x="92" y="50"/>
                  <a:pt x="93" y="49"/>
                  <a:pt x="94" y="47"/>
                </a:cubicBezTo>
                <a:cubicBezTo>
                  <a:pt x="104" y="45"/>
                  <a:pt x="104" y="45"/>
                  <a:pt x="104" y="45"/>
                </a:cubicBezTo>
                <a:cubicBezTo>
                  <a:pt x="104" y="45"/>
                  <a:pt x="104" y="46"/>
                  <a:pt x="105" y="46"/>
                </a:cubicBezTo>
                <a:close/>
                <a:moveTo>
                  <a:pt x="102" y="67"/>
                </a:moveTo>
                <a:cubicBezTo>
                  <a:pt x="101" y="68"/>
                  <a:pt x="100" y="69"/>
                  <a:pt x="99" y="69"/>
                </a:cubicBezTo>
                <a:cubicBezTo>
                  <a:pt x="98" y="69"/>
                  <a:pt x="97" y="68"/>
                  <a:pt x="97" y="66"/>
                </a:cubicBezTo>
                <a:cubicBezTo>
                  <a:pt x="97" y="65"/>
                  <a:pt x="98" y="64"/>
                  <a:pt x="99" y="64"/>
                </a:cubicBezTo>
                <a:cubicBezTo>
                  <a:pt x="100" y="64"/>
                  <a:pt x="100" y="64"/>
                  <a:pt x="100" y="64"/>
                </a:cubicBezTo>
                <a:cubicBezTo>
                  <a:pt x="100" y="64"/>
                  <a:pt x="100" y="64"/>
                  <a:pt x="100" y="64"/>
                </a:cubicBezTo>
                <a:cubicBezTo>
                  <a:pt x="100" y="64"/>
                  <a:pt x="100" y="64"/>
                  <a:pt x="100" y="64"/>
                </a:cubicBezTo>
                <a:cubicBezTo>
                  <a:pt x="102" y="64"/>
                  <a:pt x="102" y="66"/>
                  <a:pt x="102" y="67"/>
                </a:cubicBezTo>
                <a:close/>
                <a:moveTo>
                  <a:pt x="94" y="24"/>
                </a:moveTo>
                <a:cubicBezTo>
                  <a:pt x="95" y="24"/>
                  <a:pt x="97" y="25"/>
                  <a:pt x="97" y="26"/>
                </a:cubicBezTo>
                <a:cubicBezTo>
                  <a:pt x="97" y="28"/>
                  <a:pt x="95" y="29"/>
                  <a:pt x="94" y="29"/>
                </a:cubicBezTo>
                <a:cubicBezTo>
                  <a:pt x="92" y="29"/>
                  <a:pt x="91" y="28"/>
                  <a:pt x="91" y="26"/>
                </a:cubicBezTo>
                <a:cubicBezTo>
                  <a:pt x="91" y="25"/>
                  <a:pt x="92" y="24"/>
                  <a:pt x="94" y="24"/>
                </a:cubicBezTo>
                <a:close/>
                <a:moveTo>
                  <a:pt x="80" y="24"/>
                </a:moveTo>
                <a:cubicBezTo>
                  <a:pt x="86" y="26"/>
                  <a:pt x="86" y="26"/>
                  <a:pt x="86" y="26"/>
                </a:cubicBezTo>
                <a:cubicBezTo>
                  <a:pt x="86" y="26"/>
                  <a:pt x="86" y="26"/>
                  <a:pt x="86" y="26"/>
                </a:cubicBezTo>
                <a:cubicBezTo>
                  <a:pt x="86" y="31"/>
                  <a:pt x="89" y="34"/>
                  <a:pt x="94" y="34"/>
                </a:cubicBezTo>
                <a:cubicBezTo>
                  <a:pt x="95" y="34"/>
                  <a:pt x="97" y="34"/>
                  <a:pt x="98" y="33"/>
                </a:cubicBezTo>
                <a:cubicBezTo>
                  <a:pt x="102" y="37"/>
                  <a:pt x="102" y="37"/>
                  <a:pt x="102" y="37"/>
                </a:cubicBezTo>
                <a:cubicBezTo>
                  <a:pt x="102" y="38"/>
                  <a:pt x="102" y="39"/>
                  <a:pt x="102" y="40"/>
                </a:cubicBezTo>
                <a:cubicBezTo>
                  <a:pt x="102" y="40"/>
                  <a:pt x="102" y="40"/>
                  <a:pt x="102" y="40"/>
                </a:cubicBezTo>
                <a:cubicBezTo>
                  <a:pt x="93" y="42"/>
                  <a:pt x="93" y="42"/>
                  <a:pt x="93" y="42"/>
                </a:cubicBezTo>
                <a:cubicBezTo>
                  <a:pt x="92" y="39"/>
                  <a:pt x="90" y="38"/>
                  <a:pt x="87" y="37"/>
                </a:cubicBezTo>
                <a:cubicBezTo>
                  <a:pt x="77" y="27"/>
                  <a:pt x="77" y="27"/>
                  <a:pt x="77" y="27"/>
                </a:cubicBezTo>
                <a:cubicBezTo>
                  <a:pt x="78" y="27"/>
                  <a:pt x="79" y="26"/>
                  <a:pt x="80" y="24"/>
                </a:cubicBezTo>
                <a:close/>
                <a:moveTo>
                  <a:pt x="89" y="45"/>
                </a:moveTo>
                <a:cubicBezTo>
                  <a:pt x="89" y="47"/>
                  <a:pt x="87" y="48"/>
                  <a:pt x="86" y="48"/>
                </a:cubicBezTo>
                <a:cubicBezTo>
                  <a:pt x="84" y="48"/>
                  <a:pt x="83" y="47"/>
                  <a:pt x="83" y="45"/>
                </a:cubicBezTo>
                <a:cubicBezTo>
                  <a:pt x="83" y="44"/>
                  <a:pt x="84" y="42"/>
                  <a:pt x="86" y="42"/>
                </a:cubicBezTo>
                <a:cubicBezTo>
                  <a:pt x="87" y="42"/>
                  <a:pt x="89" y="44"/>
                  <a:pt x="89" y="45"/>
                </a:cubicBezTo>
                <a:close/>
                <a:moveTo>
                  <a:pt x="73" y="18"/>
                </a:moveTo>
                <a:cubicBezTo>
                  <a:pt x="74" y="18"/>
                  <a:pt x="75" y="20"/>
                  <a:pt x="75" y="21"/>
                </a:cubicBezTo>
                <a:cubicBezTo>
                  <a:pt x="75" y="23"/>
                  <a:pt x="74" y="24"/>
                  <a:pt x="73" y="24"/>
                </a:cubicBezTo>
                <a:cubicBezTo>
                  <a:pt x="71" y="24"/>
                  <a:pt x="70" y="23"/>
                  <a:pt x="70" y="21"/>
                </a:cubicBezTo>
                <a:cubicBezTo>
                  <a:pt x="70" y="20"/>
                  <a:pt x="71" y="18"/>
                  <a:pt x="73" y="18"/>
                </a:cubicBezTo>
                <a:close/>
                <a:moveTo>
                  <a:pt x="57" y="26"/>
                </a:moveTo>
                <a:cubicBezTo>
                  <a:pt x="65" y="24"/>
                  <a:pt x="65" y="24"/>
                  <a:pt x="65" y="24"/>
                </a:cubicBezTo>
                <a:cubicBezTo>
                  <a:pt x="66" y="26"/>
                  <a:pt x="67" y="27"/>
                  <a:pt x="69" y="28"/>
                </a:cubicBezTo>
                <a:cubicBezTo>
                  <a:pt x="64" y="36"/>
                  <a:pt x="64" y="36"/>
                  <a:pt x="64" y="36"/>
                </a:cubicBezTo>
                <a:cubicBezTo>
                  <a:pt x="55" y="31"/>
                  <a:pt x="55" y="31"/>
                  <a:pt x="55" y="31"/>
                </a:cubicBezTo>
                <a:cubicBezTo>
                  <a:pt x="56" y="29"/>
                  <a:pt x="57" y="28"/>
                  <a:pt x="57" y="26"/>
                </a:cubicBezTo>
                <a:cubicBezTo>
                  <a:pt x="57" y="26"/>
                  <a:pt x="57" y="26"/>
                  <a:pt x="57" y="26"/>
                </a:cubicBezTo>
                <a:close/>
                <a:moveTo>
                  <a:pt x="67" y="45"/>
                </a:moveTo>
                <a:cubicBezTo>
                  <a:pt x="67" y="47"/>
                  <a:pt x="66" y="48"/>
                  <a:pt x="65" y="48"/>
                </a:cubicBezTo>
                <a:cubicBezTo>
                  <a:pt x="63" y="48"/>
                  <a:pt x="62" y="47"/>
                  <a:pt x="62" y="45"/>
                </a:cubicBezTo>
                <a:cubicBezTo>
                  <a:pt x="62" y="44"/>
                  <a:pt x="63" y="42"/>
                  <a:pt x="65" y="42"/>
                </a:cubicBezTo>
                <a:cubicBezTo>
                  <a:pt x="66" y="42"/>
                  <a:pt x="67" y="44"/>
                  <a:pt x="67" y="45"/>
                </a:cubicBezTo>
                <a:close/>
                <a:moveTo>
                  <a:pt x="49" y="24"/>
                </a:moveTo>
                <a:cubicBezTo>
                  <a:pt x="50" y="24"/>
                  <a:pt x="51" y="25"/>
                  <a:pt x="51" y="26"/>
                </a:cubicBezTo>
                <a:cubicBezTo>
                  <a:pt x="51" y="28"/>
                  <a:pt x="50" y="29"/>
                  <a:pt x="49" y="29"/>
                </a:cubicBezTo>
                <a:cubicBezTo>
                  <a:pt x="47" y="29"/>
                  <a:pt x="46" y="28"/>
                  <a:pt x="46" y="26"/>
                </a:cubicBezTo>
                <a:cubicBezTo>
                  <a:pt x="46" y="25"/>
                  <a:pt x="47" y="24"/>
                  <a:pt x="49" y="24"/>
                </a:cubicBezTo>
                <a:close/>
                <a:moveTo>
                  <a:pt x="46" y="34"/>
                </a:moveTo>
                <a:cubicBezTo>
                  <a:pt x="47" y="34"/>
                  <a:pt x="49" y="35"/>
                  <a:pt x="51" y="34"/>
                </a:cubicBezTo>
                <a:cubicBezTo>
                  <a:pt x="59" y="39"/>
                  <a:pt x="59" y="39"/>
                  <a:pt x="59" y="39"/>
                </a:cubicBezTo>
                <a:cubicBezTo>
                  <a:pt x="58" y="40"/>
                  <a:pt x="57" y="41"/>
                  <a:pt x="57" y="42"/>
                </a:cubicBezTo>
                <a:cubicBezTo>
                  <a:pt x="45" y="42"/>
                  <a:pt x="45" y="42"/>
                  <a:pt x="45" y="42"/>
                </a:cubicBezTo>
                <a:cubicBezTo>
                  <a:pt x="45" y="41"/>
                  <a:pt x="44" y="39"/>
                  <a:pt x="42" y="38"/>
                </a:cubicBezTo>
                <a:lnTo>
                  <a:pt x="46" y="34"/>
                </a:lnTo>
                <a:close/>
                <a:moveTo>
                  <a:pt x="46" y="72"/>
                </a:moveTo>
                <a:cubicBezTo>
                  <a:pt x="44" y="72"/>
                  <a:pt x="43" y="70"/>
                  <a:pt x="43" y="69"/>
                </a:cubicBezTo>
                <a:cubicBezTo>
                  <a:pt x="43" y="68"/>
                  <a:pt x="44" y="66"/>
                  <a:pt x="46" y="66"/>
                </a:cubicBezTo>
                <a:cubicBezTo>
                  <a:pt x="47" y="66"/>
                  <a:pt x="49" y="68"/>
                  <a:pt x="49" y="69"/>
                </a:cubicBezTo>
                <a:cubicBezTo>
                  <a:pt x="49" y="70"/>
                  <a:pt x="47" y="72"/>
                  <a:pt x="46" y="72"/>
                </a:cubicBezTo>
                <a:close/>
                <a:moveTo>
                  <a:pt x="47" y="61"/>
                </a:moveTo>
                <a:cubicBezTo>
                  <a:pt x="47" y="61"/>
                  <a:pt x="46" y="61"/>
                  <a:pt x="46" y="61"/>
                </a:cubicBezTo>
                <a:cubicBezTo>
                  <a:pt x="46" y="61"/>
                  <a:pt x="45" y="61"/>
                  <a:pt x="45" y="61"/>
                </a:cubicBezTo>
                <a:cubicBezTo>
                  <a:pt x="42" y="52"/>
                  <a:pt x="42" y="52"/>
                  <a:pt x="42" y="52"/>
                </a:cubicBezTo>
                <a:cubicBezTo>
                  <a:pt x="43" y="51"/>
                  <a:pt x="45" y="50"/>
                  <a:pt x="45" y="48"/>
                </a:cubicBezTo>
                <a:cubicBezTo>
                  <a:pt x="57" y="48"/>
                  <a:pt x="57" y="48"/>
                  <a:pt x="57" y="48"/>
                </a:cubicBezTo>
                <a:cubicBezTo>
                  <a:pt x="58" y="49"/>
                  <a:pt x="58" y="50"/>
                  <a:pt x="59" y="51"/>
                </a:cubicBezTo>
                <a:lnTo>
                  <a:pt x="47" y="61"/>
                </a:lnTo>
                <a:close/>
                <a:moveTo>
                  <a:pt x="68" y="66"/>
                </a:moveTo>
                <a:cubicBezTo>
                  <a:pt x="53" y="66"/>
                  <a:pt x="53" y="66"/>
                  <a:pt x="53" y="66"/>
                </a:cubicBezTo>
                <a:cubicBezTo>
                  <a:pt x="53" y="66"/>
                  <a:pt x="53" y="65"/>
                  <a:pt x="52" y="64"/>
                </a:cubicBezTo>
                <a:cubicBezTo>
                  <a:pt x="65" y="53"/>
                  <a:pt x="65" y="53"/>
                  <a:pt x="65" y="53"/>
                </a:cubicBezTo>
                <a:cubicBezTo>
                  <a:pt x="70" y="63"/>
                  <a:pt x="70" y="63"/>
                  <a:pt x="70" y="63"/>
                </a:cubicBezTo>
                <a:cubicBezTo>
                  <a:pt x="69" y="64"/>
                  <a:pt x="68" y="65"/>
                  <a:pt x="68" y="66"/>
                </a:cubicBezTo>
                <a:close/>
                <a:moveTo>
                  <a:pt x="69" y="38"/>
                </a:moveTo>
                <a:cubicBezTo>
                  <a:pt x="73" y="31"/>
                  <a:pt x="73" y="31"/>
                  <a:pt x="73" y="31"/>
                </a:cubicBezTo>
                <a:cubicBezTo>
                  <a:pt x="81" y="39"/>
                  <a:pt x="81" y="39"/>
                  <a:pt x="81" y="39"/>
                </a:cubicBezTo>
                <a:cubicBezTo>
                  <a:pt x="80" y="40"/>
                  <a:pt x="79" y="41"/>
                  <a:pt x="78" y="42"/>
                </a:cubicBezTo>
                <a:cubicBezTo>
                  <a:pt x="72" y="42"/>
                  <a:pt x="72" y="42"/>
                  <a:pt x="72" y="42"/>
                </a:cubicBezTo>
                <a:cubicBezTo>
                  <a:pt x="71" y="41"/>
                  <a:pt x="70" y="39"/>
                  <a:pt x="69" y="38"/>
                </a:cubicBezTo>
                <a:close/>
                <a:moveTo>
                  <a:pt x="72" y="48"/>
                </a:moveTo>
                <a:cubicBezTo>
                  <a:pt x="78" y="48"/>
                  <a:pt x="78" y="48"/>
                  <a:pt x="78" y="48"/>
                </a:cubicBezTo>
                <a:cubicBezTo>
                  <a:pt x="79" y="49"/>
                  <a:pt x="80" y="51"/>
                  <a:pt x="82" y="52"/>
                </a:cubicBezTo>
                <a:cubicBezTo>
                  <a:pt x="76" y="61"/>
                  <a:pt x="76" y="61"/>
                  <a:pt x="76" y="61"/>
                </a:cubicBezTo>
                <a:cubicBezTo>
                  <a:pt x="76" y="61"/>
                  <a:pt x="76" y="61"/>
                  <a:pt x="75" y="61"/>
                </a:cubicBezTo>
                <a:cubicBezTo>
                  <a:pt x="75" y="61"/>
                  <a:pt x="75" y="61"/>
                  <a:pt x="75" y="61"/>
                </a:cubicBezTo>
                <a:cubicBezTo>
                  <a:pt x="70" y="51"/>
                  <a:pt x="70" y="51"/>
                  <a:pt x="70" y="51"/>
                </a:cubicBezTo>
                <a:cubicBezTo>
                  <a:pt x="71" y="50"/>
                  <a:pt x="72" y="49"/>
                  <a:pt x="72" y="48"/>
                </a:cubicBezTo>
                <a:close/>
                <a:moveTo>
                  <a:pt x="75" y="72"/>
                </a:moveTo>
                <a:cubicBezTo>
                  <a:pt x="74" y="72"/>
                  <a:pt x="73" y="70"/>
                  <a:pt x="73" y="69"/>
                </a:cubicBezTo>
                <a:cubicBezTo>
                  <a:pt x="73" y="68"/>
                  <a:pt x="74" y="66"/>
                  <a:pt x="75" y="66"/>
                </a:cubicBezTo>
                <a:cubicBezTo>
                  <a:pt x="77" y="66"/>
                  <a:pt x="78" y="68"/>
                  <a:pt x="78" y="69"/>
                </a:cubicBezTo>
                <a:cubicBezTo>
                  <a:pt x="78" y="70"/>
                  <a:pt x="77" y="72"/>
                  <a:pt x="75" y="72"/>
                </a:cubicBezTo>
                <a:close/>
                <a:moveTo>
                  <a:pt x="87" y="54"/>
                </a:moveTo>
                <a:cubicBezTo>
                  <a:pt x="94" y="60"/>
                  <a:pt x="94" y="60"/>
                  <a:pt x="94" y="60"/>
                </a:cubicBezTo>
                <a:cubicBezTo>
                  <a:pt x="93" y="61"/>
                  <a:pt x="92" y="63"/>
                  <a:pt x="92" y="64"/>
                </a:cubicBezTo>
                <a:cubicBezTo>
                  <a:pt x="83" y="66"/>
                  <a:pt x="83" y="66"/>
                  <a:pt x="83" y="66"/>
                </a:cubicBezTo>
                <a:cubicBezTo>
                  <a:pt x="82" y="65"/>
                  <a:pt x="82" y="64"/>
                  <a:pt x="81" y="64"/>
                </a:cubicBezTo>
                <a:lnTo>
                  <a:pt x="87" y="54"/>
                </a:lnTo>
                <a:close/>
                <a:moveTo>
                  <a:pt x="91" y="98"/>
                </a:moveTo>
                <a:cubicBezTo>
                  <a:pt x="90" y="98"/>
                  <a:pt x="89" y="97"/>
                  <a:pt x="89" y="96"/>
                </a:cubicBezTo>
                <a:cubicBezTo>
                  <a:pt x="89" y="94"/>
                  <a:pt x="90" y="93"/>
                  <a:pt x="91" y="93"/>
                </a:cubicBezTo>
                <a:cubicBezTo>
                  <a:pt x="93" y="93"/>
                  <a:pt x="94" y="94"/>
                  <a:pt x="94" y="96"/>
                </a:cubicBezTo>
                <a:cubicBezTo>
                  <a:pt x="94" y="97"/>
                  <a:pt x="93" y="98"/>
                  <a:pt x="91" y="98"/>
                </a:cubicBezTo>
                <a:close/>
                <a:moveTo>
                  <a:pt x="102" y="85"/>
                </a:moveTo>
                <a:cubicBezTo>
                  <a:pt x="102" y="86"/>
                  <a:pt x="102" y="87"/>
                  <a:pt x="102" y="88"/>
                </a:cubicBezTo>
                <a:cubicBezTo>
                  <a:pt x="98" y="91"/>
                  <a:pt x="98" y="91"/>
                  <a:pt x="98" y="91"/>
                </a:cubicBezTo>
                <a:cubicBezTo>
                  <a:pt x="96" y="89"/>
                  <a:pt x="93" y="87"/>
                  <a:pt x="90" y="88"/>
                </a:cubicBezTo>
                <a:cubicBezTo>
                  <a:pt x="81" y="74"/>
                  <a:pt x="81" y="74"/>
                  <a:pt x="81" y="74"/>
                </a:cubicBezTo>
                <a:cubicBezTo>
                  <a:pt x="82" y="73"/>
                  <a:pt x="83" y="72"/>
                  <a:pt x="83" y="71"/>
                </a:cubicBezTo>
                <a:cubicBezTo>
                  <a:pt x="92" y="69"/>
                  <a:pt x="92" y="69"/>
                  <a:pt x="92" y="69"/>
                </a:cubicBezTo>
                <a:cubicBezTo>
                  <a:pt x="94" y="74"/>
                  <a:pt x="98" y="75"/>
                  <a:pt x="102" y="74"/>
                </a:cubicBezTo>
                <a:cubicBezTo>
                  <a:pt x="106" y="78"/>
                  <a:pt x="106" y="78"/>
                  <a:pt x="106" y="78"/>
                </a:cubicBezTo>
                <a:cubicBezTo>
                  <a:pt x="103" y="80"/>
                  <a:pt x="102" y="82"/>
                  <a:pt x="102" y="85"/>
                </a:cubicBezTo>
                <a:close/>
                <a:moveTo>
                  <a:pt x="105" y="60"/>
                </a:moveTo>
                <a:cubicBezTo>
                  <a:pt x="110" y="48"/>
                  <a:pt x="110" y="48"/>
                  <a:pt x="110" y="48"/>
                </a:cubicBezTo>
                <a:cubicBezTo>
                  <a:pt x="110" y="48"/>
                  <a:pt x="110" y="48"/>
                  <a:pt x="110" y="48"/>
                </a:cubicBezTo>
                <a:cubicBezTo>
                  <a:pt x="110" y="48"/>
                  <a:pt x="111" y="48"/>
                  <a:pt x="111" y="48"/>
                </a:cubicBezTo>
                <a:cubicBezTo>
                  <a:pt x="114" y="54"/>
                  <a:pt x="114" y="54"/>
                  <a:pt x="114" y="54"/>
                </a:cubicBezTo>
                <a:cubicBezTo>
                  <a:pt x="112" y="55"/>
                  <a:pt x="110" y="58"/>
                  <a:pt x="110" y="61"/>
                </a:cubicBezTo>
                <a:cubicBezTo>
                  <a:pt x="110" y="61"/>
                  <a:pt x="110" y="61"/>
                  <a:pt x="110" y="61"/>
                </a:cubicBezTo>
                <a:cubicBezTo>
                  <a:pt x="106" y="63"/>
                  <a:pt x="106" y="63"/>
                  <a:pt x="106" y="63"/>
                </a:cubicBezTo>
                <a:cubicBezTo>
                  <a:pt x="106" y="62"/>
                  <a:pt x="105" y="61"/>
                  <a:pt x="105" y="60"/>
                </a:cubicBezTo>
                <a:close/>
                <a:moveTo>
                  <a:pt x="110" y="88"/>
                </a:moveTo>
                <a:cubicBezTo>
                  <a:pt x="108" y="88"/>
                  <a:pt x="107" y="86"/>
                  <a:pt x="107" y="85"/>
                </a:cubicBezTo>
                <a:cubicBezTo>
                  <a:pt x="107" y="84"/>
                  <a:pt x="108" y="82"/>
                  <a:pt x="110" y="82"/>
                </a:cubicBezTo>
                <a:cubicBezTo>
                  <a:pt x="111" y="82"/>
                  <a:pt x="113" y="84"/>
                  <a:pt x="113" y="85"/>
                </a:cubicBezTo>
                <a:cubicBezTo>
                  <a:pt x="113" y="86"/>
                  <a:pt x="111" y="88"/>
                  <a:pt x="110" y="88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4" name="Freeform 50">
            <a:extLst>
              <a:ext uri="{FF2B5EF4-FFF2-40B4-BE49-F238E27FC236}">
                <a16:creationId xmlns:a16="http://schemas.microsoft.com/office/drawing/2014/main" id="{2B4EEA7E-9EEC-4301-B1F3-C261A60518D0}"/>
              </a:ext>
            </a:extLst>
          </p:cNvPr>
          <p:cNvSpPr>
            <a:spLocks noEditPoints="1"/>
          </p:cNvSpPr>
          <p:nvPr/>
        </p:nvSpPr>
        <p:spPr bwMode="auto">
          <a:xfrm>
            <a:off x="8157891" y="4765045"/>
            <a:ext cx="409069" cy="347709"/>
          </a:xfrm>
          <a:custGeom>
            <a:avLst/>
            <a:gdLst>
              <a:gd name="T0" fmla="*/ 49 w 160"/>
              <a:gd name="T1" fmla="*/ 136 h 136"/>
              <a:gd name="T2" fmla="*/ 112 w 160"/>
              <a:gd name="T3" fmla="*/ 136 h 136"/>
              <a:gd name="T4" fmla="*/ 80 w 160"/>
              <a:gd name="T5" fmla="*/ 86 h 136"/>
              <a:gd name="T6" fmla="*/ 49 w 160"/>
              <a:gd name="T7" fmla="*/ 136 h 136"/>
              <a:gd name="T8" fmla="*/ 59 w 160"/>
              <a:gd name="T9" fmla="*/ 131 h 136"/>
              <a:gd name="T10" fmla="*/ 80 w 160"/>
              <a:gd name="T11" fmla="*/ 96 h 136"/>
              <a:gd name="T12" fmla="*/ 102 w 160"/>
              <a:gd name="T13" fmla="*/ 131 h 136"/>
              <a:gd name="T14" fmla="*/ 59 w 160"/>
              <a:gd name="T15" fmla="*/ 131 h 136"/>
              <a:gd name="T16" fmla="*/ 0 w 160"/>
              <a:gd name="T17" fmla="*/ 0 h 136"/>
              <a:gd name="T18" fmla="*/ 0 w 160"/>
              <a:gd name="T19" fmla="*/ 107 h 136"/>
              <a:gd name="T20" fmla="*/ 59 w 160"/>
              <a:gd name="T21" fmla="*/ 107 h 136"/>
              <a:gd name="T22" fmla="*/ 62 w 160"/>
              <a:gd name="T23" fmla="*/ 104 h 136"/>
              <a:gd name="T24" fmla="*/ 59 w 160"/>
              <a:gd name="T25" fmla="*/ 101 h 136"/>
              <a:gd name="T26" fmla="*/ 6 w 160"/>
              <a:gd name="T27" fmla="*/ 101 h 136"/>
              <a:gd name="T28" fmla="*/ 6 w 160"/>
              <a:gd name="T29" fmla="*/ 5 h 136"/>
              <a:gd name="T30" fmla="*/ 155 w 160"/>
              <a:gd name="T31" fmla="*/ 5 h 136"/>
              <a:gd name="T32" fmla="*/ 155 w 160"/>
              <a:gd name="T33" fmla="*/ 101 h 136"/>
              <a:gd name="T34" fmla="*/ 102 w 160"/>
              <a:gd name="T35" fmla="*/ 101 h 136"/>
              <a:gd name="T36" fmla="*/ 99 w 160"/>
              <a:gd name="T37" fmla="*/ 104 h 136"/>
              <a:gd name="T38" fmla="*/ 102 w 160"/>
              <a:gd name="T39" fmla="*/ 107 h 136"/>
              <a:gd name="T40" fmla="*/ 160 w 160"/>
              <a:gd name="T41" fmla="*/ 107 h 136"/>
              <a:gd name="T42" fmla="*/ 160 w 160"/>
              <a:gd name="T43" fmla="*/ 0 h 136"/>
              <a:gd name="T44" fmla="*/ 0 w 160"/>
              <a:gd name="T45" fmla="*/ 0 h 1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0" h="136">
                <a:moveTo>
                  <a:pt x="49" y="136"/>
                </a:moveTo>
                <a:cubicBezTo>
                  <a:pt x="112" y="136"/>
                  <a:pt x="112" y="136"/>
                  <a:pt x="112" y="136"/>
                </a:cubicBezTo>
                <a:cubicBezTo>
                  <a:pt x="80" y="86"/>
                  <a:pt x="80" y="86"/>
                  <a:pt x="80" y="86"/>
                </a:cubicBezTo>
                <a:lnTo>
                  <a:pt x="49" y="136"/>
                </a:lnTo>
                <a:close/>
                <a:moveTo>
                  <a:pt x="59" y="131"/>
                </a:moveTo>
                <a:cubicBezTo>
                  <a:pt x="80" y="96"/>
                  <a:pt x="80" y="96"/>
                  <a:pt x="80" y="96"/>
                </a:cubicBezTo>
                <a:cubicBezTo>
                  <a:pt x="102" y="131"/>
                  <a:pt x="102" y="131"/>
                  <a:pt x="102" y="131"/>
                </a:cubicBezTo>
                <a:lnTo>
                  <a:pt x="59" y="131"/>
                </a:lnTo>
                <a:close/>
                <a:moveTo>
                  <a:pt x="0" y="0"/>
                </a:moveTo>
                <a:cubicBezTo>
                  <a:pt x="0" y="107"/>
                  <a:pt x="0" y="107"/>
                  <a:pt x="0" y="107"/>
                </a:cubicBezTo>
                <a:cubicBezTo>
                  <a:pt x="59" y="107"/>
                  <a:pt x="59" y="107"/>
                  <a:pt x="59" y="107"/>
                </a:cubicBezTo>
                <a:cubicBezTo>
                  <a:pt x="61" y="107"/>
                  <a:pt x="62" y="105"/>
                  <a:pt x="62" y="104"/>
                </a:cubicBezTo>
                <a:cubicBezTo>
                  <a:pt x="62" y="103"/>
                  <a:pt x="61" y="101"/>
                  <a:pt x="59" y="101"/>
                </a:cubicBezTo>
                <a:cubicBezTo>
                  <a:pt x="6" y="101"/>
                  <a:pt x="6" y="101"/>
                  <a:pt x="6" y="101"/>
                </a:cubicBezTo>
                <a:cubicBezTo>
                  <a:pt x="6" y="5"/>
                  <a:pt x="6" y="5"/>
                  <a:pt x="6" y="5"/>
                </a:cubicBezTo>
                <a:cubicBezTo>
                  <a:pt x="155" y="5"/>
                  <a:pt x="155" y="5"/>
                  <a:pt x="155" y="5"/>
                </a:cubicBezTo>
                <a:cubicBezTo>
                  <a:pt x="155" y="101"/>
                  <a:pt x="155" y="101"/>
                  <a:pt x="155" y="101"/>
                </a:cubicBezTo>
                <a:cubicBezTo>
                  <a:pt x="102" y="101"/>
                  <a:pt x="102" y="101"/>
                  <a:pt x="102" y="101"/>
                </a:cubicBezTo>
                <a:cubicBezTo>
                  <a:pt x="100" y="101"/>
                  <a:pt x="99" y="103"/>
                  <a:pt x="99" y="104"/>
                </a:cubicBezTo>
                <a:cubicBezTo>
                  <a:pt x="99" y="105"/>
                  <a:pt x="100" y="107"/>
                  <a:pt x="102" y="107"/>
                </a:cubicBezTo>
                <a:cubicBezTo>
                  <a:pt x="160" y="107"/>
                  <a:pt x="160" y="107"/>
                  <a:pt x="160" y="107"/>
                </a:cubicBezTo>
                <a:cubicBezTo>
                  <a:pt x="160" y="0"/>
                  <a:pt x="160" y="0"/>
                  <a:pt x="16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5" name="Prevalence">
            <a:extLst>
              <a:ext uri="{FF2B5EF4-FFF2-40B4-BE49-F238E27FC236}">
                <a16:creationId xmlns:a16="http://schemas.microsoft.com/office/drawing/2014/main" id="{8D189643-6F64-4494-AB20-76266CF56EDB}"/>
              </a:ext>
            </a:extLst>
          </p:cNvPr>
          <p:cNvSpPr/>
          <p:nvPr/>
        </p:nvSpPr>
        <p:spPr>
          <a:xfrm>
            <a:off x="7825298" y="3356125"/>
            <a:ext cx="1074255" cy="19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4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Segment</a:t>
            </a:r>
            <a:endParaRPr sz="1400" dirty="0">
              <a:solidFill>
                <a:schemeClr val="bg1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126" name="Prevalence">
            <a:extLst>
              <a:ext uri="{FF2B5EF4-FFF2-40B4-BE49-F238E27FC236}">
                <a16:creationId xmlns:a16="http://schemas.microsoft.com/office/drawing/2014/main" id="{99C5E635-27A4-40AC-9DD2-2E2CC6972300}"/>
              </a:ext>
            </a:extLst>
          </p:cNvPr>
          <p:cNvSpPr/>
          <p:nvPr/>
        </p:nvSpPr>
        <p:spPr>
          <a:xfrm>
            <a:off x="10050235" y="5398364"/>
            <a:ext cx="675537" cy="19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4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Profits</a:t>
            </a:r>
            <a:endParaRPr sz="1400" dirty="0">
              <a:solidFill>
                <a:schemeClr val="bg1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127" name="Prevalence">
            <a:extLst>
              <a:ext uri="{FF2B5EF4-FFF2-40B4-BE49-F238E27FC236}">
                <a16:creationId xmlns:a16="http://schemas.microsoft.com/office/drawing/2014/main" id="{9E3F7747-43BB-4654-97D4-969F831B0389}"/>
              </a:ext>
            </a:extLst>
          </p:cNvPr>
          <p:cNvSpPr/>
          <p:nvPr/>
        </p:nvSpPr>
        <p:spPr>
          <a:xfrm>
            <a:off x="9809535" y="3356125"/>
            <a:ext cx="1156937" cy="19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Customers</a:t>
            </a:r>
            <a:endParaRPr sz="1400" dirty="0">
              <a:solidFill>
                <a:schemeClr val="tx1">
                  <a:lumMod val="85000"/>
                  <a:lumOff val="15000"/>
                </a:schemeClr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128" name="Prevalence">
            <a:extLst>
              <a:ext uri="{FF2B5EF4-FFF2-40B4-BE49-F238E27FC236}">
                <a16:creationId xmlns:a16="http://schemas.microsoft.com/office/drawing/2014/main" id="{2ED37793-9F24-4AB3-A3E1-CBDB1879C083}"/>
              </a:ext>
            </a:extLst>
          </p:cNvPr>
          <p:cNvSpPr/>
          <p:nvPr/>
        </p:nvSpPr>
        <p:spPr>
          <a:xfrm>
            <a:off x="7726537" y="5398364"/>
            <a:ext cx="1271776" cy="19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4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Potential</a:t>
            </a:r>
            <a:endParaRPr sz="1400" dirty="0">
              <a:solidFill>
                <a:schemeClr val="tx1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5203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9049348-DB39-407C-982E-EA3BD4F6E0F7}"/>
              </a:ext>
            </a:extLst>
          </p:cNvPr>
          <p:cNvCxnSpPr/>
          <p:nvPr/>
        </p:nvCxnSpPr>
        <p:spPr>
          <a:xfrm>
            <a:off x="818468" y="2175831"/>
            <a:ext cx="10562716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71C74B90-AA33-48C5-B43C-269FB2F96F20}"/>
              </a:ext>
            </a:extLst>
          </p:cNvPr>
          <p:cNvCxnSpPr/>
          <p:nvPr/>
        </p:nvCxnSpPr>
        <p:spPr>
          <a:xfrm>
            <a:off x="818469" y="6026225"/>
            <a:ext cx="10562716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D5E6177C-823A-48F2-8CEC-E8589C8A1340}"/>
              </a:ext>
            </a:extLst>
          </p:cNvPr>
          <p:cNvSpPr/>
          <p:nvPr/>
        </p:nvSpPr>
        <p:spPr>
          <a:xfrm>
            <a:off x="3966072" y="2170418"/>
            <a:ext cx="2152707" cy="38612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AEAECF-23F7-43D7-80A1-C457CC18D457}"/>
              </a:ext>
            </a:extLst>
          </p:cNvPr>
          <p:cNvSpPr/>
          <p:nvPr/>
        </p:nvSpPr>
        <p:spPr>
          <a:xfrm>
            <a:off x="8233272" y="2170418"/>
            <a:ext cx="3147912" cy="38612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0F072A-6EF0-4D82-921B-304323E3A873}"/>
              </a:ext>
            </a:extLst>
          </p:cNvPr>
          <p:cNvSpPr txBox="1"/>
          <p:nvPr/>
        </p:nvSpPr>
        <p:spPr>
          <a:xfrm>
            <a:off x="714289" y="776213"/>
            <a:ext cx="6005939" cy="65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500" dirty="0">
                <a:solidFill>
                  <a:schemeClr val="accent2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Possible</a:t>
            </a:r>
            <a:r>
              <a:rPr lang="en-US" sz="3500" dirty="0">
                <a:latin typeface="Poppins SemiBold" panose="00000700000000000000" pitchFamily="50" charset="0"/>
                <a:cs typeface="Poppins SemiBold" panose="00000700000000000000" pitchFamily="50" charset="0"/>
              </a:rPr>
              <a:t> Market Share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5752D98-4BED-4DC9-ADB0-59ADBB8141CC}"/>
              </a:ext>
            </a:extLst>
          </p:cNvPr>
          <p:cNvCxnSpPr/>
          <p:nvPr/>
        </p:nvCxnSpPr>
        <p:spPr>
          <a:xfrm>
            <a:off x="818468" y="3040655"/>
            <a:ext cx="10562716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959F107-D46B-42FB-959B-9AE394BBEEA3}"/>
              </a:ext>
            </a:extLst>
          </p:cNvPr>
          <p:cNvCxnSpPr/>
          <p:nvPr/>
        </p:nvCxnSpPr>
        <p:spPr>
          <a:xfrm>
            <a:off x="818468" y="4035845"/>
            <a:ext cx="10562716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24E3639C-6853-49D5-9063-126C20DDF969}"/>
              </a:ext>
            </a:extLst>
          </p:cNvPr>
          <p:cNvCxnSpPr/>
          <p:nvPr/>
        </p:nvCxnSpPr>
        <p:spPr>
          <a:xfrm>
            <a:off x="818469" y="5031035"/>
            <a:ext cx="10562716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5B4B15AC-96F8-4B6E-A50F-2EB8C4DB37D0}"/>
              </a:ext>
            </a:extLst>
          </p:cNvPr>
          <p:cNvCxnSpPr>
            <a:cxnSpLocks/>
          </p:cNvCxnSpPr>
          <p:nvPr/>
        </p:nvCxnSpPr>
        <p:spPr>
          <a:xfrm>
            <a:off x="818708" y="2175831"/>
            <a:ext cx="0" cy="3844979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Prevalence">
            <a:extLst>
              <a:ext uri="{FF2B5EF4-FFF2-40B4-BE49-F238E27FC236}">
                <a16:creationId xmlns:a16="http://schemas.microsoft.com/office/drawing/2014/main" id="{6912EBEE-9A3A-45FB-9172-4E86D80D1F8C}"/>
              </a:ext>
            </a:extLst>
          </p:cNvPr>
          <p:cNvSpPr/>
          <p:nvPr/>
        </p:nvSpPr>
        <p:spPr>
          <a:xfrm>
            <a:off x="4333597" y="2431718"/>
            <a:ext cx="1408704" cy="389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4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Gross Profits % Of Revenue</a:t>
            </a:r>
            <a:endParaRPr sz="1400" dirty="0">
              <a:solidFill>
                <a:schemeClr val="bg1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9" name="Prevalence">
            <a:extLst>
              <a:ext uri="{FF2B5EF4-FFF2-40B4-BE49-F238E27FC236}">
                <a16:creationId xmlns:a16="http://schemas.microsoft.com/office/drawing/2014/main" id="{731E5734-5CF0-42DF-BAAD-B04C02720498}"/>
              </a:ext>
            </a:extLst>
          </p:cNvPr>
          <p:cNvSpPr/>
          <p:nvPr/>
        </p:nvSpPr>
        <p:spPr>
          <a:xfrm>
            <a:off x="1761698" y="2510396"/>
            <a:ext cx="1271776" cy="19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4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Segment</a:t>
            </a:r>
            <a:endParaRPr sz="1400" dirty="0">
              <a:solidFill>
                <a:schemeClr val="tx1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71" name="Prevalence">
            <a:extLst>
              <a:ext uri="{FF2B5EF4-FFF2-40B4-BE49-F238E27FC236}">
                <a16:creationId xmlns:a16="http://schemas.microsoft.com/office/drawing/2014/main" id="{A309BF26-7DDB-410A-A4FC-CA86A4806ABD}"/>
              </a:ext>
            </a:extLst>
          </p:cNvPr>
          <p:cNvSpPr/>
          <p:nvPr/>
        </p:nvSpPr>
        <p:spPr>
          <a:xfrm>
            <a:off x="6354342" y="2431718"/>
            <a:ext cx="1543469" cy="389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4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Customers Total Budget</a:t>
            </a:r>
            <a:endParaRPr sz="1400" dirty="0">
              <a:solidFill>
                <a:schemeClr val="tx1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72" name="Prevalence">
            <a:extLst>
              <a:ext uri="{FF2B5EF4-FFF2-40B4-BE49-F238E27FC236}">
                <a16:creationId xmlns:a16="http://schemas.microsoft.com/office/drawing/2014/main" id="{1F1269AC-8A11-47A4-B76A-D2C4C8B2F63B}"/>
              </a:ext>
            </a:extLst>
          </p:cNvPr>
          <p:cNvSpPr/>
          <p:nvPr/>
        </p:nvSpPr>
        <p:spPr>
          <a:xfrm>
            <a:off x="9035494" y="2510396"/>
            <a:ext cx="1543469" cy="19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4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Potential</a:t>
            </a:r>
            <a:endParaRPr sz="1400" dirty="0">
              <a:solidFill>
                <a:schemeClr val="bg1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77" name="Prevalence">
            <a:extLst>
              <a:ext uri="{FF2B5EF4-FFF2-40B4-BE49-F238E27FC236}">
                <a16:creationId xmlns:a16="http://schemas.microsoft.com/office/drawing/2014/main" id="{0D2AE4A3-32FD-4F14-B5BB-3FA818A54B47}"/>
              </a:ext>
            </a:extLst>
          </p:cNvPr>
          <p:cNvSpPr/>
          <p:nvPr/>
        </p:nvSpPr>
        <p:spPr>
          <a:xfrm>
            <a:off x="1572184" y="3329417"/>
            <a:ext cx="1650804" cy="447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>
              <a:lnSpc>
                <a:spcPts val="1800"/>
              </a:lnSpc>
            </a:pPr>
            <a:r>
              <a:rPr lang="af-ZA" sz="1200" dirty="0">
                <a:solidFill>
                  <a:schemeClr val="tx1"/>
                </a:solidFill>
                <a:latin typeface="Poppins regular" panose="00000500000000000000" pitchFamily="2" charset="0"/>
                <a:cs typeface="Poppins regular" panose="00000500000000000000" pitchFamily="2" charset="0"/>
              </a:rPr>
              <a:t>Small Transactional Customer</a:t>
            </a:r>
            <a:endParaRPr sz="1200" dirty="0">
              <a:solidFill>
                <a:schemeClr val="tx1"/>
              </a:solidFill>
              <a:latin typeface="Poppins regular" panose="00000500000000000000" pitchFamily="2" charset="0"/>
              <a:cs typeface="Poppins regular" panose="00000500000000000000" pitchFamily="2" charset="0"/>
            </a:endParaRPr>
          </a:p>
        </p:txBody>
      </p:sp>
      <p:sp>
        <p:nvSpPr>
          <p:cNvPr id="78" name="Prevalence">
            <a:extLst>
              <a:ext uri="{FF2B5EF4-FFF2-40B4-BE49-F238E27FC236}">
                <a16:creationId xmlns:a16="http://schemas.microsoft.com/office/drawing/2014/main" id="{0F8AE308-49CB-4FA2-9D03-1F8AA8BA9E03}"/>
              </a:ext>
            </a:extLst>
          </p:cNvPr>
          <p:cNvSpPr/>
          <p:nvPr/>
        </p:nvSpPr>
        <p:spPr>
          <a:xfrm>
            <a:off x="1572184" y="4299487"/>
            <a:ext cx="1650804" cy="447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>
              <a:lnSpc>
                <a:spcPts val="1800"/>
              </a:lnSpc>
            </a:pPr>
            <a:r>
              <a:rPr lang="af-ZA" sz="1200" dirty="0">
                <a:solidFill>
                  <a:schemeClr val="tx1"/>
                </a:solidFill>
                <a:latin typeface="Poppins regular" panose="00000500000000000000" pitchFamily="2" charset="0"/>
                <a:cs typeface="Poppins regular" panose="00000500000000000000" pitchFamily="2" charset="0"/>
              </a:rPr>
              <a:t>Medium Sized Recurrent Customers</a:t>
            </a:r>
            <a:endParaRPr sz="1200" dirty="0">
              <a:solidFill>
                <a:schemeClr val="tx1"/>
              </a:solidFill>
              <a:latin typeface="Poppins regular" panose="00000500000000000000" pitchFamily="2" charset="0"/>
              <a:cs typeface="Poppins regular" panose="00000500000000000000" pitchFamily="2" charset="0"/>
            </a:endParaRPr>
          </a:p>
        </p:txBody>
      </p:sp>
      <p:sp>
        <p:nvSpPr>
          <p:cNvPr id="79" name="Prevalence">
            <a:extLst>
              <a:ext uri="{FF2B5EF4-FFF2-40B4-BE49-F238E27FC236}">
                <a16:creationId xmlns:a16="http://schemas.microsoft.com/office/drawing/2014/main" id="{A078AD84-FE2C-4947-B23E-AE1B3EBD4C4F}"/>
              </a:ext>
            </a:extLst>
          </p:cNvPr>
          <p:cNvSpPr/>
          <p:nvPr/>
        </p:nvSpPr>
        <p:spPr>
          <a:xfrm>
            <a:off x="1572184" y="5330916"/>
            <a:ext cx="1650804" cy="447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>
              <a:lnSpc>
                <a:spcPts val="1800"/>
              </a:lnSpc>
            </a:pPr>
            <a:r>
              <a:rPr lang="af-ZA" sz="1200" dirty="0">
                <a:solidFill>
                  <a:schemeClr val="tx1"/>
                </a:solidFill>
                <a:latin typeface="Poppins regular" panose="00000500000000000000" pitchFamily="2" charset="0"/>
                <a:cs typeface="Poppins regular" panose="00000500000000000000" pitchFamily="2" charset="0"/>
              </a:rPr>
              <a:t>Last Strategic Customers</a:t>
            </a:r>
            <a:endParaRPr sz="1200" dirty="0">
              <a:solidFill>
                <a:schemeClr val="tx1"/>
              </a:solidFill>
              <a:latin typeface="Poppins regular" panose="00000500000000000000" pitchFamily="2" charset="0"/>
              <a:cs typeface="Poppins regular" panose="00000500000000000000" pitchFamily="2" charset="0"/>
            </a:endParaRPr>
          </a:p>
        </p:txBody>
      </p:sp>
      <p:sp>
        <p:nvSpPr>
          <p:cNvPr id="97" name="Prevalence">
            <a:extLst>
              <a:ext uri="{FF2B5EF4-FFF2-40B4-BE49-F238E27FC236}">
                <a16:creationId xmlns:a16="http://schemas.microsoft.com/office/drawing/2014/main" id="{68B6A03F-3E73-4327-ABE7-79755DE01E0E}"/>
              </a:ext>
            </a:extLst>
          </p:cNvPr>
          <p:cNvSpPr/>
          <p:nvPr/>
        </p:nvSpPr>
        <p:spPr>
          <a:xfrm>
            <a:off x="8941104" y="3424798"/>
            <a:ext cx="1732249" cy="2516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8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$54.3M</a:t>
            </a:r>
            <a:endParaRPr sz="1800" dirty="0">
              <a:solidFill>
                <a:schemeClr val="bg1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98" name="Prevalence">
            <a:extLst>
              <a:ext uri="{FF2B5EF4-FFF2-40B4-BE49-F238E27FC236}">
                <a16:creationId xmlns:a16="http://schemas.microsoft.com/office/drawing/2014/main" id="{2BA73FBB-033C-4E9B-ADE7-713A6D38286E}"/>
              </a:ext>
            </a:extLst>
          </p:cNvPr>
          <p:cNvSpPr/>
          <p:nvPr/>
        </p:nvSpPr>
        <p:spPr>
          <a:xfrm>
            <a:off x="8941104" y="4437980"/>
            <a:ext cx="1732249" cy="2516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8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$15.7K</a:t>
            </a:r>
            <a:endParaRPr sz="1800" dirty="0">
              <a:solidFill>
                <a:schemeClr val="bg1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99" name="Prevalence">
            <a:extLst>
              <a:ext uri="{FF2B5EF4-FFF2-40B4-BE49-F238E27FC236}">
                <a16:creationId xmlns:a16="http://schemas.microsoft.com/office/drawing/2014/main" id="{54D27513-B492-4535-A736-4DD3CE46785E}"/>
              </a:ext>
            </a:extLst>
          </p:cNvPr>
          <p:cNvSpPr/>
          <p:nvPr/>
        </p:nvSpPr>
        <p:spPr>
          <a:xfrm>
            <a:off x="8941104" y="5415177"/>
            <a:ext cx="1732249" cy="2516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8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$32.6B</a:t>
            </a:r>
            <a:endParaRPr sz="1800" dirty="0">
              <a:solidFill>
                <a:schemeClr val="bg1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04" name="Prevalence">
            <a:extLst>
              <a:ext uri="{FF2B5EF4-FFF2-40B4-BE49-F238E27FC236}">
                <a16:creationId xmlns:a16="http://schemas.microsoft.com/office/drawing/2014/main" id="{24C5D916-8DE4-4CFA-B901-EB5A1ED8D7B7}"/>
              </a:ext>
            </a:extLst>
          </p:cNvPr>
          <p:cNvSpPr/>
          <p:nvPr/>
        </p:nvSpPr>
        <p:spPr>
          <a:xfrm>
            <a:off x="4789569" y="3467183"/>
            <a:ext cx="518793" cy="1817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3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36%</a:t>
            </a:r>
            <a:endParaRPr sz="1300" dirty="0">
              <a:solidFill>
                <a:schemeClr val="bg1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105" name="Prevalence">
            <a:extLst>
              <a:ext uri="{FF2B5EF4-FFF2-40B4-BE49-F238E27FC236}">
                <a16:creationId xmlns:a16="http://schemas.microsoft.com/office/drawing/2014/main" id="{1DFA38C7-1554-4CD3-9BE9-FE3630A77885}"/>
              </a:ext>
            </a:extLst>
          </p:cNvPr>
          <p:cNvSpPr/>
          <p:nvPr/>
        </p:nvSpPr>
        <p:spPr>
          <a:xfrm>
            <a:off x="4789569" y="4465178"/>
            <a:ext cx="518793" cy="1817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3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23%</a:t>
            </a:r>
            <a:endParaRPr sz="1300" dirty="0">
              <a:solidFill>
                <a:schemeClr val="bg1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106" name="Prevalence">
            <a:extLst>
              <a:ext uri="{FF2B5EF4-FFF2-40B4-BE49-F238E27FC236}">
                <a16:creationId xmlns:a16="http://schemas.microsoft.com/office/drawing/2014/main" id="{DDC8719C-A032-4C75-BCBC-23A63656D7F8}"/>
              </a:ext>
            </a:extLst>
          </p:cNvPr>
          <p:cNvSpPr/>
          <p:nvPr/>
        </p:nvSpPr>
        <p:spPr>
          <a:xfrm>
            <a:off x="4789569" y="5482942"/>
            <a:ext cx="518793" cy="1817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3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87%</a:t>
            </a:r>
            <a:endParaRPr sz="1300" dirty="0">
              <a:solidFill>
                <a:schemeClr val="bg1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107" name="Prevalence">
            <a:extLst>
              <a:ext uri="{FF2B5EF4-FFF2-40B4-BE49-F238E27FC236}">
                <a16:creationId xmlns:a16="http://schemas.microsoft.com/office/drawing/2014/main" id="{BF61AA94-44D3-4DCD-931A-458782FCBF52}"/>
              </a:ext>
            </a:extLst>
          </p:cNvPr>
          <p:cNvSpPr/>
          <p:nvPr/>
        </p:nvSpPr>
        <p:spPr>
          <a:xfrm>
            <a:off x="6921000" y="3467183"/>
            <a:ext cx="518793" cy="1817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3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42%</a:t>
            </a:r>
            <a:endParaRPr sz="1300" dirty="0">
              <a:solidFill>
                <a:schemeClr val="tx1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108" name="Prevalence">
            <a:extLst>
              <a:ext uri="{FF2B5EF4-FFF2-40B4-BE49-F238E27FC236}">
                <a16:creationId xmlns:a16="http://schemas.microsoft.com/office/drawing/2014/main" id="{2D1AFB89-D252-46CF-BA0B-6AA25FB1554F}"/>
              </a:ext>
            </a:extLst>
          </p:cNvPr>
          <p:cNvSpPr/>
          <p:nvPr/>
        </p:nvSpPr>
        <p:spPr>
          <a:xfrm>
            <a:off x="6921000" y="4465178"/>
            <a:ext cx="518793" cy="1817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3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15%</a:t>
            </a:r>
            <a:endParaRPr sz="1300" dirty="0">
              <a:solidFill>
                <a:schemeClr val="tx1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109" name="Prevalence">
            <a:extLst>
              <a:ext uri="{FF2B5EF4-FFF2-40B4-BE49-F238E27FC236}">
                <a16:creationId xmlns:a16="http://schemas.microsoft.com/office/drawing/2014/main" id="{878E982C-AF54-4A19-8564-88DE495E7C3C}"/>
              </a:ext>
            </a:extLst>
          </p:cNvPr>
          <p:cNvSpPr/>
          <p:nvPr/>
        </p:nvSpPr>
        <p:spPr>
          <a:xfrm>
            <a:off x="6921000" y="5482942"/>
            <a:ext cx="518793" cy="1817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3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86%</a:t>
            </a:r>
            <a:endParaRPr sz="1300" dirty="0">
              <a:solidFill>
                <a:schemeClr val="tx1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8055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revalence">
            <a:extLst>
              <a:ext uri="{FF2B5EF4-FFF2-40B4-BE49-F238E27FC236}">
                <a16:creationId xmlns:a16="http://schemas.microsoft.com/office/drawing/2014/main" id="{21323209-CAFA-43FA-81EC-729C8271EC20}"/>
              </a:ext>
            </a:extLst>
          </p:cNvPr>
          <p:cNvSpPr/>
          <p:nvPr/>
        </p:nvSpPr>
        <p:spPr>
          <a:xfrm>
            <a:off x="935430" y="3884500"/>
            <a:ext cx="1743973" cy="1817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rPr lang="af-ZA" sz="13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Data Collecting</a:t>
            </a:r>
          </a:p>
        </p:txBody>
      </p:sp>
      <p:sp>
        <p:nvSpPr>
          <p:cNvPr id="58" name="Prevalence">
            <a:extLst>
              <a:ext uri="{FF2B5EF4-FFF2-40B4-BE49-F238E27FC236}">
                <a16:creationId xmlns:a16="http://schemas.microsoft.com/office/drawing/2014/main" id="{B40C6D3D-C6FE-4324-81F4-248612EF996F}"/>
              </a:ext>
            </a:extLst>
          </p:cNvPr>
          <p:cNvSpPr/>
          <p:nvPr/>
        </p:nvSpPr>
        <p:spPr>
          <a:xfrm>
            <a:off x="935430" y="2788151"/>
            <a:ext cx="1650804" cy="1817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rPr lang="af-ZA" sz="13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Planning</a:t>
            </a:r>
          </a:p>
        </p:txBody>
      </p:sp>
      <p:sp>
        <p:nvSpPr>
          <p:cNvPr id="59" name="Prevalence">
            <a:extLst>
              <a:ext uri="{FF2B5EF4-FFF2-40B4-BE49-F238E27FC236}">
                <a16:creationId xmlns:a16="http://schemas.microsoft.com/office/drawing/2014/main" id="{91951D35-E948-41D0-8CEB-4DC11CFEC597}"/>
              </a:ext>
            </a:extLst>
          </p:cNvPr>
          <p:cNvSpPr/>
          <p:nvPr/>
        </p:nvSpPr>
        <p:spPr>
          <a:xfrm>
            <a:off x="924798" y="5176105"/>
            <a:ext cx="2575752" cy="229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>
              <a:lnSpc>
                <a:spcPts val="1900"/>
              </a:lnSpc>
            </a:pPr>
            <a:r>
              <a:rPr lang="en-US" sz="13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Decision Feedback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AB6A8F-1559-4137-81CB-E483F1E4448A}"/>
              </a:ext>
            </a:extLst>
          </p:cNvPr>
          <p:cNvSpPr txBox="1"/>
          <p:nvPr/>
        </p:nvSpPr>
        <p:spPr>
          <a:xfrm>
            <a:off x="714288" y="544407"/>
            <a:ext cx="5381711" cy="65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500" dirty="0">
                <a:solidFill>
                  <a:schemeClr val="accent2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Competitor</a:t>
            </a:r>
            <a:r>
              <a:rPr lang="en-US" sz="3500" dirty="0">
                <a:latin typeface="Poppins SemiBold" panose="00000700000000000000" pitchFamily="50" charset="0"/>
                <a:cs typeface="Poppins SemiBold" panose="00000700000000000000" pitchFamily="50" charset="0"/>
              </a:rPr>
              <a:t> Analysis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39F477B-A5E1-4F6D-9EBC-16B5914C093E}"/>
              </a:ext>
            </a:extLst>
          </p:cNvPr>
          <p:cNvSpPr txBox="1"/>
          <p:nvPr/>
        </p:nvSpPr>
        <p:spPr>
          <a:xfrm>
            <a:off x="829101" y="3045131"/>
            <a:ext cx="2337966" cy="484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Ipsum, but the </a:t>
            </a:r>
          </a:p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randomized believable.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F94CF49-EB92-4A16-B69A-D19FB2AB91F4}"/>
              </a:ext>
            </a:extLst>
          </p:cNvPr>
          <p:cNvSpPr txBox="1"/>
          <p:nvPr/>
        </p:nvSpPr>
        <p:spPr>
          <a:xfrm>
            <a:off x="829101" y="4130855"/>
            <a:ext cx="2337966" cy="6896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Ipsum, but the </a:t>
            </a:r>
          </a:p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alteration in some randomized believable.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9BFC1E0-331E-463E-94EA-B08269C9D0F1}"/>
              </a:ext>
            </a:extLst>
          </p:cNvPr>
          <p:cNvSpPr txBox="1"/>
          <p:nvPr/>
        </p:nvSpPr>
        <p:spPr>
          <a:xfrm>
            <a:off x="829101" y="5476330"/>
            <a:ext cx="2204050" cy="484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Ipsum, but the </a:t>
            </a:r>
          </a:p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have suffered alteration.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BAEA6EF-AD50-4816-BB10-270F22A29984}"/>
              </a:ext>
            </a:extLst>
          </p:cNvPr>
          <p:cNvSpPr txBox="1"/>
          <p:nvPr/>
        </p:nvSpPr>
        <p:spPr>
          <a:xfrm>
            <a:off x="732170" y="1452426"/>
            <a:ext cx="5030677" cy="285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2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There are many Lorem ra even there are many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 </a:t>
            </a:r>
            <a:r>
              <a:rPr lang="en-US" sz="12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suffered alteration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DF355AEC-8B61-4BA0-9E39-F7C6E71492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02555762"/>
              </p:ext>
            </p:extLst>
          </p:nvPr>
        </p:nvGraphicFramePr>
        <p:xfrm>
          <a:off x="3500550" y="2457450"/>
          <a:ext cx="3414138" cy="36808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B59839-4B8A-4D01-BA0C-58E910FE232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4015087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ctangle 107">
            <a:extLst>
              <a:ext uri="{FF2B5EF4-FFF2-40B4-BE49-F238E27FC236}">
                <a16:creationId xmlns:a16="http://schemas.microsoft.com/office/drawing/2014/main" id="{4CD234B4-915C-47D6-A43E-ADA7BC56111B}"/>
              </a:ext>
            </a:extLst>
          </p:cNvPr>
          <p:cNvSpPr/>
          <p:nvPr/>
        </p:nvSpPr>
        <p:spPr>
          <a:xfrm>
            <a:off x="3404331" y="5497345"/>
            <a:ext cx="1592262" cy="3408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BFD31574-8200-41E6-8FA1-FCC9C82CAB4E}"/>
              </a:ext>
            </a:extLst>
          </p:cNvPr>
          <p:cNvSpPr/>
          <p:nvPr/>
        </p:nvSpPr>
        <p:spPr>
          <a:xfrm>
            <a:off x="4998594" y="5497345"/>
            <a:ext cx="1584643" cy="34088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D6E08C02-782E-4449-BE6A-4FE9ADE812B8}"/>
              </a:ext>
            </a:extLst>
          </p:cNvPr>
          <p:cNvSpPr/>
          <p:nvPr/>
        </p:nvSpPr>
        <p:spPr>
          <a:xfrm>
            <a:off x="6583238" y="5497345"/>
            <a:ext cx="1591002" cy="34088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BB7A71FC-DC29-47FE-9060-5BFA9E9F4A94}"/>
              </a:ext>
            </a:extLst>
          </p:cNvPr>
          <p:cNvSpPr/>
          <p:nvPr/>
        </p:nvSpPr>
        <p:spPr>
          <a:xfrm>
            <a:off x="8174241" y="5497345"/>
            <a:ext cx="1581498" cy="3408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5CBB9AF9-1AF6-44E5-8B9D-66B7DA42EC51}"/>
              </a:ext>
            </a:extLst>
          </p:cNvPr>
          <p:cNvSpPr/>
          <p:nvPr/>
        </p:nvSpPr>
        <p:spPr>
          <a:xfrm>
            <a:off x="9755738" y="5497345"/>
            <a:ext cx="1597553" cy="3408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B76706F4-E285-479A-A0EB-BF8910188D8E}"/>
              </a:ext>
            </a:extLst>
          </p:cNvPr>
          <p:cNvSpPr/>
          <p:nvPr/>
        </p:nvSpPr>
        <p:spPr>
          <a:xfrm>
            <a:off x="6581978" y="2742783"/>
            <a:ext cx="1592262" cy="2769255"/>
          </a:xfrm>
          <a:prstGeom prst="rect">
            <a:avLst/>
          </a:prstGeom>
          <a:solidFill>
            <a:schemeClr val="accent2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DE56899E-4906-4686-9EE3-255A1DFEAA5D}"/>
              </a:ext>
            </a:extLst>
          </p:cNvPr>
          <p:cNvSpPr/>
          <p:nvPr/>
        </p:nvSpPr>
        <p:spPr>
          <a:xfrm>
            <a:off x="9761030" y="2742783"/>
            <a:ext cx="1592262" cy="2769255"/>
          </a:xfrm>
          <a:prstGeom prst="rect">
            <a:avLst/>
          </a:prstGeom>
          <a:solidFill>
            <a:schemeClr val="accent2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A01BAA00-5FCB-4FC5-953B-EF6D7B573F71}"/>
              </a:ext>
            </a:extLst>
          </p:cNvPr>
          <p:cNvSpPr/>
          <p:nvPr/>
        </p:nvSpPr>
        <p:spPr>
          <a:xfrm>
            <a:off x="3404331" y="2742783"/>
            <a:ext cx="1592262" cy="27692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A2DA7468-767E-4005-8D12-979D426CC0BA}"/>
              </a:ext>
            </a:extLst>
          </p:cNvPr>
          <p:cNvSpPr/>
          <p:nvPr/>
        </p:nvSpPr>
        <p:spPr>
          <a:xfrm>
            <a:off x="3404331" y="2323024"/>
            <a:ext cx="1592262" cy="44416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559DF7-A758-4321-8F76-80E88AE60B7E}"/>
              </a:ext>
            </a:extLst>
          </p:cNvPr>
          <p:cNvSpPr txBox="1"/>
          <p:nvPr/>
        </p:nvSpPr>
        <p:spPr>
          <a:xfrm>
            <a:off x="714289" y="680963"/>
            <a:ext cx="4981657" cy="65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500" dirty="0">
                <a:solidFill>
                  <a:schemeClr val="accent2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Competitor</a:t>
            </a:r>
            <a:r>
              <a:rPr lang="en-US" sz="3500" dirty="0">
                <a:latin typeface="Poppins SemiBold" panose="00000700000000000000" pitchFamily="50" charset="0"/>
                <a:cs typeface="Poppins SemiBold" panose="00000700000000000000" pitchFamily="50" charset="0"/>
              </a:rPr>
              <a:t> Analysis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B4C1492-BDC5-4D48-BE32-C679E18D3659}"/>
              </a:ext>
            </a:extLst>
          </p:cNvPr>
          <p:cNvSpPr txBox="1"/>
          <p:nvPr/>
        </p:nvSpPr>
        <p:spPr>
          <a:xfrm>
            <a:off x="3500565" y="4462131"/>
            <a:ext cx="14049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Poppins regular" panose="00000500000000000000" pitchFamily="2" charset="0"/>
                <a:cs typeface="Poppins regular" panose="00000500000000000000" pitchFamily="2" charset="0"/>
              </a:rPr>
              <a:t>Competitor 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998037A-EFC4-402D-8308-86304B26A7BB}"/>
              </a:ext>
            </a:extLst>
          </p:cNvPr>
          <p:cNvSpPr txBox="1"/>
          <p:nvPr/>
        </p:nvSpPr>
        <p:spPr>
          <a:xfrm>
            <a:off x="5527120" y="5539590"/>
            <a:ext cx="5489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18.3%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2568F92-D46F-43AF-8984-6DD41DC11CEB}"/>
              </a:ext>
            </a:extLst>
          </p:cNvPr>
          <p:cNvSpPr txBox="1"/>
          <p:nvPr/>
        </p:nvSpPr>
        <p:spPr>
          <a:xfrm>
            <a:off x="3500565" y="3339251"/>
            <a:ext cx="14049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Poppins regular" panose="00000500000000000000" pitchFamily="2" charset="0"/>
                <a:cs typeface="Poppins regular" panose="00000500000000000000" pitchFamily="2" charset="0"/>
              </a:rPr>
              <a:t>Competitor 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CF85F7D-98F3-45A0-8203-C2E9A26C0038}"/>
              </a:ext>
            </a:extLst>
          </p:cNvPr>
          <p:cNvSpPr txBox="1"/>
          <p:nvPr/>
        </p:nvSpPr>
        <p:spPr>
          <a:xfrm>
            <a:off x="7178551" y="5539590"/>
            <a:ext cx="5214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Poppins" panose="00000500000000000000" pitchFamily="50" charset="0"/>
                <a:cs typeface="Poppins" panose="00000500000000000000" pitchFamily="50" charset="0"/>
              </a:rPr>
              <a:t>15.6%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4C82848-534B-49BE-99B1-3234C212BA60}"/>
              </a:ext>
            </a:extLst>
          </p:cNvPr>
          <p:cNvSpPr txBox="1"/>
          <p:nvPr/>
        </p:nvSpPr>
        <p:spPr>
          <a:xfrm>
            <a:off x="3500565" y="3722300"/>
            <a:ext cx="14049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Poppins regular" panose="00000500000000000000" pitchFamily="2" charset="0"/>
                <a:cs typeface="Poppins regular" panose="00000500000000000000" pitchFamily="2" charset="0"/>
              </a:rPr>
              <a:t>Competitor 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671F86F-85EE-4566-899D-CECA8334E900}"/>
              </a:ext>
            </a:extLst>
          </p:cNvPr>
          <p:cNvSpPr txBox="1"/>
          <p:nvPr/>
        </p:nvSpPr>
        <p:spPr>
          <a:xfrm>
            <a:off x="8723657" y="5539590"/>
            <a:ext cx="4930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Poppins" panose="00000500000000000000" pitchFamily="50" charset="0"/>
                <a:cs typeface="Poppins" panose="00000500000000000000" pitchFamily="50" charset="0"/>
              </a:rPr>
              <a:t>12.7%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E7D1347-A4D3-4FDF-A1B0-D40FD2875F22}"/>
              </a:ext>
            </a:extLst>
          </p:cNvPr>
          <p:cNvSpPr txBox="1"/>
          <p:nvPr/>
        </p:nvSpPr>
        <p:spPr>
          <a:xfrm>
            <a:off x="3500565" y="4091379"/>
            <a:ext cx="14049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Poppins regular" panose="00000500000000000000" pitchFamily="2" charset="0"/>
                <a:cs typeface="Poppins regular" panose="00000500000000000000" pitchFamily="2" charset="0"/>
              </a:rPr>
              <a:t>Competitor 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42CF53B-CABF-49A8-AFBC-7EC6FAE06DC1}"/>
              </a:ext>
            </a:extLst>
          </p:cNvPr>
          <p:cNvSpPr txBox="1"/>
          <p:nvPr/>
        </p:nvSpPr>
        <p:spPr>
          <a:xfrm>
            <a:off x="10215237" y="5539590"/>
            <a:ext cx="5585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Poppins" panose="00000500000000000000" pitchFamily="50" charset="0"/>
                <a:cs typeface="Poppins" panose="00000500000000000000" pitchFamily="50" charset="0"/>
              </a:rPr>
              <a:t>53.2%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3311077-E716-4378-8B4D-64971E551F61}"/>
              </a:ext>
            </a:extLst>
          </p:cNvPr>
          <p:cNvSpPr txBox="1"/>
          <p:nvPr/>
        </p:nvSpPr>
        <p:spPr>
          <a:xfrm>
            <a:off x="5540732" y="3328618"/>
            <a:ext cx="493090" cy="3231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latin typeface="Poppins regular" panose="00000500000000000000" pitchFamily="2" charset="0"/>
                <a:cs typeface="Poppins regular" panose="00000500000000000000" pitchFamily="2" charset="0"/>
              </a:rPr>
              <a:t>-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E774D03-32F6-4CEA-9EDD-40177A98616D}"/>
              </a:ext>
            </a:extLst>
          </p:cNvPr>
          <p:cNvSpPr txBox="1"/>
          <p:nvPr/>
        </p:nvSpPr>
        <p:spPr>
          <a:xfrm>
            <a:off x="5540732" y="3709046"/>
            <a:ext cx="493090" cy="3231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latin typeface="Poppins regular" panose="00000500000000000000" pitchFamily="2" charset="0"/>
                <a:cs typeface="Poppins regular" panose="00000500000000000000" pitchFamily="2" charset="0"/>
              </a:rPr>
              <a:t>+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BC73865-B7E3-4ACD-80EE-5693FE01970C}"/>
              </a:ext>
            </a:extLst>
          </p:cNvPr>
          <p:cNvSpPr txBox="1"/>
          <p:nvPr/>
        </p:nvSpPr>
        <p:spPr>
          <a:xfrm>
            <a:off x="5540732" y="4084126"/>
            <a:ext cx="493090" cy="3231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latin typeface="Poppins regular" panose="00000500000000000000" pitchFamily="2" charset="0"/>
                <a:cs typeface="Poppins regular" panose="00000500000000000000" pitchFamily="2" charset="0"/>
              </a:rPr>
              <a:t>-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0287AE1-BA87-4A31-A12F-1DAC78DF4260}"/>
              </a:ext>
            </a:extLst>
          </p:cNvPr>
          <p:cNvSpPr txBox="1"/>
          <p:nvPr/>
        </p:nvSpPr>
        <p:spPr>
          <a:xfrm>
            <a:off x="5540732" y="4449524"/>
            <a:ext cx="493090" cy="3231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latin typeface="Poppins regular" panose="00000500000000000000" pitchFamily="2" charset="0"/>
                <a:cs typeface="Poppins regular" panose="00000500000000000000" pitchFamily="2" charset="0"/>
              </a:rPr>
              <a:t>-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72EFCAE-565E-445D-A4A1-8C4DA2EA9E4C}"/>
              </a:ext>
            </a:extLst>
          </p:cNvPr>
          <p:cNvSpPr txBox="1"/>
          <p:nvPr/>
        </p:nvSpPr>
        <p:spPr>
          <a:xfrm>
            <a:off x="5540732" y="5204024"/>
            <a:ext cx="493090" cy="3231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latin typeface="Poppins regular" panose="00000500000000000000" pitchFamily="2" charset="0"/>
                <a:cs typeface="Poppins regular" panose="00000500000000000000" pitchFamily="2" charset="0"/>
              </a:rPr>
              <a:t>-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E8CBA4F-161B-4CFF-8594-22C8BA4D4BAB}"/>
              </a:ext>
            </a:extLst>
          </p:cNvPr>
          <p:cNvSpPr txBox="1"/>
          <p:nvPr/>
        </p:nvSpPr>
        <p:spPr>
          <a:xfrm>
            <a:off x="5540732" y="2942541"/>
            <a:ext cx="493090" cy="3231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latin typeface="Poppins regular" panose="00000500000000000000" pitchFamily="2" charset="0"/>
                <a:cs typeface="Poppins regular" panose="00000500000000000000" pitchFamily="2" charset="0"/>
              </a:rPr>
              <a:t>+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2D86EAB-0983-4FB4-B358-618A244F3389}"/>
              </a:ext>
            </a:extLst>
          </p:cNvPr>
          <p:cNvSpPr txBox="1"/>
          <p:nvPr/>
        </p:nvSpPr>
        <p:spPr>
          <a:xfrm>
            <a:off x="7177286" y="3328618"/>
            <a:ext cx="49309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latin typeface="Poppins regular" panose="00000500000000000000" pitchFamily="2" charset="0"/>
                <a:cs typeface="Poppins regular" panose="00000500000000000000" pitchFamily="2" charset="0"/>
              </a:rPr>
              <a:t>-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4BFC865-663A-4B59-8DF8-F9EECDE6CCA1}"/>
              </a:ext>
            </a:extLst>
          </p:cNvPr>
          <p:cNvSpPr txBox="1"/>
          <p:nvPr/>
        </p:nvSpPr>
        <p:spPr>
          <a:xfrm>
            <a:off x="7177286" y="4084126"/>
            <a:ext cx="49309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latin typeface="Poppins regular" panose="00000500000000000000" pitchFamily="2" charset="0"/>
                <a:cs typeface="Poppins regular" panose="00000500000000000000" pitchFamily="2" charset="0"/>
              </a:rPr>
              <a:t>-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06715A2-9364-4E26-8815-19A1BC99127C}"/>
              </a:ext>
            </a:extLst>
          </p:cNvPr>
          <p:cNvSpPr txBox="1"/>
          <p:nvPr/>
        </p:nvSpPr>
        <p:spPr>
          <a:xfrm>
            <a:off x="7177286" y="4449524"/>
            <a:ext cx="49309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latin typeface="Poppins regular" panose="00000500000000000000" pitchFamily="2" charset="0"/>
                <a:cs typeface="Poppins regular" panose="00000500000000000000" pitchFamily="2" charset="0"/>
              </a:rPr>
              <a:t>-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D94C494-1368-466D-9D83-8BCCF07E2B91}"/>
              </a:ext>
            </a:extLst>
          </p:cNvPr>
          <p:cNvSpPr txBox="1"/>
          <p:nvPr/>
        </p:nvSpPr>
        <p:spPr>
          <a:xfrm>
            <a:off x="7177286" y="4828942"/>
            <a:ext cx="49309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latin typeface="Poppins regular" panose="00000500000000000000" pitchFamily="2" charset="0"/>
                <a:cs typeface="Poppins regular" panose="00000500000000000000" pitchFamily="2" charset="0"/>
              </a:rPr>
              <a:t>+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78CC923-DA29-49DA-AC91-0756DE708B61}"/>
              </a:ext>
            </a:extLst>
          </p:cNvPr>
          <p:cNvSpPr txBox="1"/>
          <p:nvPr/>
        </p:nvSpPr>
        <p:spPr>
          <a:xfrm>
            <a:off x="7177286" y="5204024"/>
            <a:ext cx="49309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latin typeface="Poppins regular" panose="00000500000000000000" pitchFamily="2" charset="0"/>
                <a:cs typeface="Poppins regular" panose="00000500000000000000" pitchFamily="2" charset="0"/>
              </a:rPr>
              <a:t>-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D7CDED1-F261-4B16-BA7E-8675986E7A35}"/>
              </a:ext>
            </a:extLst>
          </p:cNvPr>
          <p:cNvSpPr txBox="1"/>
          <p:nvPr/>
        </p:nvSpPr>
        <p:spPr>
          <a:xfrm>
            <a:off x="7177286" y="2942541"/>
            <a:ext cx="49309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latin typeface="Poppins regular" panose="00000500000000000000" pitchFamily="2" charset="0"/>
                <a:cs typeface="Poppins regular" panose="00000500000000000000" pitchFamily="2" charset="0"/>
              </a:rPr>
              <a:t>+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A5E4CDB-C08F-4B4D-A0B6-5BB168B87C8F}"/>
              </a:ext>
            </a:extLst>
          </p:cNvPr>
          <p:cNvSpPr txBox="1"/>
          <p:nvPr/>
        </p:nvSpPr>
        <p:spPr>
          <a:xfrm>
            <a:off x="8690491" y="3328618"/>
            <a:ext cx="49309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latin typeface="Poppins regular" panose="00000500000000000000" pitchFamily="2" charset="0"/>
                <a:cs typeface="Poppins regular" panose="00000500000000000000" pitchFamily="2" charset="0"/>
              </a:rPr>
              <a:t>-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9E6C7AA-5EAE-4835-AEE3-0C1CA0E2B7B4}"/>
              </a:ext>
            </a:extLst>
          </p:cNvPr>
          <p:cNvSpPr txBox="1"/>
          <p:nvPr/>
        </p:nvSpPr>
        <p:spPr>
          <a:xfrm>
            <a:off x="8690491" y="3709046"/>
            <a:ext cx="49309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latin typeface="Poppins regular" panose="00000500000000000000" pitchFamily="2" charset="0"/>
                <a:cs typeface="Poppins regular" panose="00000500000000000000" pitchFamily="2" charset="0"/>
              </a:rPr>
              <a:t>+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F14C199-83D0-4D88-B8A8-F0DD9D812EBD}"/>
              </a:ext>
            </a:extLst>
          </p:cNvPr>
          <p:cNvSpPr txBox="1"/>
          <p:nvPr/>
        </p:nvSpPr>
        <p:spPr>
          <a:xfrm>
            <a:off x="8690491" y="4084126"/>
            <a:ext cx="49309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latin typeface="Poppins regular" panose="00000500000000000000" pitchFamily="2" charset="0"/>
                <a:cs typeface="Poppins regular" panose="00000500000000000000" pitchFamily="2" charset="0"/>
              </a:rPr>
              <a:t>-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29A48B5-35CE-49B6-B181-AE3F36676BBE}"/>
              </a:ext>
            </a:extLst>
          </p:cNvPr>
          <p:cNvSpPr txBox="1"/>
          <p:nvPr/>
        </p:nvSpPr>
        <p:spPr>
          <a:xfrm>
            <a:off x="8690491" y="4449524"/>
            <a:ext cx="49309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latin typeface="Poppins regular" panose="00000500000000000000" pitchFamily="2" charset="0"/>
                <a:cs typeface="Poppins regular" panose="00000500000000000000" pitchFamily="2" charset="0"/>
              </a:rPr>
              <a:t>-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0988BB1-65B2-4FAB-9F34-EDCA611482E8}"/>
              </a:ext>
            </a:extLst>
          </p:cNvPr>
          <p:cNvSpPr txBox="1"/>
          <p:nvPr/>
        </p:nvSpPr>
        <p:spPr>
          <a:xfrm>
            <a:off x="8690491" y="5204024"/>
            <a:ext cx="49309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latin typeface="Poppins regular" panose="00000500000000000000" pitchFamily="2" charset="0"/>
                <a:cs typeface="Poppins regular" panose="00000500000000000000" pitchFamily="2" charset="0"/>
              </a:rPr>
              <a:t>-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279D75F-4E0E-47E5-8641-6A9EDC0305E4}"/>
              </a:ext>
            </a:extLst>
          </p:cNvPr>
          <p:cNvSpPr txBox="1"/>
          <p:nvPr/>
        </p:nvSpPr>
        <p:spPr>
          <a:xfrm>
            <a:off x="8690491" y="2942541"/>
            <a:ext cx="49309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latin typeface="Poppins regular" panose="00000500000000000000" pitchFamily="2" charset="0"/>
                <a:cs typeface="Poppins regular" panose="00000500000000000000" pitchFamily="2" charset="0"/>
              </a:rPr>
              <a:t>+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825107E-281B-4248-B88E-C484B2583380}"/>
              </a:ext>
            </a:extLst>
          </p:cNvPr>
          <p:cNvSpPr txBox="1"/>
          <p:nvPr/>
        </p:nvSpPr>
        <p:spPr>
          <a:xfrm>
            <a:off x="10203696" y="3328618"/>
            <a:ext cx="49309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latin typeface="Poppins regular" panose="00000500000000000000" pitchFamily="2" charset="0"/>
                <a:cs typeface="Poppins regular" panose="00000500000000000000" pitchFamily="2" charset="0"/>
              </a:rPr>
              <a:t>-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43B78A9-1637-4508-A2E9-5D9BCDE21C8D}"/>
              </a:ext>
            </a:extLst>
          </p:cNvPr>
          <p:cNvSpPr txBox="1"/>
          <p:nvPr/>
        </p:nvSpPr>
        <p:spPr>
          <a:xfrm>
            <a:off x="10203696" y="3709046"/>
            <a:ext cx="49309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latin typeface="Poppins regular" panose="00000500000000000000" pitchFamily="2" charset="0"/>
                <a:cs typeface="Poppins regular" panose="00000500000000000000" pitchFamily="2" charset="0"/>
              </a:rPr>
              <a:t>+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4BEE014-3987-4FEA-A036-DF6C496CDD58}"/>
              </a:ext>
            </a:extLst>
          </p:cNvPr>
          <p:cNvSpPr txBox="1"/>
          <p:nvPr/>
        </p:nvSpPr>
        <p:spPr>
          <a:xfrm>
            <a:off x="10203696" y="4084126"/>
            <a:ext cx="49309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latin typeface="Poppins regular" panose="00000500000000000000" pitchFamily="2" charset="0"/>
                <a:cs typeface="Poppins regular" panose="00000500000000000000" pitchFamily="2" charset="0"/>
              </a:rPr>
              <a:t>-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7682D7C-D510-417F-83E4-CD7D05EA7693}"/>
              </a:ext>
            </a:extLst>
          </p:cNvPr>
          <p:cNvSpPr txBox="1"/>
          <p:nvPr/>
        </p:nvSpPr>
        <p:spPr>
          <a:xfrm>
            <a:off x="10203696" y="4449524"/>
            <a:ext cx="49309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latin typeface="Poppins regular" panose="00000500000000000000" pitchFamily="2" charset="0"/>
                <a:cs typeface="Poppins regular" panose="00000500000000000000" pitchFamily="2" charset="0"/>
              </a:rPr>
              <a:t>-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69F7075-F619-45BB-B6B2-13A57C167C16}"/>
              </a:ext>
            </a:extLst>
          </p:cNvPr>
          <p:cNvSpPr txBox="1"/>
          <p:nvPr/>
        </p:nvSpPr>
        <p:spPr>
          <a:xfrm>
            <a:off x="10203696" y="5204024"/>
            <a:ext cx="49309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latin typeface="Poppins regular" panose="00000500000000000000" pitchFamily="2" charset="0"/>
                <a:cs typeface="Poppins regular" panose="00000500000000000000" pitchFamily="2" charset="0"/>
              </a:rPr>
              <a:t>-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AB3C29F-5DAC-4216-9B3C-9965EA802BC3}"/>
              </a:ext>
            </a:extLst>
          </p:cNvPr>
          <p:cNvSpPr txBox="1"/>
          <p:nvPr/>
        </p:nvSpPr>
        <p:spPr>
          <a:xfrm>
            <a:off x="10203696" y="2942541"/>
            <a:ext cx="49309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latin typeface="Poppins regular" panose="00000500000000000000" pitchFamily="2" charset="0"/>
                <a:cs typeface="Poppins regular" panose="00000500000000000000" pitchFamily="2" charset="0"/>
              </a:rPr>
              <a:t>+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434AD92-F56D-4CFC-B9A9-F3792A8A5314}"/>
              </a:ext>
            </a:extLst>
          </p:cNvPr>
          <p:cNvSpPr txBox="1"/>
          <p:nvPr/>
        </p:nvSpPr>
        <p:spPr>
          <a:xfrm>
            <a:off x="3500565" y="2880031"/>
            <a:ext cx="14049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Poppins regular" panose="00000500000000000000" pitchFamily="2" charset="0"/>
                <a:cs typeface="Poppins regular" panose="00000500000000000000" pitchFamily="2" charset="0"/>
              </a:rPr>
              <a:t>Competitor 1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873894A-FAA0-45E1-A1A2-B7A103C37A42}"/>
              </a:ext>
            </a:extLst>
          </p:cNvPr>
          <p:cNvCxnSpPr/>
          <p:nvPr/>
        </p:nvCxnSpPr>
        <p:spPr>
          <a:xfrm>
            <a:off x="3404331" y="3270910"/>
            <a:ext cx="7960628" cy="0"/>
          </a:xfrm>
          <a:prstGeom prst="line">
            <a:avLst/>
          </a:prstGeom>
          <a:ln>
            <a:solidFill>
              <a:schemeClr val="bg1">
                <a:lumMod val="50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EC85158-471D-4B8F-8EEB-50F73D76AA41}"/>
              </a:ext>
            </a:extLst>
          </p:cNvPr>
          <p:cNvCxnSpPr/>
          <p:nvPr/>
        </p:nvCxnSpPr>
        <p:spPr>
          <a:xfrm>
            <a:off x="3404331" y="3645991"/>
            <a:ext cx="7960628" cy="0"/>
          </a:xfrm>
          <a:prstGeom prst="line">
            <a:avLst/>
          </a:prstGeom>
          <a:ln>
            <a:solidFill>
              <a:schemeClr val="bg1">
                <a:lumMod val="50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21D5993-EB7F-4C8D-87CA-FD2202002086}"/>
              </a:ext>
            </a:extLst>
          </p:cNvPr>
          <p:cNvCxnSpPr/>
          <p:nvPr/>
        </p:nvCxnSpPr>
        <p:spPr>
          <a:xfrm>
            <a:off x="3404331" y="4021072"/>
            <a:ext cx="7960628" cy="0"/>
          </a:xfrm>
          <a:prstGeom prst="line">
            <a:avLst/>
          </a:prstGeom>
          <a:ln>
            <a:solidFill>
              <a:schemeClr val="bg1">
                <a:lumMod val="50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18E793E-E741-4328-A708-8F28D51E4C3D}"/>
              </a:ext>
            </a:extLst>
          </p:cNvPr>
          <p:cNvCxnSpPr/>
          <p:nvPr/>
        </p:nvCxnSpPr>
        <p:spPr>
          <a:xfrm>
            <a:off x="3404331" y="4396153"/>
            <a:ext cx="7960628" cy="0"/>
          </a:xfrm>
          <a:prstGeom prst="line">
            <a:avLst/>
          </a:prstGeom>
          <a:ln>
            <a:solidFill>
              <a:schemeClr val="bg1">
                <a:lumMod val="50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5DE4933-FD16-4216-A285-BF761A2BB87D}"/>
              </a:ext>
            </a:extLst>
          </p:cNvPr>
          <p:cNvCxnSpPr/>
          <p:nvPr/>
        </p:nvCxnSpPr>
        <p:spPr>
          <a:xfrm>
            <a:off x="3404331" y="4771234"/>
            <a:ext cx="7960628" cy="0"/>
          </a:xfrm>
          <a:prstGeom prst="line">
            <a:avLst/>
          </a:prstGeom>
          <a:ln>
            <a:solidFill>
              <a:schemeClr val="bg1">
                <a:lumMod val="50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81A2E55-19EC-477D-96DE-5E9A3760A800}"/>
              </a:ext>
            </a:extLst>
          </p:cNvPr>
          <p:cNvCxnSpPr/>
          <p:nvPr/>
        </p:nvCxnSpPr>
        <p:spPr>
          <a:xfrm>
            <a:off x="3404331" y="5146315"/>
            <a:ext cx="7960628" cy="0"/>
          </a:xfrm>
          <a:prstGeom prst="line">
            <a:avLst/>
          </a:prstGeom>
          <a:ln>
            <a:solidFill>
              <a:schemeClr val="bg1">
                <a:lumMod val="50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B187788B-F2B2-4589-AFCE-3F79B5CF41FA}"/>
              </a:ext>
            </a:extLst>
          </p:cNvPr>
          <p:cNvSpPr txBox="1"/>
          <p:nvPr/>
        </p:nvSpPr>
        <p:spPr>
          <a:xfrm>
            <a:off x="3500565" y="4831315"/>
            <a:ext cx="14049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Poppins regular" panose="00000500000000000000" pitchFamily="2" charset="0"/>
                <a:cs typeface="Poppins regular" panose="00000500000000000000" pitchFamily="2" charset="0"/>
              </a:rPr>
              <a:t>Competitor 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93655C0-279A-4E2B-8E33-747E7390B667}"/>
              </a:ext>
            </a:extLst>
          </p:cNvPr>
          <p:cNvSpPr txBox="1"/>
          <p:nvPr/>
        </p:nvSpPr>
        <p:spPr>
          <a:xfrm>
            <a:off x="3500565" y="5198720"/>
            <a:ext cx="14049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Poppins regular" panose="00000500000000000000" pitchFamily="2" charset="0"/>
                <a:cs typeface="Poppins regular" panose="00000500000000000000" pitchFamily="2" charset="0"/>
              </a:rPr>
              <a:t>Competitor 7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DD60D1E5-F86F-453F-9C2E-AD095E0EF8A1}"/>
              </a:ext>
            </a:extLst>
          </p:cNvPr>
          <p:cNvSpPr/>
          <p:nvPr/>
        </p:nvSpPr>
        <p:spPr>
          <a:xfrm>
            <a:off x="6587839" y="2323024"/>
            <a:ext cx="1585893" cy="44416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61008360-2D9F-4196-940C-F04FD54F38CE}"/>
              </a:ext>
            </a:extLst>
          </p:cNvPr>
          <p:cNvSpPr/>
          <p:nvPr/>
        </p:nvSpPr>
        <p:spPr>
          <a:xfrm>
            <a:off x="8170227" y="2323024"/>
            <a:ext cx="1601627" cy="44416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1A211B5C-19C8-4D5B-B6D7-ADDF2460FC25}"/>
              </a:ext>
            </a:extLst>
          </p:cNvPr>
          <p:cNvSpPr/>
          <p:nvPr/>
        </p:nvSpPr>
        <p:spPr>
          <a:xfrm>
            <a:off x="9771348" y="2323024"/>
            <a:ext cx="1581943" cy="4441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306C3D1-A02F-4F4A-AA6C-831633FF452D}"/>
              </a:ext>
            </a:extLst>
          </p:cNvPr>
          <p:cNvSpPr/>
          <p:nvPr/>
        </p:nvSpPr>
        <p:spPr>
          <a:xfrm>
            <a:off x="4996085" y="2323024"/>
            <a:ext cx="1592262" cy="4441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Prevalence">
            <a:extLst>
              <a:ext uri="{FF2B5EF4-FFF2-40B4-BE49-F238E27FC236}">
                <a16:creationId xmlns:a16="http://schemas.microsoft.com/office/drawing/2014/main" id="{9328AAB8-2F57-4316-A5AB-D6844D4032A4}"/>
              </a:ext>
            </a:extLst>
          </p:cNvPr>
          <p:cNvSpPr/>
          <p:nvPr/>
        </p:nvSpPr>
        <p:spPr>
          <a:xfrm>
            <a:off x="3495308" y="2478483"/>
            <a:ext cx="1271776" cy="1677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2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Competitors</a:t>
            </a:r>
            <a:endParaRPr sz="1200" dirty="0">
              <a:solidFill>
                <a:schemeClr val="bg1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84" name="Prevalence">
            <a:extLst>
              <a:ext uri="{FF2B5EF4-FFF2-40B4-BE49-F238E27FC236}">
                <a16:creationId xmlns:a16="http://schemas.microsoft.com/office/drawing/2014/main" id="{EB237EE9-834D-4802-8466-C8CA1208ACA5}"/>
              </a:ext>
            </a:extLst>
          </p:cNvPr>
          <p:cNvSpPr/>
          <p:nvPr/>
        </p:nvSpPr>
        <p:spPr>
          <a:xfrm>
            <a:off x="5090484" y="2478483"/>
            <a:ext cx="1413337" cy="1677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2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Market Leader</a:t>
            </a:r>
            <a:endParaRPr sz="1200" dirty="0">
              <a:solidFill>
                <a:schemeClr val="bg1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90" name="Prevalence">
            <a:extLst>
              <a:ext uri="{FF2B5EF4-FFF2-40B4-BE49-F238E27FC236}">
                <a16:creationId xmlns:a16="http://schemas.microsoft.com/office/drawing/2014/main" id="{CF7FABA5-ACD4-499C-9BBD-D5C9428F4052}"/>
              </a:ext>
            </a:extLst>
          </p:cNvPr>
          <p:cNvSpPr/>
          <p:nvPr/>
        </p:nvSpPr>
        <p:spPr>
          <a:xfrm>
            <a:off x="6650174" y="2478483"/>
            <a:ext cx="1413337" cy="1677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2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Challenger</a:t>
            </a:r>
            <a:endParaRPr sz="1200" dirty="0">
              <a:solidFill>
                <a:schemeClr val="tx1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91" name="Prevalence">
            <a:extLst>
              <a:ext uri="{FF2B5EF4-FFF2-40B4-BE49-F238E27FC236}">
                <a16:creationId xmlns:a16="http://schemas.microsoft.com/office/drawing/2014/main" id="{6F7CE895-5239-4AE4-A392-A3B5EE0F7294}"/>
              </a:ext>
            </a:extLst>
          </p:cNvPr>
          <p:cNvSpPr/>
          <p:nvPr/>
        </p:nvSpPr>
        <p:spPr>
          <a:xfrm>
            <a:off x="8230367" y="2478483"/>
            <a:ext cx="1413337" cy="1677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2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Explanations</a:t>
            </a:r>
            <a:endParaRPr sz="1200" dirty="0">
              <a:solidFill>
                <a:schemeClr val="tx1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92" name="Prevalence">
            <a:extLst>
              <a:ext uri="{FF2B5EF4-FFF2-40B4-BE49-F238E27FC236}">
                <a16:creationId xmlns:a16="http://schemas.microsoft.com/office/drawing/2014/main" id="{3C578C26-0DA3-4A2E-BCA0-504FA955304B}"/>
              </a:ext>
            </a:extLst>
          </p:cNvPr>
          <p:cNvSpPr/>
          <p:nvPr/>
        </p:nvSpPr>
        <p:spPr>
          <a:xfrm>
            <a:off x="9693970" y="2478483"/>
            <a:ext cx="1713061" cy="1677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2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Social Media</a:t>
            </a:r>
            <a:endParaRPr sz="1200" dirty="0">
              <a:solidFill>
                <a:schemeClr val="tx1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41A5367-A2B9-4B46-A810-218B70D6271D}"/>
              </a:ext>
            </a:extLst>
          </p:cNvPr>
          <p:cNvSpPr txBox="1"/>
          <p:nvPr/>
        </p:nvSpPr>
        <p:spPr>
          <a:xfrm>
            <a:off x="3500565" y="5526434"/>
            <a:ext cx="14049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Poppins regular" panose="00000500000000000000" pitchFamily="2" charset="0"/>
                <a:cs typeface="Poppins regular" panose="00000500000000000000" pitchFamily="2" charset="0"/>
              </a:rPr>
              <a:t>Competition 8</a:t>
            </a:r>
          </a:p>
        </p:txBody>
      </p:sp>
      <p:graphicFrame>
        <p:nvGraphicFramePr>
          <p:cNvPr id="96" name="Chart 95">
            <a:extLst>
              <a:ext uri="{FF2B5EF4-FFF2-40B4-BE49-F238E27FC236}">
                <a16:creationId xmlns:a16="http://schemas.microsoft.com/office/drawing/2014/main" id="{EDAF44FF-7281-4C62-9EBA-0E70BC302E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1745511"/>
              </p:ext>
            </p:extLst>
          </p:nvPr>
        </p:nvGraphicFramePr>
        <p:xfrm>
          <a:off x="671922" y="4018524"/>
          <a:ext cx="903484" cy="8510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7" name="Chart 96">
            <a:extLst>
              <a:ext uri="{FF2B5EF4-FFF2-40B4-BE49-F238E27FC236}">
                <a16:creationId xmlns:a16="http://schemas.microsoft.com/office/drawing/2014/main" id="{4D3ED5CB-B3D9-42EE-9DB9-EDB71E1AF9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05687564"/>
              </p:ext>
            </p:extLst>
          </p:nvPr>
        </p:nvGraphicFramePr>
        <p:xfrm>
          <a:off x="1655778" y="4022202"/>
          <a:ext cx="903484" cy="8510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8" name="Prevalence">
            <a:extLst>
              <a:ext uri="{FF2B5EF4-FFF2-40B4-BE49-F238E27FC236}">
                <a16:creationId xmlns:a16="http://schemas.microsoft.com/office/drawing/2014/main" id="{E5B70B84-93A1-47D4-8686-B002AF4B3724}"/>
              </a:ext>
            </a:extLst>
          </p:cNvPr>
          <p:cNvSpPr/>
          <p:nvPr/>
        </p:nvSpPr>
        <p:spPr>
          <a:xfrm>
            <a:off x="882198" y="4371877"/>
            <a:ext cx="518793" cy="1817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3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86%</a:t>
            </a:r>
            <a:endParaRPr sz="1300" dirty="0">
              <a:solidFill>
                <a:schemeClr val="tx1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99" name="Prevalence">
            <a:extLst>
              <a:ext uri="{FF2B5EF4-FFF2-40B4-BE49-F238E27FC236}">
                <a16:creationId xmlns:a16="http://schemas.microsoft.com/office/drawing/2014/main" id="{BE984BA9-FC2F-46E1-A0CB-3263A7F28A9A}"/>
              </a:ext>
            </a:extLst>
          </p:cNvPr>
          <p:cNvSpPr/>
          <p:nvPr/>
        </p:nvSpPr>
        <p:spPr>
          <a:xfrm>
            <a:off x="1856654" y="4371042"/>
            <a:ext cx="518793" cy="1817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3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23%</a:t>
            </a:r>
            <a:endParaRPr sz="1300" dirty="0">
              <a:solidFill>
                <a:schemeClr val="tx1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49A28B58-486E-44C3-BD51-D72E8699FF44}"/>
              </a:ext>
            </a:extLst>
          </p:cNvPr>
          <p:cNvSpPr txBox="1"/>
          <p:nvPr/>
        </p:nvSpPr>
        <p:spPr>
          <a:xfrm>
            <a:off x="765313" y="2235924"/>
            <a:ext cx="1963741" cy="591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4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Summary Purpose Template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191B7F58-98C0-44B1-B03F-3C908AA1F1F3}"/>
              </a:ext>
            </a:extLst>
          </p:cNvPr>
          <p:cNvSpPr txBox="1"/>
          <p:nvPr/>
        </p:nvSpPr>
        <p:spPr>
          <a:xfrm>
            <a:off x="767451" y="3058771"/>
            <a:ext cx="2039400" cy="6896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Alteration in some injected humor, or randomized  which slightly believable.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4A18065C-DA20-4619-9818-B4EA5D0B55F6}"/>
              </a:ext>
            </a:extLst>
          </p:cNvPr>
          <p:cNvSpPr/>
          <p:nvPr/>
        </p:nvSpPr>
        <p:spPr>
          <a:xfrm>
            <a:off x="839456" y="5618141"/>
            <a:ext cx="1325880" cy="4114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323DBB2-C3DE-47E6-9351-F5732BCF61AA}"/>
              </a:ext>
            </a:extLst>
          </p:cNvPr>
          <p:cNvSpPr txBox="1"/>
          <p:nvPr/>
        </p:nvSpPr>
        <p:spPr>
          <a:xfrm>
            <a:off x="986312" y="5682910"/>
            <a:ext cx="9961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Poppins Medium" panose="00000600000000000000" pitchFamily="2" charset="0"/>
                <a:ea typeface="Jost" pitchFamily="2" charset="0"/>
                <a:cs typeface="Poppins Medium" panose="00000600000000000000" pitchFamily="2" charset="0"/>
              </a:rPr>
              <a:t>VISIT US</a:t>
            </a:r>
          </a:p>
        </p:txBody>
      </p:sp>
    </p:spTree>
    <p:extLst>
      <p:ext uri="{BB962C8B-B14F-4D97-AF65-F5344CB8AC3E}">
        <p14:creationId xmlns:p14="http://schemas.microsoft.com/office/powerpoint/2010/main" val="545615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2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2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2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2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5" dur="2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2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9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4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9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0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9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4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2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6" dur="2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7" dur="2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2" dur="500" fill="hold"/>
                                        <p:tgtEl>
                                          <p:spTgt spid="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500" fill="hold"/>
                                        <p:tgtEl>
                                          <p:spTgt spid="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4" dur="500"/>
                                        <p:tgtEl>
                                          <p:spTgt spid="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0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1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4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5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6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0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1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4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5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6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9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0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1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4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5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6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9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>
                      <p:stCondLst>
                        <p:cond delay="indefinite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6" dur="2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7" dur="2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8" dur="2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>
                      <p:stCondLst>
                        <p:cond delay="indefinite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3" dur="2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4" dur="2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5" dur="2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6" fill="hold">
                      <p:stCondLst>
                        <p:cond delay="indefinite"/>
                      </p:stCondLst>
                      <p:childTnLst>
                        <p:par>
                          <p:cTn id="317" fill="hold">
                            <p:stCondLst>
                              <p:cond delay="0"/>
                            </p:stCondLst>
                            <p:childTnLst>
                              <p:par>
                                <p:cTn id="318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0" dur="2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1" dur="2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2" dur="2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>
                      <p:stCondLst>
                        <p:cond delay="indefinite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7" dur="2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8" dur="2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9" dur="2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0" fill="hold">
                      <p:stCondLst>
                        <p:cond delay="indefinite"/>
                      </p:stCondLst>
                      <p:childTnLst>
                        <p:par>
                          <p:cTn id="331" fill="hold">
                            <p:stCondLst>
                              <p:cond delay="0"/>
                            </p:stCondLst>
                            <p:childTnLst>
                              <p:par>
                                <p:cTn id="332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4" dur="2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5" dur="2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6" dur="2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7" fill="hold">
                      <p:stCondLst>
                        <p:cond delay="indefinite"/>
                      </p:stCondLst>
                      <p:childTnLst>
                        <p:par>
                          <p:cTn id="338" fill="hold">
                            <p:stCondLst>
                              <p:cond delay="0"/>
                            </p:stCondLst>
                            <p:childTnLst>
                              <p:par>
                                <p:cTn id="339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1" dur="2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2" dur="2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3" dur="2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>
                      <p:stCondLst>
                        <p:cond delay="indefinite"/>
                      </p:stCondLst>
                      <p:childTnLst>
                        <p:par>
                          <p:cTn id="345" fill="hold">
                            <p:stCondLst>
                              <p:cond delay="0"/>
                            </p:stCondLst>
                            <p:childTnLst>
                              <p:par>
                                <p:cTn id="346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8" dur="2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9" dur="2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0" dur="2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1" fill="hold">
                      <p:stCondLst>
                        <p:cond delay="indefinite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5" dur="2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6" dur="2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7" dur="2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 animBg="1"/>
      <p:bldP spid="109" grpId="0" animBg="1"/>
      <p:bldP spid="110" grpId="0" animBg="1"/>
      <p:bldP spid="111" grpId="0" animBg="1"/>
      <p:bldP spid="112" grpId="0" animBg="1"/>
      <p:bldP spid="102" grpId="0" animBg="1"/>
      <p:bldP spid="103" grpId="0" animBg="1"/>
      <p:bldP spid="101" grpId="0" animBg="1"/>
      <p:bldP spid="85" grpId="0" animBg="1"/>
      <p:bldP spid="16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9" grpId="0"/>
      <p:bldP spid="50" grpId="0"/>
      <p:bldP spid="51" grpId="0"/>
      <p:bldP spid="52" grpId="0"/>
      <p:bldP spid="54" grpId="0"/>
      <p:bldP spid="55" grpId="0"/>
      <p:bldP spid="57" grpId="0"/>
      <p:bldP spid="59" grpId="0"/>
      <p:bldP spid="60" grpId="0"/>
      <p:bldP spid="61" grpId="0"/>
      <p:bldP spid="62" grpId="0"/>
      <p:bldP spid="63" grpId="0"/>
      <p:bldP spid="65" grpId="0"/>
      <p:bldP spid="66" grpId="0"/>
      <p:bldP spid="67" grpId="0"/>
      <p:bldP spid="68" grpId="0"/>
      <p:bldP spid="70" grpId="0"/>
      <p:bldP spid="71" grpId="0"/>
      <p:bldP spid="73" grpId="0"/>
      <p:bldP spid="74" grpId="0"/>
      <p:bldP spid="75" grpId="0"/>
      <p:bldP spid="76" grpId="0"/>
      <p:bldP spid="78" grpId="0"/>
      <p:bldP spid="79" grpId="0"/>
      <p:bldP spid="86" grpId="0"/>
      <p:bldP spid="88" grpId="0"/>
      <p:bldP spid="89" grpId="0"/>
      <p:bldP spid="81" grpId="0" animBg="1"/>
      <p:bldP spid="82" grpId="0" animBg="1"/>
      <p:bldP spid="83" grpId="0" animBg="1"/>
      <p:bldP spid="20" grpId="0" animBg="1"/>
      <p:bldP spid="80" grpId="0" animBg="1"/>
      <p:bldP spid="90" grpId="0" animBg="1"/>
      <p:bldP spid="94" grpId="0"/>
      <p:bldGraphic spid="96" grpId="0">
        <p:bldAsOne/>
      </p:bldGraphic>
      <p:bldGraphic spid="97" grpId="0">
        <p:bldAsOne/>
      </p:bldGraphic>
      <p:bldP spid="98" grpId="0" animBg="1"/>
      <p:bldP spid="99" grpId="0" animBg="1"/>
      <p:bldP spid="105" grpId="0"/>
      <p:bldP spid="10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8EBD6E70-B538-4B5A-96D9-B37DEEF478D2}"/>
              </a:ext>
            </a:extLst>
          </p:cNvPr>
          <p:cNvGrpSpPr/>
          <p:nvPr/>
        </p:nvGrpSpPr>
        <p:grpSpPr>
          <a:xfrm>
            <a:off x="5077444" y="2051202"/>
            <a:ext cx="207078" cy="3840619"/>
            <a:chOff x="7033833" y="2150068"/>
            <a:chExt cx="207078" cy="3840619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697238F2-82E7-446C-8614-BC0FC5392063}"/>
                </a:ext>
              </a:extLst>
            </p:cNvPr>
            <p:cNvCxnSpPr>
              <a:cxnSpLocks/>
            </p:cNvCxnSpPr>
            <p:nvPr/>
          </p:nvCxnSpPr>
          <p:spPr>
            <a:xfrm>
              <a:off x="7033833" y="2150068"/>
              <a:ext cx="0" cy="3840619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98DA45C-C026-4525-814D-78166DA9CC8D}"/>
                </a:ext>
              </a:extLst>
            </p:cNvPr>
            <p:cNvCxnSpPr>
              <a:cxnSpLocks/>
            </p:cNvCxnSpPr>
            <p:nvPr/>
          </p:nvCxnSpPr>
          <p:spPr>
            <a:xfrm>
              <a:off x="7033833" y="2150068"/>
              <a:ext cx="207078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ACAF2D4-6B3C-414A-9AC9-C04813FCF282}"/>
                </a:ext>
              </a:extLst>
            </p:cNvPr>
            <p:cNvCxnSpPr>
              <a:cxnSpLocks/>
            </p:cNvCxnSpPr>
            <p:nvPr/>
          </p:nvCxnSpPr>
          <p:spPr>
            <a:xfrm>
              <a:off x="7033833" y="5990687"/>
              <a:ext cx="207078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DCB469FC-F96A-4390-B16D-3E92AC66A516}"/>
              </a:ext>
            </a:extLst>
          </p:cNvPr>
          <p:cNvSpPr/>
          <p:nvPr/>
        </p:nvSpPr>
        <p:spPr>
          <a:xfrm rot="5400000">
            <a:off x="4495629" y="4451517"/>
            <a:ext cx="1163629" cy="4141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62631E5-F624-4906-882A-D0E5921E4BEB}"/>
              </a:ext>
            </a:extLst>
          </p:cNvPr>
          <p:cNvSpPr/>
          <p:nvPr/>
        </p:nvSpPr>
        <p:spPr>
          <a:xfrm rot="5400000">
            <a:off x="4495629" y="3084268"/>
            <a:ext cx="1163629" cy="4141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3B21C73-5A0B-4F34-8B42-3D41155D303A}"/>
              </a:ext>
            </a:extLst>
          </p:cNvPr>
          <p:cNvSpPr txBox="1"/>
          <p:nvPr/>
        </p:nvSpPr>
        <p:spPr>
          <a:xfrm rot="16200000">
            <a:off x="4530751" y="3122070"/>
            <a:ext cx="1093387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Poppins regular" panose="00000500000000000000" pitchFamily="2" charset="0"/>
                <a:ea typeface="Jost" pitchFamily="2" charset="0"/>
                <a:cs typeface="Poppins regular" panose="00000500000000000000" pitchFamily="2" charset="0"/>
              </a:rPr>
              <a:t>Existing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873AA4C-E40A-46AE-B249-4298F5042C4F}"/>
              </a:ext>
            </a:extLst>
          </p:cNvPr>
          <p:cNvSpPr txBox="1"/>
          <p:nvPr/>
        </p:nvSpPr>
        <p:spPr>
          <a:xfrm rot="16200000">
            <a:off x="4537303" y="4489318"/>
            <a:ext cx="1080282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Poppins regular" panose="00000500000000000000" pitchFamily="2" charset="0"/>
                <a:ea typeface="Jost" pitchFamily="2" charset="0"/>
                <a:cs typeface="Poppins regular" panose="00000500000000000000" pitchFamily="2" charset="0"/>
              </a:rPr>
              <a:t>Now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D43AD7-377B-44BE-A81E-4B5073C56A4B}"/>
              </a:ext>
            </a:extLst>
          </p:cNvPr>
          <p:cNvSpPr txBox="1"/>
          <p:nvPr/>
        </p:nvSpPr>
        <p:spPr>
          <a:xfrm>
            <a:off x="685713" y="661909"/>
            <a:ext cx="6838380" cy="65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500" dirty="0">
                <a:solidFill>
                  <a:schemeClr val="accent2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Competitive</a:t>
            </a:r>
            <a:r>
              <a:rPr lang="en-US" sz="3500" dirty="0">
                <a:latin typeface="Poppins SemiBold" panose="00000700000000000000" pitchFamily="50" charset="0"/>
                <a:cs typeface="Poppins SemiBold" panose="00000700000000000000" pitchFamily="50" charset="0"/>
              </a:rPr>
              <a:t> Advantages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D69CCE4-5A1D-4719-B2E1-8CAC754DFBB2}"/>
              </a:ext>
            </a:extLst>
          </p:cNvPr>
          <p:cNvSpPr/>
          <p:nvPr/>
        </p:nvSpPr>
        <p:spPr>
          <a:xfrm>
            <a:off x="5498515" y="2051202"/>
            <a:ext cx="1815043" cy="1815042"/>
          </a:xfrm>
          <a:prstGeom prst="rect">
            <a:avLst/>
          </a:prstGeom>
          <a:noFill/>
          <a:ln w="12700">
            <a:solidFill>
              <a:schemeClr val="tx2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6D1C16-3179-4681-98E5-565BB56FBE6B}"/>
              </a:ext>
            </a:extLst>
          </p:cNvPr>
          <p:cNvSpPr/>
          <p:nvPr/>
        </p:nvSpPr>
        <p:spPr>
          <a:xfrm>
            <a:off x="7524093" y="2051202"/>
            <a:ext cx="1815043" cy="1815042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87A160-3160-4C22-AE9E-B07A08B40E6E}"/>
              </a:ext>
            </a:extLst>
          </p:cNvPr>
          <p:cNvSpPr/>
          <p:nvPr/>
        </p:nvSpPr>
        <p:spPr>
          <a:xfrm>
            <a:off x="5498515" y="4076779"/>
            <a:ext cx="1815043" cy="1815042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6386678-6BE0-4E9B-8165-B67C532C7811}"/>
              </a:ext>
            </a:extLst>
          </p:cNvPr>
          <p:cNvSpPr/>
          <p:nvPr/>
        </p:nvSpPr>
        <p:spPr>
          <a:xfrm>
            <a:off x="7524093" y="4076779"/>
            <a:ext cx="1815043" cy="1815042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C2C59F0-7068-46EA-9B76-0A519C3DE697}"/>
              </a:ext>
            </a:extLst>
          </p:cNvPr>
          <p:cNvSpPr/>
          <p:nvPr/>
        </p:nvSpPr>
        <p:spPr>
          <a:xfrm>
            <a:off x="9549671" y="2051202"/>
            <a:ext cx="1815043" cy="1815042"/>
          </a:xfrm>
          <a:prstGeom prst="rect">
            <a:avLst/>
          </a:prstGeom>
          <a:solidFill>
            <a:schemeClr val="accent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3BC5149-69D2-4463-A175-C1F39C332136}"/>
              </a:ext>
            </a:extLst>
          </p:cNvPr>
          <p:cNvSpPr/>
          <p:nvPr/>
        </p:nvSpPr>
        <p:spPr>
          <a:xfrm>
            <a:off x="9549671" y="4076779"/>
            <a:ext cx="1815043" cy="1815042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A0F96EC-84B4-4F02-81B5-265A1C374492}"/>
              </a:ext>
            </a:extLst>
          </p:cNvPr>
          <p:cNvGrpSpPr/>
          <p:nvPr/>
        </p:nvGrpSpPr>
        <p:grpSpPr>
          <a:xfrm>
            <a:off x="1493312" y="2233162"/>
            <a:ext cx="2521482" cy="762417"/>
            <a:chOff x="1307568" y="2233162"/>
            <a:chExt cx="2521482" cy="762417"/>
          </a:xfrm>
        </p:grpSpPr>
        <p:sp>
          <p:nvSpPr>
            <p:cNvPr id="66" name="Prevalence">
              <a:extLst>
                <a:ext uri="{FF2B5EF4-FFF2-40B4-BE49-F238E27FC236}">
                  <a16:creationId xmlns:a16="http://schemas.microsoft.com/office/drawing/2014/main" id="{AB341D0C-5ED9-4DEE-873B-0F017E6C3CDF}"/>
                </a:ext>
              </a:extLst>
            </p:cNvPr>
            <p:cNvSpPr/>
            <p:nvPr/>
          </p:nvSpPr>
          <p:spPr>
            <a:xfrm>
              <a:off x="1413896" y="2233162"/>
              <a:ext cx="1216900" cy="19569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anchor="ctr">
              <a:spAutoFit/>
            </a:bodyPr>
            <a:lstStyle>
              <a:lvl1pPr algn="l" defTabSz="1155700">
                <a:lnSpc>
                  <a:spcPct val="90000"/>
                </a:lnSpc>
                <a:defRPr sz="3600">
                  <a:solidFill>
                    <a:srgbClr val="323C40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defRPr>
              </a:lvl1pPr>
            </a:lstStyle>
            <a:p>
              <a:r>
                <a:rPr lang="af-ZA" sz="1400" dirty="0">
                  <a:solidFill>
                    <a:schemeClr val="tx1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Valuable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5E688AA0-3649-42BC-BE42-556645F6120F}"/>
                </a:ext>
              </a:extLst>
            </p:cNvPr>
            <p:cNvSpPr txBox="1"/>
            <p:nvPr/>
          </p:nvSpPr>
          <p:spPr>
            <a:xfrm>
              <a:off x="1307568" y="2511087"/>
              <a:ext cx="2521482" cy="4844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lang="en-US" sz="1000" i="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There are many Ipsum, but the </a:t>
              </a:r>
            </a:p>
            <a:p>
              <a:pPr>
                <a:lnSpc>
                  <a:spcPts val="1600"/>
                </a:lnSpc>
              </a:pPr>
              <a:r>
                <a:rPr lang="en-US" sz="1000" i="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have suffered alteration in believable.</a:t>
              </a:r>
              <a:endPara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DC48976-0E29-4143-AF9F-468C9ADC09D4}"/>
              </a:ext>
            </a:extLst>
          </p:cNvPr>
          <p:cNvGrpSpPr/>
          <p:nvPr/>
        </p:nvGrpSpPr>
        <p:grpSpPr>
          <a:xfrm>
            <a:off x="1493312" y="3693221"/>
            <a:ext cx="2521482" cy="709257"/>
            <a:chOff x="1307568" y="3563431"/>
            <a:chExt cx="2521482" cy="709257"/>
          </a:xfrm>
        </p:grpSpPr>
        <p:sp>
          <p:nvSpPr>
            <p:cNvPr id="65" name="Prevalence">
              <a:extLst>
                <a:ext uri="{FF2B5EF4-FFF2-40B4-BE49-F238E27FC236}">
                  <a16:creationId xmlns:a16="http://schemas.microsoft.com/office/drawing/2014/main" id="{514A7EF8-87DE-48DE-8ADE-2A3FC8C4160A}"/>
                </a:ext>
              </a:extLst>
            </p:cNvPr>
            <p:cNvSpPr/>
            <p:nvPr/>
          </p:nvSpPr>
          <p:spPr>
            <a:xfrm>
              <a:off x="1413896" y="3563431"/>
              <a:ext cx="1438968" cy="19569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anchor="ctr">
              <a:spAutoFit/>
            </a:bodyPr>
            <a:lstStyle>
              <a:lvl1pPr algn="l" defTabSz="1155700">
                <a:lnSpc>
                  <a:spcPct val="90000"/>
                </a:lnSpc>
                <a:defRPr sz="3600">
                  <a:solidFill>
                    <a:srgbClr val="323C40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defRPr>
              </a:lvl1pPr>
            </a:lstStyle>
            <a:p>
              <a:r>
                <a:rPr lang="af-ZA" sz="1400" dirty="0">
                  <a:solidFill>
                    <a:schemeClr val="tx1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weaknesses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A423EC28-01F3-4DAB-9A9C-9794CD8C85D1}"/>
                </a:ext>
              </a:extLst>
            </p:cNvPr>
            <p:cNvSpPr txBox="1"/>
            <p:nvPr/>
          </p:nvSpPr>
          <p:spPr>
            <a:xfrm>
              <a:off x="1307568" y="3788196"/>
              <a:ext cx="2521482" cy="4844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lang="en-US" sz="1000" i="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There are many Ipsum, but the </a:t>
              </a:r>
            </a:p>
            <a:p>
              <a:pPr>
                <a:lnSpc>
                  <a:spcPts val="1600"/>
                </a:lnSpc>
              </a:pPr>
              <a:r>
                <a:rPr lang="en-US" sz="1000" i="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have suffered alteration in believable.</a:t>
              </a:r>
              <a:endPara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8BA98944-57DA-4B05-AF37-0C5BCC0F9F11}"/>
              </a:ext>
            </a:extLst>
          </p:cNvPr>
          <p:cNvGrpSpPr/>
          <p:nvPr/>
        </p:nvGrpSpPr>
        <p:grpSpPr>
          <a:xfrm>
            <a:off x="1493312" y="5100119"/>
            <a:ext cx="2521482" cy="791702"/>
            <a:chOff x="1307568" y="4832510"/>
            <a:chExt cx="2521482" cy="791702"/>
          </a:xfrm>
        </p:grpSpPr>
        <p:sp>
          <p:nvSpPr>
            <p:cNvPr id="67" name="Prevalence">
              <a:extLst>
                <a:ext uri="{FF2B5EF4-FFF2-40B4-BE49-F238E27FC236}">
                  <a16:creationId xmlns:a16="http://schemas.microsoft.com/office/drawing/2014/main" id="{2D769EE5-203E-498B-9608-01DCE8EF23A6}"/>
                </a:ext>
              </a:extLst>
            </p:cNvPr>
            <p:cNvSpPr/>
            <p:nvPr/>
          </p:nvSpPr>
          <p:spPr>
            <a:xfrm>
              <a:off x="1413897" y="4832510"/>
              <a:ext cx="1580763" cy="23301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anchor="ctr">
              <a:spAutoFit/>
            </a:bodyPr>
            <a:lstStyle>
              <a:lvl1pPr algn="l" defTabSz="1155700">
                <a:lnSpc>
                  <a:spcPct val="90000"/>
                </a:lnSpc>
                <a:defRPr sz="3600">
                  <a:solidFill>
                    <a:srgbClr val="323C40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defRPr>
              </a:lvl1pPr>
            </a:lstStyle>
            <a:p>
              <a:pPr>
                <a:lnSpc>
                  <a:spcPts val="1900"/>
                </a:lnSpc>
              </a:pPr>
              <a:r>
                <a:rPr lang="en-US" sz="1400" dirty="0">
                  <a:solidFill>
                    <a:schemeClr val="tx1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Substitutable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4AA6453-A86C-403C-B2B4-26F7F543890D}"/>
                </a:ext>
              </a:extLst>
            </p:cNvPr>
            <p:cNvSpPr txBox="1"/>
            <p:nvPr/>
          </p:nvSpPr>
          <p:spPr>
            <a:xfrm>
              <a:off x="1307568" y="5139720"/>
              <a:ext cx="2521482" cy="4844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lang="en-US" sz="1000" i="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There are many Ipsum, but the </a:t>
              </a:r>
            </a:p>
            <a:p>
              <a:pPr>
                <a:lnSpc>
                  <a:spcPts val="1600"/>
                </a:lnSpc>
              </a:pPr>
              <a:r>
                <a:rPr lang="en-US" sz="1000" i="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have suffered alteration in believable.</a:t>
              </a:r>
              <a:endPara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74" name="Prevalence">
            <a:extLst>
              <a:ext uri="{FF2B5EF4-FFF2-40B4-BE49-F238E27FC236}">
                <a16:creationId xmlns:a16="http://schemas.microsoft.com/office/drawing/2014/main" id="{7C92E24F-18B8-4495-BC39-A0A8F7041606}"/>
              </a:ext>
            </a:extLst>
          </p:cNvPr>
          <p:cNvSpPr/>
          <p:nvPr/>
        </p:nvSpPr>
        <p:spPr>
          <a:xfrm>
            <a:off x="5504906" y="3109120"/>
            <a:ext cx="1805667" cy="3797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>
              <a:lnSpc>
                <a:spcPts val="1500"/>
              </a:lnSpc>
            </a:pPr>
            <a:r>
              <a:rPr lang="af-ZA" sz="1200" dirty="0">
                <a:solidFill>
                  <a:schemeClr val="tx1"/>
                </a:solidFill>
                <a:latin typeface="Poppins regular" panose="00000500000000000000" pitchFamily="2" charset="0"/>
                <a:cs typeface="Poppins regular" panose="00000500000000000000" pitchFamily="2" charset="0"/>
              </a:rPr>
              <a:t>Superior</a:t>
            </a:r>
          </a:p>
          <a:p>
            <a:pPr algn="ctr">
              <a:lnSpc>
                <a:spcPts val="1500"/>
              </a:lnSpc>
            </a:pPr>
            <a:r>
              <a:rPr lang="af-ZA" sz="1200" dirty="0">
                <a:solidFill>
                  <a:schemeClr val="tx1"/>
                </a:solidFill>
                <a:latin typeface="Poppins regular" panose="00000500000000000000" pitchFamily="2" charset="0"/>
                <a:cs typeface="Poppins regular" panose="00000500000000000000" pitchFamily="2" charset="0"/>
              </a:rPr>
              <a:t>Product Benefit</a:t>
            </a:r>
            <a:endParaRPr sz="1200" dirty="0">
              <a:solidFill>
                <a:schemeClr val="tx1"/>
              </a:solidFill>
              <a:latin typeface="Poppins regular" panose="00000500000000000000" pitchFamily="2" charset="0"/>
              <a:cs typeface="Poppins regular" panose="00000500000000000000" pitchFamily="2" charset="0"/>
            </a:endParaRPr>
          </a:p>
        </p:txBody>
      </p:sp>
      <p:sp>
        <p:nvSpPr>
          <p:cNvPr id="76" name="Prevalence">
            <a:extLst>
              <a:ext uri="{FF2B5EF4-FFF2-40B4-BE49-F238E27FC236}">
                <a16:creationId xmlns:a16="http://schemas.microsoft.com/office/drawing/2014/main" id="{5D2C724F-FFDD-4AE5-9281-475420A376EF}"/>
              </a:ext>
            </a:extLst>
          </p:cNvPr>
          <p:cNvSpPr/>
          <p:nvPr/>
        </p:nvSpPr>
        <p:spPr>
          <a:xfrm>
            <a:off x="7527551" y="3109120"/>
            <a:ext cx="1815041" cy="3797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>
              <a:lnSpc>
                <a:spcPts val="1500"/>
              </a:lnSpc>
            </a:pPr>
            <a:r>
              <a:rPr lang="af-ZA" sz="1200" dirty="0">
                <a:solidFill>
                  <a:schemeClr val="tx1"/>
                </a:solidFill>
                <a:latin typeface="Poppins regular" panose="00000500000000000000" pitchFamily="2" charset="0"/>
                <a:cs typeface="Poppins regular" panose="00000500000000000000" pitchFamily="2" charset="0"/>
              </a:rPr>
              <a:t>Preceived </a:t>
            </a:r>
          </a:p>
          <a:p>
            <a:pPr algn="ctr">
              <a:lnSpc>
                <a:spcPts val="1500"/>
              </a:lnSpc>
            </a:pPr>
            <a:r>
              <a:rPr lang="af-ZA" sz="1200" dirty="0">
                <a:solidFill>
                  <a:schemeClr val="tx1"/>
                </a:solidFill>
                <a:latin typeface="Poppins regular" panose="00000500000000000000" pitchFamily="2" charset="0"/>
                <a:cs typeface="Poppins regular" panose="00000500000000000000" pitchFamily="2" charset="0"/>
              </a:rPr>
              <a:t>List Advantage</a:t>
            </a:r>
            <a:endParaRPr sz="1200" dirty="0">
              <a:solidFill>
                <a:schemeClr val="tx1"/>
              </a:solidFill>
              <a:latin typeface="Poppins regular" panose="00000500000000000000" pitchFamily="2" charset="0"/>
              <a:cs typeface="Poppins regular" panose="00000500000000000000" pitchFamily="2" charset="0"/>
            </a:endParaRPr>
          </a:p>
        </p:txBody>
      </p:sp>
      <p:sp>
        <p:nvSpPr>
          <p:cNvPr id="77" name="Prevalence">
            <a:extLst>
              <a:ext uri="{FF2B5EF4-FFF2-40B4-BE49-F238E27FC236}">
                <a16:creationId xmlns:a16="http://schemas.microsoft.com/office/drawing/2014/main" id="{E8B3EB9B-84DC-4777-8AF1-B3A2EE129C08}"/>
              </a:ext>
            </a:extLst>
          </p:cNvPr>
          <p:cNvSpPr/>
          <p:nvPr/>
        </p:nvSpPr>
        <p:spPr>
          <a:xfrm>
            <a:off x="9553127" y="3109120"/>
            <a:ext cx="1815041" cy="3797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>
              <a:lnSpc>
                <a:spcPts val="1500"/>
              </a:lnSpc>
            </a:pPr>
            <a:r>
              <a:rPr lang="af-ZA" sz="1200" dirty="0">
                <a:solidFill>
                  <a:schemeClr val="bg1"/>
                </a:solidFill>
                <a:latin typeface="Poppins regular" panose="00000500000000000000" pitchFamily="2" charset="0"/>
                <a:cs typeface="Poppins regular" panose="00000500000000000000" pitchFamily="2" charset="0"/>
              </a:rPr>
              <a:t>Low cost</a:t>
            </a:r>
          </a:p>
          <a:p>
            <a:pPr algn="ctr">
              <a:lnSpc>
                <a:spcPts val="1500"/>
              </a:lnSpc>
            </a:pPr>
            <a:r>
              <a:rPr lang="af-ZA" sz="1200" dirty="0">
                <a:solidFill>
                  <a:schemeClr val="bg1"/>
                </a:solidFill>
                <a:latin typeface="Poppins regular" panose="00000500000000000000" pitchFamily="2" charset="0"/>
                <a:cs typeface="Poppins regular" panose="00000500000000000000" pitchFamily="2" charset="0"/>
              </a:rPr>
              <a:t>Operations</a:t>
            </a:r>
            <a:endParaRPr sz="1200" dirty="0">
              <a:solidFill>
                <a:schemeClr val="bg1"/>
              </a:solidFill>
              <a:latin typeface="Poppins regular" panose="00000500000000000000" pitchFamily="2" charset="0"/>
              <a:cs typeface="Poppins regular" panose="00000500000000000000" pitchFamily="2" charset="0"/>
            </a:endParaRPr>
          </a:p>
        </p:txBody>
      </p:sp>
      <p:sp>
        <p:nvSpPr>
          <p:cNvPr id="78" name="Prevalence">
            <a:extLst>
              <a:ext uri="{FF2B5EF4-FFF2-40B4-BE49-F238E27FC236}">
                <a16:creationId xmlns:a16="http://schemas.microsoft.com/office/drawing/2014/main" id="{1DBFC7E3-186F-46A8-9DD8-50B5EEBE38D6}"/>
              </a:ext>
            </a:extLst>
          </p:cNvPr>
          <p:cNvSpPr/>
          <p:nvPr/>
        </p:nvSpPr>
        <p:spPr>
          <a:xfrm>
            <a:off x="5512867" y="5134697"/>
            <a:ext cx="1805667" cy="3797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>
              <a:lnSpc>
                <a:spcPts val="1500"/>
              </a:lnSpc>
            </a:pPr>
            <a:r>
              <a:rPr lang="af-ZA" sz="1200" dirty="0">
                <a:solidFill>
                  <a:schemeClr val="tx1"/>
                </a:solidFill>
                <a:latin typeface="Poppins regular" panose="00000500000000000000" pitchFamily="2" charset="0"/>
                <a:cs typeface="Poppins regular" panose="00000500000000000000" pitchFamily="2" charset="0"/>
              </a:rPr>
              <a:t>Superior</a:t>
            </a:r>
          </a:p>
          <a:p>
            <a:pPr algn="ctr">
              <a:lnSpc>
                <a:spcPts val="1500"/>
              </a:lnSpc>
            </a:pPr>
            <a:r>
              <a:rPr lang="af-ZA" sz="1200" dirty="0">
                <a:solidFill>
                  <a:schemeClr val="tx1"/>
                </a:solidFill>
                <a:latin typeface="Poppins regular" panose="00000500000000000000" pitchFamily="2" charset="0"/>
                <a:cs typeface="Poppins regular" panose="00000500000000000000" pitchFamily="2" charset="0"/>
              </a:rPr>
              <a:t>Contacts</a:t>
            </a:r>
            <a:endParaRPr sz="1200" dirty="0">
              <a:solidFill>
                <a:schemeClr val="tx1"/>
              </a:solidFill>
              <a:latin typeface="Poppins regular" panose="00000500000000000000" pitchFamily="2" charset="0"/>
              <a:cs typeface="Poppins regular" panose="00000500000000000000" pitchFamily="2" charset="0"/>
            </a:endParaRPr>
          </a:p>
        </p:txBody>
      </p:sp>
      <p:sp>
        <p:nvSpPr>
          <p:cNvPr id="79" name="Prevalence">
            <a:extLst>
              <a:ext uri="{FF2B5EF4-FFF2-40B4-BE49-F238E27FC236}">
                <a16:creationId xmlns:a16="http://schemas.microsoft.com/office/drawing/2014/main" id="{9AB1B747-CC6C-4E20-A73B-9BD338F51561}"/>
              </a:ext>
            </a:extLst>
          </p:cNvPr>
          <p:cNvSpPr/>
          <p:nvPr/>
        </p:nvSpPr>
        <p:spPr>
          <a:xfrm>
            <a:off x="7524095" y="5134697"/>
            <a:ext cx="1815041" cy="3797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>
              <a:lnSpc>
                <a:spcPts val="1500"/>
              </a:lnSpc>
            </a:pPr>
            <a:r>
              <a:rPr lang="af-ZA" sz="1200" dirty="0">
                <a:solidFill>
                  <a:schemeClr val="bg1"/>
                </a:solidFill>
                <a:latin typeface="Poppins regular" panose="00000500000000000000" pitchFamily="2" charset="0"/>
                <a:cs typeface="Poppins regular" panose="00000500000000000000" pitchFamily="2" charset="0"/>
              </a:rPr>
              <a:t>Scale</a:t>
            </a:r>
          </a:p>
          <a:p>
            <a:pPr algn="ctr">
              <a:lnSpc>
                <a:spcPts val="1500"/>
              </a:lnSpc>
            </a:pPr>
            <a:r>
              <a:rPr lang="af-ZA" sz="1200" dirty="0">
                <a:solidFill>
                  <a:schemeClr val="bg1"/>
                </a:solidFill>
                <a:latin typeface="Poppins regular" panose="00000500000000000000" pitchFamily="2" charset="0"/>
                <a:cs typeface="Poppins regular" panose="00000500000000000000" pitchFamily="2" charset="0"/>
              </a:rPr>
              <a:t>Advantages</a:t>
            </a:r>
            <a:endParaRPr sz="1200" dirty="0">
              <a:solidFill>
                <a:schemeClr val="bg1"/>
              </a:solidFill>
              <a:latin typeface="Poppins regular" panose="00000500000000000000" pitchFamily="2" charset="0"/>
              <a:cs typeface="Poppins regular" panose="00000500000000000000" pitchFamily="2" charset="0"/>
            </a:endParaRPr>
          </a:p>
        </p:txBody>
      </p:sp>
      <p:sp>
        <p:nvSpPr>
          <p:cNvPr id="80" name="Prevalence">
            <a:extLst>
              <a:ext uri="{FF2B5EF4-FFF2-40B4-BE49-F238E27FC236}">
                <a16:creationId xmlns:a16="http://schemas.microsoft.com/office/drawing/2014/main" id="{45219F3C-0B96-4567-99DD-CC80412F15E9}"/>
              </a:ext>
            </a:extLst>
          </p:cNvPr>
          <p:cNvSpPr/>
          <p:nvPr/>
        </p:nvSpPr>
        <p:spPr>
          <a:xfrm>
            <a:off x="9553126" y="5134697"/>
            <a:ext cx="1815041" cy="3797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>
              <a:lnSpc>
                <a:spcPts val="1500"/>
              </a:lnSpc>
            </a:pPr>
            <a:r>
              <a:rPr lang="af-ZA" sz="1200" dirty="0">
                <a:solidFill>
                  <a:schemeClr val="tx1"/>
                </a:solidFill>
                <a:latin typeface="Poppins regular" panose="00000500000000000000" pitchFamily="2" charset="0"/>
                <a:cs typeface="Poppins regular" panose="00000500000000000000" pitchFamily="2" charset="0"/>
              </a:rPr>
              <a:t>Legal</a:t>
            </a:r>
          </a:p>
          <a:p>
            <a:pPr algn="ctr">
              <a:lnSpc>
                <a:spcPts val="1500"/>
              </a:lnSpc>
            </a:pPr>
            <a:r>
              <a:rPr lang="af-ZA" sz="1200" dirty="0">
                <a:solidFill>
                  <a:schemeClr val="tx1"/>
                </a:solidFill>
                <a:latin typeface="Poppins regular" panose="00000500000000000000" pitchFamily="2" charset="0"/>
                <a:cs typeface="Poppins regular" panose="00000500000000000000" pitchFamily="2" charset="0"/>
              </a:rPr>
              <a:t>Advantage</a:t>
            </a:r>
            <a:endParaRPr sz="1200" dirty="0">
              <a:solidFill>
                <a:schemeClr val="tx1"/>
              </a:solidFill>
              <a:latin typeface="Poppins regular" panose="00000500000000000000" pitchFamily="2" charset="0"/>
              <a:cs typeface="Poppins regular" panose="00000500000000000000" pitchFamily="2" charset="0"/>
            </a:endParaRPr>
          </a:p>
        </p:txBody>
      </p:sp>
      <p:sp>
        <p:nvSpPr>
          <p:cNvPr id="82" name="Shape">
            <a:extLst>
              <a:ext uri="{FF2B5EF4-FFF2-40B4-BE49-F238E27FC236}">
                <a16:creationId xmlns:a16="http://schemas.microsoft.com/office/drawing/2014/main" id="{552F5CE8-24AE-4BF1-842F-52339A1FC5D8}"/>
              </a:ext>
            </a:extLst>
          </p:cNvPr>
          <p:cNvSpPr/>
          <p:nvPr/>
        </p:nvSpPr>
        <p:spPr>
          <a:xfrm>
            <a:off x="6241308" y="2568271"/>
            <a:ext cx="355584" cy="3555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8345" y="10309"/>
                </a:moveTo>
                <a:lnTo>
                  <a:pt x="7899" y="10309"/>
                </a:lnTo>
                <a:cubicBezTo>
                  <a:pt x="7974" y="9863"/>
                  <a:pt x="8153" y="9453"/>
                  <a:pt x="8405" y="9099"/>
                </a:cubicBezTo>
                <a:lnTo>
                  <a:pt x="8717" y="9412"/>
                </a:lnTo>
                <a:cubicBezTo>
                  <a:pt x="8909" y="9604"/>
                  <a:pt x="9220" y="9604"/>
                  <a:pt x="9412" y="9412"/>
                </a:cubicBezTo>
                <a:cubicBezTo>
                  <a:pt x="9603" y="9220"/>
                  <a:pt x="9603" y="8909"/>
                  <a:pt x="9412" y="8717"/>
                </a:cubicBezTo>
                <a:lnTo>
                  <a:pt x="9101" y="8407"/>
                </a:lnTo>
                <a:cubicBezTo>
                  <a:pt x="9454" y="8157"/>
                  <a:pt x="9864" y="7979"/>
                  <a:pt x="10309" y="7904"/>
                </a:cubicBezTo>
                <a:lnTo>
                  <a:pt x="10309" y="8345"/>
                </a:lnTo>
                <a:cubicBezTo>
                  <a:pt x="10309" y="8617"/>
                  <a:pt x="10529" y="8836"/>
                  <a:pt x="10800" y="8836"/>
                </a:cubicBezTo>
                <a:cubicBezTo>
                  <a:pt x="11071" y="8836"/>
                  <a:pt x="11291" y="8617"/>
                  <a:pt x="11291" y="8345"/>
                </a:cubicBezTo>
                <a:lnTo>
                  <a:pt x="11291" y="7904"/>
                </a:lnTo>
                <a:cubicBezTo>
                  <a:pt x="11737" y="7979"/>
                  <a:pt x="12146" y="8157"/>
                  <a:pt x="12499" y="8407"/>
                </a:cubicBezTo>
                <a:lnTo>
                  <a:pt x="12188" y="8717"/>
                </a:lnTo>
                <a:cubicBezTo>
                  <a:pt x="11997" y="8909"/>
                  <a:pt x="11997" y="9220"/>
                  <a:pt x="12188" y="9412"/>
                </a:cubicBezTo>
                <a:cubicBezTo>
                  <a:pt x="12380" y="9604"/>
                  <a:pt x="12691" y="9604"/>
                  <a:pt x="12883" y="9412"/>
                </a:cubicBezTo>
                <a:lnTo>
                  <a:pt x="13195" y="9099"/>
                </a:lnTo>
                <a:cubicBezTo>
                  <a:pt x="13447" y="9453"/>
                  <a:pt x="13626" y="9863"/>
                  <a:pt x="13701" y="10309"/>
                </a:cubicBezTo>
                <a:lnTo>
                  <a:pt x="13255" y="10309"/>
                </a:lnTo>
                <a:cubicBezTo>
                  <a:pt x="12983" y="10309"/>
                  <a:pt x="12764" y="10529"/>
                  <a:pt x="12764" y="10800"/>
                </a:cubicBezTo>
                <a:cubicBezTo>
                  <a:pt x="12764" y="11071"/>
                  <a:pt x="12983" y="11291"/>
                  <a:pt x="13255" y="11291"/>
                </a:cubicBezTo>
                <a:lnTo>
                  <a:pt x="13701" y="11291"/>
                </a:lnTo>
                <a:cubicBezTo>
                  <a:pt x="13626" y="11738"/>
                  <a:pt x="13447" y="12147"/>
                  <a:pt x="13195" y="12501"/>
                </a:cubicBezTo>
                <a:lnTo>
                  <a:pt x="12883" y="12188"/>
                </a:lnTo>
                <a:cubicBezTo>
                  <a:pt x="12691" y="11997"/>
                  <a:pt x="12380" y="11997"/>
                  <a:pt x="12188" y="12188"/>
                </a:cubicBezTo>
                <a:cubicBezTo>
                  <a:pt x="11997" y="12380"/>
                  <a:pt x="11997" y="12691"/>
                  <a:pt x="12188" y="12883"/>
                </a:cubicBezTo>
                <a:lnTo>
                  <a:pt x="12499" y="13193"/>
                </a:lnTo>
                <a:cubicBezTo>
                  <a:pt x="12146" y="13444"/>
                  <a:pt x="11737" y="13621"/>
                  <a:pt x="11291" y="13696"/>
                </a:cubicBezTo>
                <a:lnTo>
                  <a:pt x="11291" y="13255"/>
                </a:lnTo>
                <a:cubicBezTo>
                  <a:pt x="11291" y="12983"/>
                  <a:pt x="11071" y="12764"/>
                  <a:pt x="10800" y="12764"/>
                </a:cubicBezTo>
                <a:cubicBezTo>
                  <a:pt x="10529" y="12764"/>
                  <a:pt x="10309" y="12983"/>
                  <a:pt x="10309" y="13255"/>
                </a:cubicBezTo>
                <a:lnTo>
                  <a:pt x="10309" y="13696"/>
                </a:lnTo>
                <a:cubicBezTo>
                  <a:pt x="9864" y="13621"/>
                  <a:pt x="9454" y="13444"/>
                  <a:pt x="9101" y="13193"/>
                </a:cubicBezTo>
                <a:lnTo>
                  <a:pt x="9412" y="12883"/>
                </a:lnTo>
                <a:cubicBezTo>
                  <a:pt x="9603" y="12691"/>
                  <a:pt x="9603" y="12380"/>
                  <a:pt x="9412" y="12188"/>
                </a:cubicBezTo>
                <a:cubicBezTo>
                  <a:pt x="9220" y="11997"/>
                  <a:pt x="8909" y="11997"/>
                  <a:pt x="8717" y="12188"/>
                </a:cubicBezTo>
                <a:lnTo>
                  <a:pt x="8405" y="12501"/>
                </a:lnTo>
                <a:cubicBezTo>
                  <a:pt x="8153" y="12147"/>
                  <a:pt x="7974" y="11738"/>
                  <a:pt x="7899" y="11291"/>
                </a:cubicBezTo>
                <a:lnTo>
                  <a:pt x="8345" y="11291"/>
                </a:lnTo>
                <a:cubicBezTo>
                  <a:pt x="8617" y="11291"/>
                  <a:pt x="8836" y="11071"/>
                  <a:pt x="8836" y="10800"/>
                </a:cubicBezTo>
                <a:cubicBezTo>
                  <a:pt x="8836" y="10529"/>
                  <a:pt x="8617" y="10309"/>
                  <a:pt x="8345" y="10309"/>
                </a:cubicBezTo>
                <a:moveTo>
                  <a:pt x="8023" y="13577"/>
                </a:moveTo>
                <a:lnTo>
                  <a:pt x="8023" y="13578"/>
                </a:lnTo>
                <a:cubicBezTo>
                  <a:pt x="8734" y="14288"/>
                  <a:pt x="9716" y="14727"/>
                  <a:pt x="10800" y="14727"/>
                </a:cubicBezTo>
                <a:cubicBezTo>
                  <a:pt x="11884" y="14727"/>
                  <a:pt x="12866" y="14288"/>
                  <a:pt x="13577" y="13578"/>
                </a:cubicBezTo>
                <a:lnTo>
                  <a:pt x="13577" y="13577"/>
                </a:lnTo>
                <a:lnTo>
                  <a:pt x="13577" y="13577"/>
                </a:lnTo>
                <a:cubicBezTo>
                  <a:pt x="14288" y="12866"/>
                  <a:pt x="14727" y="11884"/>
                  <a:pt x="14727" y="10800"/>
                </a:cubicBezTo>
                <a:cubicBezTo>
                  <a:pt x="14727" y="8631"/>
                  <a:pt x="12969" y="6873"/>
                  <a:pt x="10800" y="6873"/>
                </a:cubicBezTo>
                <a:cubicBezTo>
                  <a:pt x="8631" y="6873"/>
                  <a:pt x="6873" y="8631"/>
                  <a:pt x="6873" y="10800"/>
                </a:cubicBezTo>
                <a:cubicBezTo>
                  <a:pt x="6873" y="11884"/>
                  <a:pt x="7311" y="12866"/>
                  <a:pt x="8023" y="13577"/>
                </a:cubicBezTo>
                <a:cubicBezTo>
                  <a:pt x="8023" y="13577"/>
                  <a:pt x="8023" y="13577"/>
                  <a:pt x="8023" y="13577"/>
                </a:cubicBezTo>
                <a:close/>
                <a:moveTo>
                  <a:pt x="10800" y="11782"/>
                </a:moveTo>
                <a:cubicBezTo>
                  <a:pt x="11342" y="11782"/>
                  <a:pt x="11782" y="11342"/>
                  <a:pt x="11782" y="10800"/>
                </a:cubicBezTo>
                <a:cubicBezTo>
                  <a:pt x="11782" y="10258"/>
                  <a:pt x="11342" y="9818"/>
                  <a:pt x="10800" y="9818"/>
                </a:cubicBezTo>
                <a:cubicBezTo>
                  <a:pt x="10258" y="9818"/>
                  <a:pt x="9818" y="10258"/>
                  <a:pt x="9818" y="10800"/>
                </a:cubicBezTo>
                <a:cubicBezTo>
                  <a:pt x="9818" y="11342"/>
                  <a:pt x="10258" y="11782"/>
                  <a:pt x="10800" y="11782"/>
                </a:cubicBezTo>
                <a:moveTo>
                  <a:pt x="17673" y="5891"/>
                </a:moveTo>
                <a:cubicBezTo>
                  <a:pt x="17131" y="5891"/>
                  <a:pt x="16691" y="6331"/>
                  <a:pt x="16691" y="6873"/>
                </a:cubicBezTo>
                <a:lnTo>
                  <a:pt x="16691" y="7855"/>
                </a:lnTo>
                <a:cubicBezTo>
                  <a:pt x="16691" y="8396"/>
                  <a:pt x="17131" y="8836"/>
                  <a:pt x="17673" y="8836"/>
                </a:cubicBezTo>
                <a:lnTo>
                  <a:pt x="17673" y="12764"/>
                </a:lnTo>
                <a:cubicBezTo>
                  <a:pt x="17131" y="12764"/>
                  <a:pt x="16691" y="13204"/>
                  <a:pt x="16691" y="13745"/>
                </a:cubicBezTo>
                <a:lnTo>
                  <a:pt x="16691" y="14727"/>
                </a:lnTo>
                <a:cubicBezTo>
                  <a:pt x="16691" y="15270"/>
                  <a:pt x="17131" y="15709"/>
                  <a:pt x="17673" y="15709"/>
                </a:cubicBezTo>
                <a:lnTo>
                  <a:pt x="17673" y="17673"/>
                </a:lnTo>
                <a:lnTo>
                  <a:pt x="3927" y="17673"/>
                </a:lnTo>
                <a:lnTo>
                  <a:pt x="3927" y="3927"/>
                </a:lnTo>
                <a:lnTo>
                  <a:pt x="17673" y="3927"/>
                </a:lnTo>
                <a:cubicBezTo>
                  <a:pt x="17673" y="3927"/>
                  <a:pt x="17673" y="5891"/>
                  <a:pt x="17673" y="5891"/>
                </a:cubicBezTo>
                <a:close/>
                <a:moveTo>
                  <a:pt x="18655" y="5891"/>
                </a:moveTo>
                <a:lnTo>
                  <a:pt x="18655" y="2945"/>
                </a:lnTo>
                <a:lnTo>
                  <a:pt x="2945" y="2945"/>
                </a:lnTo>
                <a:lnTo>
                  <a:pt x="2945" y="18655"/>
                </a:lnTo>
                <a:lnTo>
                  <a:pt x="18655" y="18655"/>
                </a:lnTo>
                <a:lnTo>
                  <a:pt x="18655" y="15709"/>
                </a:lnTo>
                <a:cubicBezTo>
                  <a:pt x="19196" y="15709"/>
                  <a:pt x="19636" y="15270"/>
                  <a:pt x="19636" y="14727"/>
                </a:cubicBezTo>
                <a:lnTo>
                  <a:pt x="19636" y="13745"/>
                </a:lnTo>
                <a:cubicBezTo>
                  <a:pt x="19636" y="13204"/>
                  <a:pt x="19196" y="12764"/>
                  <a:pt x="18655" y="12764"/>
                </a:cubicBezTo>
                <a:lnTo>
                  <a:pt x="18655" y="8836"/>
                </a:lnTo>
                <a:cubicBezTo>
                  <a:pt x="19196" y="8836"/>
                  <a:pt x="19636" y="8396"/>
                  <a:pt x="19636" y="7855"/>
                </a:cubicBezTo>
                <a:lnTo>
                  <a:pt x="19636" y="6873"/>
                </a:lnTo>
                <a:cubicBezTo>
                  <a:pt x="19636" y="6331"/>
                  <a:pt x="19196" y="5891"/>
                  <a:pt x="18655" y="5891"/>
                </a:cubicBezTo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defTabSz="457200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Shape">
            <a:extLst>
              <a:ext uri="{FF2B5EF4-FFF2-40B4-BE49-F238E27FC236}">
                <a16:creationId xmlns:a16="http://schemas.microsoft.com/office/drawing/2014/main" id="{3FCEFC05-0AB9-4C04-A844-0A6EA7F13D5E}"/>
              </a:ext>
            </a:extLst>
          </p:cNvPr>
          <p:cNvSpPr/>
          <p:nvPr/>
        </p:nvSpPr>
        <p:spPr>
          <a:xfrm>
            <a:off x="10282595" y="2571467"/>
            <a:ext cx="349193" cy="34919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429" y="14128"/>
                </a:moveTo>
                <a:cubicBezTo>
                  <a:pt x="17041" y="13430"/>
                  <a:pt x="15777" y="12523"/>
                  <a:pt x="14684" y="11440"/>
                </a:cubicBezTo>
                <a:cubicBezTo>
                  <a:pt x="15214" y="10618"/>
                  <a:pt x="15664" y="9739"/>
                  <a:pt x="16034" y="8820"/>
                </a:cubicBezTo>
                <a:cubicBezTo>
                  <a:pt x="16089" y="8826"/>
                  <a:pt x="16143" y="8836"/>
                  <a:pt x="16200" y="8836"/>
                </a:cubicBezTo>
                <a:cubicBezTo>
                  <a:pt x="17013" y="8836"/>
                  <a:pt x="17673" y="8177"/>
                  <a:pt x="17673" y="7364"/>
                </a:cubicBezTo>
                <a:cubicBezTo>
                  <a:pt x="17673" y="6787"/>
                  <a:pt x="17339" y="6294"/>
                  <a:pt x="16856" y="6052"/>
                </a:cubicBezTo>
                <a:cubicBezTo>
                  <a:pt x="17033" y="5170"/>
                  <a:pt x="17144" y="4264"/>
                  <a:pt x="17167" y="3336"/>
                </a:cubicBezTo>
                <a:cubicBezTo>
                  <a:pt x="19277" y="5136"/>
                  <a:pt x="20618" y="7809"/>
                  <a:pt x="20618" y="10800"/>
                </a:cubicBezTo>
                <a:cubicBezTo>
                  <a:pt x="20618" y="11764"/>
                  <a:pt x="20469" y="12689"/>
                  <a:pt x="20209" y="13568"/>
                </a:cubicBezTo>
                <a:cubicBezTo>
                  <a:pt x="19628" y="13783"/>
                  <a:pt x="19034" y="13971"/>
                  <a:pt x="18429" y="14128"/>
                </a:cubicBezTo>
                <a:moveTo>
                  <a:pt x="10800" y="20618"/>
                </a:moveTo>
                <a:cubicBezTo>
                  <a:pt x="8406" y="20618"/>
                  <a:pt x="6213" y="19759"/>
                  <a:pt x="4509" y="18335"/>
                </a:cubicBezTo>
                <a:cubicBezTo>
                  <a:pt x="6552" y="17934"/>
                  <a:pt x="8450" y="17135"/>
                  <a:pt x="10128" y="16031"/>
                </a:cubicBezTo>
                <a:cubicBezTo>
                  <a:pt x="10330" y="16135"/>
                  <a:pt x="10556" y="16200"/>
                  <a:pt x="10800" y="16200"/>
                </a:cubicBezTo>
                <a:cubicBezTo>
                  <a:pt x="11273" y="16200"/>
                  <a:pt x="11689" y="15973"/>
                  <a:pt x="11959" y="15627"/>
                </a:cubicBezTo>
                <a:cubicBezTo>
                  <a:pt x="12547" y="15680"/>
                  <a:pt x="13142" y="15709"/>
                  <a:pt x="13745" y="15709"/>
                </a:cubicBezTo>
                <a:cubicBezTo>
                  <a:pt x="15323" y="15709"/>
                  <a:pt x="16852" y="15508"/>
                  <a:pt x="18322" y="15156"/>
                </a:cubicBezTo>
                <a:cubicBezTo>
                  <a:pt x="18660" y="15317"/>
                  <a:pt x="18998" y="15480"/>
                  <a:pt x="19350" y="15618"/>
                </a:cubicBezTo>
                <a:cubicBezTo>
                  <a:pt x="17665" y="18601"/>
                  <a:pt x="14470" y="20618"/>
                  <a:pt x="10800" y="20618"/>
                </a:cubicBezTo>
                <a:moveTo>
                  <a:pt x="3539" y="17392"/>
                </a:moveTo>
                <a:cubicBezTo>
                  <a:pt x="3476" y="16840"/>
                  <a:pt x="3436" y="16279"/>
                  <a:pt x="3436" y="15709"/>
                </a:cubicBezTo>
                <a:cubicBezTo>
                  <a:pt x="3436" y="14763"/>
                  <a:pt x="3536" y="13842"/>
                  <a:pt x="3707" y="12946"/>
                </a:cubicBezTo>
                <a:cubicBezTo>
                  <a:pt x="5455" y="13988"/>
                  <a:pt x="7377" y="14767"/>
                  <a:pt x="9421" y="15226"/>
                </a:cubicBezTo>
                <a:cubicBezTo>
                  <a:pt x="9431" y="15253"/>
                  <a:pt x="9436" y="15282"/>
                  <a:pt x="9447" y="15308"/>
                </a:cubicBezTo>
                <a:cubicBezTo>
                  <a:pt x="7724" y="16421"/>
                  <a:pt x="5761" y="17193"/>
                  <a:pt x="3643" y="17506"/>
                </a:cubicBezTo>
                <a:cubicBezTo>
                  <a:pt x="3608" y="17469"/>
                  <a:pt x="3573" y="17430"/>
                  <a:pt x="3539" y="17392"/>
                </a:cubicBezTo>
                <a:moveTo>
                  <a:pt x="3075" y="11369"/>
                </a:moveTo>
                <a:cubicBezTo>
                  <a:pt x="2361" y="10869"/>
                  <a:pt x="1683" y="10321"/>
                  <a:pt x="1046" y="9729"/>
                </a:cubicBezTo>
                <a:cubicBezTo>
                  <a:pt x="1528" y="5299"/>
                  <a:pt x="4955" y="1762"/>
                  <a:pt x="9331" y="1104"/>
                </a:cubicBezTo>
                <a:cubicBezTo>
                  <a:pt x="9335" y="1629"/>
                  <a:pt x="9363" y="2148"/>
                  <a:pt x="9417" y="2660"/>
                </a:cubicBezTo>
                <a:cubicBezTo>
                  <a:pt x="8572" y="3227"/>
                  <a:pt x="7787" y="3879"/>
                  <a:pt x="7069" y="4596"/>
                </a:cubicBezTo>
                <a:cubicBezTo>
                  <a:pt x="6863" y="4486"/>
                  <a:pt x="6632" y="4418"/>
                  <a:pt x="6382" y="4418"/>
                </a:cubicBezTo>
                <a:cubicBezTo>
                  <a:pt x="5569" y="4418"/>
                  <a:pt x="4909" y="5078"/>
                  <a:pt x="4909" y="5891"/>
                </a:cubicBezTo>
                <a:cubicBezTo>
                  <a:pt x="4909" y="6236"/>
                  <a:pt x="5033" y="6549"/>
                  <a:pt x="5231" y="6800"/>
                </a:cubicBezTo>
                <a:cubicBezTo>
                  <a:pt x="4279" y="8179"/>
                  <a:pt x="3550" y="9719"/>
                  <a:pt x="3075" y="11369"/>
                </a:cubicBezTo>
                <a:moveTo>
                  <a:pt x="2466" y="15973"/>
                </a:moveTo>
                <a:cubicBezTo>
                  <a:pt x="1563" y="14521"/>
                  <a:pt x="1025" y="12821"/>
                  <a:pt x="989" y="10995"/>
                </a:cubicBezTo>
                <a:cubicBezTo>
                  <a:pt x="1570" y="11492"/>
                  <a:pt x="2180" y="11955"/>
                  <a:pt x="2817" y="12383"/>
                </a:cubicBezTo>
                <a:cubicBezTo>
                  <a:pt x="2585" y="13456"/>
                  <a:pt x="2455" y="14567"/>
                  <a:pt x="2455" y="15709"/>
                </a:cubicBezTo>
                <a:cubicBezTo>
                  <a:pt x="2455" y="15798"/>
                  <a:pt x="2464" y="15885"/>
                  <a:pt x="2466" y="15973"/>
                </a:cubicBezTo>
                <a:moveTo>
                  <a:pt x="13428" y="11540"/>
                </a:moveTo>
                <a:cubicBezTo>
                  <a:pt x="12907" y="12264"/>
                  <a:pt x="12315" y="12931"/>
                  <a:pt x="11674" y="13548"/>
                </a:cubicBezTo>
                <a:cubicBezTo>
                  <a:pt x="11429" y="13366"/>
                  <a:pt x="11129" y="13255"/>
                  <a:pt x="10800" y="13255"/>
                </a:cubicBezTo>
                <a:cubicBezTo>
                  <a:pt x="10166" y="13255"/>
                  <a:pt x="9631" y="13657"/>
                  <a:pt x="9423" y="14218"/>
                </a:cubicBezTo>
                <a:cubicBezTo>
                  <a:pt x="7455" y="13751"/>
                  <a:pt x="5607" y="12973"/>
                  <a:pt x="3936" y="11937"/>
                </a:cubicBezTo>
                <a:cubicBezTo>
                  <a:pt x="4379" y="10266"/>
                  <a:pt x="5100" y="8708"/>
                  <a:pt x="6060" y="7326"/>
                </a:cubicBezTo>
                <a:cubicBezTo>
                  <a:pt x="6164" y="7349"/>
                  <a:pt x="6271" y="7364"/>
                  <a:pt x="6382" y="7364"/>
                </a:cubicBezTo>
                <a:cubicBezTo>
                  <a:pt x="7195" y="7364"/>
                  <a:pt x="7855" y="6704"/>
                  <a:pt x="7855" y="5891"/>
                </a:cubicBezTo>
                <a:cubicBezTo>
                  <a:pt x="7855" y="5688"/>
                  <a:pt x="7813" y="5493"/>
                  <a:pt x="7739" y="5317"/>
                </a:cubicBezTo>
                <a:cubicBezTo>
                  <a:pt x="8307" y="4747"/>
                  <a:pt x="8920" y="4221"/>
                  <a:pt x="9575" y="3749"/>
                </a:cubicBezTo>
                <a:cubicBezTo>
                  <a:pt x="10104" y="6723"/>
                  <a:pt x="11479" y="9397"/>
                  <a:pt x="13428" y="11540"/>
                </a:cubicBezTo>
                <a:moveTo>
                  <a:pt x="10800" y="982"/>
                </a:moveTo>
                <a:cubicBezTo>
                  <a:pt x="11347" y="982"/>
                  <a:pt x="11881" y="1038"/>
                  <a:pt x="12403" y="1125"/>
                </a:cubicBezTo>
                <a:cubicBezTo>
                  <a:pt x="11696" y="1400"/>
                  <a:pt x="11005" y="1707"/>
                  <a:pt x="10354" y="2081"/>
                </a:cubicBezTo>
                <a:cubicBezTo>
                  <a:pt x="10328" y="1726"/>
                  <a:pt x="10311" y="1368"/>
                  <a:pt x="10310" y="1007"/>
                </a:cubicBezTo>
                <a:cubicBezTo>
                  <a:pt x="10474" y="999"/>
                  <a:pt x="10635" y="982"/>
                  <a:pt x="10800" y="982"/>
                </a:cubicBezTo>
                <a:moveTo>
                  <a:pt x="14120" y="12262"/>
                </a:moveTo>
                <a:cubicBezTo>
                  <a:pt x="14982" y="13097"/>
                  <a:pt x="15950" y="13819"/>
                  <a:pt x="16986" y="14440"/>
                </a:cubicBezTo>
                <a:cubicBezTo>
                  <a:pt x="15933" y="14626"/>
                  <a:pt x="14852" y="14727"/>
                  <a:pt x="13745" y="14727"/>
                </a:cubicBezTo>
                <a:cubicBezTo>
                  <a:pt x="13246" y="14727"/>
                  <a:pt x="12754" y="14702"/>
                  <a:pt x="12265" y="14664"/>
                </a:cubicBezTo>
                <a:cubicBezTo>
                  <a:pt x="12259" y="14569"/>
                  <a:pt x="12250" y="14475"/>
                  <a:pt x="12229" y="14385"/>
                </a:cubicBezTo>
                <a:cubicBezTo>
                  <a:pt x="12921" y="13737"/>
                  <a:pt x="13555" y="13027"/>
                  <a:pt x="14120" y="12262"/>
                </a:cubicBezTo>
                <a:moveTo>
                  <a:pt x="16188" y="2597"/>
                </a:moveTo>
                <a:cubicBezTo>
                  <a:pt x="16191" y="2713"/>
                  <a:pt x="16200" y="2828"/>
                  <a:pt x="16200" y="2945"/>
                </a:cubicBezTo>
                <a:cubicBezTo>
                  <a:pt x="16200" y="3967"/>
                  <a:pt x="16092" y="4962"/>
                  <a:pt x="15894" y="5924"/>
                </a:cubicBezTo>
                <a:cubicBezTo>
                  <a:pt x="15227" y="6065"/>
                  <a:pt x="14727" y="6656"/>
                  <a:pt x="14727" y="7364"/>
                </a:cubicBezTo>
                <a:cubicBezTo>
                  <a:pt x="14727" y="7765"/>
                  <a:pt x="14888" y="8127"/>
                  <a:pt x="15149" y="8393"/>
                </a:cubicBezTo>
                <a:cubicBezTo>
                  <a:pt x="14827" y="9199"/>
                  <a:pt x="14443" y="9973"/>
                  <a:pt x="13991" y="10701"/>
                </a:cubicBezTo>
                <a:cubicBezTo>
                  <a:pt x="12159" y="8620"/>
                  <a:pt x="10894" y="6025"/>
                  <a:pt x="10469" y="3152"/>
                </a:cubicBezTo>
                <a:cubicBezTo>
                  <a:pt x="11590" y="2463"/>
                  <a:pt x="12813" y="1934"/>
                  <a:pt x="14106" y="1565"/>
                </a:cubicBezTo>
                <a:cubicBezTo>
                  <a:pt x="14844" y="1829"/>
                  <a:pt x="15544" y="2173"/>
                  <a:pt x="16188" y="2597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defTabSz="457200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" name="Shape">
            <a:extLst>
              <a:ext uri="{FF2B5EF4-FFF2-40B4-BE49-F238E27FC236}">
                <a16:creationId xmlns:a16="http://schemas.microsoft.com/office/drawing/2014/main" id="{89B6823D-99A6-4128-96E4-F3DEA92523ED}"/>
              </a:ext>
            </a:extLst>
          </p:cNvPr>
          <p:cNvSpPr/>
          <p:nvPr/>
        </p:nvSpPr>
        <p:spPr>
          <a:xfrm>
            <a:off x="8254923" y="2569373"/>
            <a:ext cx="353381" cy="3533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8280" y="18579"/>
                </a:moveTo>
                <a:cubicBezTo>
                  <a:pt x="20323" y="16614"/>
                  <a:pt x="21600" y="13859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cubicBezTo>
                  <a:pt x="4836" y="0"/>
                  <a:pt x="0" y="4835"/>
                  <a:pt x="0" y="10800"/>
                </a:cubicBezTo>
                <a:cubicBezTo>
                  <a:pt x="0" y="13859"/>
                  <a:pt x="1277" y="16614"/>
                  <a:pt x="3320" y="18579"/>
                </a:cubicBezTo>
                <a:lnTo>
                  <a:pt x="2107" y="20762"/>
                </a:lnTo>
                <a:cubicBezTo>
                  <a:pt x="2019" y="20851"/>
                  <a:pt x="1964" y="20974"/>
                  <a:pt x="1964" y="21109"/>
                </a:cubicBezTo>
                <a:cubicBezTo>
                  <a:pt x="1964" y="21380"/>
                  <a:pt x="2184" y="21600"/>
                  <a:pt x="2455" y="21600"/>
                </a:cubicBezTo>
                <a:cubicBezTo>
                  <a:pt x="2590" y="21600"/>
                  <a:pt x="2713" y="21545"/>
                  <a:pt x="2802" y="21456"/>
                </a:cubicBezTo>
                <a:cubicBezTo>
                  <a:pt x="2858" y="21400"/>
                  <a:pt x="2894" y="21327"/>
                  <a:pt x="2917" y="21248"/>
                </a:cubicBezTo>
                <a:lnTo>
                  <a:pt x="4044" y="19219"/>
                </a:lnTo>
                <a:cubicBezTo>
                  <a:pt x="5895" y="20706"/>
                  <a:pt x="8242" y="21600"/>
                  <a:pt x="10800" y="21600"/>
                </a:cubicBezTo>
                <a:cubicBezTo>
                  <a:pt x="13358" y="21600"/>
                  <a:pt x="15705" y="20706"/>
                  <a:pt x="17555" y="19219"/>
                </a:cubicBezTo>
                <a:lnTo>
                  <a:pt x="18683" y="21248"/>
                </a:lnTo>
                <a:cubicBezTo>
                  <a:pt x="18743" y="21450"/>
                  <a:pt x="18923" y="21600"/>
                  <a:pt x="19145" y="21600"/>
                </a:cubicBezTo>
                <a:cubicBezTo>
                  <a:pt x="19416" y="21600"/>
                  <a:pt x="19636" y="21380"/>
                  <a:pt x="19636" y="21109"/>
                </a:cubicBezTo>
                <a:cubicBezTo>
                  <a:pt x="19636" y="20974"/>
                  <a:pt x="19581" y="20851"/>
                  <a:pt x="19493" y="20762"/>
                </a:cubicBezTo>
                <a:cubicBezTo>
                  <a:pt x="19493" y="20762"/>
                  <a:pt x="18280" y="18579"/>
                  <a:pt x="18280" y="18579"/>
                </a:cubicBezTo>
                <a:close/>
                <a:moveTo>
                  <a:pt x="10800" y="16691"/>
                </a:moveTo>
                <a:cubicBezTo>
                  <a:pt x="7547" y="16691"/>
                  <a:pt x="4909" y="14053"/>
                  <a:pt x="4909" y="10800"/>
                </a:cubicBezTo>
                <a:cubicBezTo>
                  <a:pt x="4909" y="7547"/>
                  <a:pt x="7547" y="4909"/>
                  <a:pt x="10800" y="4909"/>
                </a:cubicBezTo>
                <a:cubicBezTo>
                  <a:pt x="14053" y="4909"/>
                  <a:pt x="16691" y="7547"/>
                  <a:pt x="16691" y="10800"/>
                </a:cubicBezTo>
                <a:cubicBezTo>
                  <a:pt x="16691" y="14053"/>
                  <a:pt x="14053" y="16691"/>
                  <a:pt x="10800" y="16691"/>
                </a:cubicBezTo>
                <a:moveTo>
                  <a:pt x="10800" y="3927"/>
                </a:moveTo>
                <a:cubicBezTo>
                  <a:pt x="7004" y="3927"/>
                  <a:pt x="3927" y="7004"/>
                  <a:pt x="3927" y="10800"/>
                </a:cubicBezTo>
                <a:cubicBezTo>
                  <a:pt x="3927" y="14596"/>
                  <a:pt x="7004" y="17673"/>
                  <a:pt x="10800" y="17673"/>
                </a:cubicBezTo>
                <a:cubicBezTo>
                  <a:pt x="14596" y="17673"/>
                  <a:pt x="17673" y="14596"/>
                  <a:pt x="17673" y="10800"/>
                </a:cubicBezTo>
                <a:cubicBezTo>
                  <a:pt x="17673" y="7004"/>
                  <a:pt x="14596" y="3927"/>
                  <a:pt x="10800" y="3927"/>
                </a:cubicBezTo>
                <a:moveTo>
                  <a:pt x="10800" y="12764"/>
                </a:moveTo>
                <a:cubicBezTo>
                  <a:pt x="9716" y="12764"/>
                  <a:pt x="8836" y="11884"/>
                  <a:pt x="8836" y="10800"/>
                </a:cubicBezTo>
                <a:cubicBezTo>
                  <a:pt x="8836" y="9716"/>
                  <a:pt x="9716" y="8836"/>
                  <a:pt x="10800" y="8836"/>
                </a:cubicBezTo>
                <a:cubicBezTo>
                  <a:pt x="11884" y="8836"/>
                  <a:pt x="12764" y="9716"/>
                  <a:pt x="12764" y="10800"/>
                </a:cubicBezTo>
                <a:cubicBezTo>
                  <a:pt x="12764" y="11884"/>
                  <a:pt x="11884" y="12764"/>
                  <a:pt x="10800" y="12764"/>
                </a:cubicBezTo>
                <a:moveTo>
                  <a:pt x="10800" y="7855"/>
                </a:moveTo>
                <a:cubicBezTo>
                  <a:pt x="9173" y="7855"/>
                  <a:pt x="7855" y="9173"/>
                  <a:pt x="7855" y="10800"/>
                </a:cubicBezTo>
                <a:cubicBezTo>
                  <a:pt x="7855" y="12427"/>
                  <a:pt x="9173" y="13745"/>
                  <a:pt x="10800" y="13745"/>
                </a:cubicBezTo>
                <a:cubicBezTo>
                  <a:pt x="12427" y="13745"/>
                  <a:pt x="13745" y="12427"/>
                  <a:pt x="13745" y="10800"/>
                </a:cubicBezTo>
                <a:cubicBezTo>
                  <a:pt x="13745" y="9173"/>
                  <a:pt x="12427" y="7855"/>
                  <a:pt x="10800" y="7855"/>
                </a:cubicBezTo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defTabSz="457200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Shape">
            <a:extLst>
              <a:ext uri="{FF2B5EF4-FFF2-40B4-BE49-F238E27FC236}">
                <a16:creationId xmlns:a16="http://schemas.microsoft.com/office/drawing/2014/main" id="{7AE6A22F-35BD-49D8-94EA-E9F788E092EE}"/>
              </a:ext>
            </a:extLst>
          </p:cNvPr>
          <p:cNvSpPr/>
          <p:nvPr/>
        </p:nvSpPr>
        <p:spPr>
          <a:xfrm>
            <a:off x="10243206" y="4577349"/>
            <a:ext cx="388582" cy="388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587" y="18100"/>
                </a:moveTo>
                <a:lnTo>
                  <a:pt x="21596" y="18099"/>
                </a:lnTo>
                <a:lnTo>
                  <a:pt x="20614" y="5335"/>
                </a:lnTo>
                <a:lnTo>
                  <a:pt x="20605" y="5337"/>
                </a:lnTo>
                <a:cubicBezTo>
                  <a:pt x="20573" y="5097"/>
                  <a:pt x="20376" y="4909"/>
                  <a:pt x="20127" y="4909"/>
                </a:cubicBezTo>
                <a:lnTo>
                  <a:pt x="16691" y="4909"/>
                </a:lnTo>
                <a:lnTo>
                  <a:pt x="16691" y="3927"/>
                </a:lnTo>
                <a:cubicBezTo>
                  <a:pt x="16691" y="1758"/>
                  <a:pt x="14932" y="0"/>
                  <a:pt x="12764" y="0"/>
                </a:cubicBezTo>
                <a:cubicBezTo>
                  <a:pt x="11300" y="0"/>
                  <a:pt x="10025" y="803"/>
                  <a:pt x="9350" y="1991"/>
                </a:cubicBezTo>
                <a:cubicBezTo>
                  <a:pt x="9705" y="2027"/>
                  <a:pt x="10048" y="2105"/>
                  <a:pt x="10377" y="2214"/>
                </a:cubicBezTo>
                <a:cubicBezTo>
                  <a:pt x="10911" y="1470"/>
                  <a:pt x="11778" y="982"/>
                  <a:pt x="12764" y="982"/>
                </a:cubicBezTo>
                <a:cubicBezTo>
                  <a:pt x="14390" y="982"/>
                  <a:pt x="15709" y="2301"/>
                  <a:pt x="15709" y="3927"/>
                </a:cubicBezTo>
                <a:lnTo>
                  <a:pt x="15709" y="4909"/>
                </a:lnTo>
                <a:lnTo>
                  <a:pt x="13337" y="4909"/>
                </a:lnTo>
                <a:cubicBezTo>
                  <a:pt x="13474" y="5221"/>
                  <a:pt x="13581" y="5549"/>
                  <a:pt x="13651" y="5891"/>
                </a:cubicBezTo>
                <a:lnTo>
                  <a:pt x="15709" y="5891"/>
                </a:lnTo>
                <a:lnTo>
                  <a:pt x="15709" y="6873"/>
                </a:lnTo>
                <a:lnTo>
                  <a:pt x="16204" y="6873"/>
                </a:lnTo>
                <a:cubicBezTo>
                  <a:pt x="16374" y="6873"/>
                  <a:pt x="16538" y="6905"/>
                  <a:pt x="16691" y="6961"/>
                </a:cubicBezTo>
                <a:lnTo>
                  <a:pt x="16691" y="5891"/>
                </a:lnTo>
                <a:lnTo>
                  <a:pt x="19674" y="5891"/>
                </a:lnTo>
                <a:lnTo>
                  <a:pt x="20429" y="15709"/>
                </a:lnTo>
                <a:lnTo>
                  <a:pt x="18247" y="15709"/>
                </a:lnTo>
                <a:lnTo>
                  <a:pt x="18323" y="16691"/>
                </a:lnTo>
                <a:lnTo>
                  <a:pt x="20504" y="16691"/>
                </a:lnTo>
                <a:lnTo>
                  <a:pt x="20580" y="17673"/>
                </a:lnTo>
                <a:lnTo>
                  <a:pt x="18398" y="17673"/>
                </a:lnTo>
                <a:lnTo>
                  <a:pt x="18474" y="18655"/>
                </a:lnTo>
                <a:lnTo>
                  <a:pt x="21109" y="18655"/>
                </a:lnTo>
                <a:cubicBezTo>
                  <a:pt x="21380" y="18655"/>
                  <a:pt x="21600" y="18435"/>
                  <a:pt x="21600" y="18164"/>
                </a:cubicBezTo>
                <a:cubicBezTo>
                  <a:pt x="21600" y="18141"/>
                  <a:pt x="21590" y="18122"/>
                  <a:pt x="21587" y="18100"/>
                </a:cubicBezTo>
                <a:moveTo>
                  <a:pt x="1020" y="20618"/>
                </a:moveTo>
                <a:lnTo>
                  <a:pt x="1096" y="19636"/>
                </a:lnTo>
                <a:lnTo>
                  <a:pt x="16577" y="19636"/>
                </a:lnTo>
                <a:lnTo>
                  <a:pt x="16653" y="20618"/>
                </a:lnTo>
                <a:cubicBezTo>
                  <a:pt x="16653" y="20618"/>
                  <a:pt x="1020" y="20618"/>
                  <a:pt x="1020" y="20618"/>
                </a:cubicBezTo>
                <a:close/>
                <a:moveTo>
                  <a:pt x="1926" y="8836"/>
                </a:moveTo>
                <a:lnTo>
                  <a:pt x="4909" y="8836"/>
                </a:lnTo>
                <a:lnTo>
                  <a:pt x="4909" y="10936"/>
                </a:lnTo>
                <a:cubicBezTo>
                  <a:pt x="4617" y="11106"/>
                  <a:pt x="4418" y="11420"/>
                  <a:pt x="4418" y="11782"/>
                </a:cubicBezTo>
                <a:cubicBezTo>
                  <a:pt x="4418" y="12324"/>
                  <a:pt x="4858" y="12764"/>
                  <a:pt x="5400" y="12764"/>
                </a:cubicBezTo>
                <a:cubicBezTo>
                  <a:pt x="5942" y="12764"/>
                  <a:pt x="6382" y="12324"/>
                  <a:pt x="6382" y="11782"/>
                </a:cubicBezTo>
                <a:cubicBezTo>
                  <a:pt x="6382" y="11420"/>
                  <a:pt x="6183" y="11106"/>
                  <a:pt x="5891" y="10936"/>
                </a:cubicBezTo>
                <a:lnTo>
                  <a:pt x="5891" y="8836"/>
                </a:lnTo>
                <a:lnTo>
                  <a:pt x="11782" y="8836"/>
                </a:lnTo>
                <a:lnTo>
                  <a:pt x="11782" y="10936"/>
                </a:lnTo>
                <a:cubicBezTo>
                  <a:pt x="11489" y="11106"/>
                  <a:pt x="11291" y="11420"/>
                  <a:pt x="11291" y="11782"/>
                </a:cubicBezTo>
                <a:cubicBezTo>
                  <a:pt x="11291" y="12324"/>
                  <a:pt x="11731" y="12764"/>
                  <a:pt x="12273" y="12764"/>
                </a:cubicBezTo>
                <a:cubicBezTo>
                  <a:pt x="12815" y="12764"/>
                  <a:pt x="13255" y="12324"/>
                  <a:pt x="13255" y="11782"/>
                </a:cubicBezTo>
                <a:cubicBezTo>
                  <a:pt x="13255" y="11420"/>
                  <a:pt x="13056" y="11106"/>
                  <a:pt x="12764" y="10936"/>
                </a:cubicBezTo>
                <a:lnTo>
                  <a:pt x="12764" y="8836"/>
                </a:lnTo>
                <a:lnTo>
                  <a:pt x="15746" y="8836"/>
                </a:lnTo>
                <a:lnTo>
                  <a:pt x="16502" y="18655"/>
                </a:lnTo>
                <a:lnTo>
                  <a:pt x="1172" y="18655"/>
                </a:lnTo>
                <a:cubicBezTo>
                  <a:pt x="1172" y="18655"/>
                  <a:pt x="1926" y="8836"/>
                  <a:pt x="1926" y="8836"/>
                </a:cubicBezTo>
                <a:close/>
                <a:moveTo>
                  <a:pt x="5891" y="6873"/>
                </a:moveTo>
                <a:cubicBezTo>
                  <a:pt x="5891" y="5246"/>
                  <a:pt x="7210" y="3927"/>
                  <a:pt x="8836" y="3927"/>
                </a:cubicBezTo>
                <a:cubicBezTo>
                  <a:pt x="10463" y="3927"/>
                  <a:pt x="11782" y="5246"/>
                  <a:pt x="11782" y="6873"/>
                </a:cubicBezTo>
                <a:lnTo>
                  <a:pt x="11782" y="7855"/>
                </a:lnTo>
                <a:lnTo>
                  <a:pt x="5891" y="7855"/>
                </a:lnTo>
                <a:cubicBezTo>
                  <a:pt x="5891" y="7855"/>
                  <a:pt x="5891" y="6873"/>
                  <a:pt x="5891" y="6873"/>
                </a:cubicBezTo>
                <a:close/>
                <a:moveTo>
                  <a:pt x="17668" y="21044"/>
                </a:moveTo>
                <a:lnTo>
                  <a:pt x="16687" y="8281"/>
                </a:lnTo>
                <a:lnTo>
                  <a:pt x="16678" y="8282"/>
                </a:lnTo>
                <a:cubicBezTo>
                  <a:pt x="16646" y="8043"/>
                  <a:pt x="16448" y="7855"/>
                  <a:pt x="16200" y="7855"/>
                </a:cubicBezTo>
                <a:lnTo>
                  <a:pt x="12764" y="7855"/>
                </a:lnTo>
                <a:lnTo>
                  <a:pt x="12764" y="6873"/>
                </a:lnTo>
                <a:cubicBezTo>
                  <a:pt x="12764" y="4704"/>
                  <a:pt x="11005" y="2945"/>
                  <a:pt x="8836" y="2945"/>
                </a:cubicBezTo>
                <a:cubicBezTo>
                  <a:pt x="6668" y="2945"/>
                  <a:pt x="4909" y="4704"/>
                  <a:pt x="4909" y="6873"/>
                </a:cubicBezTo>
                <a:lnTo>
                  <a:pt x="4909" y="7855"/>
                </a:lnTo>
                <a:lnTo>
                  <a:pt x="1473" y="7855"/>
                </a:lnTo>
                <a:cubicBezTo>
                  <a:pt x="1224" y="7855"/>
                  <a:pt x="1027" y="8043"/>
                  <a:pt x="995" y="8282"/>
                </a:cubicBezTo>
                <a:lnTo>
                  <a:pt x="986" y="8281"/>
                </a:lnTo>
                <a:lnTo>
                  <a:pt x="4" y="21044"/>
                </a:lnTo>
                <a:lnTo>
                  <a:pt x="13" y="21045"/>
                </a:lnTo>
                <a:cubicBezTo>
                  <a:pt x="10" y="21067"/>
                  <a:pt x="0" y="21087"/>
                  <a:pt x="0" y="21109"/>
                </a:cubicBezTo>
                <a:cubicBezTo>
                  <a:pt x="0" y="21381"/>
                  <a:pt x="220" y="21600"/>
                  <a:pt x="491" y="21600"/>
                </a:cubicBezTo>
                <a:lnTo>
                  <a:pt x="17182" y="21600"/>
                </a:lnTo>
                <a:cubicBezTo>
                  <a:pt x="17453" y="21600"/>
                  <a:pt x="17673" y="21381"/>
                  <a:pt x="17673" y="21109"/>
                </a:cubicBezTo>
                <a:cubicBezTo>
                  <a:pt x="17673" y="21087"/>
                  <a:pt x="17663" y="21067"/>
                  <a:pt x="17660" y="21045"/>
                </a:cubicBezTo>
                <a:cubicBezTo>
                  <a:pt x="17660" y="21045"/>
                  <a:pt x="17668" y="21044"/>
                  <a:pt x="17668" y="21044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defTabSz="457200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" name="Freeform 8">
            <a:extLst>
              <a:ext uri="{FF2B5EF4-FFF2-40B4-BE49-F238E27FC236}">
                <a16:creationId xmlns:a16="http://schemas.microsoft.com/office/drawing/2014/main" id="{FC7A5BBD-7DBF-4FB5-82D7-A1D11E6CE585}"/>
              </a:ext>
            </a:extLst>
          </p:cNvPr>
          <p:cNvSpPr>
            <a:spLocks noEditPoints="1"/>
          </p:cNvSpPr>
          <p:nvPr/>
        </p:nvSpPr>
        <p:spPr bwMode="auto">
          <a:xfrm>
            <a:off x="6210637" y="4583580"/>
            <a:ext cx="378486" cy="376121"/>
          </a:xfrm>
          <a:custGeom>
            <a:avLst/>
            <a:gdLst>
              <a:gd name="T0" fmla="*/ 107 w 160"/>
              <a:gd name="T1" fmla="*/ 84 h 159"/>
              <a:gd name="T2" fmla="*/ 100 w 160"/>
              <a:gd name="T3" fmla="*/ 84 h 159"/>
              <a:gd name="T4" fmla="*/ 62 w 160"/>
              <a:gd name="T5" fmla="*/ 73 h 159"/>
              <a:gd name="T6" fmla="*/ 70 w 160"/>
              <a:gd name="T7" fmla="*/ 56 h 159"/>
              <a:gd name="T8" fmla="*/ 44 w 160"/>
              <a:gd name="T9" fmla="*/ 38 h 159"/>
              <a:gd name="T10" fmla="*/ 29 w 160"/>
              <a:gd name="T11" fmla="*/ 55 h 159"/>
              <a:gd name="T12" fmla="*/ 86 w 160"/>
              <a:gd name="T13" fmla="*/ 127 h 159"/>
              <a:gd name="T14" fmla="*/ 119 w 160"/>
              <a:gd name="T15" fmla="*/ 122 h 159"/>
              <a:gd name="T16" fmla="*/ 129 w 160"/>
              <a:gd name="T17" fmla="*/ 100 h 159"/>
              <a:gd name="T18" fmla="*/ 100 w 160"/>
              <a:gd name="T19" fmla="*/ 122 h 159"/>
              <a:gd name="T20" fmla="*/ 40 w 160"/>
              <a:gd name="T21" fmla="*/ 80 h 159"/>
              <a:gd name="T22" fmla="*/ 46 w 160"/>
              <a:gd name="T23" fmla="*/ 49 h 159"/>
              <a:gd name="T24" fmla="*/ 52 w 160"/>
              <a:gd name="T25" fmla="*/ 72 h 159"/>
              <a:gd name="T26" fmla="*/ 91 w 160"/>
              <a:gd name="T27" fmla="*/ 106 h 159"/>
              <a:gd name="T28" fmla="*/ 97 w 160"/>
              <a:gd name="T29" fmla="*/ 105 h 159"/>
              <a:gd name="T30" fmla="*/ 121 w 160"/>
              <a:gd name="T31" fmla="*/ 105 h 159"/>
              <a:gd name="T32" fmla="*/ 148 w 160"/>
              <a:gd name="T33" fmla="*/ 119 h 159"/>
              <a:gd name="T34" fmla="*/ 79 w 160"/>
              <a:gd name="T35" fmla="*/ 0 h 159"/>
              <a:gd name="T36" fmla="*/ 23 w 160"/>
              <a:gd name="T37" fmla="*/ 135 h 159"/>
              <a:gd name="T38" fmla="*/ 120 w 160"/>
              <a:gd name="T39" fmla="*/ 148 h 159"/>
              <a:gd name="T40" fmla="*/ 154 w 160"/>
              <a:gd name="T41" fmla="*/ 159 h 159"/>
              <a:gd name="T42" fmla="*/ 159 w 160"/>
              <a:gd name="T43" fmla="*/ 152 h 159"/>
              <a:gd name="T44" fmla="*/ 120 w 160"/>
              <a:gd name="T45" fmla="*/ 138 h 159"/>
              <a:gd name="T46" fmla="*/ 117 w 160"/>
              <a:gd name="T47" fmla="*/ 139 h 159"/>
              <a:gd name="T48" fmla="*/ 9 w 160"/>
              <a:gd name="T49" fmla="*/ 79 h 159"/>
              <a:gd name="T50" fmla="*/ 150 w 160"/>
              <a:gd name="T51" fmla="*/ 79 h 159"/>
              <a:gd name="T52" fmla="*/ 138 w 160"/>
              <a:gd name="T53" fmla="*/ 120 h 159"/>
              <a:gd name="T54" fmla="*/ 120 w 160"/>
              <a:gd name="T55" fmla="*/ 138 h 159"/>
              <a:gd name="T56" fmla="*/ 92 w 160"/>
              <a:gd name="T57" fmla="*/ 75 h 159"/>
              <a:gd name="T58" fmla="*/ 98 w 160"/>
              <a:gd name="T59" fmla="*/ 78 h 159"/>
              <a:gd name="T60" fmla="*/ 81 w 160"/>
              <a:gd name="T61" fmla="*/ 56 h 159"/>
              <a:gd name="T62" fmla="*/ 80 w 160"/>
              <a:gd name="T63" fmla="*/ 65 h 159"/>
              <a:gd name="T64" fmla="*/ 80 w 160"/>
              <a:gd name="T65" fmla="*/ 23 h 159"/>
              <a:gd name="T66" fmla="*/ 130 w 160"/>
              <a:gd name="T67" fmla="*/ 70 h 159"/>
              <a:gd name="T68" fmla="*/ 135 w 160"/>
              <a:gd name="T69" fmla="*/ 74 h 159"/>
              <a:gd name="T70" fmla="*/ 85 w 160"/>
              <a:gd name="T71" fmla="*/ 19 h 159"/>
              <a:gd name="T72" fmla="*/ 111 w 160"/>
              <a:gd name="T73" fmla="*/ 71 h 159"/>
              <a:gd name="T74" fmla="*/ 117 w 160"/>
              <a:gd name="T75" fmla="*/ 74 h 159"/>
              <a:gd name="T76" fmla="*/ 83 w 160"/>
              <a:gd name="T77" fmla="*/ 37 h 159"/>
              <a:gd name="T78" fmla="*/ 83 w 160"/>
              <a:gd name="T79" fmla="*/ 47 h 1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60" h="159">
                <a:moveTo>
                  <a:pt x="129" y="100"/>
                </a:moveTo>
                <a:cubicBezTo>
                  <a:pt x="107" y="84"/>
                  <a:pt x="107" y="84"/>
                  <a:pt x="107" y="84"/>
                </a:cubicBezTo>
                <a:cubicBezTo>
                  <a:pt x="106" y="83"/>
                  <a:pt x="105" y="82"/>
                  <a:pt x="104" y="82"/>
                </a:cubicBezTo>
                <a:cubicBezTo>
                  <a:pt x="102" y="82"/>
                  <a:pt x="101" y="83"/>
                  <a:pt x="100" y="84"/>
                </a:cubicBezTo>
                <a:cubicBezTo>
                  <a:pt x="92" y="96"/>
                  <a:pt x="92" y="96"/>
                  <a:pt x="92" y="96"/>
                </a:cubicBezTo>
                <a:cubicBezTo>
                  <a:pt x="62" y="73"/>
                  <a:pt x="62" y="73"/>
                  <a:pt x="62" y="73"/>
                </a:cubicBezTo>
                <a:cubicBezTo>
                  <a:pt x="71" y="62"/>
                  <a:pt x="71" y="62"/>
                  <a:pt x="71" y="62"/>
                </a:cubicBezTo>
                <a:cubicBezTo>
                  <a:pt x="72" y="60"/>
                  <a:pt x="72" y="57"/>
                  <a:pt x="70" y="56"/>
                </a:cubicBezTo>
                <a:cubicBezTo>
                  <a:pt x="47" y="39"/>
                  <a:pt x="47" y="39"/>
                  <a:pt x="47" y="39"/>
                </a:cubicBezTo>
                <a:cubicBezTo>
                  <a:pt x="46" y="38"/>
                  <a:pt x="45" y="38"/>
                  <a:pt x="44" y="38"/>
                </a:cubicBezTo>
                <a:cubicBezTo>
                  <a:pt x="43" y="38"/>
                  <a:pt x="42" y="39"/>
                  <a:pt x="40" y="40"/>
                </a:cubicBezTo>
                <a:cubicBezTo>
                  <a:pt x="29" y="55"/>
                  <a:pt x="29" y="55"/>
                  <a:pt x="29" y="55"/>
                </a:cubicBezTo>
                <a:cubicBezTo>
                  <a:pt x="22" y="65"/>
                  <a:pt x="23" y="80"/>
                  <a:pt x="34" y="88"/>
                </a:cubicBezTo>
                <a:cubicBezTo>
                  <a:pt x="86" y="127"/>
                  <a:pt x="86" y="127"/>
                  <a:pt x="86" y="127"/>
                </a:cubicBezTo>
                <a:cubicBezTo>
                  <a:pt x="91" y="130"/>
                  <a:pt x="95" y="132"/>
                  <a:pt x="100" y="132"/>
                </a:cubicBezTo>
                <a:cubicBezTo>
                  <a:pt x="107" y="132"/>
                  <a:pt x="114" y="129"/>
                  <a:pt x="119" y="122"/>
                </a:cubicBezTo>
                <a:cubicBezTo>
                  <a:pt x="130" y="107"/>
                  <a:pt x="130" y="107"/>
                  <a:pt x="130" y="107"/>
                </a:cubicBezTo>
                <a:cubicBezTo>
                  <a:pt x="132" y="105"/>
                  <a:pt x="131" y="102"/>
                  <a:pt x="129" y="100"/>
                </a:cubicBezTo>
                <a:close/>
                <a:moveTo>
                  <a:pt x="111" y="116"/>
                </a:moveTo>
                <a:cubicBezTo>
                  <a:pt x="109" y="120"/>
                  <a:pt x="104" y="122"/>
                  <a:pt x="100" y="122"/>
                </a:cubicBezTo>
                <a:cubicBezTo>
                  <a:pt x="97" y="122"/>
                  <a:pt x="94" y="121"/>
                  <a:pt x="92" y="119"/>
                </a:cubicBezTo>
                <a:cubicBezTo>
                  <a:pt x="40" y="80"/>
                  <a:pt x="40" y="80"/>
                  <a:pt x="40" y="80"/>
                </a:cubicBezTo>
                <a:cubicBezTo>
                  <a:pt x="34" y="75"/>
                  <a:pt x="32" y="66"/>
                  <a:pt x="37" y="60"/>
                </a:cubicBezTo>
                <a:cubicBezTo>
                  <a:pt x="46" y="49"/>
                  <a:pt x="46" y="49"/>
                  <a:pt x="46" y="49"/>
                </a:cubicBezTo>
                <a:cubicBezTo>
                  <a:pt x="61" y="60"/>
                  <a:pt x="61" y="60"/>
                  <a:pt x="61" y="60"/>
                </a:cubicBezTo>
                <a:cubicBezTo>
                  <a:pt x="52" y="72"/>
                  <a:pt x="52" y="72"/>
                  <a:pt x="52" y="72"/>
                </a:cubicBezTo>
                <a:cubicBezTo>
                  <a:pt x="51" y="74"/>
                  <a:pt x="51" y="77"/>
                  <a:pt x="53" y="78"/>
                </a:cubicBezTo>
                <a:cubicBezTo>
                  <a:pt x="91" y="106"/>
                  <a:pt x="91" y="106"/>
                  <a:pt x="91" y="106"/>
                </a:cubicBezTo>
                <a:cubicBezTo>
                  <a:pt x="92" y="107"/>
                  <a:pt x="93" y="107"/>
                  <a:pt x="94" y="107"/>
                </a:cubicBezTo>
                <a:cubicBezTo>
                  <a:pt x="95" y="107"/>
                  <a:pt x="96" y="106"/>
                  <a:pt x="97" y="105"/>
                </a:cubicBezTo>
                <a:cubicBezTo>
                  <a:pt x="105" y="94"/>
                  <a:pt x="105" y="94"/>
                  <a:pt x="105" y="94"/>
                </a:cubicBezTo>
                <a:cubicBezTo>
                  <a:pt x="121" y="105"/>
                  <a:pt x="121" y="105"/>
                  <a:pt x="121" y="105"/>
                </a:cubicBezTo>
                <a:lnTo>
                  <a:pt x="111" y="116"/>
                </a:lnTo>
                <a:close/>
                <a:moveTo>
                  <a:pt x="148" y="119"/>
                </a:moveTo>
                <a:cubicBezTo>
                  <a:pt x="156" y="107"/>
                  <a:pt x="160" y="93"/>
                  <a:pt x="160" y="79"/>
                </a:cubicBezTo>
                <a:cubicBezTo>
                  <a:pt x="159" y="36"/>
                  <a:pt x="123" y="0"/>
                  <a:pt x="79" y="0"/>
                </a:cubicBezTo>
                <a:cubicBezTo>
                  <a:pt x="35" y="0"/>
                  <a:pt x="0" y="36"/>
                  <a:pt x="0" y="79"/>
                </a:cubicBezTo>
                <a:cubicBezTo>
                  <a:pt x="0" y="100"/>
                  <a:pt x="8" y="120"/>
                  <a:pt x="23" y="135"/>
                </a:cubicBezTo>
                <a:cubicBezTo>
                  <a:pt x="38" y="150"/>
                  <a:pt x="58" y="159"/>
                  <a:pt x="79" y="159"/>
                </a:cubicBezTo>
                <a:cubicBezTo>
                  <a:pt x="94" y="159"/>
                  <a:pt x="107" y="155"/>
                  <a:pt x="120" y="148"/>
                </a:cubicBezTo>
                <a:cubicBezTo>
                  <a:pt x="153" y="158"/>
                  <a:pt x="153" y="158"/>
                  <a:pt x="153" y="158"/>
                </a:cubicBezTo>
                <a:cubicBezTo>
                  <a:pt x="153" y="159"/>
                  <a:pt x="154" y="159"/>
                  <a:pt x="154" y="159"/>
                </a:cubicBezTo>
                <a:cubicBezTo>
                  <a:pt x="155" y="159"/>
                  <a:pt x="157" y="158"/>
                  <a:pt x="158" y="157"/>
                </a:cubicBezTo>
                <a:cubicBezTo>
                  <a:pt x="159" y="156"/>
                  <a:pt x="160" y="154"/>
                  <a:pt x="159" y="152"/>
                </a:cubicBezTo>
                <a:lnTo>
                  <a:pt x="148" y="119"/>
                </a:lnTo>
                <a:close/>
                <a:moveTo>
                  <a:pt x="120" y="138"/>
                </a:moveTo>
                <a:cubicBezTo>
                  <a:pt x="120" y="138"/>
                  <a:pt x="120" y="138"/>
                  <a:pt x="119" y="138"/>
                </a:cubicBezTo>
                <a:cubicBezTo>
                  <a:pt x="118" y="138"/>
                  <a:pt x="117" y="138"/>
                  <a:pt x="117" y="139"/>
                </a:cubicBezTo>
                <a:cubicBezTo>
                  <a:pt x="105" y="146"/>
                  <a:pt x="92" y="149"/>
                  <a:pt x="79" y="149"/>
                </a:cubicBezTo>
                <a:cubicBezTo>
                  <a:pt x="41" y="149"/>
                  <a:pt x="9" y="118"/>
                  <a:pt x="9" y="79"/>
                </a:cubicBezTo>
                <a:cubicBezTo>
                  <a:pt x="9" y="41"/>
                  <a:pt x="41" y="9"/>
                  <a:pt x="79" y="9"/>
                </a:cubicBezTo>
                <a:cubicBezTo>
                  <a:pt x="118" y="9"/>
                  <a:pt x="150" y="41"/>
                  <a:pt x="150" y="79"/>
                </a:cubicBezTo>
                <a:cubicBezTo>
                  <a:pt x="150" y="92"/>
                  <a:pt x="146" y="105"/>
                  <a:pt x="139" y="116"/>
                </a:cubicBezTo>
                <a:cubicBezTo>
                  <a:pt x="138" y="118"/>
                  <a:pt x="137" y="119"/>
                  <a:pt x="138" y="120"/>
                </a:cubicBezTo>
                <a:cubicBezTo>
                  <a:pt x="147" y="146"/>
                  <a:pt x="147" y="146"/>
                  <a:pt x="147" y="146"/>
                </a:cubicBezTo>
                <a:lnTo>
                  <a:pt x="120" y="138"/>
                </a:lnTo>
                <a:close/>
                <a:moveTo>
                  <a:pt x="80" y="65"/>
                </a:moveTo>
                <a:cubicBezTo>
                  <a:pt x="86" y="66"/>
                  <a:pt x="91" y="69"/>
                  <a:pt x="92" y="75"/>
                </a:cubicBezTo>
                <a:cubicBezTo>
                  <a:pt x="93" y="77"/>
                  <a:pt x="95" y="78"/>
                  <a:pt x="97" y="78"/>
                </a:cubicBezTo>
                <a:cubicBezTo>
                  <a:pt x="97" y="78"/>
                  <a:pt x="98" y="78"/>
                  <a:pt x="98" y="78"/>
                </a:cubicBezTo>
                <a:cubicBezTo>
                  <a:pt x="101" y="77"/>
                  <a:pt x="102" y="75"/>
                  <a:pt x="102" y="72"/>
                </a:cubicBezTo>
                <a:cubicBezTo>
                  <a:pt x="99" y="63"/>
                  <a:pt x="90" y="57"/>
                  <a:pt x="81" y="56"/>
                </a:cubicBezTo>
                <a:cubicBezTo>
                  <a:pt x="78" y="56"/>
                  <a:pt x="76" y="58"/>
                  <a:pt x="76" y="60"/>
                </a:cubicBezTo>
                <a:cubicBezTo>
                  <a:pt x="75" y="63"/>
                  <a:pt x="77" y="65"/>
                  <a:pt x="80" y="65"/>
                </a:cubicBezTo>
                <a:close/>
                <a:moveTo>
                  <a:pt x="85" y="19"/>
                </a:moveTo>
                <a:cubicBezTo>
                  <a:pt x="83" y="19"/>
                  <a:pt x="80" y="21"/>
                  <a:pt x="80" y="23"/>
                </a:cubicBezTo>
                <a:cubicBezTo>
                  <a:pt x="80" y="26"/>
                  <a:pt x="82" y="28"/>
                  <a:pt x="85" y="28"/>
                </a:cubicBezTo>
                <a:cubicBezTo>
                  <a:pt x="108" y="30"/>
                  <a:pt x="126" y="48"/>
                  <a:pt x="130" y="70"/>
                </a:cubicBezTo>
                <a:cubicBezTo>
                  <a:pt x="131" y="73"/>
                  <a:pt x="132" y="74"/>
                  <a:pt x="135" y="74"/>
                </a:cubicBezTo>
                <a:cubicBezTo>
                  <a:pt x="135" y="74"/>
                  <a:pt x="135" y="74"/>
                  <a:pt x="135" y="74"/>
                </a:cubicBezTo>
                <a:cubicBezTo>
                  <a:pt x="138" y="74"/>
                  <a:pt x="139" y="71"/>
                  <a:pt x="139" y="69"/>
                </a:cubicBezTo>
                <a:cubicBezTo>
                  <a:pt x="135" y="43"/>
                  <a:pt x="113" y="22"/>
                  <a:pt x="85" y="19"/>
                </a:cubicBezTo>
                <a:close/>
                <a:moveTo>
                  <a:pt x="83" y="47"/>
                </a:moveTo>
                <a:cubicBezTo>
                  <a:pt x="96" y="48"/>
                  <a:pt x="107" y="58"/>
                  <a:pt x="111" y="71"/>
                </a:cubicBezTo>
                <a:cubicBezTo>
                  <a:pt x="111" y="73"/>
                  <a:pt x="113" y="74"/>
                  <a:pt x="115" y="74"/>
                </a:cubicBezTo>
                <a:cubicBezTo>
                  <a:pt x="116" y="74"/>
                  <a:pt x="116" y="74"/>
                  <a:pt x="117" y="74"/>
                </a:cubicBezTo>
                <a:cubicBezTo>
                  <a:pt x="119" y="73"/>
                  <a:pt x="120" y="71"/>
                  <a:pt x="120" y="68"/>
                </a:cubicBezTo>
                <a:cubicBezTo>
                  <a:pt x="115" y="52"/>
                  <a:pt x="101" y="39"/>
                  <a:pt x="83" y="37"/>
                </a:cubicBezTo>
                <a:cubicBezTo>
                  <a:pt x="80" y="37"/>
                  <a:pt x="78" y="39"/>
                  <a:pt x="78" y="42"/>
                </a:cubicBezTo>
                <a:cubicBezTo>
                  <a:pt x="78" y="45"/>
                  <a:pt x="80" y="47"/>
                  <a:pt x="83" y="4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7" name="Freeform 105">
            <a:extLst>
              <a:ext uri="{FF2B5EF4-FFF2-40B4-BE49-F238E27FC236}">
                <a16:creationId xmlns:a16="http://schemas.microsoft.com/office/drawing/2014/main" id="{73700B40-E56C-4957-8407-4E8DBD856B4E}"/>
              </a:ext>
            </a:extLst>
          </p:cNvPr>
          <p:cNvSpPr>
            <a:spLocks noEditPoints="1"/>
          </p:cNvSpPr>
          <p:nvPr/>
        </p:nvSpPr>
        <p:spPr bwMode="auto">
          <a:xfrm>
            <a:off x="8229818" y="4582397"/>
            <a:ext cx="378486" cy="378486"/>
          </a:xfrm>
          <a:custGeom>
            <a:avLst/>
            <a:gdLst>
              <a:gd name="T0" fmla="*/ 140 w 160"/>
              <a:gd name="T1" fmla="*/ 99 h 160"/>
              <a:gd name="T2" fmla="*/ 94 w 160"/>
              <a:gd name="T3" fmla="*/ 99 h 160"/>
              <a:gd name="T4" fmla="*/ 80 w 160"/>
              <a:gd name="T5" fmla="*/ 136 h 160"/>
              <a:gd name="T6" fmla="*/ 66 w 160"/>
              <a:gd name="T7" fmla="*/ 99 h 160"/>
              <a:gd name="T8" fmla="*/ 19 w 160"/>
              <a:gd name="T9" fmla="*/ 99 h 160"/>
              <a:gd name="T10" fmla="*/ 0 w 160"/>
              <a:gd name="T11" fmla="*/ 155 h 160"/>
              <a:gd name="T12" fmla="*/ 155 w 160"/>
              <a:gd name="T13" fmla="*/ 160 h 160"/>
              <a:gd name="T14" fmla="*/ 133 w 160"/>
              <a:gd name="T15" fmla="*/ 117 h 160"/>
              <a:gd name="T16" fmla="*/ 56 w 160"/>
              <a:gd name="T17" fmla="*/ 99 h 160"/>
              <a:gd name="T18" fmla="*/ 28 w 160"/>
              <a:gd name="T19" fmla="*/ 99 h 160"/>
              <a:gd name="T20" fmla="*/ 9 w 160"/>
              <a:gd name="T21" fmla="*/ 150 h 160"/>
              <a:gd name="T22" fmla="*/ 74 w 160"/>
              <a:gd name="T23" fmla="*/ 150 h 160"/>
              <a:gd name="T24" fmla="*/ 117 w 160"/>
              <a:gd name="T25" fmla="*/ 85 h 160"/>
              <a:gd name="T26" fmla="*/ 117 w 160"/>
              <a:gd name="T27" fmla="*/ 113 h 160"/>
              <a:gd name="T28" fmla="*/ 117 w 160"/>
              <a:gd name="T29" fmla="*/ 85 h 160"/>
              <a:gd name="T30" fmla="*/ 117 w 160"/>
              <a:gd name="T31" fmla="*/ 122 h 160"/>
              <a:gd name="T32" fmla="*/ 84 w 160"/>
              <a:gd name="T33" fmla="*/ 150 h 160"/>
              <a:gd name="T34" fmla="*/ 36 w 160"/>
              <a:gd name="T35" fmla="*/ 47 h 160"/>
              <a:gd name="T36" fmla="*/ 40 w 160"/>
              <a:gd name="T37" fmla="*/ 66 h 160"/>
              <a:gd name="T38" fmla="*/ 45 w 160"/>
              <a:gd name="T39" fmla="*/ 65 h 160"/>
              <a:gd name="T40" fmla="*/ 96 w 160"/>
              <a:gd name="T41" fmla="*/ 47 h 160"/>
              <a:gd name="T42" fmla="*/ 116 w 160"/>
              <a:gd name="T43" fmla="*/ 66 h 160"/>
              <a:gd name="T44" fmla="*/ 120 w 160"/>
              <a:gd name="T45" fmla="*/ 62 h 160"/>
              <a:gd name="T46" fmla="*/ 134 w 160"/>
              <a:gd name="T47" fmla="*/ 47 h 160"/>
              <a:gd name="T48" fmla="*/ 148 w 160"/>
              <a:gd name="T49" fmla="*/ 14 h 160"/>
              <a:gd name="T50" fmla="*/ 22 w 160"/>
              <a:gd name="T51" fmla="*/ 0 h 160"/>
              <a:gd name="T52" fmla="*/ 7 w 160"/>
              <a:gd name="T53" fmla="*/ 33 h 160"/>
              <a:gd name="T54" fmla="*/ 19 w 160"/>
              <a:gd name="T55" fmla="*/ 14 h 160"/>
              <a:gd name="T56" fmla="*/ 133 w 160"/>
              <a:gd name="T57" fmla="*/ 9 h 160"/>
              <a:gd name="T58" fmla="*/ 137 w 160"/>
              <a:gd name="T59" fmla="*/ 13 h 160"/>
              <a:gd name="T60" fmla="*/ 133 w 160"/>
              <a:gd name="T61" fmla="*/ 38 h 160"/>
              <a:gd name="T62" fmla="*/ 112 w 160"/>
              <a:gd name="T63" fmla="*/ 43 h 160"/>
              <a:gd name="T64" fmla="*/ 101 w 160"/>
              <a:gd name="T65" fmla="*/ 40 h 160"/>
              <a:gd name="T66" fmla="*/ 60 w 160"/>
              <a:gd name="T67" fmla="*/ 38 h 160"/>
              <a:gd name="T68" fmla="*/ 46 w 160"/>
              <a:gd name="T69" fmla="*/ 50 h 160"/>
              <a:gd name="T70" fmla="*/ 41 w 160"/>
              <a:gd name="T71" fmla="*/ 38 h 160"/>
              <a:gd name="T72" fmla="*/ 19 w 160"/>
              <a:gd name="T73" fmla="*/ 33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60" h="160">
                <a:moveTo>
                  <a:pt x="133" y="117"/>
                </a:moveTo>
                <a:cubicBezTo>
                  <a:pt x="137" y="112"/>
                  <a:pt x="140" y="106"/>
                  <a:pt x="140" y="99"/>
                </a:cubicBezTo>
                <a:cubicBezTo>
                  <a:pt x="140" y="87"/>
                  <a:pt x="130" y="76"/>
                  <a:pt x="117" y="76"/>
                </a:cubicBezTo>
                <a:cubicBezTo>
                  <a:pt x="104" y="76"/>
                  <a:pt x="94" y="87"/>
                  <a:pt x="94" y="99"/>
                </a:cubicBezTo>
                <a:cubicBezTo>
                  <a:pt x="94" y="106"/>
                  <a:pt x="96" y="112"/>
                  <a:pt x="101" y="117"/>
                </a:cubicBezTo>
                <a:cubicBezTo>
                  <a:pt x="92" y="120"/>
                  <a:pt x="84" y="127"/>
                  <a:pt x="80" y="136"/>
                </a:cubicBezTo>
                <a:cubicBezTo>
                  <a:pt x="75" y="127"/>
                  <a:pt x="67" y="120"/>
                  <a:pt x="58" y="117"/>
                </a:cubicBezTo>
                <a:cubicBezTo>
                  <a:pt x="63" y="112"/>
                  <a:pt x="66" y="106"/>
                  <a:pt x="66" y="99"/>
                </a:cubicBezTo>
                <a:cubicBezTo>
                  <a:pt x="66" y="87"/>
                  <a:pt x="56" y="76"/>
                  <a:pt x="43" y="76"/>
                </a:cubicBezTo>
                <a:cubicBezTo>
                  <a:pt x="30" y="76"/>
                  <a:pt x="19" y="87"/>
                  <a:pt x="19" y="99"/>
                </a:cubicBezTo>
                <a:cubicBezTo>
                  <a:pt x="19" y="106"/>
                  <a:pt x="22" y="112"/>
                  <a:pt x="27" y="117"/>
                </a:cubicBezTo>
                <a:cubicBezTo>
                  <a:pt x="11" y="123"/>
                  <a:pt x="0" y="138"/>
                  <a:pt x="0" y="155"/>
                </a:cubicBezTo>
                <a:cubicBezTo>
                  <a:pt x="0" y="158"/>
                  <a:pt x="3" y="160"/>
                  <a:pt x="6" y="160"/>
                </a:cubicBezTo>
                <a:cubicBezTo>
                  <a:pt x="155" y="160"/>
                  <a:pt x="155" y="160"/>
                  <a:pt x="155" y="160"/>
                </a:cubicBezTo>
                <a:cubicBezTo>
                  <a:pt x="158" y="160"/>
                  <a:pt x="160" y="158"/>
                  <a:pt x="160" y="155"/>
                </a:cubicBezTo>
                <a:cubicBezTo>
                  <a:pt x="159" y="137"/>
                  <a:pt x="148" y="122"/>
                  <a:pt x="133" y="117"/>
                </a:cubicBezTo>
                <a:close/>
                <a:moveTo>
                  <a:pt x="42" y="85"/>
                </a:moveTo>
                <a:cubicBezTo>
                  <a:pt x="49" y="85"/>
                  <a:pt x="56" y="92"/>
                  <a:pt x="56" y="99"/>
                </a:cubicBezTo>
                <a:cubicBezTo>
                  <a:pt x="56" y="107"/>
                  <a:pt x="49" y="113"/>
                  <a:pt x="42" y="113"/>
                </a:cubicBezTo>
                <a:cubicBezTo>
                  <a:pt x="34" y="113"/>
                  <a:pt x="28" y="107"/>
                  <a:pt x="28" y="99"/>
                </a:cubicBezTo>
                <a:cubicBezTo>
                  <a:pt x="28" y="92"/>
                  <a:pt x="34" y="85"/>
                  <a:pt x="42" y="85"/>
                </a:cubicBezTo>
                <a:close/>
                <a:moveTo>
                  <a:pt x="9" y="150"/>
                </a:moveTo>
                <a:cubicBezTo>
                  <a:pt x="11" y="135"/>
                  <a:pt x="25" y="122"/>
                  <a:pt x="42" y="122"/>
                </a:cubicBezTo>
                <a:cubicBezTo>
                  <a:pt x="58" y="122"/>
                  <a:pt x="72" y="135"/>
                  <a:pt x="74" y="150"/>
                </a:cubicBezTo>
                <a:lnTo>
                  <a:pt x="9" y="150"/>
                </a:lnTo>
                <a:close/>
                <a:moveTo>
                  <a:pt x="117" y="85"/>
                </a:moveTo>
                <a:cubicBezTo>
                  <a:pt x="124" y="85"/>
                  <a:pt x="131" y="92"/>
                  <a:pt x="131" y="99"/>
                </a:cubicBezTo>
                <a:cubicBezTo>
                  <a:pt x="131" y="107"/>
                  <a:pt x="124" y="113"/>
                  <a:pt x="117" y="113"/>
                </a:cubicBezTo>
                <a:cubicBezTo>
                  <a:pt x="109" y="113"/>
                  <a:pt x="103" y="107"/>
                  <a:pt x="103" y="99"/>
                </a:cubicBezTo>
                <a:cubicBezTo>
                  <a:pt x="103" y="92"/>
                  <a:pt x="109" y="85"/>
                  <a:pt x="117" y="85"/>
                </a:cubicBezTo>
                <a:close/>
                <a:moveTo>
                  <a:pt x="84" y="150"/>
                </a:moveTo>
                <a:cubicBezTo>
                  <a:pt x="86" y="135"/>
                  <a:pt x="100" y="122"/>
                  <a:pt x="117" y="122"/>
                </a:cubicBezTo>
                <a:cubicBezTo>
                  <a:pt x="133" y="122"/>
                  <a:pt x="147" y="135"/>
                  <a:pt x="149" y="150"/>
                </a:cubicBezTo>
                <a:lnTo>
                  <a:pt x="84" y="150"/>
                </a:lnTo>
                <a:close/>
                <a:moveTo>
                  <a:pt x="22" y="47"/>
                </a:moveTo>
                <a:cubicBezTo>
                  <a:pt x="36" y="47"/>
                  <a:pt x="36" y="47"/>
                  <a:pt x="36" y="47"/>
                </a:cubicBezTo>
                <a:cubicBezTo>
                  <a:pt x="36" y="62"/>
                  <a:pt x="36" y="62"/>
                  <a:pt x="36" y="62"/>
                </a:cubicBezTo>
                <a:cubicBezTo>
                  <a:pt x="37" y="64"/>
                  <a:pt x="38" y="66"/>
                  <a:pt x="40" y="66"/>
                </a:cubicBezTo>
                <a:cubicBezTo>
                  <a:pt x="40" y="66"/>
                  <a:pt x="41" y="66"/>
                  <a:pt x="42" y="66"/>
                </a:cubicBezTo>
                <a:cubicBezTo>
                  <a:pt x="43" y="66"/>
                  <a:pt x="44" y="66"/>
                  <a:pt x="45" y="65"/>
                </a:cubicBezTo>
                <a:cubicBezTo>
                  <a:pt x="62" y="47"/>
                  <a:pt x="62" y="47"/>
                  <a:pt x="62" y="47"/>
                </a:cubicBezTo>
                <a:cubicBezTo>
                  <a:pt x="96" y="47"/>
                  <a:pt x="96" y="47"/>
                  <a:pt x="96" y="47"/>
                </a:cubicBezTo>
                <a:cubicBezTo>
                  <a:pt x="113" y="65"/>
                  <a:pt x="113" y="65"/>
                  <a:pt x="113" y="65"/>
                </a:cubicBezTo>
                <a:cubicBezTo>
                  <a:pt x="113" y="66"/>
                  <a:pt x="115" y="66"/>
                  <a:pt x="116" y="66"/>
                </a:cubicBezTo>
                <a:cubicBezTo>
                  <a:pt x="116" y="66"/>
                  <a:pt x="117" y="66"/>
                  <a:pt x="118" y="66"/>
                </a:cubicBezTo>
                <a:cubicBezTo>
                  <a:pt x="119" y="66"/>
                  <a:pt x="120" y="63"/>
                  <a:pt x="120" y="62"/>
                </a:cubicBezTo>
                <a:cubicBezTo>
                  <a:pt x="120" y="47"/>
                  <a:pt x="120" y="47"/>
                  <a:pt x="120" y="47"/>
                </a:cubicBezTo>
                <a:cubicBezTo>
                  <a:pt x="134" y="47"/>
                  <a:pt x="134" y="47"/>
                  <a:pt x="134" y="47"/>
                </a:cubicBezTo>
                <a:cubicBezTo>
                  <a:pt x="142" y="47"/>
                  <a:pt x="148" y="40"/>
                  <a:pt x="148" y="33"/>
                </a:cubicBezTo>
                <a:cubicBezTo>
                  <a:pt x="148" y="14"/>
                  <a:pt x="148" y="14"/>
                  <a:pt x="148" y="14"/>
                </a:cubicBezTo>
                <a:cubicBezTo>
                  <a:pt x="148" y="7"/>
                  <a:pt x="142" y="0"/>
                  <a:pt x="134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14" y="0"/>
                  <a:pt x="7" y="7"/>
                  <a:pt x="7" y="14"/>
                </a:cubicBezTo>
                <a:cubicBezTo>
                  <a:pt x="7" y="33"/>
                  <a:pt x="7" y="33"/>
                  <a:pt x="7" y="33"/>
                </a:cubicBezTo>
                <a:cubicBezTo>
                  <a:pt x="7" y="40"/>
                  <a:pt x="14" y="47"/>
                  <a:pt x="22" y="47"/>
                </a:cubicBezTo>
                <a:close/>
                <a:moveTo>
                  <a:pt x="19" y="14"/>
                </a:moveTo>
                <a:cubicBezTo>
                  <a:pt x="19" y="12"/>
                  <a:pt x="21" y="9"/>
                  <a:pt x="23" y="9"/>
                </a:cubicBezTo>
                <a:cubicBezTo>
                  <a:pt x="133" y="9"/>
                  <a:pt x="133" y="9"/>
                  <a:pt x="133" y="9"/>
                </a:cubicBezTo>
                <a:cubicBezTo>
                  <a:pt x="133" y="9"/>
                  <a:pt x="133" y="9"/>
                  <a:pt x="133" y="10"/>
                </a:cubicBezTo>
                <a:cubicBezTo>
                  <a:pt x="135" y="10"/>
                  <a:pt x="136" y="9"/>
                  <a:pt x="137" y="13"/>
                </a:cubicBezTo>
                <a:cubicBezTo>
                  <a:pt x="138" y="17"/>
                  <a:pt x="138" y="30"/>
                  <a:pt x="137" y="34"/>
                </a:cubicBezTo>
                <a:cubicBezTo>
                  <a:pt x="136" y="38"/>
                  <a:pt x="134" y="37"/>
                  <a:pt x="133" y="38"/>
                </a:cubicBezTo>
                <a:cubicBezTo>
                  <a:pt x="117" y="38"/>
                  <a:pt x="117" y="38"/>
                  <a:pt x="117" y="38"/>
                </a:cubicBezTo>
                <a:cubicBezTo>
                  <a:pt x="114" y="38"/>
                  <a:pt x="112" y="40"/>
                  <a:pt x="112" y="43"/>
                </a:cubicBezTo>
                <a:cubicBezTo>
                  <a:pt x="112" y="50"/>
                  <a:pt x="112" y="50"/>
                  <a:pt x="112" y="50"/>
                </a:cubicBezTo>
                <a:cubicBezTo>
                  <a:pt x="101" y="40"/>
                  <a:pt x="101" y="40"/>
                  <a:pt x="101" y="40"/>
                </a:cubicBezTo>
                <a:cubicBezTo>
                  <a:pt x="101" y="38"/>
                  <a:pt x="99" y="38"/>
                  <a:pt x="98" y="38"/>
                </a:cubicBezTo>
                <a:cubicBezTo>
                  <a:pt x="60" y="38"/>
                  <a:pt x="60" y="38"/>
                  <a:pt x="60" y="38"/>
                </a:cubicBezTo>
                <a:cubicBezTo>
                  <a:pt x="59" y="38"/>
                  <a:pt x="58" y="38"/>
                  <a:pt x="57" y="40"/>
                </a:cubicBezTo>
                <a:cubicBezTo>
                  <a:pt x="46" y="50"/>
                  <a:pt x="46" y="50"/>
                  <a:pt x="46" y="50"/>
                </a:cubicBezTo>
                <a:cubicBezTo>
                  <a:pt x="46" y="43"/>
                  <a:pt x="46" y="43"/>
                  <a:pt x="46" y="43"/>
                </a:cubicBezTo>
                <a:cubicBezTo>
                  <a:pt x="46" y="40"/>
                  <a:pt x="44" y="38"/>
                  <a:pt x="41" y="38"/>
                </a:cubicBezTo>
                <a:cubicBezTo>
                  <a:pt x="23" y="38"/>
                  <a:pt x="23" y="38"/>
                  <a:pt x="23" y="38"/>
                </a:cubicBezTo>
                <a:cubicBezTo>
                  <a:pt x="21" y="38"/>
                  <a:pt x="19" y="36"/>
                  <a:pt x="19" y="33"/>
                </a:cubicBezTo>
                <a:lnTo>
                  <a:pt x="19" y="1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E19EBAC-B021-47A6-90A9-9346D9BC4367}"/>
              </a:ext>
            </a:extLst>
          </p:cNvPr>
          <p:cNvSpPr/>
          <p:nvPr/>
        </p:nvSpPr>
        <p:spPr>
          <a:xfrm>
            <a:off x="762888" y="2288171"/>
            <a:ext cx="560200" cy="560200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91655F4-6675-4BAD-BC02-83938E71BF00}"/>
              </a:ext>
            </a:extLst>
          </p:cNvPr>
          <p:cNvSpPr/>
          <p:nvPr/>
        </p:nvSpPr>
        <p:spPr>
          <a:xfrm>
            <a:off x="734878" y="3768669"/>
            <a:ext cx="616220" cy="6162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C4CD7E0A-CA41-4C34-BE0B-4B17006AAE1D}"/>
              </a:ext>
            </a:extLst>
          </p:cNvPr>
          <p:cNvSpPr/>
          <p:nvPr/>
        </p:nvSpPr>
        <p:spPr>
          <a:xfrm>
            <a:off x="762888" y="5247022"/>
            <a:ext cx="560200" cy="560200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reeform 149">
            <a:extLst>
              <a:ext uri="{FF2B5EF4-FFF2-40B4-BE49-F238E27FC236}">
                <a16:creationId xmlns:a16="http://schemas.microsoft.com/office/drawing/2014/main" id="{B545E0CB-BE75-4D69-830E-75674606F11C}"/>
              </a:ext>
            </a:extLst>
          </p:cNvPr>
          <p:cNvSpPr>
            <a:spLocks/>
          </p:cNvSpPr>
          <p:nvPr/>
        </p:nvSpPr>
        <p:spPr bwMode="auto">
          <a:xfrm>
            <a:off x="887397" y="3963447"/>
            <a:ext cx="311182" cy="226664"/>
          </a:xfrm>
          <a:custGeom>
            <a:avLst/>
            <a:gdLst>
              <a:gd name="T0" fmla="*/ 55 w 162"/>
              <a:gd name="T1" fmla="*/ 118 h 118"/>
              <a:gd name="T2" fmla="*/ 48 w 162"/>
              <a:gd name="T3" fmla="*/ 115 h 118"/>
              <a:gd name="T4" fmla="*/ 4 w 162"/>
              <a:gd name="T5" fmla="*/ 70 h 118"/>
              <a:gd name="T6" fmla="*/ 4 w 162"/>
              <a:gd name="T7" fmla="*/ 56 h 118"/>
              <a:gd name="T8" fmla="*/ 18 w 162"/>
              <a:gd name="T9" fmla="*/ 56 h 118"/>
              <a:gd name="T10" fmla="*/ 55 w 162"/>
              <a:gd name="T11" fmla="*/ 93 h 118"/>
              <a:gd name="T12" fmla="*/ 144 w 162"/>
              <a:gd name="T13" fmla="*/ 4 h 118"/>
              <a:gd name="T14" fmla="*/ 158 w 162"/>
              <a:gd name="T15" fmla="*/ 4 h 118"/>
              <a:gd name="T16" fmla="*/ 158 w 162"/>
              <a:gd name="T17" fmla="*/ 18 h 118"/>
              <a:gd name="T18" fmla="*/ 63 w 162"/>
              <a:gd name="T19" fmla="*/ 115 h 118"/>
              <a:gd name="T20" fmla="*/ 55 w 162"/>
              <a:gd name="T21" fmla="*/ 11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62" h="118">
                <a:moveTo>
                  <a:pt x="55" y="118"/>
                </a:moveTo>
                <a:cubicBezTo>
                  <a:pt x="53" y="118"/>
                  <a:pt x="50" y="117"/>
                  <a:pt x="48" y="115"/>
                </a:cubicBezTo>
                <a:cubicBezTo>
                  <a:pt x="4" y="70"/>
                  <a:pt x="4" y="70"/>
                  <a:pt x="4" y="70"/>
                </a:cubicBezTo>
                <a:cubicBezTo>
                  <a:pt x="0" y="66"/>
                  <a:pt x="0" y="60"/>
                  <a:pt x="4" y="56"/>
                </a:cubicBezTo>
                <a:cubicBezTo>
                  <a:pt x="8" y="52"/>
                  <a:pt x="14" y="52"/>
                  <a:pt x="18" y="56"/>
                </a:cubicBezTo>
                <a:cubicBezTo>
                  <a:pt x="55" y="93"/>
                  <a:pt x="55" y="93"/>
                  <a:pt x="55" y="93"/>
                </a:cubicBezTo>
                <a:cubicBezTo>
                  <a:pt x="144" y="4"/>
                  <a:pt x="144" y="4"/>
                  <a:pt x="144" y="4"/>
                </a:cubicBezTo>
                <a:cubicBezTo>
                  <a:pt x="148" y="0"/>
                  <a:pt x="154" y="0"/>
                  <a:pt x="158" y="4"/>
                </a:cubicBezTo>
                <a:cubicBezTo>
                  <a:pt x="162" y="8"/>
                  <a:pt x="162" y="15"/>
                  <a:pt x="158" y="18"/>
                </a:cubicBezTo>
                <a:cubicBezTo>
                  <a:pt x="63" y="115"/>
                  <a:pt x="63" y="115"/>
                  <a:pt x="63" y="115"/>
                </a:cubicBezTo>
                <a:cubicBezTo>
                  <a:pt x="60" y="117"/>
                  <a:pt x="58" y="118"/>
                  <a:pt x="55" y="11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Freeform 149">
            <a:extLst>
              <a:ext uri="{FF2B5EF4-FFF2-40B4-BE49-F238E27FC236}">
                <a16:creationId xmlns:a16="http://schemas.microsoft.com/office/drawing/2014/main" id="{49938214-122D-4CDF-8ABC-F32407E1894F}"/>
              </a:ext>
            </a:extLst>
          </p:cNvPr>
          <p:cNvSpPr>
            <a:spLocks/>
          </p:cNvSpPr>
          <p:nvPr/>
        </p:nvSpPr>
        <p:spPr bwMode="auto">
          <a:xfrm>
            <a:off x="887397" y="2454939"/>
            <a:ext cx="311182" cy="226664"/>
          </a:xfrm>
          <a:custGeom>
            <a:avLst/>
            <a:gdLst>
              <a:gd name="T0" fmla="*/ 55 w 162"/>
              <a:gd name="T1" fmla="*/ 118 h 118"/>
              <a:gd name="T2" fmla="*/ 48 w 162"/>
              <a:gd name="T3" fmla="*/ 115 h 118"/>
              <a:gd name="T4" fmla="*/ 4 w 162"/>
              <a:gd name="T5" fmla="*/ 70 h 118"/>
              <a:gd name="T6" fmla="*/ 4 w 162"/>
              <a:gd name="T7" fmla="*/ 56 h 118"/>
              <a:gd name="T8" fmla="*/ 18 w 162"/>
              <a:gd name="T9" fmla="*/ 56 h 118"/>
              <a:gd name="T10" fmla="*/ 55 w 162"/>
              <a:gd name="T11" fmla="*/ 93 h 118"/>
              <a:gd name="T12" fmla="*/ 144 w 162"/>
              <a:gd name="T13" fmla="*/ 4 h 118"/>
              <a:gd name="T14" fmla="*/ 158 w 162"/>
              <a:gd name="T15" fmla="*/ 4 h 118"/>
              <a:gd name="T16" fmla="*/ 158 w 162"/>
              <a:gd name="T17" fmla="*/ 18 h 118"/>
              <a:gd name="T18" fmla="*/ 63 w 162"/>
              <a:gd name="T19" fmla="*/ 115 h 118"/>
              <a:gd name="T20" fmla="*/ 55 w 162"/>
              <a:gd name="T21" fmla="*/ 11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62" h="118">
                <a:moveTo>
                  <a:pt x="55" y="118"/>
                </a:moveTo>
                <a:cubicBezTo>
                  <a:pt x="53" y="118"/>
                  <a:pt x="50" y="117"/>
                  <a:pt x="48" y="115"/>
                </a:cubicBezTo>
                <a:cubicBezTo>
                  <a:pt x="4" y="70"/>
                  <a:pt x="4" y="70"/>
                  <a:pt x="4" y="70"/>
                </a:cubicBezTo>
                <a:cubicBezTo>
                  <a:pt x="0" y="66"/>
                  <a:pt x="0" y="60"/>
                  <a:pt x="4" y="56"/>
                </a:cubicBezTo>
                <a:cubicBezTo>
                  <a:pt x="8" y="52"/>
                  <a:pt x="14" y="52"/>
                  <a:pt x="18" y="56"/>
                </a:cubicBezTo>
                <a:cubicBezTo>
                  <a:pt x="55" y="93"/>
                  <a:pt x="55" y="93"/>
                  <a:pt x="55" y="93"/>
                </a:cubicBezTo>
                <a:cubicBezTo>
                  <a:pt x="144" y="4"/>
                  <a:pt x="144" y="4"/>
                  <a:pt x="144" y="4"/>
                </a:cubicBezTo>
                <a:cubicBezTo>
                  <a:pt x="148" y="0"/>
                  <a:pt x="154" y="0"/>
                  <a:pt x="158" y="4"/>
                </a:cubicBezTo>
                <a:cubicBezTo>
                  <a:pt x="162" y="8"/>
                  <a:pt x="162" y="15"/>
                  <a:pt x="158" y="18"/>
                </a:cubicBezTo>
                <a:cubicBezTo>
                  <a:pt x="63" y="115"/>
                  <a:pt x="63" y="115"/>
                  <a:pt x="63" y="115"/>
                </a:cubicBezTo>
                <a:cubicBezTo>
                  <a:pt x="60" y="117"/>
                  <a:pt x="58" y="118"/>
                  <a:pt x="55" y="118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" name="Freeform 149">
            <a:extLst>
              <a:ext uri="{FF2B5EF4-FFF2-40B4-BE49-F238E27FC236}">
                <a16:creationId xmlns:a16="http://schemas.microsoft.com/office/drawing/2014/main" id="{94647FBC-4A07-4115-95DF-4C33350C2507}"/>
              </a:ext>
            </a:extLst>
          </p:cNvPr>
          <p:cNvSpPr>
            <a:spLocks/>
          </p:cNvSpPr>
          <p:nvPr/>
        </p:nvSpPr>
        <p:spPr bwMode="auto">
          <a:xfrm>
            <a:off x="887397" y="5413790"/>
            <a:ext cx="311182" cy="226664"/>
          </a:xfrm>
          <a:custGeom>
            <a:avLst/>
            <a:gdLst>
              <a:gd name="T0" fmla="*/ 55 w 162"/>
              <a:gd name="T1" fmla="*/ 118 h 118"/>
              <a:gd name="T2" fmla="*/ 48 w 162"/>
              <a:gd name="T3" fmla="*/ 115 h 118"/>
              <a:gd name="T4" fmla="*/ 4 w 162"/>
              <a:gd name="T5" fmla="*/ 70 h 118"/>
              <a:gd name="T6" fmla="*/ 4 w 162"/>
              <a:gd name="T7" fmla="*/ 56 h 118"/>
              <a:gd name="T8" fmla="*/ 18 w 162"/>
              <a:gd name="T9" fmla="*/ 56 h 118"/>
              <a:gd name="T10" fmla="*/ 55 w 162"/>
              <a:gd name="T11" fmla="*/ 93 h 118"/>
              <a:gd name="T12" fmla="*/ 144 w 162"/>
              <a:gd name="T13" fmla="*/ 4 h 118"/>
              <a:gd name="T14" fmla="*/ 158 w 162"/>
              <a:gd name="T15" fmla="*/ 4 h 118"/>
              <a:gd name="T16" fmla="*/ 158 w 162"/>
              <a:gd name="T17" fmla="*/ 18 h 118"/>
              <a:gd name="T18" fmla="*/ 63 w 162"/>
              <a:gd name="T19" fmla="*/ 115 h 118"/>
              <a:gd name="T20" fmla="*/ 55 w 162"/>
              <a:gd name="T21" fmla="*/ 11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62" h="118">
                <a:moveTo>
                  <a:pt x="55" y="118"/>
                </a:moveTo>
                <a:cubicBezTo>
                  <a:pt x="53" y="118"/>
                  <a:pt x="50" y="117"/>
                  <a:pt x="48" y="115"/>
                </a:cubicBezTo>
                <a:cubicBezTo>
                  <a:pt x="4" y="70"/>
                  <a:pt x="4" y="70"/>
                  <a:pt x="4" y="70"/>
                </a:cubicBezTo>
                <a:cubicBezTo>
                  <a:pt x="0" y="66"/>
                  <a:pt x="0" y="60"/>
                  <a:pt x="4" y="56"/>
                </a:cubicBezTo>
                <a:cubicBezTo>
                  <a:pt x="8" y="52"/>
                  <a:pt x="14" y="52"/>
                  <a:pt x="18" y="56"/>
                </a:cubicBezTo>
                <a:cubicBezTo>
                  <a:pt x="55" y="93"/>
                  <a:pt x="55" y="93"/>
                  <a:pt x="55" y="93"/>
                </a:cubicBezTo>
                <a:cubicBezTo>
                  <a:pt x="144" y="4"/>
                  <a:pt x="144" y="4"/>
                  <a:pt x="144" y="4"/>
                </a:cubicBezTo>
                <a:cubicBezTo>
                  <a:pt x="148" y="0"/>
                  <a:pt x="154" y="0"/>
                  <a:pt x="158" y="4"/>
                </a:cubicBezTo>
                <a:cubicBezTo>
                  <a:pt x="162" y="8"/>
                  <a:pt x="162" y="15"/>
                  <a:pt x="158" y="18"/>
                </a:cubicBezTo>
                <a:cubicBezTo>
                  <a:pt x="63" y="115"/>
                  <a:pt x="63" y="115"/>
                  <a:pt x="63" y="115"/>
                </a:cubicBezTo>
                <a:cubicBezTo>
                  <a:pt x="60" y="117"/>
                  <a:pt x="58" y="118"/>
                  <a:pt x="55" y="118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230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/>
      <p:bldP spid="28" grpId="0"/>
      <p:bldP spid="12" grpId="0"/>
      <p:bldP spid="15" grpId="0" animBg="1"/>
      <p:bldP spid="16" grpId="0" animBg="1"/>
      <p:bldP spid="17" grpId="0" animBg="1"/>
      <p:bldP spid="18" grpId="0" animBg="1"/>
      <p:bldP spid="57" grpId="0" animBg="1"/>
      <p:bldP spid="58" grpId="0" animBg="1"/>
      <p:bldP spid="74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D831C44F-5062-4035-8F8C-771DEC43E75D}"/>
              </a:ext>
            </a:extLst>
          </p:cNvPr>
          <p:cNvSpPr txBox="1"/>
          <p:nvPr/>
        </p:nvSpPr>
        <p:spPr>
          <a:xfrm>
            <a:off x="717044" y="695610"/>
            <a:ext cx="6269544" cy="65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500" dirty="0">
                <a:solidFill>
                  <a:schemeClr val="accent2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Competitive</a:t>
            </a:r>
            <a:r>
              <a:rPr lang="en-US" sz="3500" dirty="0">
                <a:latin typeface="Poppins SemiBold" panose="00000700000000000000" pitchFamily="50" charset="0"/>
                <a:cs typeface="Poppins SemiBold" panose="00000700000000000000" pitchFamily="50" charset="0"/>
              </a:rPr>
              <a:t> Advantages</a:t>
            </a:r>
          </a:p>
        </p:txBody>
      </p:sp>
      <p:graphicFrame>
        <p:nvGraphicFramePr>
          <p:cNvPr id="24" name="Chart 23">
            <a:extLst>
              <a:ext uri="{FF2B5EF4-FFF2-40B4-BE49-F238E27FC236}">
                <a16:creationId xmlns:a16="http://schemas.microsoft.com/office/drawing/2014/main" id="{5F1BB36A-0231-4824-9744-A850506899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54245645"/>
              </p:ext>
            </p:extLst>
          </p:nvPr>
        </p:nvGraphicFramePr>
        <p:xfrm>
          <a:off x="713744" y="4955939"/>
          <a:ext cx="1455070" cy="1370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5" name="Chart 24">
            <a:extLst>
              <a:ext uri="{FF2B5EF4-FFF2-40B4-BE49-F238E27FC236}">
                <a16:creationId xmlns:a16="http://schemas.microsoft.com/office/drawing/2014/main" id="{B6DE66A2-9F49-4323-A7C6-3A8B0C25E0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20254025"/>
              </p:ext>
            </p:extLst>
          </p:nvPr>
        </p:nvGraphicFramePr>
        <p:xfrm>
          <a:off x="2543890" y="4959617"/>
          <a:ext cx="1455070" cy="1370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Prevalence">
            <a:extLst>
              <a:ext uri="{FF2B5EF4-FFF2-40B4-BE49-F238E27FC236}">
                <a16:creationId xmlns:a16="http://schemas.microsoft.com/office/drawing/2014/main" id="{6AE26B15-6503-4072-B27A-9C03FBD45F27}"/>
              </a:ext>
            </a:extLst>
          </p:cNvPr>
          <p:cNvSpPr/>
          <p:nvPr/>
        </p:nvSpPr>
        <p:spPr>
          <a:xfrm>
            <a:off x="1199813" y="5548123"/>
            <a:ext cx="518793" cy="223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6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86%</a:t>
            </a:r>
            <a:endParaRPr sz="1600" dirty="0">
              <a:solidFill>
                <a:schemeClr val="tx1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27" name="Prevalence">
            <a:extLst>
              <a:ext uri="{FF2B5EF4-FFF2-40B4-BE49-F238E27FC236}">
                <a16:creationId xmlns:a16="http://schemas.microsoft.com/office/drawing/2014/main" id="{05D85398-5322-442C-92D4-5469E6B60531}"/>
              </a:ext>
            </a:extLst>
          </p:cNvPr>
          <p:cNvSpPr/>
          <p:nvPr/>
        </p:nvSpPr>
        <p:spPr>
          <a:xfrm>
            <a:off x="2999541" y="5547288"/>
            <a:ext cx="518793" cy="223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6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23%</a:t>
            </a:r>
            <a:endParaRPr sz="1600" dirty="0">
              <a:solidFill>
                <a:schemeClr val="tx1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0F4F27D-D190-4C5B-8443-B29A25C8CFC1}"/>
              </a:ext>
            </a:extLst>
          </p:cNvPr>
          <p:cNvSpPr txBox="1"/>
          <p:nvPr/>
        </p:nvSpPr>
        <p:spPr>
          <a:xfrm>
            <a:off x="765313" y="2289089"/>
            <a:ext cx="2764696" cy="598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6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Explain Your Product unique selling point brief</a:t>
            </a:r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46E5F153-8EEF-4EF2-A2C1-F61190C49BC4}"/>
              </a:ext>
            </a:extLst>
          </p:cNvPr>
          <p:cNvSpPr>
            <a:spLocks noEditPoints="1"/>
          </p:cNvSpPr>
          <p:nvPr/>
        </p:nvSpPr>
        <p:spPr bwMode="auto">
          <a:xfrm>
            <a:off x="7085475" y="3047981"/>
            <a:ext cx="749253" cy="1652402"/>
          </a:xfrm>
          <a:custGeom>
            <a:avLst/>
            <a:gdLst>
              <a:gd name="T0" fmla="*/ 212 w 427"/>
              <a:gd name="T1" fmla="*/ 200 h 943"/>
              <a:gd name="T2" fmla="*/ 312 w 427"/>
              <a:gd name="T3" fmla="*/ 100 h 943"/>
              <a:gd name="T4" fmla="*/ 212 w 427"/>
              <a:gd name="T5" fmla="*/ 0 h 943"/>
              <a:gd name="T6" fmla="*/ 112 w 427"/>
              <a:gd name="T7" fmla="*/ 100 h 943"/>
              <a:gd name="T8" fmla="*/ 212 w 427"/>
              <a:gd name="T9" fmla="*/ 200 h 943"/>
              <a:gd name="T10" fmla="*/ 385 w 427"/>
              <a:gd name="T11" fmla="*/ 341 h 943"/>
              <a:gd name="T12" fmla="*/ 272 w 427"/>
              <a:gd name="T13" fmla="*/ 223 h 943"/>
              <a:gd name="T14" fmla="*/ 155 w 427"/>
              <a:gd name="T15" fmla="*/ 223 h 943"/>
              <a:gd name="T16" fmla="*/ 41 w 427"/>
              <a:gd name="T17" fmla="*/ 341 h 943"/>
              <a:gd name="T18" fmla="*/ 0 w 427"/>
              <a:gd name="T19" fmla="*/ 646 h 943"/>
              <a:gd name="T20" fmla="*/ 31 w 427"/>
              <a:gd name="T21" fmla="*/ 682 h 943"/>
              <a:gd name="T22" fmla="*/ 61 w 427"/>
              <a:gd name="T23" fmla="*/ 646 h 943"/>
              <a:gd name="T24" fmla="*/ 103 w 427"/>
              <a:gd name="T25" fmla="*/ 319 h 943"/>
              <a:gd name="T26" fmla="*/ 120 w 427"/>
              <a:gd name="T27" fmla="*/ 319 h 943"/>
              <a:gd name="T28" fmla="*/ 120 w 427"/>
              <a:gd name="T29" fmla="*/ 323 h 943"/>
              <a:gd name="T30" fmla="*/ 76 w 427"/>
              <a:gd name="T31" fmla="*/ 686 h 943"/>
              <a:gd name="T32" fmla="*/ 94 w 427"/>
              <a:gd name="T33" fmla="*/ 710 h 943"/>
              <a:gd name="T34" fmla="*/ 120 w 427"/>
              <a:gd name="T35" fmla="*/ 710 h 943"/>
              <a:gd name="T36" fmla="*/ 120 w 427"/>
              <a:gd name="T37" fmla="*/ 897 h 943"/>
              <a:gd name="T38" fmla="*/ 160 w 427"/>
              <a:gd name="T39" fmla="*/ 943 h 943"/>
              <a:gd name="T40" fmla="*/ 200 w 427"/>
              <a:gd name="T41" fmla="*/ 897 h 943"/>
              <a:gd name="T42" fmla="*/ 200 w 427"/>
              <a:gd name="T43" fmla="*/ 710 h 943"/>
              <a:gd name="T44" fmla="*/ 226 w 427"/>
              <a:gd name="T45" fmla="*/ 710 h 943"/>
              <a:gd name="T46" fmla="*/ 226 w 427"/>
              <a:gd name="T47" fmla="*/ 897 h 943"/>
              <a:gd name="T48" fmla="*/ 266 w 427"/>
              <a:gd name="T49" fmla="*/ 943 h 943"/>
              <a:gd name="T50" fmla="*/ 306 w 427"/>
              <a:gd name="T51" fmla="*/ 897 h 943"/>
              <a:gd name="T52" fmla="*/ 306 w 427"/>
              <a:gd name="T53" fmla="*/ 710 h 943"/>
              <a:gd name="T54" fmla="*/ 332 w 427"/>
              <a:gd name="T55" fmla="*/ 710 h 943"/>
              <a:gd name="T56" fmla="*/ 350 w 427"/>
              <a:gd name="T57" fmla="*/ 686 h 943"/>
              <a:gd name="T58" fmla="*/ 306 w 427"/>
              <a:gd name="T59" fmla="*/ 319 h 943"/>
              <a:gd name="T60" fmla="*/ 324 w 427"/>
              <a:gd name="T61" fmla="*/ 319 h 943"/>
              <a:gd name="T62" fmla="*/ 366 w 427"/>
              <a:gd name="T63" fmla="*/ 646 h 943"/>
              <a:gd name="T64" fmla="*/ 396 w 427"/>
              <a:gd name="T65" fmla="*/ 682 h 943"/>
              <a:gd name="T66" fmla="*/ 427 w 427"/>
              <a:gd name="T67" fmla="*/ 646 h 943"/>
              <a:gd name="T68" fmla="*/ 385 w 427"/>
              <a:gd name="T69" fmla="*/ 341 h 9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427" h="943">
                <a:moveTo>
                  <a:pt x="212" y="200"/>
                </a:moveTo>
                <a:cubicBezTo>
                  <a:pt x="267" y="200"/>
                  <a:pt x="312" y="156"/>
                  <a:pt x="312" y="100"/>
                </a:cubicBezTo>
                <a:cubicBezTo>
                  <a:pt x="312" y="45"/>
                  <a:pt x="267" y="0"/>
                  <a:pt x="212" y="0"/>
                </a:cubicBezTo>
                <a:cubicBezTo>
                  <a:pt x="157" y="0"/>
                  <a:pt x="112" y="45"/>
                  <a:pt x="112" y="100"/>
                </a:cubicBezTo>
                <a:cubicBezTo>
                  <a:pt x="112" y="156"/>
                  <a:pt x="157" y="200"/>
                  <a:pt x="212" y="200"/>
                </a:cubicBezTo>
                <a:close/>
                <a:moveTo>
                  <a:pt x="385" y="341"/>
                </a:moveTo>
                <a:cubicBezTo>
                  <a:pt x="372" y="249"/>
                  <a:pt x="328" y="223"/>
                  <a:pt x="272" y="223"/>
                </a:cubicBezTo>
                <a:cubicBezTo>
                  <a:pt x="155" y="223"/>
                  <a:pt x="155" y="223"/>
                  <a:pt x="155" y="223"/>
                </a:cubicBezTo>
                <a:cubicBezTo>
                  <a:pt x="109" y="223"/>
                  <a:pt x="55" y="236"/>
                  <a:pt x="41" y="341"/>
                </a:cubicBezTo>
                <a:cubicBezTo>
                  <a:pt x="0" y="646"/>
                  <a:pt x="0" y="646"/>
                  <a:pt x="0" y="646"/>
                </a:cubicBezTo>
                <a:cubicBezTo>
                  <a:pt x="0" y="666"/>
                  <a:pt x="14" y="682"/>
                  <a:pt x="31" y="682"/>
                </a:cubicBezTo>
                <a:cubicBezTo>
                  <a:pt x="47" y="682"/>
                  <a:pt x="61" y="666"/>
                  <a:pt x="61" y="646"/>
                </a:cubicBezTo>
                <a:cubicBezTo>
                  <a:pt x="103" y="319"/>
                  <a:pt x="103" y="319"/>
                  <a:pt x="103" y="319"/>
                </a:cubicBezTo>
                <a:cubicBezTo>
                  <a:pt x="120" y="319"/>
                  <a:pt x="120" y="319"/>
                  <a:pt x="120" y="319"/>
                </a:cubicBezTo>
                <a:cubicBezTo>
                  <a:pt x="120" y="323"/>
                  <a:pt x="120" y="323"/>
                  <a:pt x="120" y="323"/>
                </a:cubicBezTo>
                <a:cubicBezTo>
                  <a:pt x="76" y="686"/>
                  <a:pt x="76" y="686"/>
                  <a:pt x="76" y="686"/>
                </a:cubicBezTo>
                <a:cubicBezTo>
                  <a:pt x="73" y="708"/>
                  <a:pt x="81" y="710"/>
                  <a:pt x="94" y="710"/>
                </a:cubicBezTo>
                <a:cubicBezTo>
                  <a:pt x="120" y="710"/>
                  <a:pt x="120" y="710"/>
                  <a:pt x="120" y="710"/>
                </a:cubicBezTo>
                <a:cubicBezTo>
                  <a:pt x="120" y="897"/>
                  <a:pt x="120" y="897"/>
                  <a:pt x="120" y="897"/>
                </a:cubicBezTo>
                <a:cubicBezTo>
                  <a:pt x="120" y="922"/>
                  <a:pt x="138" y="943"/>
                  <a:pt x="160" y="943"/>
                </a:cubicBezTo>
                <a:cubicBezTo>
                  <a:pt x="182" y="943"/>
                  <a:pt x="200" y="922"/>
                  <a:pt x="200" y="897"/>
                </a:cubicBezTo>
                <a:cubicBezTo>
                  <a:pt x="200" y="710"/>
                  <a:pt x="200" y="710"/>
                  <a:pt x="200" y="710"/>
                </a:cubicBezTo>
                <a:cubicBezTo>
                  <a:pt x="226" y="710"/>
                  <a:pt x="226" y="710"/>
                  <a:pt x="226" y="710"/>
                </a:cubicBezTo>
                <a:cubicBezTo>
                  <a:pt x="226" y="897"/>
                  <a:pt x="226" y="897"/>
                  <a:pt x="226" y="897"/>
                </a:cubicBezTo>
                <a:cubicBezTo>
                  <a:pt x="226" y="922"/>
                  <a:pt x="244" y="943"/>
                  <a:pt x="266" y="943"/>
                </a:cubicBezTo>
                <a:cubicBezTo>
                  <a:pt x="288" y="943"/>
                  <a:pt x="306" y="922"/>
                  <a:pt x="306" y="897"/>
                </a:cubicBezTo>
                <a:cubicBezTo>
                  <a:pt x="306" y="710"/>
                  <a:pt x="306" y="710"/>
                  <a:pt x="306" y="710"/>
                </a:cubicBezTo>
                <a:cubicBezTo>
                  <a:pt x="332" y="710"/>
                  <a:pt x="332" y="710"/>
                  <a:pt x="332" y="710"/>
                </a:cubicBezTo>
                <a:cubicBezTo>
                  <a:pt x="345" y="710"/>
                  <a:pt x="353" y="708"/>
                  <a:pt x="350" y="686"/>
                </a:cubicBezTo>
                <a:cubicBezTo>
                  <a:pt x="306" y="319"/>
                  <a:pt x="306" y="319"/>
                  <a:pt x="306" y="319"/>
                </a:cubicBezTo>
                <a:cubicBezTo>
                  <a:pt x="324" y="319"/>
                  <a:pt x="324" y="319"/>
                  <a:pt x="324" y="319"/>
                </a:cubicBezTo>
                <a:cubicBezTo>
                  <a:pt x="366" y="646"/>
                  <a:pt x="366" y="646"/>
                  <a:pt x="366" y="646"/>
                </a:cubicBezTo>
                <a:cubicBezTo>
                  <a:pt x="366" y="666"/>
                  <a:pt x="379" y="682"/>
                  <a:pt x="396" y="682"/>
                </a:cubicBezTo>
                <a:cubicBezTo>
                  <a:pt x="413" y="682"/>
                  <a:pt x="427" y="666"/>
                  <a:pt x="427" y="646"/>
                </a:cubicBezTo>
                <a:lnTo>
                  <a:pt x="385" y="34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" name="Freeform 6">
            <a:extLst>
              <a:ext uri="{FF2B5EF4-FFF2-40B4-BE49-F238E27FC236}">
                <a16:creationId xmlns:a16="http://schemas.microsoft.com/office/drawing/2014/main" id="{AF606405-DDF0-485E-BE8B-603C69830444}"/>
              </a:ext>
            </a:extLst>
          </p:cNvPr>
          <p:cNvSpPr>
            <a:spLocks noEditPoints="1"/>
          </p:cNvSpPr>
          <p:nvPr/>
        </p:nvSpPr>
        <p:spPr bwMode="auto">
          <a:xfrm>
            <a:off x="10051578" y="3047981"/>
            <a:ext cx="693087" cy="1652400"/>
          </a:xfrm>
          <a:custGeom>
            <a:avLst/>
            <a:gdLst>
              <a:gd name="T0" fmla="*/ 196 w 395"/>
              <a:gd name="T1" fmla="*/ 200 h 943"/>
              <a:gd name="T2" fmla="*/ 296 w 395"/>
              <a:gd name="T3" fmla="*/ 100 h 943"/>
              <a:gd name="T4" fmla="*/ 196 w 395"/>
              <a:gd name="T5" fmla="*/ 0 h 943"/>
              <a:gd name="T6" fmla="*/ 96 w 395"/>
              <a:gd name="T7" fmla="*/ 100 h 943"/>
              <a:gd name="T8" fmla="*/ 196 w 395"/>
              <a:gd name="T9" fmla="*/ 200 h 943"/>
              <a:gd name="T10" fmla="*/ 312 w 395"/>
              <a:gd name="T11" fmla="*/ 223 h 943"/>
              <a:gd name="T12" fmla="*/ 83 w 395"/>
              <a:gd name="T13" fmla="*/ 223 h 943"/>
              <a:gd name="T14" fmla="*/ 0 w 395"/>
              <a:gd name="T15" fmla="*/ 306 h 943"/>
              <a:gd name="T16" fmla="*/ 0 w 395"/>
              <a:gd name="T17" fmla="*/ 646 h 943"/>
              <a:gd name="T18" fmla="*/ 35 w 395"/>
              <a:gd name="T19" fmla="*/ 682 h 943"/>
              <a:gd name="T20" fmla="*/ 70 w 395"/>
              <a:gd name="T21" fmla="*/ 646 h 943"/>
              <a:gd name="T22" fmla="*/ 70 w 395"/>
              <a:gd name="T23" fmla="*/ 319 h 943"/>
              <a:gd name="T24" fmla="*/ 90 w 395"/>
              <a:gd name="T25" fmla="*/ 319 h 943"/>
              <a:gd name="T26" fmla="*/ 90 w 395"/>
              <a:gd name="T27" fmla="*/ 897 h 943"/>
              <a:gd name="T28" fmla="*/ 136 w 395"/>
              <a:gd name="T29" fmla="*/ 943 h 943"/>
              <a:gd name="T30" fmla="*/ 182 w 395"/>
              <a:gd name="T31" fmla="*/ 897 h 943"/>
              <a:gd name="T32" fmla="*/ 182 w 395"/>
              <a:gd name="T33" fmla="*/ 602 h 943"/>
              <a:gd name="T34" fmla="*/ 212 w 395"/>
              <a:gd name="T35" fmla="*/ 602 h 943"/>
              <a:gd name="T36" fmla="*/ 212 w 395"/>
              <a:gd name="T37" fmla="*/ 897 h 943"/>
              <a:gd name="T38" fmla="*/ 257 w 395"/>
              <a:gd name="T39" fmla="*/ 943 h 943"/>
              <a:gd name="T40" fmla="*/ 303 w 395"/>
              <a:gd name="T41" fmla="*/ 897 h 943"/>
              <a:gd name="T42" fmla="*/ 303 w 395"/>
              <a:gd name="T43" fmla="*/ 319 h 943"/>
              <a:gd name="T44" fmla="*/ 325 w 395"/>
              <a:gd name="T45" fmla="*/ 319 h 943"/>
              <a:gd name="T46" fmla="*/ 325 w 395"/>
              <a:gd name="T47" fmla="*/ 646 h 943"/>
              <a:gd name="T48" fmla="*/ 360 w 395"/>
              <a:gd name="T49" fmla="*/ 682 h 943"/>
              <a:gd name="T50" fmla="*/ 395 w 395"/>
              <a:gd name="T51" fmla="*/ 646 h 943"/>
              <a:gd name="T52" fmla="*/ 395 w 395"/>
              <a:gd name="T53" fmla="*/ 306 h 943"/>
              <a:gd name="T54" fmla="*/ 312 w 395"/>
              <a:gd name="T55" fmla="*/ 223 h 9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395" h="943">
                <a:moveTo>
                  <a:pt x="196" y="200"/>
                </a:moveTo>
                <a:cubicBezTo>
                  <a:pt x="251" y="200"/>
                  <a:pt x="296" y="156"/>
                  <a:pt x="296" y="100"/>
                </a:cubicBezTo>
                <a:cubicBezTo>
                  <a:pt x="296" y="45"/>
                  <a:pt x="251" y="0"/>
                  <a:pt x="196" y="0"/>
                </a:cubicBezTo>
                <a:cubicBezTo>
                  <a:pt x="141" y="0"/>
                  <a:pt x="96" y="45"/>
                  <a:pt x="96" y="100"/>
                </a:cubicBezTo>
                <a:cubicBezTo>
                  <a:pt x="96" y="156"/>
                  <a:pt x="141" y="200"/>
                  <a:pt x="196" y="200"/>
                </a:cubicBezTo>
                <a:close/>
                <a:moveTo>
                  <a:pt x="312" y="223"/>
                </a:moveTo>
                <a:cubicBezTo>
                  <a:pt x="83" y="223"/>
                  <a:pt x="83" y="223"/>
                  <a:pt x="83" y="223"/>
                </a:cubicBezTo>
                <a:cubicBezTo>
                  <a:pt x="30" y="223"/>
                  <a:pt x="0" y="249"/>
                  <a:pt x="0" y="306"/>
                </a:cubicBezTo>
                <a:cubicBezTo>
                  <a:pt x="0" y="646"/>
                  <a:pt x="0" y="646"/>
                  <a:pt x="0" y="646"/>
                </a:cubicBezTo>
                <a:cubicBezTo>
                  <a:pt x="0" y="666"/>
                  <a:pt x="16" y="682"/>
                  <a:pt x="35" y="682"/>
                </a:cubicBezTo>
                <a:cubicBezTo>
                  <a:pt x="54" y="682"/>
                  <a:pt x="70" y="666"/>
                  <a:pt x="70" y="646"/>
                </a:cubicBezTo>
                <a:cubicBezTo>
                  <a:pt x="70" y="319"/>
                  <a:pt x="70" y="319"/>
                  <a:pt x="70" y="319"/>
                </a:cubicBezTo>
                <a:cubicBezTo>
                  <a:pt x="90" y="319"/>
                  <a:pt x="90" y="319"/>
                  <a:pt x="90" y="319"/>
                </a:cubicBezTo>
                <a:cubicBezTo>
                  <a:pt x="90" y="897"/>
                  <a:pt x="90" y="897"/>
                  <a:pt x="90" y="897"/>
                </a:cubicBezTo>
                <a:cubicBezTo>
                  <a:pt x="90" y="922"/>
                  <a:pt x="110" y="943"/>
                  <a:pt x="136" y="943"/>
                </a:cubicBezTo>
                <a:cubicBezTo>
                  <a:pt x="161" y="943"/>
                  <a:pt x="182" y="922"/>
                  <a:pt x="182" y="897"/>
                </a:cubicBezTo>
                <a:cubicBezTo>
                  <a:pt x="182" y="602"/>
                  <a:pt x="182" y="602"/>
                  <a:pt x="182" y="602"/>
                </a:cubicBezTo>
                <a:cubicBezTo>
                  <a:pt x="212" y="602"/>
                  <a:pt x="212" y="602"/>
                  <a:pt x="212" y="602"/>
                </a:cubicBezTo>
                <a:cubicBezTo>
                  <a:pt x="212" y="897"/>
                  <a:pt x="212" y="897"/>
                  <a:pt x="212" y="897"/>
                </a:cubicBezTo>
                <a:cubicBezTo>
                  <a:pt x="212" y="922"/>
                  <a:pt x="232" y="943"/>
                  <a:pt x="257" y="943"/>
                </a:cubicBezTo>
                <a:cubicBezTo>
                  <a:pt x="283" y="943"/>
                  <a:pt x="303" y="922"/>
                  <a:pt x="303" y="897"/>
                </a:cubicBezTo>
                <a:cubicBezTo>
                  <a:pt x="303" y="319"/>
                  <a:pt x="303" y="319"/>
                  <a:pt x="303" y="319"/>
                </a:cubicBezTo>
                <a:cubicBezTo>
                  <a:pt x="325" y="319"/>
                  <a:pt x="325" y="319"/>
                  <a:pt x="325" y="319"/>
                </a:cubicBezTo>
                <a:cubicBezTo>
                  <a:pt x="325" y="646"/>
                  <a:pt x="325" y="646"/>
                  <a:pt x="325" y="646"/>
                </a:cubicBezTo>
                <a:cubicBezTo>
                  <a:pt x="325" y="666"/>
                  <a:pt x="340" y="682"/>
                  <a:pt x="360" y="682"/>
                </a:cubicBezTo>
                <a:cubicBezTo>
                  <a:pt x="379" y="682"/>
                  <a:pt x="395" y="666"/>
                  <a:pt x="395" y="646"/>
                </a:cubicBezTo>
                <a:cubicBezTo>
                  <a:pt x="395" y="306"/>
                  <a:pt x="395" y="306"/>
                  <a:pt x="395" y="306"/>
                </a:cubicBezTo>
                <a:cubicBezTo>
                  <a:pt x="395" y="257"/>
                  <a:pt x="377" y="223"/>
                  <a:pt x="312" y="22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277FEDC-A070-4464-8B07-068876C3B263}"/>
              </a:ext>
            </a:extLst>
          </p:cNvPr>
          <p:cNvSpPr/>
          <p:nvPr/>
        </p:nvSpPr>
        <p:spPr>
          <a:xfrm>
            <a:off x="6976978" y="2600375"/>
            <a:ext cx="966243" cy="2869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500" dirty="0">
                <a:latin typeface="Poppins Medium" panose="00000600000000000000" pitchFamily="50" charset="0"/>
                <a:ea typeface="Open Sans" panose="020B0606030504020204" pitchFamily="34" charset="0"/>
                <a:cs typeface="Poppins Medium" panose="00000600000000000000" pitchFamily="50" charset="0"/>
              </a:rPr>
              <a:t>Female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0A3A3A5-B09E-4373-8F17-A4C99F270DC8}"/>
              </a:ext>
            </a:extLst>
          </p:cNvPr>
          <p:cNvSpPr/>
          <p:nvPr/>
        </p:nvSpPr>
        <p:spPr>
          <a:xfrm>
            <a:off x="9914998" y="2600375"/>
            <a:ext cx="966243" cy="2869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500" dirty="0">
                <a:latin typeface="Poppins Medium" panose="00000600000000000000" pitchFamily="50" charset="0"/>
                <a:ea typeface="Open Sans" panose="020B0606030504020204" pitchFamily="34" charset="0"/>
                <a:cs typeface="Poppins Medium" panose="00000600000000000000" pitchFamily="50" charset="0"/>
              </a:rPr>
              <a:t>Male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B233CE4-1702-48A0-B75B-603FDFA6C33E}"/>
              </a:ext>
            </a:extLst>
          </p:cNvPr>
          <p:cNvCxnSpPr>
            <a:cxnSpLocks/>
          </p:cNvCxnSpPr>
          <p:nvPr/>
        </p:nvCxnSpPr>
        <p:spPr>
          <a:xfrm>
            <a:off x="8895561" y="2688038"/>
            <a:ext cx="0" cy="29974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76B5603-EA27-48B9-B35A-C5C3E3EF249D}"/>
              </a:ext>
            </a:extLst>
          </p:cNvPr>
          <p:cNvCxnSpPr>
            <a:cxnSpLocks/>
          </p:cNvCxnSpPr>
          <p:nvPr/>
        </p:nvCxnSpPr>
        <p:spPr>
          <a:xfrm>
            <a:off x="8313106" y="4194506"/>
            <a:ext cx="112771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D8D7FB1A-1904-4A91-80F9-3D262A097550}"/>
              </a:ext>
            </a:extLst>
          </p:cNvPr>
          <p:cNvSpPr/>
          <p:nvPr/>
        </p:nvSpPr>
        <p:spPr>
          <a:xfrm>
            <a:off x="7064876" y="5082083"/>
            <a:ext cx="91403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dirty="0">
                <a:solidFill>
                  <a:schemeClr val="accent1"/>
                </a:solidFill>
                <a:latin typeface="Poppins Medium" panose="00000600000000000000" pitchFamily="50" charset="0"/>
                <a:ea typeface="Open Sans" panose="020B0606030504020204" pitchFamily="34" charset="0"/>
                <a:cs typeface="Poppins Medium" panose="00000600000000000000" pitchFamily="50" charset="0"/>
              </a:rPr>
              <a:t>30%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397534C-DE98-4620-9979-D89F371FC5D2}"/>
              </a:ext>
            </a:extLst>
          </p:cNvPr>
          <p:cNvSpPr/>
          <p:nvPr/>
        </p:nvSpPr>
        <p:spPr>
          <a:xfrm>
            <a:off x="10019694" y="5082083"/>
            <a:ext cx="90120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dirty="0">
                <a:solidFill>
                  <a:schemeClr val="accent1"/>
                </a:solidFill>
                <a:latin typeface="Poppins Medium" panose="00000600000000000000" pitchFamily="50" charset="0"/>
                <a:ea typeface="Open Sans" panose="020B0606030504020204" pitchFamily="34" charset="0"/>
                <a:cs typeface="Poppins Medium" panose="00000600000000000000" pitchFamily="50" charset="0"/>
              </a:rPr>
              <a:t>70%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18F2638-3439-4B27-93E2-98CD446D7614}"/>
              </a:ext>
            </a:extLst>
          </p:cNvPr>
          <p:cNvSpPr txBox="1"/>
          <p:nvPr/>
        </p:nvSpPr>
        <p:spPr>
          <a:xfrm>
            <a:off x="767450" y="3980228"/>
            <a:ext cx="4242699" cy="484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variations of passages of Ipsum available, but the have alteration you repeat predefined chunks.</a:t>
            </a:r>
            <a:endParaRPr lang="en-US" sz="1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B4DC3D5-963E-4D28-A558-6B7837304064}"/>
              </a:ext>
            </a:extLst>
          </p:cNvPr>
          <p:cNvSpPr txBox="1"/>
          <p:nvPr/>
        </p:nvSpPr>
        <p:spPr>
          <a:xfrm>
            <a:off x="767451" y="3177670"/>
            <a:ext cx="4242699" cy="580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20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variations of passages of Lorem Ipsum available, the or randomized words which</a:t>
            </a:r>
            <a:endParaRPr lang="en-US" sz="1200" i="1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6986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8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4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9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5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Graphic spid="24" grpId="0">
        <p:bldAsOne/>
      </p:bldGraphic>
      <p:bldGraphic spid="25" grpId="0">
        <p:bldAsOne/>
      </p:bldGraphic>
      <p:bldP spid="26" grpId="0" animBg="1"/>
      <p:bldP spid="27" grpId="0" animBg="1"/>
      <p:bldP spid="28" grpId="0"/>
      <p:bldP spid="14" grpId="0" animBg="1"/>
      <p:bldP spid="15" grpId="0" animBg="1"/>
      <p:bldP spid="16" grpId="0"/>
      <p:bldP spid="17" grpId="0"/>
      <p:bldP spid="48" grpId="0"/>
      <p:bldP spid="49" grpId="0"/>
      <p:bldP spid="6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4C9D51-E925-42A6-B2F9-6872F8AD4547}"/>
              </a:ext>
            </a:extLst>
          </p:cNvPr>
          <p:cNvSpPr txBox="1"/>
          <p:nvPr/>
        </p:nvSpPr>
        <p:spPr>
          <a:xfrm>
            <a:off x="714289" y="704773"/>
            <a:ext cx="3943294" cy="65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500" dirty="0">
                <a:solidFill>
                  <a:schemeClr val="accent2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SWOT</a:t>
            </a:r>
            <a:r>
              <a:rPr lang="en-US" sz="3500" dirty="0">
                <a:solidFill>
                  <a:schemeClr val="bg1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 Analysis</a:t>
            </a:r>
          </a:p>
        </p:txBody>
      </p:sp>
      <p:sp>
        <p:nvSpPr>
          <p:cNvPr id="31" name="Prevalence">
            <a:extLst>
              <a:ext uri="{FF2B5EF4-FFF2-40B4-BE49-F238E27FC236}">
                <a16:creationId xmlns:a16="http://schemas.microsoft.com/office/drawing/2014/main" id="{A3929FB4-A3DB-4A16-8D2C-7811571FF212}"/>
              </a:ext>
            </a:extLst>
          </p:cNvPr>
          <p:cNvSpPr/>
          <p:nvPr/>
        </p:nvSpPr>
        <p:spPr>
          <a:xfrm>
            <a:off x="1429266" y="2945488"/>
            <a:ext cx="2005578" cy="19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rPr lang="af-ZA" sz="14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Strengths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3263318-2EB5-4B6D-ACEA-D49342095D75}"/>
              </a:ext>
            </a:extLst>
          </p:cNvPr>
          <p:cNvSpPr txBox="1"/>
          <p:nvPr/>
        </p:nvSpPr>
        <p:spPr>
          <a:xfrm>
            <a:off x="1322937" y="3251988"/>
            <a:ext cx="2337966" cy="6896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Ipsum, but the </a:t>
            </a:r>
          </a:p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have suffered alteration in some randomized believable.</a:t>
            </a:r>
            <a:endParaRPr lang="en-US" sz="10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527E21E-0575-49AC-BAC3-A8E8F835469B}"/>
              </a:ext>
            </a:extLst>
          </p:cNvPr>
          <p:cNvCxnSpPr>
            <a:cxnSpLocks/>
          </p:cNvCxnSpPr>
          <p:nvPr/>
        </p:nvCxnSpPr>
        <p:spPr>
          <a:xfrm>
            <a:off x="853995" y="3021057"/>
            <a:ext cx="268179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Prevalence">
            <a:extLst>
              <a:ext uri="{FF2B5EF4-FFF2-40B4-BE49-F238E27FC236}">
                <a16:creationId xmlns:a16="http://schemas.microsoft.com/office/drawing/2014/main" id="{B97B7950-669D-4380-9708-19C3C4CC7DEA}"/>
              </a:ext>
            </a:extLst>
          </p:cNvPr>
          <p:cNvSpPr/>
          <p:nvPr/>
        </p:nvSpPr>
        <p:spPr>
          <a:xfrm>
            <a:off x="1429265" y="4807311"/>
            <a:ext cx="1808159" cy="19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rPr lang="af-ZA" sz="14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Opportunities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1FBD78E-AEDD-4EE8-B776-C79351C565C8}"/>
              </a:ext>
            </a:extLst>
          </p:cNvPr>
          <p:cNvSpPr txBox="1"/>
          <p:nvPr/>
        </p:nvSpPr>
        <p:spPr>
          <a:xfrm>
            <a:off x="1322937" y="5071284"/>
            <a:ext cx="2337966" cy="6896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Ipsum, but the </a:t>
            </a:r>
          </a:p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have suffered alteration in some randomized believable.</a:t>
            </a:r>
            <a:endParaRPr lang="en-US" sz="10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B555047-6B39-4B84-955E-8E51948BC65B}"/>
              </a:ext>
            </a:extLst>
          </p:cNvPr>
          <p:cNvCxnSpPr>
            <a:cxnSpLocks/>
          </p:cNvCxnSpPr>
          <p:nvPr/>
        </p:nvCxnSpPr>
        <p:spPr>
          <a:xfrm>
            <a:off x="853995" y="4885225"/>
            <a:ext cx="268179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Prevalence">
            <a:extLst>
              <a:ext uri="{FF2B5EF4-FFF2-40B4-BE49-F238E27FC236}">
                <a16:creationId xmlns:a16="http://schemas.microsoft.com/office/drawing/2014/main" id="{3B48D5B3-E57A-4621-814E-949C13EF9EEB}"/>
              </a:ext>
            </a:extLst>
          </p:cNvPr>
          <p:cNvSpPr/>
          <p:nvPr/>
        </p:nvSpPr>
        <p:spPr>
          <a:xfrm>
            <a:off x="9153810" y="2945488"/>
            <a:ext cx="1650804" cy="19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rPr lang="af-ZA" sz="14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Weaknesses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1411451-471B-46E4-B90F-6D7A54ABC665}"/>
              </a:ext>
            </a:extLst>
          </p:cNvPr>
          <p:cNvSpPr txBox="1"/>
          <p:nvPr/>
        </p:nvSpPr>
        <p:spPr>
          <a:xfrm>
            <a:off x="9047481" y="3251988"/>
            <a:ext cx="2337966" cy="6896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Ipsum, but the </a:t>
            </a:r>
          </a:p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have suffered alteration in some randomized believable.</a:t>
            </a:r>
            <a:endParaRPr lang="en-US" sz="10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6D75BB9-F339-4638-A0A8-84C3D0770809}"/>
              </a:ext>
            </a:extLst>
          </p:cNvPr>
          <p:cNvCxnSpPr>
            <a:cxnSpLocks/>
          </p:cNvCxnSpPr>
          <p:nvPr/>
        </p:nvCxnSpPr>
        <p:spPr>
          <a:xfrm>
            <a:off x="8668734" y="3021057"/>
            <a:ext cx="268179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Prevalence">
            <a:extLst>
              <a:ext uri="{FF2B5EF4-FFF2-40B4-BE49-F238E27FC236}">
                <a16:creationId xmlns:a16="http://schemas.microsoft.com/office/drawing/2014/main" id="{ADA90A98-6445-4381-BCA7-8BAC620CA12A}"/>
              </a:ext>
            </a:extLst>
          </p:cNvPr>
          <p:cNvSpPr/>
          <p:nvPr/>
        </p:nvSpPr>
        <p:spPr>
          <a:xfrm>
            <a:off x="9153810" y="4807315"/>
            <a:ext cx="1650804" cy="19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rPr lang="af-ZA" sz="14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Technology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98F1870-21E6-488B-AF5D-77AAF1894A07}"/>
              </a:ext>
            </a:extLst>
          </p:cNvPr>
          <p:cNvSpPr txBox="1"/>
          <p:nvPr/>
        </p:nvSpPr>
        <p:spPr>
          <a:xfrm>
            <a:off x="9047481" y="5071284"/>
            <a:ext cx="2337966" cy="6896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Ipsum, but the </a:t>
            </a:r>
          </a:p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have suffered alteration in some randomized believable.</a:t>
            </a:r>
            <a:endParaRPr lang="en-US" sz="10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9BDBE025-D96C-4690-BD17-9588FD04105E}"/>
              </a:ext>
            </a:extLst>
          </p:cNvPr>
          <p:cNvCxnSpPr>
            <a:cxnSpLocks/>
          </p:cNvCxnSpPr>
          <p:nvPr/>
        </p:nvCxnSpPr>
        <p:spPr>
          <a:xfrm>
            <a:off x="8668734" y="4885225"/>
            <a:ext cx="268179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Shape">
            <a:extLst>
              <a:ext uri="{FF2B5EF4-FFF2-40B4-BE49-F238E27FC236}">
                <a16:creationId xmlns:a16="http://schemas.microsoft.com/office/drawing/2014/main" id="{6F0DAEDF-164C-48D8-B172-6D4539266DB0}"/>
              </a:ext>
            </a:extLst>
          </p:cNvPr>
          <p:cNvSpPr/>
          <p:nvPr/>
        </p:nvSpPr>
        <p:spPr>
          <a:xfrm>
            <a:off x="4186322" y="3889685"/>
            <a:ext cx="411198" cy="376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0800"/>
                </a:moveTo>
                <a:lnTo>
                  <a:pt x="982" y="10800"/>
                </a:lnTo>
                <a:lnTo>
                  <a:pt x="982" y="9720"/>
                </a:lnTo>
                <a:lnTo>
                  <a:pt x="20618" y="9720"/>
                </a:lnTo>
                <a:cubicBezTo>
                  <a:pt x="20618" y="9720"/>
                  <a:pt x="20618" y="10800"/>
                  <a:pt x="20618" y="10800"/>
                </a:cubicBezTo>
                <a:close/>
                <a:moveTo>
                  <a:pt x="19006" y="14040"/>
                </a:moveTo>
                <a:lnTo>
                  <a:pt x="15735" y="14040"/>
                </a:lnTo>
                <a:lnTo>
                  <a:pt x="16045" y="11880"/>
                </a:lnTo>
                <a:lnTo>
                  <a:pt x="19419" y="11880"/>
                </a:lnTo>
                <a:cubicBezTo>
                  <a:pt x="19419" y="11880"/>
                  <a:pt x="19006" y="14040"/>
                  <a:pt x="19006" y="14040"/>
                </a:cubicBezTo>
                <a:close/>
                <a:moveTo>
                  <a:pt x="18386" y="17280"/>
                </a:moveTo>
                <a:lnTo>
                  <a:pt x="15270" y="17280"/>
                </a:lnTo>
                <a:lnTo>
                  <a:pt x="15580" y="15120"/>
                </a:lnTo>
                <a:lnTo>
                  <a:pt x="18799" y="15120"/>
                </a:lnTo>
                <a:cubicBezTo>
                  <a:pt x="18799" y="15120"/>
                  <a:pt x="18386" y="17280"/>
                  <a:pt x="18386" y="17280"/>
                </a:cubicBezTo>
                <a:close/>
                <a:moveTo>
                  <a:pt x="17766" y="20520"/>
                </a:moveTo>
                <a:lnTo>
                  <a:pt x="14805" y="20520"/>
                </a:lnTo>
                <a:lnTo>
                  <a:pt x="15115" y="18360"/>
                </a:lnTo>
                <a:lnTo>
                  <a:pt x="18179" y="18360"/>
                </a:lnTo>
                <a:cubicBezTo>
                  <a:pt x="18179" y="18360"/>
                  <a:pt x="17766" y="20520"/>
                  <a:pt x="17766" y="20520"/>
                </a:cubicBezTo>
                <a:close/>
                <a:moveTo>
                  <a:pt x="11291" y="14040"/>
                </a:moveTo>
                <a:lnTo>
                  <a:pt x="11291" y="11880"/>
                </a:lnTo>
                <a:lnTo>
                  <a:pt x="15063" y="11880"/>
                </a:lnTo>
                <a:lnTo>
                  <a:pt x="14753" y="14040"/>
                </a:lnTo>
                <a:cubicBezTo>
                  <a:pt x="14753" y="14040"/>
                  <a:pt x="11291" y="14040"/>
                  <a:pt x="11291" y="14040"/>
                </a:cubicBezTo>
                <a:close/>
                <a:moveTo>
                  <a:pt x="14288" y="17280"/>
                </a:moveTo>
                <a:lnTo>
                  <a:pt x="11291" y="17280"/>
                </a:lnTo>
                <a:lnTo>
                  <a:pt x="11291" y="15120"/>
                </a:lnTo>
                <a:lnTo>
                  <a:pt x="14598" y="15120"/>
                </a:lnTo>
                <a:cubicBezTo>
                  <a:pt x="14598" y="15120"/>
                  <a:pt x="14288" y="17280"/>
                  <a:pt x="14288" y="17280"/>
                </a:cubicBezTo>
                <a:close/>
                <a:moveTo>
                  <a:pt x="13823" y="20520"/>
                </a:moveTo>
                <a:lnTo>
                  <a:pt x="11291" y="20520"/>
                </a:lnTo>
                <a:lnTo>
                  <a:pt x="11291" y="18360"/>
                </a:lnTo>
                <a:lnTo>
                  <a:pt x="14133" y="18360"/>
                </a:lnTo>
                <a:cubicBezTo>
                  <a:pt x="14133" y="18360"/>
                  <a:pt x="13823" y="20520"/>
                  <a:pt x="13823" y="20520"/>
                </a:cubicBezTo>
                <a:close/>
                <a:moveTo>
                  <a:pt x="10309" y="14040"/>
                </a:moveTo>
                <a:lnTo>
                  <a:pt x="6847" y="14040"/>
                </a:lnTo>
                <a:lnTo>
                  <a:pt x="6537" y="11880"/>
                </a:lnTo>
                <a:lnTo>
                  <a:pt x="10309" y="11880"/>
                </a:lnTo>
                <a:cubicBezTo>
                  <a:pt x="10309" y="11880"/>
                  <a:pt x="10309" y="14040"/>
                  <a:pt x="10309" y="14040"/>
                </a:cubicBezTo>
                <a:close/>
                <a:moveTo>
                  <a:pt x="10309" y="17280"/>
                </a:moveTo>
                <a:lnTo>
                  <a:pt x="7312" y="17280"/>
                </a:lnTo>
                <a:lnTo>
                  <a:pt x="7002" y="15120"/>
                </a:lnTo>
                <a:lnTo>
                  <a:pt x="10309" y="15120"/>
                </a:lnTo>
                <a:cubicBezTo>
                  <a:pt x="10309" y="15120"/>
                  <a:pt x="10309" y="17280"/>
                  <a:pt x="10309" y="17280"/>
                </a:cubicBezTo>
                <a:close/>
                <a:moveTo>
                  <a:pt x="10309" y="20520"/>
                </a:moveTo>
                <a:lnTo>
                  <a:pt x="7777" y="20520"/>
                </a:lnTo>
                <a:lnTo>
                  <a:pt x="7467" y="18360"/>
                </a:lnTo>
                <a:lnTo>
                  <a:pt x="10309" y="18360"/>
                </a:lnTo>
                <a:cubicBezTo>
                  <a:pt x="10309" y="18360"/>
                  <a:pt x="10309" y="20520"/>
                  <a:pt x="10309" y="20520"/>
                </a:cubicBezTo>
                <a:close/>
                <a:moveTo>
                  <a:pt x="3834" y="20520"/>
                </a:moveTo>
                <a:lnTo>
                  <a:pt x="3421" y="18360"/>
                </a:lnTo>
                <a:lnTo>
                  <a:pt x="6485" y="18360"/>
                </a:lnTo>
                <a:lnTo>
                  <a:pt x="6795" y="20520"/>
                </a:lnTo>
                <a:cubicBezTo>
                  <a:pt x="6795" y="20520"/>
                  <a:pt x="3834" y="20520"/>
                  <a:pt x="3834" y="20520"/>
                </a:cubicBezTo>
                <a:close/>
                <a:moveTo>
                  <a:pt x="2801" y="15120"/>
                </a:moveTo>
                <a:lnTo>
                  <a:pt x="6020" y="15120"/>
                </a:lnTo>
                <a:lnTo>
                  <a:pt x="6330" y="17280"/>
                </a:lnTo>
                <a:lnTo>
                  <a:pt x="3214" y="17280"/>
                </a:lnTo>
                <a:cubicBezTo>
                  <a:pt x="3214" y="17280"/>
                  <a:pt x="2801" y="15120"/>
                  <a:pt x="2801" y="15120"/>
                </a:cubicBezTo>
                <a:close/>
                <a:moveTo>
                  <a:pt x="2181" y="11880"/>
                </a:moveTo>
                <a:lnTo>
                  <a:pt x="5555" y="11880"/>
                </a:lnTo>
                <a:lnTo>
                  <a:pt x="5865" y="14040"/>
                </a:lnTo>
                <a:lnTo>
                  <a:pt x="2594" y="14040"/>
                </a:lnTo>
                <a:cubicBezTo>
                  <a:pt x="2594" y="14040"/>
                  <a:pt x="2181" y="11880"/>
                  <a:pt x="2181" y="11880"/>
                </a:cubicBezTo>
                <a:close/>
                <a:moveTo>
                  <a:pt x="20618" y="8640"/>
                </a:moveTo>
                <a:lnTo>
                  <a:pt x="982" y="8640"/>
                </a:lnTo>
                <a:cubicBezTo>
                  <a:pt x="440" y="8640"/>
                  <a:pt x="0" y="9124"/>
                  <a:pt x="0" y="9720"/>
                </a:cubicBezTo>
                <a:lnTo>
                  <a:pt x="0" y="10800"/>
                </a:lnTo>
                <a:cubicBezTo>
                  <a:pt x="0" y="11397"/>
                  <a:pt x="440" y="11880"/>
                  <a:pt x="982" y="11880"/>
                </a:cubicBezTo>
                <a:lnTo>
                  <a:pt x="1178" y="11880"/>
                </a:lnTo>
                <a:lnTo>
                  <a:pt x="2960" y="21191"/>
                </a:lnTo>
                <a:lnTo>
                  <a:pt x="2969" y="21189"/>
                </a:lnTo>
                <a:cubicBezTo>
                  <a:pt x="3023" y="21423"/>
                  <a:pt x="3207" y="21600"/>
                  <a:pt x="3436" y="21600"/>
                </a:cubicBezTo>
                <a:lnTo>
                  <a:pt x="18164" y="21600"/>
                </a:lnTo>
                <a:cubicBezTo>
                  <a:pt x="18393" y="21600"/>
                  <a:pt x="18577" y="21423"/>
                  <a:pt x="18631" y="21189"/>
                </a:cubicBezTo>
                <a:lnTo>
                  <a:pt x="18640" y="21191"/>
                </a:lnTo>
                <a:lnTo>
                  <a:pt x="20422" y="11880"/>
                </a:lnTo>
                <a:lnTo>
                  <a:pt x="20618" y="11880"/>
                </a:lnTo>
                <a:cubicBezTo>
                  <a:pt x="21160" y="11880"/>
                  <a:pt x="21600" y="11397"/>
                  <a:pt x="21600" y="10800"/>
                </a:cubicBezTo>
                <a:lnTo>
                  <a:pt x="21600" y="9720"/>
                </a:lnTo>
                <a:cubicBezTo>
                  <a:pt x="21600" y="9124"/>
                  <a:pt x="21160" y="8640"/>
                  <a:pt x="20618" y="8640"/>
                </a:cubicBezTo>
                <a:moveTo>
                  <a:pt x="10453" y="7402"/>
                </a:moveTo>
                <a:cubicBezTo>
                  <a:pt x="10542" y="7500"/>
                  <a:pt x="10665" y="7560"/>
                  <a:pt x="10800" y="7560"/>
                </a:cubicBezTo>
                <a:cubicBezTo>
                  <a:pt x="10936" y="7560"/>
                  <a:pt x="11058" y="7500"/>
                  <a:pt x="11147" y="7402"/>
                </a:cubicBezTo>
                <a:lnTo>
                  <a:pt x="13111" y="5242"/>
                </a:lnTo>
                <a:cubicBezTo>
                  <a:pt x="13200" y="5144"/>
                  <a:pt x="13255" y="5009"/>
                  <a:pt x="13255" y="4860"/>
                </a:cubicBezTo>
                <a:cubicBezTo>
                  <a:pt x="13255" y="4562"/>
                  <a:pt x="13035" y="4320"/>
                  <a:pt x="12764" y="4320"/>
                </a:cubicBezTo>
                <a:cubicBezTo>
                  <a:pt x="12628" y="4320"/>
                  <a:pt x="12506" y="4381"/>
                  <a:pt x="12417" y="4478"/>
                </a:cubicBezTo>
                <a:lnTo>
                  <a:pt x="11291" y="5716"/>
                </a:lnTo>
                <a:lnTo>
                  <a:pt x="11291" y="540"/>
                </a:lnTo>
                <a:cubicBezTo>
                  <a:pt x="11291" y="242"/>
                  <a:pt x="11071" y="0"/>
                  <a:pt x="10800" y="0"/>
                </a:cubicBezTo>
                <a:cubicBezTo>
                  <a:pt x="10529" y="0"/>
                  <a:pt x="10309" y="242"/>
                  <a:pt x="10309" y="540"/>
                </a:cubicBezTo>
                <a:lnTo>
                  <a:pt x="10309" y="5716"/>
                </a:lnTo>
                <a:lnTo>
                  <a:pt x="9183" y="4478"/>
                </a:lnTo>
                <a:cubicBezTo>
                  <a:pt x="9095" y="4381"/>
                  <a:pt x="8972" y="4320"/>
                  <a:pt x="8836" y="4320"/>
                </a:cubicBezTo>
                <a:cubicBezTo>
                  <a:pt x="8565" y="4320"/>
                  <a:pt x="8345" y="4562"/>
                  <a:pt x="8345" y="4860"/>
                </a:cubicBezTo>
                <a:cubicBezTo>
                  <a:pt x="8345" y="5009"/>
                  <a:pt x="8400" y="5144"/>
                  <a:pt x="8489" y="5242"/>
                </a:cubicBezTo>
                <a:cubicBezTo>
                  <a:pt x="8489" y="5242"/>
                  <a:pt x="10453" y="7402"/>
                  <a:pt x="10453" y="7402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defTabSz="457200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Rectangle">
            <a:extLst>
              <a:ext uri="{FF2B5EF4-FFF2-40B4-BE49-F238E27FC236}">
                <a16:creationId xmlns:a16="http://schemas.microsoft.com/office/drawing/2014/main" id="{1C5579C9-2691-4033-B2B3-DC55C4FE84FF}"/>
              </a:ext>
            </a:extLst>
          </p:cNvPr>
          <p:cNvSpPr/>
          <p:nvPr/>
        </p:nvSpPr>
        <p:spPr>
          <a:xfrm>
            <a:off x="4476531" y="2699341"/>
            <a:ext cx="1449444" cy="1495458"/>
          </a:xfrm>
          <a:prstGeom prst="rect">
            <a:avLst/>
          </a:prstGeom>
          <a:solidFill>
            <a:schemeClr val="accent1"/>
          </a:solidFill>
          <a:ln w="127000">
            <a:noFill/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Rectangle">
            <a:extLst>
              <a:ext uri="{FF2B5EF4-FFF2-40B4-BE49-F238E27FC236}">
                <a16:creationId xmlns:a16="http://schemas.microsoft.com/office/drawing/2014/main" id="{AE109012-1A9C-47E0-BDFC-5F783C8FF9AF}"/>
              </a:ext>
            </a:extLst>
          </p:cNvPr>
          <p:cNvSpPr/>
          <p:nvPr/>
        </p:nvSpPr>
        <p:spPr>
          <a:xfrm>
            <a:off x="6278748" y="4539903"/>
            <a:ext cx="1449444" cy="1495458"/>
          </a:xfrm>
          <a:prstGeom prst="rect">
            <a:avLst/>
          </a:prstGeom>
          <a:solidFill>
            <a:schemeClr val="accent4"/>
          </a:solidFill>
          <a:ln w="127000">
            <a:noFill/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Rectangle">
            <a:extLst>
              <a:ext uri="{FF2B5EF4-FFF2-40B4-BE49-F238E27FC236}">
                <a16:creationId xmlns:a16="http://schemas.microsoft.com/office/drawing/2014/main" id="{C91BE6C1-BC04-423E-B71F-00E66587C33E}"/>
              </a:ext>
            </a:extLst>
          </p:cNvPr>
          <p:cNvSpPr/>
          <p:nvPr/>
        </p:nvSpPr>
        <p:spPr>
          <a:xfrm>
            <a:off x="6278748" y="2699341"/>
            <a:ext cx="1449444" cy="1495458"/>
          </a:xfrm>
          <a:prstGeom prst="rect">
            <a:avLst/>
          </a:prstGeom>
          <a:solidFill>
            <a:schemeClr val="accent2"/>
          </a:solidFill>
          <a:ln w="127000">
            <a:noFill/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Rectangle">
            <a:extLst>
              <a:ext uri="{FF2B5EF4-FFF2-40B4-BE49-F238E27FC236}">
                <a16:creationId xmlns:a16="http://schemas.microsoft.com/office/drawing/2014/main" id="{1B535214-54AE-4C20-91A4-9B4D073B4F56}"/>
              </a:ext>
            </a:extLst>
          </p:cNvPr>
          <p:cNvSpPr/>
          <p:nvPr/>
        </p:nvSpPr>
        <p:spPr>
          <a:xfrm>
            <a:off x="4476531" y="4539903"/>
            <a:ext cx="1449444" cy="1495458"/>
          </a:xfrm>
          <a:prstGeom prst="rect">
            <a:avLst/>
          </a:prstGeom>
          <a:solidFill>
            <a:schemeClr val="accent3"/>
          </a:solidFill>
          <a:ln w="127000">
            <a:noFill/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Shape">
            <a:extLst>
              <a:ext uri="{FF2B5EF4-FFF2-40B4-BE49-F238E27FC236}">
                <a16:creationId xmlns:a16="http://schemas.microsoft.com/office/drawing/2014/main" id="{B3A25EDB-D087-4826-9D08-DC468AEC8EE0}"/>
              </a:ext>
            </a:extLst>
          </p:cNvPr>
          <p:cNvSpPr/>
          <p:nvPr/>
        </p:nvSpPr>
        <p:spPr>
          <a:xfrm>
            <a:off x="4880004" y="3150467"/>
            <a:ext cx="621190" cy="6211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164" y="4419"/>
                </a:moveTo>
                <a:lnTo>
                  <a:pt x="9327" y="4419"/>
                </a:lnTo>
                <a:cubicBezTo>
                  <a:pt x="9056" y="4419"/>
                  <a:pt x="8836" y="4638"/>
                  <a:pt x="8836" y="4909"/>
                </a:cubicBezTo>
                <a:cubicBezTo>
                  <a:pt x="8836" y="5180"/>
                  <a:pt x="9056" y="5400"/>
                  <a:pt x="9327" y="5400"/>
                </a:cubicBezTo>
                <a:lnTo>
                  <a:pt x="18164" y="5400"/>
                </a:lnTo>
                <a:cubicBezTo>
                  <a:pt x="18435" y="5400"/>
                  <a:pt x="18655" y="5180"/>
                  <a:pt x="18655" y="4909"/>
                </a:cubicBezTo>
                <a:cubicBezTo>
                  <a:pt x="18655" y="4638"/>
                  <a:pt x="18435" y="4419"/>
                  <a:pt x="18164" y="4419"/>
                </a:cubicBezTo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2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2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164" y="10310"/>
                </a:moveTo>
                <a:lnTo>
                  <a:pt x="9327" y="10310"/>
                </a:lnTo>
                <a:cubicBezTo>
                  <a:pt x="9056" y="10310"/>
                  <a:pt x="8836" y="10529"/>
                  <a:pt x="8836" y="10800"/>
                </a:cubicBezTo>
                <a:cubicBezTo>
                  <a:pt x="8836" y="11071"/>
                  <a:pt x="9056" y="11291"/>
                  <a:pt x="9327" y="11291"/>
                </a:cubicBezTo>
                <a:lnTo>
                  <a:pt x="18164" y="11291"/>
                </a:lnTo>
                <a:cubicBezTo>
                  <a:pt x="18435" y="11291"/>
                  <a:pt x="18655" y="11071"/>
                  <a:pt x="18655" y="10800"/>
                </a:cubicBezTo>
                <a:cubicBezTo>
                  <a:pt x="18655" y="10529"/>
                  <a:pt x="18435" y="10310"/>
                  <a:pt x="18164" y="10310"/>
                </a:cubicBezTo>
                <a:moveTo>
                  <a:pt x="5445" y="16155"/>
                </a:moveTo>
                <a:lnTo>
                  <a:pt x="4909" y="14728"/>
                </a:lnTo>
                <a:lnTo>
                  <a:pt x="4374" y="16155"/>
                </a:lnTo>
                <a:lnTo>
                  <a:pt x="2945" y="16155"/>
                </a:lnTo>
                <a:lnTo>
                  <a:pt x="4106" y="17049"/>
                </a:lnTo>
                <a:lnTo>
                  <a:pt x="3571" y="18655"/>
                </a:lnTo>
                <a:lnTo>
                  <a:pt x="4909" y="17673"/>
                </a:lnTo>
                <a:lnTo>
                  <a:pt x="6248" y="18655"/>
                </a:lnTo>
                <a:lnTo>
                  <a:pt x="5713" y="17049"/>
                </a:lnTo>
                <a:lnTo>
                  <a:pt x="6873" y="16155"/>
                </a:lnTo>
                <a:cubicBezTo>
                  <a:pt x="6873" y="16155"/>
                  <a:pt x="5445" y="16155"/>
                  <a:pt x="5445" y="16155"/>
                </a:cubicBezTo>
                <a:close/>
                <a:moveTo>
                  <a:pt x="4909" y="8836"/>
                </a:moveTo>
                <a:lnTo>
                  <a:pt x="4374" y="10265"/>
                </a:lnTo>
                <a:lnTo>
                  <a:pt x="2945" y="10265"/>
                </a:lnTo>
                <a:lnTo>
                  <a:pt x="4106" y="11158"/>
                </a:lnTo>
                <a:lnTo>
                  <a:pt x="3571" y="12764"/>
                </a:lnTo>
                <a:lnTo>
                  <a:pt x="4909" y="11782"/>
                </a:lnTo>
                <a:lnTo>
                  <a:pt x="6248" y="12764"/>
                </a:lnTo>
                <a:lnTo>
                  <a:pt x="5713" y="11158"/>
                </a:lnTo>
                <a:lnTo>
                  <a:pt x="6873" y="10265"/>
                </a:lnTo>
                <a:lnTo>
                  <a:pt x="5445" y="10265"/>
                </a:lnTo>
                <a:cubicBezTo>
                  <a:pt x="5445" y="10265"/>
                  <a:pt x="4909" y="8836"/>
                  <a:pt x="4909" y="8836"/>
                </a:cubicBezTo>
                <a:close/>
                <a:moveTo>
                  <a:pt x="4909" y="2945"/>
                </a:moveTo>
                <a:lnTo>
                  <a:pt x="4374" y="4374"/>
                </a:lnTo>
                <a:lnTo>
                  <a:pt x="2945" y="4374"/>
                </a:lnTo>
                <a:lnTo>
                  <a:pt x="4106" y="5267"/>
                </a:lnTo>
                <a:lnTo>
                  <a:pt x="3571" y="6873"/>
                </a:lnTo>
                <a:lnTo>
                  <a:pt x="4909" y="5891"/>
                </a:lnTo>
                <a:lnTo>
                  <a:pt x="6248" y="6873"/>
                </a:lnTo>
                <a:lnTo>
                  <a:pt x="5713" y="5267"/>
                </a:lnTo>
                <a:lnTo>
                  <a:pt x="6873" y="4374"/>
                </a:lnTo>
                <a:lnTo>
                  <a:pt x="5445" y="4374"/>
                </a:lnTo>
                <a:cubicBezTo>
                  <a:pt x="5445" y="4374"/>
                  <a:pt x="4909" y="2945"/>
                  <a:pt x="4909" y="2945"/>
                </a:cubicBezTo>
                <a:close/>
                <a:moveTo>
                  <a:pt x="18164" y="16200"/>
                </a:moveTo>
                <a:lnTo>
                  <a:pt x="9327" y="16200"/>
                </a:lnTo>
                <a:cubicBezTo>
                  <a:pt x="9056" y="16200"/>
                  <a:pt x="8836" y="16420"/>
                  <a:pt x="8836" y="16691"/>
                </a:cubicBezTo>
                <a:cubicBezTo>
                  <a:pt x="8836" y="16962"/>
                  <a:pt x="9056" y="17182"/>
                  <a:pt x="9327" y="17182"/>
                </a:cubicBezTo>
                <a:lnTo>
                  <a:pt x="18164" y="17182"/>
                </a:lnTo>
                <a:cubicBezTo>
                  <a:pt x="18435" y="17182"/>
                  <a:pt x="18655" y="16962"/>
                  <a:pt x="18655" y="16691"/>
                </a:cubicBezTo>
                <a:cubicBezTo>
                  <a:pt x="18655" y="16420"/>
                  <a:pt x="18435" y="16200"/>
                  <a:pt x="18164" y="16200"/>
                </a:cubicBezTo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defTabSz="457200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Shape">
            <a:extLst>
              <a:ext uri="{FF2B5EF4-FFF2-40B4-BE49-F238E27FC236}">
                <a16:creationId xmlns:a16="http://schemas.microsoft.com/office/drawing/2014/main" id="{40A3119C-3010-4A08-892B-447C49E0CA2B}"/>
              </a:ext>
            </a:extLst>
          </p:cNvPr>
          <p:cNvSpPr/>
          <p:nvPr/>
        </p:nvSpPr>
        <p:spPr>
          <a:xfrm>
            <a:off x="6682221" y="4968023"/>
            <a:ext cx="636528" cy="6365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15643" y="14949"/>
                </a:lnTo>
                <a:cubicBezTo>
                  <a:pt x="16600" y="13832"/>
                  <a:pt x="17182" y="12386"/>
                  <a:pt x="17182" y="10800"/>
                </a:cubicBezTo>
                <a:cubicBezTo>
                  <a:pt x="17182" y="9214"/>
                  <a:pt x="16600" y="7767"/>
                  <a:pt x="15643" y="6651"/>
                </a:cubicBezTo>
                <a:lnTo>
                  <a:pt x="18073" y="4221"/>
                </a:lnTo>
                <a:cubicBezTo>
                  <a:pt x="19649" y="5963"/>
                  <a:pt x="20618" y="8266"/>
                  <a:pt x="20618" y="10800"/>
                </a:cubicBezTo>
                <a:cubicBezTo>
                  <a:pt x="20618" y="13335"/>
                  <a:pt x="19649" y="15637"/>
                  <a:pt x="18073" y="17379"/>
                </a:cubicBezTo>
                <a:moveTo>
                  <a:pt x="10800" y="20619"/>
                </a:moveTo>
                <a:cubicBezTo>
                  <a:pt x="8265" y="20619"/>
                  <a:pt x="5963" y="19650"/>
                  <a:pt x="4221" y="18073"/>
                </a:cubicBezTo>
                <a:lnTo>
                  <a:pt x="6651" y="15643"/>
                </a:lnTo>
                <a:cubicBezTo>
                  <a:pt x="7767" y="16600"/>
                  <a:pt x="9214" y="17182"/>
                  <a:pt x="10800" y="17182"/>
                </a:cubicBezTo>
                <a:cubicBezTo>
                  <a:pt x="12386" y="17182"/>
                  <a:pt x="13833" y="16600"/>
                  <a:pt x="14949" y="15643"/>
                </a:cubicBezTo>
                <a:lnTo>
                  <a:pt x="17379" y="18073"/>
                </a:lnTo>
                <a:cubicBezTo>
                  <a:pt x="15637" y="19650"/>
                  <a:pt x="13334" y="20619"/>
                  <a:pt x="10800" y="20619"/>
                </a:cubicBezTo>
                <a:moveTo>
                  <a:pt x="982" y="10800"/>
                </a:moveTo>
                <a:cubicBezTo>
                  <a:pt x="982" y="8266"/>
                  <a:pt x="1950" y="5963"/>
                  <a:pt x="3527" y="4221"/>
                </a:cubicBezTo>
                <a:lnTo>
                  <a:pt x="5957" y="6651"/>
                </a:lnTo>
                <a:cubicBezTo>
                  <a:pt x="4999" y="7767"/>
                  <a:pt x="4418" y="9214"/>
                  <a:pt x="4418" y="10800"/>
                </a:cubicBezTo>
                <a:cubicBezTo>
                  <a:pt x="4418" y="12386"/>
                  <a:pt x="4999" y="13832"/>
                  <a:pt x="5957" y="14949"/>
                </a:cubicBezTo>
                <a:lnTo>
                  <a:pt x="3527" y="17379"/>
                </a:lnTo>
                <a:cubicBezTo>
                  <a:pt x="1950" y="15637"/>
                  <a:pt x="982" y="13335"/>
                  <a:pt x="982" y="10800"/>
                </a:cubicBezTo>
                <a:moveTo>
                  <a:pt x="16200" y="10800"/>
                </a:moveTo>
                <a:cubicBezTo>
                  <a:pt x="16200" y="13782"/>
                  <a:pt x="13782" y="16200"/>
                  <a:pt x="10800" y="16200"/>
                </a:cubicBezTo>
                <a:cubicBezTo>
                  <a:pt x="7817" y="16200"/>
                  <a:pt x="5400" y="13782"/>
                  <a:pt x="5400" y="10800"/>
                </a:cubicBezTo>
                <a:cubicBezTo>
                  <a:pt x="5400" y="7817"/>
                  <a:pt x="7817" y="5400"/>
                  <a:pt x="10800" y="5400"/>
                </a:cubicBezTo>
                <a:cubicBezTo>
                  <a:pt x="13782" y="5400"/>
                  <a:pt x="16200" y="7817"/>
                  <a:pt x="16200" y="10800"/>
                </a:cubicBezTo>
                <a:moveTo>
                  <a:pt x="10800" y="982"/>
                </a:moveTo>
                <a:cubicBezTo>
                  <a:pt x="13334" y="982"/>
                  <a:pt x="15637" y="1950"/>
                  <a:pt x="17379" y="3527"/>
                </a:cubicBezTo>
                <a:lnTo>
                  <a:pt x="14949" y="5957"/>
                </a:lnTo>
                <a:cubicBezTo>
                  <a:pt x="13832" y="4999"/>
                  <a:pt x="12386" y="4418"/>
                  <a:pt x="10800" y="4418"/>
                </a:cubicBezTo>
                <a:cubicBezTo>
                  <a:pt x="9214" y="4418"/>
                  <a:pt x="7767" y="4999"/>
                  <a:pt x="6651" y="5957"/>
                </a:cubicBez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12700">
            <a:noFill/>
            <a:miter lim="400000"/>
          </a:ln>
        </p:spPr>
        <p:txBody>
          <a:bodyPr lIns="38100" tIns="38100" rIns="38100" bIns="38100" anchor="ctr"/>
          <a:lstStyle/>
          <a:p>
            <a:pPr defTabSz="457200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Shape">
            <a:extLst>
              <a:ext uri="{FF2B5EF4-FFF2-40B4-BE49-F238E27FC236}">
                <a16:creationId xmlns:a16="http://schemas.microsoft.com/office/drawing/2014/main" id="{CC3361E3-E898-4A31-866D-FAE12B249CB7}"/>
              </a:ext>
            </a:extLst>
          </p:cNvPr>
          <p:cNvSpPr/>
          <p:nvPr/>
        </p:nvSpPr>
        <p:spPr>
          <a:xfrm>
            <a:off x="6682221" y="3127460"/>
            <a:ext cx="636528" cy="6365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587" y="18100"/>
                </a:moveTo>
                <a:lnTo>
                  <a:pt x="21596" y="18099"/>
                </a:lnTo>
                <a:lnTo>
                  <a:pt x="20614" y="5335"/>
                </a:lnTo>
                <a:lnTo>
                  <a:pt x="20605" y="5337"/>
                </a:lnTo>
                <a:cubicBezTo>
                  <a:pt x="20573" y="5097"/>
                  <a:pt x="20376" y="4909"/>
                  <a:pt x="20127" y="4909"/>
                </a:cubicBezTo>
                <a:lnTo>
                  <a:pt x="16691" y="4909"/>
                </a:lnTo>
                <a:lnTo>
                  <a:pt x="16691" y="3927"/>
                </a:lnTo>
                <a:cubicBezTo>
                  <a:pt x="16691" y="1758"/>
                  <a:pt x="14932" y="0"/>
                  <a:pt x="12764" y="0"/>
                </a:cubicBezTo>
                <a:cubicBezTo>
                  <a:pt x="11300" y="0"/>
                  <a:pt x="10025" y="803"/>
                  <a:pt x="9350" y="1991"/>
                </a:cubicBezTo>
                <a:cubicBezTo>
                  <a:pt x="9705" y="2027"/>
                  <a:pt x="10048" y="2105"/>
                  <a:pt x="10377" y="2214"/>
                </a:cubicBezTo>
                <a:cubicBezTo>
                  <a:pt x="10911" y="1470"/>
                  <a:pt x="11778" y="982"/>
                  <a:pt x="12764" y="982"/>
                </a:cubicBezTo>
                <a:cubicBezTo>
                  <a:pt x="14390" y="982"/>
                  <a:pt x="15709" y="2301"/>
                  <a:pt x="15709" y="3927"/>
                </a:cubicBezTo>
                <a:lnTo>
                  <a:pt x="15709" y="4909"/>
                </a:lnTo>
                <a:lnTo>
                  <a:pt x="13337" y="4909"/>
                </a:lnTo>
                <a:cubicBezTo>
                  <a:pt x="13474" y="5221"/>
                  <a:pt x="13581" y="5549"/>
                  <a:pt x="13651" y="5891"/>
                </a:cubicBezTo>
                <a:lnTo>
                  <a:pt x="15709" y="5891"/>
                </a:lnTo>
                <a:lnTo>
                  <a:pt x="15709" y="6873"/>
                </a:lnTo>
                <a:lnTo>
                  <a:pt x="16204" y="6873"/>
                </a:lnTo>
                <a:cubicBezTo>
                  <a:pt x="16374" y="6873"/>
                  <a:pt x="16537" y="6905"/>
                  <a:pt x="16691" y="6961"/>
                </a:cubicBezTo>
                <a:lnTo>
                  <a:pt x="16691" y="5891"/>
                </a:lnTo>
                <a:lnTo>
                  <a:pt x="19674" y="5891"/>
                </a:lnTo>
                <a:lnTo>
                  <a:pt x="20429" y="15709"/>
                </a:lnTo>
                <a:lnTo>
                  <a:pt x="18247" y="15709"/>
                </a:lnTo>
                <a:lnTo>
                  <a:pt x="18323" y="16691"/>
                </a:lnTo>
                <a:lnTo>
                  <a:pt x="20504" y="16691"/>
                </a:lnTo>
                <a:lnTo>
                  <a:pt x="20580" y="17673"/>
                </a:lnTo>
                <a:lnTo>
                  <a:pt x="18398" y="17673"/>
                </a:lnTo>
                <a:lnTo>
                  <a:pt x="18474" y="18655"/>
                </a:lnTo>
                <a:lnTo>
                  <a:pt x="21109" y="18655"/>
                </a:lnTo>
                <a:cubicBezTo>
                  <a:pt x="21380" y="18655"/>
                  <a:pt x="21600" y="18435"/>
                  <a:pt x="21600" y="18164"/>
                </a:cubicBezTo>
                <a:cubicBezTo>
                  <a:pt x="21600" y="18141"/>
                  <a:pt x="21590" y="18122"/>
                  <a:pt x="21587" y="18100"/>
                </a:cubicBezTo>
                <a:moveTo>
                  <a:pt x="1020" y="20618"/>
                </a:moveTo>
                <a:lnTo>
                  <a:pt x="1096" y="19636"/>
                </a:lnTo>
                <a:lnTo>
                  <a:pt x="16577" y="19636"/>
                </a:lnTo>
                <a:lnTo>
                  <a:pt x="16653" y="20618"/>
                </a:lnTo>
                <a:cubicBezTo>
                  <a:pt x="16653" y="20618"/>
                  <a:pt x="1020" y="20618"/>
                  <a:pt x="1020" y="20618"/>
                </a:cubicBezTo>
                <a:close/>
                <a:moveTo>
                  <a:pt x="1926" y="8836"/>
                </a:moveTo>
                <a:lnTo>
                  <a:pt x="4909" y="8836"/>
                </a:lnTo>
                <a:lnTo>
                  <a:pt x="4909" y="10936"/>
                </a:lnTo>
                <a:cubicBezTo>
                  <a:pt x="4617" y="11106"/>
                  <a:pt x="4418" y="11420"/>
                  <a:pt x="4418" y="11782"/>
                </a:cubicBezTo>
                <a:cubicBezTo>
                  <a:pt x="4418" y="12324"/>
                  <a:pt x="4858" y="12764"/>
                  <a:pt x="5400" y="12764"/>
                </a:cubicBezTo>
                <a:cubicBezTo>
                  <a:pt x="5942" y="12764"/>
                  <a:pt x="6382" y="12324"/>
                  <a:pt x="6382" y="11782"/>
                </a:cubicBezTo>
                <a:cubicBezTo>
                  <a:pt x="6382" y="11420"/>
                  <a:pt x="6183" y="11106"/>
                  <a:pt x="5891" y="10936"/>
                </a:cubicBezTo>
                <a:lnTo>
                  <a:pt x="5891" y="8836"/>
                </a:lnTo>
                <a:lnTo>
                  <a:pt x="11782" y="8836"/>
                </a:lnTo>
                <a:lnTo>
                  <a:pt x="11782" y="10936"/>
                </a:lnTo>
                <a:cubicBezTo>
                  <a:pt x="11489" y="11106"/>
                  <a:pt x="11291" y="11420"/>
                  <a:pt x="11291" y="11782"/>
                </a:cubicBezTo>
                <a:cubicBezTo>
                  <a:pt x="11291" y="12324"/>
                  <a:pt x="11731" y="12764"/>
                  <a:pt x="12273" y="12764"/>
                </a:cubicBezTo>
                <a:cubicBezTo>
                  <a:pt x="12815" y="12764"/>
                  <a:pt x="13255" y="12324"/>
                  <a:pt x="13255" y="11782"/>
                </a:cubicBezTo>
                <a:cubicBezTo>
                  <a:pt x="13255" y="11420"/>
                  <a:pt x="13056" y="11106"/>
                  <a:pt x="12764" y="10936"/>
                </a:cubicBezTo>
                <a:lnTo>
                  <a:pt x="12764" y="8836"/>
                </a:lnTo>
                <a:lnTo>
                  <a:pt x="15746" y="8836"/>
                </a:lnTo>
                <a:lnTo>
                  <a:pt x="16502" y="18655"/>
                </a:lnTo>
                <a:lnTo>
                  <a:pt x="1172" y="18655"/>
                </a:lnTo>
                <a:cubicBezTo>
                  <a:pt x="1172" y="18655"/>
                  <a:pt x="1926" y="8836"/>
                  <a:pt x="1926" y="8836"/>
                </a:cubicBezTo>
                <a:close/>
                <a:moveTo>
                  <a:pt x="5891" y="6873"/>
                </a:moveTo>
                <a:cubicBezTo>
                  <a:pt x="5891" y="5246"/>
                  <a:pt x="7210" y="3927"/>
                  <a:pt x="8836" y="3927"/>
                </a:cubicBezTo>
                <a:cubicBezTo>
                  <a:pt x="10463" y="3927"/>
                  <a:pt x="11782" y="5246"/>
                  <a:pt x="11782" y="6873"/>
                </a:cubicBezTo>
                <a:lnTo>
                  <a:pt x="11782" y="7855"/>
                </a:lnTo>
                <a:lnTo>
                  <a:pt x="5891" y="7855"/>
                </a:lnTo>
                <a:cubicBezTo>
                  <a:pt x="5891" y="7855"/>
                  <a:pt x="5891" y="6873"/>
                  <a:pt x="5891" y="6873"/>
                </a:cubicBezTo>
                <a:close/>
                <a:moveTo>
                  <a:pt x="17668" y="21044"/>
                </a:moveTo>
                <a:lnTo>
                  <a:pt x="16687" y="8281"/>
                </a:lnTo>
                <a:lnTo>
                  <a:pt x="16678" y="8282"/>
                </a:lnTo>
                <a:cubicBezTo>
                  <a:pt x="16646" y="8043"/>
                  <a:pt x="16448" y="7855"/>
                  <a:pt x="16200" y="7855"/>
                </a:cubicBezTo>
                <a:lnTo>
                  <a:pt x="12764" y="7855"/>
                </a:lnTo>
                <a:lnTo>
                  <a:pt x="12764" y="6873"/>
                </a:lnTo>
                <a:cubicBezTo>
                  <a:pt x="12764" y="4704"/>
                  <a:pt x="11005" y="2945"/>
                  <a:pt x="8836" y="2945"/>
                </a:cubicBezTo>
                <a:cubicBezTo>
                  <a:pt x="6668" y="2945"/>
                  <a:pt x="4909" y="4704"/>
                  <a:pt x="4909" y="6873"/>
                </a:cubicBezTo>
                <a:lnTo>
                  <a:pt x="4909" y="7855"/>
                </a:lnTo>
                <a:lnTo>
                  <a:pt x="1473" y="7855"/>
                </a:lnTo>
                <a:cubicBezTo>
                  <a:pt x="1224" y="7855"/>
                  <a:pt x="1027" y="8043"/>
                  <a:pt x="995" y="8282"/>
                </a:cubicBezTo>
                <a:lnTo>
                  <a:pt x="986" y="8281"/>
                </a:lnTo>
                <a:lnTo>
                  <a:pt x="4" y="21044"/>
                </a:lnTo>
                <a:lnTo>
                  <a:pt x="13" y="21045"/>
                </a:lnTo>
                <a:cubicBezTo>
                  <a:pt x="10" y="21067"/>
                  <a:pt x="0" y="21087"/>
                  <a:pt x="0" y="21109"/>
                </a:cubicBezTo>
                <a:cubicBezTo>
                  <a:pt x="0" y="21381"/>
                  <a:pt x="220" y="21600"/>
                  <a:pt x="491" y="21600"/>
                </a:cubicBezTo>
                <a:lnTo>
                  <a:pt x="17182" y="21600"/>
                </a:lnTo>
                <a:cubicBezTo>
                  <a:pt x="17453" y="21600"/>
                  <a:pt x="17673" y="21381"/>
                  <a:pt x="17673" y="21109"/>
                </a:cubicBezTo>
                <a:cubicBezTo>
                  <a:pt x="17673" y="21087"/>
                  <a:pt x="17663" y="21067"/>
                  <a:pt x="17660" y="21045"/>
                </a:cubicBezTo>
                <a:cubicBezTo>
                  <a:pt x="17660" y="21045"/>
                  <a:pt x="17668" y="21044"/>
                  <a:pt x="17668" y="21044"/>
                </a:cubicBez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defTabSz="457200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Shape">
            <a:extLst>
              <a:ext uri="{FF2B5EF4-FFF2-40B4-BE49-F238E27FC236}">
                <a16:creationId xmlns:a16="http://schemas.microsoft.com/office/drawing/2014/main" id="{47A41402-B43E-42B1-87F6-AA6CC2C88F02}"/>
              </a:ext>
            </a:extLst>
          </p:cNvPr>
          <p:cNvSpPr/>
          <p:nvPr/>
        </p:nvSpPr>
        <p:spPr>
          <a:xfrm>
            <a:off x="4864666" y="4968023"/>
            <a:ext cx="636528" cy="6365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1949" y="13580"/>
                </a:moveTo>
                <a:cubicBezTo>
                  <a:pt x="11701" y="13784"/>
                  <a:pt x="11474" y="13901"/>
                  <a:pt x="11085" y="13931"/>
                </a:cubicBezTo>
                <a:lnTo>
                  <a:pt x="11085" y="11339"/>
                </a:lnTo>
                <a:cubicBezTo>
                  <a:pt x="11251" y="11383"/>
                  <a:pt x="11321" y="11435"/>
                  <a:pt x="11479" y="11494"/>
                </a:cubicBezTo>
                <a:cubicBezTo>
                  <a:pt x="11638" y="11554"/>
                  <a:pt x="11780" y="11632"/>
                  <a:pt x="11906" y="11728"/>
                </a:cubicBezTo>
                <a:cubicBezTo>
                  <a:pt x="12032" y="11824"/>
                  <a:pt x="12133" y="11943"/>
                  <a:pt x="12208" y="12084"/>
                </a:cubicBezTo>
                <a:cubicBezTo>
                  <a:pt x="12284" y="12225"/>
                  <a:pt x="12322" y="12399"/>
                  <a:pt x="12322" y="12607"/>
                </a:cubicBezTo>
                <a:cubicBezTo>
                  <a:pt x="12322" y="13052"/>
                  <a:pt x="12198" y="13376"/>
                  <a:pt x="11949" y="13580"/>
                </a:cubicBezTo>
                <a:moveTo>
                  <a:pt x="10437" y="9837"/>
                </a:moveTo>
                <a:cubicBezTo>
                  <a:pt x="10286" y="9800"/>
                  <a:pt x="10228" y="9753"/>
                  <a:pt x="10081" y="9698"/>
                </a:cubicBezTo>
                <a:cubicBezTo>
                  <a:pt x="9933" y="9642"/>
                  <a:pt x="9803" y="9570"/>
                  <a:pt x="9692" y="9481"/>
                </a:cubicBezTo>
                <a:cubicBezTo>
                  <a:pt x="9580" y="9392"/>
                  <a:pt x="9489" y="9285"/>
                  <a:pt x="9416" y="9159"/>
                </a:cubicBezTo>
                <a:cubicBezTo>
                  <a:pt x="9345" y="9032"/>
                  <a:pt x="9309" y="8880"/>
                  <a:pt x="9309" y="8702"/>
                </a:cubicBezTo>
                <a:cubicBezTo>
                  <a:pt x="9309" y="8310"/>
                  <a:pt x="9415" y="8030"/>
                  <a:pt x="9627" y="7862"/>
                </a:cubicBezTo>
                <a:cubicBezTo>
                  <a:pt x="9839" y="7696"/>
                  <a:pt x="10048" y="7612"/>
                  <a:pt x="10437" y="7612"/>
                </a:cubicBezTo>
                <a:cubicBezTo>
                  <a:pt x="10437" y="7612"/>
                  <a:pt x="10437" y="9837"/>
                  <a:pt x="10437" y="9837"/>
                </a:cubicBezTo>
                <a:close/>
                <a:moveTo>
                  <a:pt x="12765" y="10727"/>
                </a:moveTo>
                <a:cubicBezTo>
                  <a:pt x="12527" y="10542"/>
                  <a:pt x="12253" y="10390"/>
                  <a:pt x="11944" y="10271"/>
                </a:cubicBezTo>
                <a:cubicBezTo>
                  <a:pt x="11634" y="10153"/>
                  <a:pt x="11410" y="10049"/>
                  <a:pt x="11085" y="9959"/>
                </a:cubicBezTo>
                <a:lnTo>
                  <a:pt x="11085" y="7612"/>
                </a:lnTo>
                <a:cubicBezTo>
                  <a:pt x="11474" y="7612"/>
                  <a:pt x="11665" y="7713"/>
                  <a:pt x="11841" y="7913"/>
                </a:cubicBezTo>
                <a:cubicBezTo>
                  <a:pt x="12018" y="8113"/>
                  <a:pt x="12113" y="8402"/>
                  <a:pt x="12127" y="8781"/>
                </a:cubicBezTo>
                <a:lnTo>
                  <a:pt x="13359" y="8781"/>
                </a:lnTo>
                <a:cubicBezTo>
                  <a:pt x="13359" y="8417"/>
                  <a:pt x="13295" y="8098"/>
                  <a:pt x="13170" y="7824"/>
                </a:cubicBezTo>
                <a:cubicBezTo>
                  <a:pt x="13044" y="7550"/>
                  <a:pt x="12875" y="7323"/>
                  <a:pt x="12662" y="7145"/>
                </a:cubicBezTo>
                <a:cubicBezTo>
                  <a:pt x="12449" y="6967"/>
                  <a:pt x="12200" y="6833"/>
                  <a:pt x="11911" y="6744"/>
                </a:cubicBezTo>
                <a:cubicBezTo>
                  <a:pt x="11623" y="6656"/>
                  <a:pt x="11410" y="6611"/>
                  <a:pt x="11085" y="6611"/>
                </a:cubicBezTo>
                <a:lnTo>
                  <a:pt x="11085" y="5881"/>
                </a:lnTo>
                <a:lnTo>
                  <a:pt x="10437" y="5881"/>
                </a:lnTo>
                <a:lnTo>
                  <a:pt x="10437" y="6611"/>
                </a:lnTo>
                <a:cubicBezTo>
                  <a:pt x="10113" y="6611"/>
                  <a:pt x="9895" y="6659"/>
                  <a:pt x="9601" y="6756"/>
                </a:cubicBezTo>
                <a:cubicBezTo>
                  <a:pt x="9305" y="6852"/>
                  <a:pt x="9044" y="6991"/>
                  <a:pt x="8817" y="7173"/>
                </a:cubicBezTo>
                <a:cubicBezTo>
                  <a:pt x="8590" y="7355"/>
                  <a:pt x="8410" y="7581"/>
                  <a:pt x="8277" y="7852"/>
                </a:cubicBezTo>
                <a:cubicBezTo>
                  <a:pt x="8144" y="8122"/>
                  <a:pt x="8077" y="8436"/>
                  <a:pt x="8077" y="8791"/>
                </a:cubicBezTo>
                <a:cubicBezTo>
                  <a:pt x="8077" y="9199"/>
                  <a:pt x="8150" y="9541"/>
                  <a:pt x="8294" y="9815"/>
                </a:cubicBezTo>
                <a:cubicBezTo>
                  <a:pt x="8438" y="10089"/>
                  <a:pt x="8626" y="10317"/>
                  <a:pt x="8860" y="10499"/>
                </a:cubicBezTo>
                <a:cubicBezTo>
                  <a:pt x="9094" y="10681"/>
                  <a:pt x="9357" y="10829"/>
                  <a:pt x="9648" y="10944"/>
                </a:cubicBezTo>
                <a:cubicBezTo>
                  <a:pt x="9940" y="11059"/>
                  <a:pt x="10142" y="11157"/>
                  <a:pt x="10437" y="11239"/>
                </a:cubicBezTo>
                <a:lnTo>
                  <a:pt x="10437" y="13931"/>
                </a:lnTo>
                <a:cubicBezTo>
                  <a:pt x="9940" y="13916"/>
                  <a:pt x="9676" y="13768"/>
                  <a:pt x="9460" y="13486"/>
                </a:cubicBezTo>
                <a:cubicBezTo>
                  <a:pt x="9244" y="13204"/>
                  <a:pt x="9139" y="12818"/>
                  <a:pt x="9147" y="12329"/>
                </a:cubicBezTo>
                <a:lnTo>
                  <a:pt x="7915" y="12329"/>
                </a:lnTo>
                <a:cubicBezTo>
                  <a:pt x="7908" y="12744"/>
                  <a:pt x="7968" y="13111"/>
                  <a:pt x="8093" y="13430"/>
                </a:cubicBezTo>
                <a:cubicBezTo>
                  <a:pt x="8220" y="13749"/>
                  <a:pt x="8397" y="14018"/>
                  <a:pt x="8628" y="14236"/>
                </a:cubicBezTo>
                <a:cubicBezTo>
                  <a:pt x="8858" y="14455"/>
                  <a:pt x="9136" y="14624"/>
                  <a:pt x="9460" y="14743"/>
                </a:cubicBezTo>
                <a:cubicBezTo>
                  <a:pt x="9784" y="14861"/>
                  <a:pt x="10048" y="14924"/>
                  <a:pt x="10437" y="14932"/>
                </a:cubicBezTo>
                <a:lnTo>
                  <a:pt x="10437" y="15692"/>
                </a:lnTo>
                <a:lnTo>
                  <a:pt x="11085" y="15692"/>
                </a:lnTo>
                <a:lnTo>
                  <a:pt x="11085" y="14932"/>
                </a:lnTo>
                <a:cubicBezTo>
                  <a:pt x="11445" y="14917"/>
                  <a:pt x="11688" y="14856"/>
                  <a:pt x="11998" y="14748"/>
                </a:cubicBezTo>
                <a:cubicBezTo>
                  <a:pt x="12307" y="14641"/>
                  <a:pt x="12578" y="14485"/>
                  <a:pt x="12808" y="14281"/>
                </a:cubicBezTo>
                <a:cubicBezTo>
                  <a:pt x="13038" y="14077"/>
                  <a:pt x="13220" y="13821"/>
                  <a:pt x="13353" y="13513"/>
                </a:cubicBezTo>
                <a:cubicBezTo>
                  <a:pt x="13487" y="13206"/>
                  <a:pt x="13553" y="12844"/>
                  <a:pt x="13553" y="12429"/>
                </a:cubicBezTo>
                <a:cubicBezTo>
                  <a:pt x="13553" y="12028"/>
                  <a:pt x="13481" y="11691"/>
                  <a:pt x="13337" y="11417"/>
                </a:cubicBezTo>
                <a:cubicBezTo>
                  <a:pt x="13193" y="11142"/>
                  <a:pt x="13002" y="10912"/>
                  <a:pt x="12765" y="10727"/>
                </a:cubicBezTo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12700">
            <a:noFill/>
            <a:miter lim="400000"/>
          </a:ln>
        </p:spPr>
        <p:txBody>
          <a:bodyPr lIns="38100" tIns="38100" rIns="38100" bIns="38100" anchor="ctr"/>
          <a:lstStyle/>
          <a:p>
            <a:pPr defTabSz="457200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3A1477C-6528-432C-B0C4-1B87D068417A}"/>
              </a:ext>
            </a:extLst>
          </p:cNvPr>
          <p:cNvSpPr txBox="1"/>
          <p:nvPr/>
        </p:nvSpPr>
        <p:spPr>
          <a:xfrm>
            <a:off x="7377298" y="822639"/>
            <a:ext cx="3939489" cy="580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200" i="1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variations of passages of Lorem Ipsum available, the or randomized words which</a:t>
            </a:r>
            <a:endParaRPr lang="en-US" sz="1200" i="1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5487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1" grpId="0" animBg="1"/>
      <p:bldP spid="33" grpId="0"/>
      <p:bldP spid="32" grpId="0" animBg="1"/>
      <p:bldP spid="35" grpId="0"/>
      <p:bldP spid="37" grpId="0" animBg="1"/>
      <p:bldP spid="39" grpId="0"/>
      <p:bldP spid="38" grpId="0" animBg="1"/>
      <p:bldP spid="41" grpId="0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5">
            <a:extLst>
              <a:ext uri="{FF2B5EF4-FFF2-40B4-BE49-F238E27FC236}">
                <a16:creationId xmlns:a16="http://schemas.microsoft.com/office/drawing/2014/main" id="{48F7C1BF-F3E4-44C8-9EFE-F03B405F89F8}"/>
              </a:ext>
            </a:extLst>
          </p:cNvPr>
          <p:cNvSpPr>
            <a:spLocks/>
          </p:cNvSpPr>
          <p:nvPr/>
        </p:nvSpPr>
        <p:spPr bwMode="auto">
          <a:xfrm>
            <a:off x="4284663" y="4270449"/>
            <a:ext cx="1809750" cy="1811338"/>
          </a:xfrm>
          <a:custGeom>
            <a:avLst/>
            <a:gdLst>
              <a:gd name="T0" fmla="*/ 0 w 639"/>
              <a:gd name="T1" fmla="*/ 0 h 639"/>
              <a:gd name="T2" fmla="*/ 639 w 639"/>
              <a:gd name="T3" fmla="*/ 639 h 639"/>
              <a:gd name="T4" fmla="*/ 639 w 639"/>
              <a:gd name="T5" fmla="*/ 0 h 639"/>
              <a:gd name="T6" fmla="*/ 0 w 639"/>
              <a:gd name="T7" fmla="*/ 0 h 6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39" h="639">
                <a:moveTo>
                  <a:pt x="0" y="0"/>
                </a:moveTo>
                <a:cubicBezTo>
                  <a:pt x="0" y="353"/>
                  <a:pt x="286" y="639"/>
                  <a:pt x="639" y="639"/>
                </a:cubicBezTo>
                <a:cubicBezTo>
                  <a:pt x="639" y="0"/>
                  <a:pt x="639" y="0"/>
                  <a:pt x="639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" name="Freeform 6">
            <a:extLst>
              <a:ext uri="{FF2B5EF4-FFF2-40B4-BE49-F238E27FC236}">
                <a16:creationId xmlns:a16="http://schemas.microsoft.com/office/drawing/2014/main" id="{EDF10BA5-D9E5-47FF-B530-A0B51A2D3691}"/>
              </a:ext>
            </a:extLst>
          </p:cNvPr>
          <p:cNvSpPr>
            <a:spLocks/>
          </p:cNvSpPr>
          <p:nvPr/>
        </p:nvSpPr>
        <p:spPr bwMode="auto">
          <a:xfrm>
            <a:off x="4284663" y="2457524"/>
            <a:ext cx="1809750" cy="1812925"/>
          </a:xfrm>
          <a:custGeom>
            <a:avLst/>
            <a:gdLst>
              <a:gd name="T0" fmla="*/ 639 w 639"/>
              <a:gd name="T1" fmla="*/ 0 h 640"/>
              <a:gd name="T2" fmla="*/ 0 w 639"/>
              <a:gd name="T3" fmla="*/ 640 h 640"/>
              <a:gd name="T4" fmla="*/ 639 w 639"/>
              <a:gd name="T5" fmla="*/ 640 h 640"/>
              <a:gd name="T6" fmla="*/ 639 w 639"/>
              <a:gd name="T7" fmla="*/ 0 h 6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39" h="640">
                <a:moveTo>
                  <a:pt x="639" y="0"/>
                </a:moveTo>
                <a:cubicBezTo>
                  <a:pt x="286" y="0"/>
                  <a:pt x="0" y="286"/>
                  <a:pt x="0" y="640"/>
                </a:cubicBezTo>
                <a:cubicBezTo>
                  <a:pt x="639" y="640"/>
                  <a:pt x="639" y="640"/>
                  <a:pt x="639" y="640"/>
                </a:cubicBezTo>
                <a:lnTo>
                  <a:pt x="63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" name="Freeform 7">
            <a:extLst>
              <a:ext uri="{FF2B5EF4-FFF2-40B4-BE49-F238E27FC236}">
                <a16:creationId xmlns:a16="http://schemas.microsoft.com/office/drawing/2014/main" id="{0723670A-7996-4A50-9C33-81223994A9FE}"/>
              </a:ext>
            </a:extLst>
          </p:cNvPr>
          <p:cNvSpPr>
            <a:spLocks/>
          </p:cNvSpPr>
          <p:nvPr/>
        </p:nvSpPr>
        <p:spPr bwMode="auto">
          <a:xfrm>
            <a:off x="6094413" y="4270449"/>
            <a:ext cx="1812925" cy="1811338"/>
          </a:xfrm>
          <a:custGeom>
            <a:avLst/>
            <a:gdLst>
              <a:gd name="T0" fmla="*/ 0 w 640"/>
              <a:gd name="T1" fmla="*/ 639 h 639"/>
              <a:gd name="T2" fmla="*/ 640 w 640"/>
              <a:gd name="T3" fmla="*/ 0 h 639"/>
              <a:gd name="T4" fmla="*/ 0 w 640"/>
              <a:gd name="T5" fmla="*/ 0 h 639"/>
              <a:gd name="T6" fmla="*/ 0 w 640"/>
              <a:gd name="T7" fmla="*/ 639 h 6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40" h="639">
                <a:moveTo>
                  <a:pt x="0" y="639"/>
                </a:moveTo>
                <a:cubicBezTo>
                  <a:pt x="354" y="639"/>
                  <a:pt x="640" y="353"/>
                  <a:pt x="640" y="0"/>
                </a:cubicBezTo>
                <a:cubicBezTo>
                  <a:pt x="0" y="0"/>
                  <a:pt x="0" y="0"/>
                  <a:pt x="0" y="0"/>
                </a:cubicBezTo>
                <a:lnTo>
                  <a:pt x="0" y="63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" name="Freeform 8">
            <a:extLst>
              <a:ext uri="{FF2B5EF4-FFF2-40B4-BE49-F238E27FC236}">
                <a16:creationId xmlns:a16="http://schemas.microsoft.com/office/drawing/2014/main" id="{72C45C39-5E7A-4413-B335-4FE0D6166F4A}"/>
              </a:ext>
            </a:extLst>
          </p:cNvPr>
          <p:cNvSpPr>
            <a:spLocks/>
          </p:cNvSpPr>
          <p:nvPr/>
        </p:nvSpPr>
        <p:spPr bwMode="auto">
          <a:xfrm>
            <a:off x="6094413" y="2457524"/>
            <a:ext cx="1812925" cy="1812925"/>
          </a:xfrm>
          <a:custGeom>
            <a:avLst/>
            <a:gdLst>
              <a:gd name="T0" fmla="*/ 0 w 640"/>
              <a:gd name="T1" fmla="*/ 0 h 640"/>
              <a:gd name="T2" fmla="*/ 0 w 640"/>
              <a:gd name="T3" fmla="*/ 640 h 640"/>
              <a:gd name="T4" fmla="*/ 640 w 640"/>
              <a:gd name="T5" fmla="*/ 640 h 640"/>
              <a:gd name="T6" fmla="*/ 0 w 640"/>
              <a:gd name="T7" fmla="*/ 0 h 6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40" h="640">
                <a:moveTo>
                  <a:pt x="0" y="0"/>
                </a:moveTo>
                <a:cubicBezTo>
                  <a:pt x="0" y="640"/>
                  <a:pt x="0" y="640"/>
                  <a:pt x="0" y="640"/>
                </a:cubicBezTo>
                <a:cubicBezTo>
                  <a:pt x="640" y="640"/>
                  <a:pt x="640" y="640"/>
                  <a:pt x="640" y="640"/>
                </a:cubicBezTo>
                <a:cubicBezTo>
                  <a:pt x="640" y="286"/>
                  <a:pt x="354" y="0"/>
                  <a:pt x="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361F638-C494-4382-AF9E-043DC6F2DEC7}"/>
              </a:ext>
            </a:extLst>
          </p:cNvPr>
          <p:cNvSpPr txBox="1">
            <a:spLocks/>
          </p:cNvSpPr>
          <p:nvPr/>
        </p:nvSpPr>
        <p:spPr>
          <a:xfrm>
            <a:off x="6892572" y="3074570"/>
            <a:ext cx="601394" cy="496226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500" b="1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000" b="0" spc="5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SemiBold" panose="00000700000000000000" pitchFamily="2" charset="0"/>
                <a:ea typeface="Jost SemiBold" pitchFamily="2" charset="0"/>
                <a:cs typeface="Poppins SemiBold" panose="00000700000000000000" pitchFamily="2" charset="0"/>
              </a:rPr>
              <a:t>W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B170E9F-0BCF-4E72-8611-5D72CA8754CA}"/>
              </a:ext>
            </a:extLst>
          </p:cNvPr>
          <p:cNvSpPr txBox="1">
            <a:spLocks/>
          </p:cNvSpPr>
          <p:nvPr/>
        </p:nvSpPr>
        <p:spPr>
          <a:xfrm>
            <a:off x="4763029" y="3074570"/>
            <a:ext cx="497020" cy="496226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500" b="1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000" b="0" spc="500" dirty="0">
                <a:solidFill>
                  <a:schemeClr val="bg1"/>
                </a:solidFill>
                <a:latin typeface="Poppins SemiBold" panose="00000700000000000000" pitchFamily="2" charset="0"/>
                <a:ea typeface="Jost SemiBold" pitchFamily="2" charset="0"/>
                <a:cs typeface="Poppins SemiBold" panose="00000700000000000000" pitchFamily="2" charset="0"/>
              </a:rPr>
              <a:t>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620321E-AB20-413F-9966-8371AC911155}"/>
              </a:ext>
            </a:extLst>
          </p:cNvPr>
          <p:cNvSpPr txBox="1">
            <a:spLocks/>
          </p:cNvSpPr>
          <p:nvPr/>
        </p:nvSpPr>
        <p:spPr>
          <a:xfrm>
            <a:off x="4773662" y="4959412"/>
            <a:ext cx="497020" cy="496226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500" b="1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000" b="0" spc="500" dirty="0">
                <a:solidFill>
                  <a:schemeClr val="bg1"/>
                </a:solidFill>
                <a:latin typeface="Poppins SemiBold" panose="00000700000000000000" pitchFamily="2" charset="0"/>
                <a:ea typeface="Jost SemiBold" pitchFamily="2" charset="0"/>
                <a:cs typeface="Poppins SemiBold" panose="00000700000000000000" pitchFamily="2" charset="0"/>
              </a:rPr>
              <a:t>O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8429436-D6DE-41CD-A3D5-193950A6D7AC}"/>
              </a:ext>
            </a:extLst>
          </p:cNvPr>
          <p:cNvSpPr txBox="1">
            <a:spLocks/>
          </p:cNvSpPr>
          <p:nvPr/>
        </p:nvSpPr>
        <p:spPr>
          <a:xfrm>
            <a:off x="6955392" y="4970045"/>
            <a:ext cx="497020" cy="496226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500" b="1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000" b="0" spc="5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SemiBold" panose="00000700000000000000" pitchFamily="2" charset="0"/>
                <a:ea typeface="Jost SemiBold" pitchFamily="2" charset="0"/>
                <a:cs typeface="Poppins SemiBold" panose="00000700000000000000" pitchFamily="2" charset="0"/>
              </a:rPr>
              <a:t>T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89231FF-3ACD-4C45-ADA3-34F84AD48A19}"/>
              </a:ext>
            </a:extLst>
          </p:cNvPr>
          <p:cNvSpPr/>
          <p:nvPr/>
        </p:nvSpPr>
        <p:spPr>
          <a:xfrm>
            <a:off x="5038152" y="3211807"/>
            <a:ext cx="2115697" cy="21156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C207BA-0FE9-4D88-9D16-C8F921A850F1}"/>
              </a:ext>
            </a:extLst>
          </p:cNvPr>
          <p:cNvSpPr txBox="1"/>
          <p:nvPr/>
        </p:nvSpPr>
        <p:spPr>
          <a:xfrm>
            <a:off x="4064726" y="574833"/>
            <a:ext cx="4059373" cy="65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3500" dirty="0">
                <a:solidFill>
                  <a:schemeClr val="accent2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SWOT</a:t>
            </a:r>
            <a:r>
              <a:rPr lang="en-US" sz="3500" dirty="0">
                <a:latin typeface="Poppins SemiBold" panose="00000700000000000000" pitchFamily="50" charset="0"/>
                <a:cs typeface="Poppins SemiBold" panose="00000700000000000000" pitchFamily="50" charset="0"/>
              </a:rPr>
              <a:t> Analysis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2229CEB-7D27-4010-9F94-20909D61C7FA}"/>
              </a:ext>
            </a:extLst>
          </p:cNvPr>
          <p:cNvSpPr txBox="1"/>
          <p:nvPr/>
        </p:nvSpPr>
        <p:spPr>
          <a:xfrm>
            <a:off x="5542156" y="3882382"/>
            <a:ext cx="1135939" cy="611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SWOT</a:t>
            </a:r>
          </a:p>
        </p:txBody>
      </p:sp>
      <p:sp>
        <p:nvSpPr>
          <p:cNvPr id="22" name="Prevalence">
            <a:extLst>
              <a:ext uri="{FF2B5EF4-FFF2-40B4-BE49-F238E27FC236}">
                <a16:creationId xmlns:a16="http://schemas.microsoft.com/office/drawing/2014/main" id="{6F03E5B4-B601-4D7F-ADC1-F529D06604A9}"/>
              </a:ext>
            </a:extLst>
          </p:cNvPr>
          <p:cNvSpPr/>
          <p:nvPr/>
        </p:nvSpPr>
        <p:spPr>
          <a:xfrm>
            <a:off x="9153810" y="2834988"/>
            <a:ext cx="1650804" cy="19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rPr lang="af-ZA" sz="1400" dirty="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Weaknesses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5A80D30-788B-41B1-8DC3-C3140DF49C6B}"/>
              </a:ext>
            </a:extLst>
          </p:cNvPr>
          <p:cNvSpPr txBox="1"/>
          <p:nvPr/>
        </p:nvSpPr>
        <p:spPr>
          <a:xfrm>
            <a:off x="9047481" y="3141488"/>
            <a:ext cx="2337966" cy="6896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Ipsum, but the </a:t>
            </a:r>
          </a:p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have suffered alteration in some randomized believable.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5" name="Prevalence">
            <a:extLst>
              <a:ext uri="{FF2B5EF4-FFF2-40B4-BE49-F238E27FC236}">
                <a16:creationId xmlns:a16="http://schemas.microsoft.com/office/drawing/2014/main" id="{EE6F90AC-F2CB-4A19-A40B-0042C52F16A0}"/>
              </a:ext>
            </a:extLst>
          </p:cNvPr>
          <p:cNvSpPr/>
          <p:nvPr/>
        </p:nvSpPr>
        <p:spPr>
          <a:xfrm>
            <a:off x="9153810" y="5237811"/>
            <a:ext cx="1650804" cy="19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rPr lang="af-ZA" sz="1400" dirty="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Technology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2E7B74-C191-489B-8084-A8259833CB27}"/>
              </a:ext>
            </a:extLst>
          </p:cNvPr>
          <p:cNvSpPr txBox="1"/>
          <p:nvPr/>
        </p:nvSpPr>
        <p:spPr>
          <a:xfrm>
            <a:off x="9047481" y="5501780"/>
            <a:ext cx="2337966" cy="6896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Ipsum, but the </a:t>
            </a:r>
          </a:p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have suffered alteration in some randomized believable.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0" name="Shape">
            <a:extLst>
              <a:ext uri="{FF2B5EF4-FFF2-40B4-BE49-F238E27FC236}">
                <a16:creationId xmlns:a16="http://schemas.microsoft.com/office/drawing/2014/main" id="{82050391-C7E7-49CA-8F12-1B70A66A6587}"/>
              </a:ext>
            </a:extLst>
          </p:cNvPr>
          <p:cNvSpPr/>
          <p:nvPr/>
        </p:nvSpPr>
        <p:spPr>
          <a:xfrm>
            <a:off x="9183256" y="4605368"/>
            <a:ext cx="434757" cy="4347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15643" y="14949"/>
                </a:lnTo>
                <a:cubicBezTo>
                  <a:pt x="16600" y="13832"/>
                  <a:pt x="17182" y="12386"/>
                  <a:pt x="17182" y="10800"/>
                </a:cubicBezTo>
                <a:cubicBezTo>
                  <a:pt x="17182" y="9214"/>
                  <a:pt x="16600" y="7767"/>
                  <a:pt x="15643" y="6651"/>
                </a:cubicBezTo>
                <a:lnTo>
                  <a:pt x="18073" y="4221"/>
                </a:lnTo>
                <a:cubicBezTo>
                  <a:pt x="19649" y="5963"/>
                  <a:pt x="20618" y="8266"/>
                  <a:pt x="20618" y="10800"/>
                </a:cubicBezTo>
                <a:cubicBezTo>
                  <a:pt x="20618" y="13335"/>
                  <a:pt x="19649" y="15637"/>
                  <a:pt x="18073" y="17379"/>
                </a:cubicBezTo>
                <a:moveTo>
                  <a:pt x="10800" y="20619"/>
                </a:moveTo>
                <a:cubicBezTo>
                  <a:pt x="8265" y="20619"/>
                  <a:pt x="5963" y="19650"/>
                  <a:pt x="4221" y="18073"/>
                </a:cubicBezTo>
                <a:lnTo>
                  <a:pt x="6651" y="15643"/>
                </a:lnTo>
                <a:cubicBezTo>
                  <a:pt x="7767" y="16600"/>
                  <a:pt x="9214" y="17182"/>
                  <a:pt x="10800" y="17182"/>
                </a:cubicBezTo>
                <a:cubicBezTo>
                  <a:pt x="12386" y="17182"/>
                  <a:pt x="13833" y="16600"/>
                  <a:pt x="14949" y="15643"/>
                </a:cubicBezTo>
                <a:lnTo>
                  <a:pt x="17379" y="18073"/>
                </a:lnTo>
                <a:cubicBezTo>
                  <a:pt x="15637" y="19650"/>
                  <a:pt x="13334" y="20619"/>
                  <a:pt x="10800" y="20619"/>
                </a:cubicBezTo>
                <a:moveTo>
                  <a:pt x="982" y="10800"/>
                </a:moveTo>
                <a:cubicBezTo>
                  <a:pt x="982" y="8266"/>
                  <a:pt x="1950" y="5963"/>
                  <a:pt x="3527" y="4221"/>
                </a:cubicBezTo>
                <a:lnTo>
                  <a:pt x="5957" y="6651"/>
                </a:lnTo>
                <a:cubicBezTo>
                  <a:pt x="4999" y="7767"/>
                  <a:pt x="4418" y="9214"/>
                  <a:pt x="4418" y="10800"/>
                </a:cubicBezTo>
                <a:cubicBezTo>
                  <a:pt x="4418" y="12386"/>
                  <a:pt x="4999" y="13832"/>
                  <a:pt x="5957" y="14949"/>
                </a:cubicBezTo>
                <a:lnTo>
                  <a:pt x="3527" y="17379"/>
                </a:lnTo>
                <a:cubicBezTo>
                  <a:pt x="1950" y="15637"/>
                  <a:pt x="982" y="13335"/>
                  <a:pt x="982" y="10800"/>
                </a:cubicBezTo>
                <a:moveTo>
                  <a:pt x="16200" y="10800"/>
                </a:moveTo>
                <a:cubicBezTo>
                  <a:pt x="16200" y="13782"/>
                  <a:pt x="13782" y="16200"/>
                  <a:pt x="10800" y="16200"/>
                </a:cubicBezTo>
                <a:cubicBezTo>
                  <a:pt x="7817" y="16200"/>
                  <a:pt x="5400" y="13782"/>
                  <a:pt x="5400" y="10800"/>
                </a:cubicBezTo>
                <a:cubicBezTo>
                  <a:pt x="5400" y="7817"/>
                  <a:pt x="7817" y="5400"/>
                  <a:pt x="10800" y="5400"/>
                </a:cubicBezTo>
                <a:cubicBezTo>
                  <a:pt x="13782" y="5400"/>
                  <a:pt x="16200" y="7817"/>
                  <a:pt x="16200" y="10800"/>
                </a:cubicBezTo>
                <a:moveTo>
                  <a:pt x="10800" y="982"/>
                </a:moveTo>
                <a:cubicBezTo>
                  <a:pt x="13334" y="982"/>
                  <a:pt x="15637" y="1950"/>
                  <a:pt x="17379" y="3527"/>
                </a:cubicBezTo>
                <a:lnTo>
                  <a:pt x="14949" y="5957"/>
                </a:lnTo>
                <a:cubicBezTo>
                  <a:pt x="13832" y="4999"/>
                  <a:pt x="12386" y="4418"/>
                  <a:pt x="10800" y="4418"/>
                </a:cubicBezTo>
                <a:cubicBezTo>
                  <a:pt x="9214" y="4418"/>
                  <a:pt x="7767" y="4999"/>
                  <a:pt x="6651" y="5957"/>
                </a:cubicBez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12700">
            <a:noFill/>
            <a:miter lim="400000"/>
          </a:ln>
        </p:spPr>
        <p:txBody>
          <a:bodyPr lIns="38100" tIns="38100" rIns="38100" bIns="38100" anchor="ctr"/>
          <a:lstStyle/>
          <a:p>
            <a:pPr defTabSz="457200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Shape">
            <a:extLst>
              <a:ext uri="{FF2B5EF4-FFF2-40B4-BE49-F238E27FC236}">
                <a16:creationId xmlns:a16="http://schemas.microsoft.com/office/drawing/2014/main" id="{97D62AE8-30E2-41B8-8032-100D01754DA2}"/>
              </a:ext>
            </a:extLst>
          </p:cNvPr>
          <p:cNvSpPr/>
          <p:nvPr/>
        </p:nvSpPr>
        <p:spPr>
          <a:xfrm>
            <a:off x="9183256" y="2191273"/>
            <a:ext cx="434757" cy="4347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587" y="18100"/>
                </a:moveTo>
                <a:lnTo>
                  <a:pt x="21596" y="18099"/>
                </a:lnTo>
                <a:lnTo>
                  <a:pt x="20614" y="5335"/>
                </a:lnTo>
                <a:lnTo>
                  <a:pt x="20605" y="5337"/>
                </a:lnTo>
                <a:cubicBezTo>
                  <a:pt x="20573" y="5097"/>
                  <a:pt x="20376" y="4909"/>
                  <a:pt x="20127" y="4909"/>
                </a:cubicBezTo>
                <a:lnTo>
                  <a:pt x="16691" y="4909"/>
                </a:lnTo>
                <a:lnTo>
                  <a:pt x="16691" y="3927"/>
                </a:lnTo>
                <a:cubicBezTo>
                  <a:pt x="16691" y="1758"/>
                  <a:pt x="14932" y="0"/>
                  <a:pt x="12764" y="0"/>
                </a:cubicBezTo>
                <a:cubicBezTo>
                  <a:pt x="11300" y="0"/>
                  <a:pt x="10025" y="803"/>
                  <a:pt x="9350" y="1991"/>
                </a:cubicBezTo>
                <a:cubicBezTo>
                  <a:pt x="9705" y="2027"/>
                  <a:pt x="10048" y="2105"/>
                  <a:pt x="10377" y="2214"/>
                </a:cubicBezTo>
                <a:cubicBezTo>
                  <a:pt x="10911" y="1470"/>
                  <a:pt x="11778" y="982"/>
                  <a:pt x="12764" y="982"/>
                </a:cubicBezTo>
                <a:cubicBezTo>
                  <a:pt x="14390" y="982"/>
                  <a:pt x="15709" y="2301"/>
                  <a:pt x="15709" y="3927"/>
                </a:cubicBezTo>
                <a:lnTo>
                  <a:pt x="15709" y="4909"/>
                </a:lnTo>
                <a:lnTo>
                  <a:pt x="13337" y="4909"/>
                </a:lnTo>
                <a:cubicBezTo>
                  <a:pt x="13474" y="5221"/>
                  <a:pt x="13581" y="5549"/>
                  <a:pt x="13651" y="5891"/>
                </a:cubicBezTo>
                <a:lnTo>
                  <a:pt x="15709" y="5891"/>
                </a:lnTo>
                <a:lnTo>
                  <a:pt x="15709" y="6873"/>
                </a:lnTo>
                <a:lnTo>
                  <a:pt x="16204" y="6873"/>
                </a:lnTo>
                <a:cubicBezTo>
                  <a:pt x="16374" y="6873"/>
                  <a:pt x="16537" y="6905"/>
                  <a:pt x="16691" y="6961"/>
                </a:cubicBezTo>
                <a:lnTo>
                  <a:pt x="16691" y="5891"/>
                </a:lnTo>
                <a:lnTo>
                  <a:pt x="19674" y="5891"/>
                </a:lnTo>
                <a:lnTo>
                  <a:pt x="20429" y="15709"/>
                </a:lnTo>
                <a:lnTo>
                  <a:pt x="18247" y="15709"/>
                </a:lnTo>
                <a:lnTo>
                  <a:pt x="18323" y="16691"/>
                </a:lnTo>
                <a:lnTo>
                  <a:pt x="20504" y="16691"/>
                </a:lnTo>
                <a:lnTo>
                  <a:pt x="20580" y="17673"/>
                </a:lnTo>
                <a:lnTo>
                  <a:pt x="18398" y="17673"/>
                </a:lnTo>
                <a:lnTo>
                  <a:pt x="18474" y="18655"/>
                </a:lnTo>
                <a:lnTo>
                  <a:pt x="21109" y="18655"/>
                </a:lnTo>
                <a:cubicBezTo>
                  <a:pt x="21380" y="18655"/>
                  <a:pt x="21600" y="18435"/>
                  <a:pt x="21600" y="18164"/>
                </a:cubicBezTo>
                <a:cubicBezTo>
                  <a:pt x="21600" y="18141"/>
                  <a:pt x="21590" y="18122"/>
                  <a:pt x="21587" y="18100"/>
                </a:cubicBezTo>
                <a:moveTo>
                  <a:pt x="1020" y="20618"/>
                </a:moveTo>
                <a:lnTo>
                  <a:pt x="1096" y="19636"/>
                </a:lnTo>
                <a:lnTo>
                  <a:pt x="16577" y="19636"/>
                </a:lnTo>
                <a:lnTo>
                  <a:pt x="16653" y="20618"/>
                </a:lnTo>
                <a:cubicBezTo>
                  <a:pt x="16653" y="20618"/>
                  <a:pt x="1020" y="20618"/>
                  <a:pt x="1020" y="20618"/>
                </a:cubicBezTo>
                <a:close/>
                <a:moveTo>
                  <a:pt x="1926" y="8836"/>
                </a:moveTo>
                <a:lnTo>
                  <a:pt x="4909" y="8836"/>
                </a:lnTo>
                <a:lnTo>
                  <a:pt x="4909" y="10936"/>
                </a:lnTo>
                <a:cubicBezTo>
                  <a:pt x="4617" y="11106"/>
                  <a:pt x="4418" y="11420"/>
                  <a:pt x="4418" y="11782"/>
                </a:cubicBezTo>
                <a:cubicBezTo>
                  <a:pt x="4418" y="12324"/>
                  <a:pt x="4858" y="12764"/>
                  <a:pt x="5400" y="12764"/>
                </a:cubicBezTo>
                <a:cubicBezTo>
                  <a:pt x="5942" y="12764"/>
                  <a:pt x="6382" y="12324"/>
                  <a:pt x="6382" y="11782"/>
                </a:cubicBezTo>
                <a:cubicBezTo>
                  <a:pt x="6382" y="11420"/>
                  <a:pt x="6183" y="11106"/>
                  <a:pt x="5891" y="10936"/>
                </a:cubicBezTo>
                <a:lnTo>
                  <a:pt x="5891" y="8836"/>
                </a:lnTo>
                <a:lnTo>
                  <a:pt x="11782" y="8836"/>
                </a:lnTo>
                <a:lnTo>
                  <a:pt x="11782" y="10936"/>
                </a:lnTo>
                <a:cubicBezTo>
                  <a:pt x="11489" y="11106"/>
                  <a:pt x="11291" y="11420"/>
                  <a:pt x="11291" y="11782"/>
                </a:cubicBezTo>
                <a:cubicBezTo>
                  <a:pt x="11291" y="12324"/>
                  <a:pt x="11731" y="12764"/>
                  <a:pt x="12273" y="12764"/>
                </a:cubicBezTo>
                <a:cubicBezTo>
                  <a:pt x="12815" y="12764"/>
                  <a:pt x="13255" y="12324"/>
                  <a:pt x="13255" y="11782"/>
                </a:cubicBezTo>
                <a:cubicBezTo>
                  <a:pt x="13255" y="11420"/>
                  <a:pt x="13056" y="11106"/>
                  <a:pt x="12764" y="10936"/>
                </a:cubicBezTo>
                <a:lnTo>
                  <a:pt x="12764" y="8836"/>
                </a:lnTo>
                <a:lnTo>
                  <a:pt x="15746" y="8836"/>
                </a:lnTo>
                <a:lnTo>
                  <a:pt x="16502" y="18655"/>
                </a:lnTo>
                <a:lnTo>
                  <a:pt x="1172" y="18655"/>
                </a:lnTo>
                <a:cubicBezTo>
                  <a:pt x="1172" y="18655"/>
                  <a:pt x="1926" y="8836"/>
                  <a:pt x="1926" y="8836"/>
                </a:cubicBezTo>
                <a:close/>
                <a:moveTo>
                  <a:pt x="5891" y="6873"/>
                </a:moveTo>
                <a:cubicBezTo>
                  <a:pt x="5891" y="5246"/>
                  <a:pt x="7210" y="3927"/>
                  <a:pt x="8836" y="3927"/>
                </a:cubicBezTo>
                <a:cubicBezTo>
                  <a:pt x="10463" y="3927"/>
                  <a:pt x="11782" y="5246"/>
                  <a:pt x="11782" y="6873"/>
                </a:cubicBezTo>
                <a:lnTo>
                  <a:pt x="11782" y="7855"/>
                </a:lnTo>
                <a:lnTo>
                  <a:pt x="5891" y="7855"/>
                </a:lnTo>
                <a:cubicBezTo>
                  <a:pt x="5891" y="7855"/>
                  <a:pt x="5891" y="6873"/>
                  <a:pt x="5891" y="6873"/>
                </a:cubicBezTo>
                <a:close/>
                <a:moveTo>
                  <a:pt x="17668" y="21044"/>
                </a:moveTo>
                <a:lnTo>
                  <a:pt x="16687" y="8281"/>
                </a:lnTo>
                <a:lnTo>
                  <a:pt x="16678" y="8282"/>
                </a:lnTo>
                <a:cubicBezTo>
                  <a:pt x="16646" y="8043"/>
                  <a:pt x="16448" y="7855"/>
                  <a:pt x="16200" y="7855"/>
                </a:cubicBezTo>
                <a:lnTo>
                  <a:pt x="12764" y="7855"/>
                </a:lnTo>
                <a:lnTo>
                  <a:pt x="12764" y="6873"/>
                </a:lnTo>
                <a:cubicBezTo>
                  <a:pt x="12764" y="4704"/>
                  <a:pt x="11005" y="2945"/>
                  <a:pt x="8836" y="2945"/>
                </a:cubicBezTo>
                <a:cubicBezTo>
                  <a:pt x="6668" y="2945"/>
                  <a:pt x="4909" y="4704"/>
                  <a:pt x="4909" y="6873"/>
                </a:cubicBezTo>
                <a:lnTo>
                  <a:pt x="4909" y="7855"/>
                </a:lnTo>
                <a:lnTo>
                  <a:pt x="1473" y="7855"/>
                </a:lnTo>
                <a:cubicBezTo>
                  <a:pt x="1224" y="7855"/>
                  <a:pt x="1027" y="8043"/>
                  <a:pt x="995" y="8282"/>
                </a:cubicBezTo>
                <a:lnTo>
                  <a:pt x="986" y="8281"/>
                </a:lnTo>
                <a:lnTo>
                  <a:pt x="4" y="21044"/>
                </a:lnTo>
                <a:lnTo>
                  <a:pt x="13" y="21045"/>
                </a:lnTo>
                <a:cubicBezTo>
                  <a:pt x="10" y="21067"/>
                  <a:pt x="0" y="21087"/>
                  <a:pt x="0" y="21109"/>
                </a:cubicBezTo>
                <a:cubicBezTo>
                  <a:pt x="0" y="21381"/>
                  <a:pt x="220" y="21600"/>
                  <a:pt x="491" y="21600"/>
                </a:cubicBezTo>
                <a:lnTo>
                  <a:pt x="17182" y="21600"/>
                </a:lnTo>
                <a:cubicBezTo>
                  <a:pt x="17453" y="21600"/>
                  <a:pt x="17673" y="21381"/>
                  <a:pt x="17673" y="21109"/>
                </a:cubicBezTo>
                <a:cubicBezTo>
                  <a:pt x="17673" y="21087"/>
                  <a:pt x="17663" y="21067"/>
                  <a:pt x="17660" y="21045"/>
                </a:cubicBezTo>
                <a:cubicBezTo>
                  <a:pt x="17660" y="21045"/>
                  <a:pt x="17668" y="21044"/>
                  <a:pt x="17668" y="21044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defTabSz="457200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Prevalence">
            <a:extLst>
              <a:ext uri="{FF2B5EF4-FFF2-40B4-BE49-F238E27FC236}">
                <a16:creationId xmlns:a16="http://schemas.microsoft.com/office/drawing/2014/main" id="{0CEC0E8D-44E4-47FF-A31F-BDE25282C625}"/>
              </a:ext>
            </a:extLst>
          </p:cNvPr>
          <p:cNvSpPr/>
          <p:nvPr/>
        </p:nvSpPr>
        <p:spPr>
          <a:xfrm>
            <a:off x="1066371" y="2834988"/>
            <a:ext cx="2005578" cy="19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r"/>
            <a:r>
              <a:rPr lang="af-ZA" sz="1400" dirty="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Strengths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2407EA-C24C-4D28-A90A-EFB8C81C791B}"/>
              </a:ext>
            </a:extLst>
          </p:cNvPr>
          <p:cNvSpPr txBox="1"/>
          <p:nvPr/>
        </p:nvSpPr>
        <p:spPr>
          <a:xfrm>
            <a:off x="806553" y="3141488"/>
            <a:ext cx="2337966" cy="6896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Ipsum, but the </a:t>
            </a:r>
          </a:p>
          <a:p>
            <a:pPr algn="r"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have suffered alteration in some randomized believable.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" name="Prevalence">
            <a:extLst>
              <a:ext uri="{FF2B5EF4-FFF2-40B4-BE49-F238E27FC236}">
                <a16:creationId xmlns:a16="http://schemas.microsoft.com/office/drawing/2014/main" id="{786688B5-099E-400C-8B40-130B9F14D978}"/>
              </a:ext>
            </a:extLst>
          </p:cNvPr>
          <p:cNvSpPr/>
          <p:nvPr/>
        </p:nvSpPr>
        <p:spPr>
          <a:xfrm>
            <a:off x="1263790" y="5237807"/>
            <a:ext cx="1808159" cy="19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r"/>
            <a:r>
              <a:rPr lang="af-ZA" sz="1400" dirty="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Opportunities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504E6F8-CE1D-4A4C-8DB5-14D81F071568}"/>
              </a:ext>
            </a:extLst>
          </p:cNvPr>
          <p:cNvSpPr txBox="1"/>
          <p:nvPr/>
        </p:nvSpPr>
        <p:spPr>
          <a:xfrm>
            <a:off x="806553" y="5501780"/>
            <a:ext cx="2337966" cy="6896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Ipsum, but the </a:t>
            </a:r>
          </a:p>
          <a:p>
            <a:pPr algn="r"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have suffered alteration in some randomized believable.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9" name="Shape">
            <a:extLst>
              <a:ext uri="{FF2B5EF4-FFF2-40B4-BE49-F238E27FC236}">
                <a16:creationId xmlns:a16="http://schemas.microsoft.com/office/drawing/2014/main" id="{5710089A-4BE5-4C7F-ACD0-21C4F76945D6}"/>
              </a:ext>
            </a:extLst>
          </p:cNvPr>
          <p:cNvSpPr/>
          <p:nvPr/>
        </p:nvSpPr>
        <p:spPr>
          <a:xfrm>
            <a:off x="2637192" y="2191273"/>
            <a:ext cx="424281" cy="4242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164" y="4419"/>
                </a:moveTo>
                <a:lnTo>
                  <a:pt x="9327" y="4419"/>
                </a:lnTo>
                <a:cubicBezTo>
                  <a:pt x="9056" y="4419"/>
                  <a:pt x="8836" y="4638"/>
                  <a:pt x="8836" y="4909"/>
                </a:cubicBezTo>
                <a:cubicBezTo>
                  <a:pt x="8836" y="5180"/>
                  <a:pt x="9056" y="5400"/>
                  <a:pt x="9327" y="5400"/>
                </a:cubicBezTo>
                <a:lnTo>
                  <a:pt x="18164" y="5400"/>
                </a:lnTo>
                <a:cubicBezTo>
                  <a:pt x="18435" y="5400"/>
                  <a:pt x="18655" y="5180"/>
                  <a:pt x="18655" y="4909"/>
                </a:cubicBezTo>
                <a:cubicBezTo>
                  <a:pt x="18655" y="4638"/>
                  <a:pt x="18435" y="4419"/>
                  <a:pt x="18164" y="4419"/>
                </a:cubicBezTo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2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2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164" y="10310"/>
                </a:moveTo>
                <a:lnTo>
                  <a:pt x="9327" y="10310"/>
                </a:lnTo>
                <a:cubicBezTo>
                  <a:pt x="9056" y="10310"/>
                  <a:pt x="8836" y="10529"/>
                  <a:pt x="8836" y="10800"/>
                </a:cubicBezTo>
                <a:cubicBezTo>
                  <a:pt x="8836" y="11071"/>
                  <a:pt x="9056" y="11291"/>
                  <a:pt x="9327" y="11291"/>
                </a:cubicBezTo>
                <a:lnTo>
                  <a:pt x="18164" y="11291"/>
                </a:lnTo>
                <a:cubicBezTo>
                  <a:pt x="18435" y="11291"/>
                  <a:pt x="18655" y="11071"/>
                  <a:pt x="18655" y="10800"/>
                </a:cubicBezTo>
                <a:cubicBezTo>
                  <a:pt x="18655" y="10529"/>
                  <a:pt x="18435" y="10310"/>
                  <a:pt x="18164" y="10310"/>
                </a:cubicBezTo>
                <a:moveTo>
                  <a:pt x="5445" y="16155"/>
                </a:moveTo>
                <a:lnTo>
                  <a:pt x="4909" y="14728"/>
                </a:lnTo>
                <a:lnTo>
                  <a:pt x="4374" y="16155"/>
                </a:lnTo>
                <a:lnTo>
                  <a:pt x="2945" y="16155"/>
                </a:lnTo>
                <a:lnTo>
                  <a:pt x="4106" y="17049"/>
                </a:lnTo>
                <a:lnTo>
                  <a:pt x="3571" y="18655"/>
                </a:lnTo>
                <a:lnTo>
                  <a:pt x="4909" y="17673"/>
                </a:lnTo>
                <a:lnTo>
                  <a:pt x="6248" y="18655"/>
                </a:lnTo>
                <a:lnTo>
                  <a:pt x="5713" y="17049"/>
                </a:lnTo>
                <a:lnTo>
                  <a:pt x="6873" y="16155"/>
                </a:lnTo>
                <a:cubicBezTo>
                  <a:pt x="6873" y="16155"/>
                  <a:pt x="5445" y="16155"/>
                  <a:pt x="5445" y="16155"/>
                </a:cubicBezTo>
                <a:close/>
                <a:moveTo>
                  <a:pt x="4909" y="8836"/>
                </a:moveTo>
                <a:lnTo>
                  <a:pt x="4374" y="10265"/>
                </a:lnTo>
                <a:lnTo>
                  <a:pt x="2945" y="10265"/>
                </a:lnTo>
                <a:lnTo>
                  <a:pt x="4106" y="11158"/>
                </a:lnTo>
                <a:lnTo>
                  <a:pt x="3571" y="12764"/>
                </a:lnTo>
                <a:lnTo>
                  <a:pt x="4909" y="11782"/>
                </a:lnTo>
                <a:lnTo>
                  <a:pt x="6248" y="12764"/>
                </a:lnTo>
                <a:lnTo>
                  <a:pt x="5713" y="11158"/>
                </a:lnTo>
                <a:lnTo>
                  <a:pt x="6873" y="10265"/>
                </a:lnTo>
                <a:lnTo>
                  <a:pt x="5445" y="10265"/>
                </a:lnTo>
                <a:cubicBezTo>
                  <a:pt x="5445" y="10265"/>
                  <a:pt x="4909" y="8836"/>
                  <a:pt x="4909" y="8836"/>
                </a:cubicBezTo>
                <a:close/>
                <a:moveTo>
                  <a:pt x="4909" y="2945"/>
                </a:moveTo>
                <a:lnTo>
                  <a:pt x="4374" y="4374"/>
                </a:lnTo>
                <a:lnTo>
                  <a:pt x="2945" y="4374"/>
                </a:lnTo>
                <a:lnTo>
                  <a:pt x="4106" y="5267"/>
                </a:lnTo>
                <a:lnTo>
                  <a:pt x="3571" y="6873"/>
                </a:lnTo>
                <a:lnTo>
                  <a:pt x="4909" y="5891"/>
                </a:lnTo>
                <a:lnTo>
                  <a:pt x="6248" y="6873"/>
                </a:lnTo>
                <a:lnTo>
                  <a:pt x="5713" y="5267"/>
                </a:lnTo>
                <a:lnTo>
                  <a:pt x="6873" y="4374"/>
                </a:lnTo>
                <a:lnTo>
                  <a:pt x="5445" y="4374"/>
                </a:lnTo>
                <a:cubicBezTo>
                  <a:pt x="5445" y="4374"/>
                  <a:pt x="4909" y="2945"/>
                  <a:pt x="4909" y="2945"/>
                </a:cubicBezTo>
                <a:close/>
                <a:moveTo>
                  <a:pt x="18164" y="16200"/>
                </a:moveTo>
                <a:lnTo>
                  <a:pt x="9327" y="16200"/>
                </a:lnTo>
                <a:cubicBezTo>
                  <a:pt x="9056" y="16200"/>
                  <a:pt x="8836" y="16420"/>
                  <a:pt x="8836" y="16691"/>
                </a:cubicBezTo>
                <a:cubicBezTo>
                  <a:pt x="8836" y="16962"/>
                  <a:pt x="9056" y="17182"/>
                  <a:pt x="9327" y="17182"/>
                </a:cubicBezTo>
                <a:lnTo>
                  <a:pt x="18164" y="17182"/>
                </a:lnTo>
                <a:cubicBezTo>
                  <a:pt x="18435" y="17182"/>
                  <a:pt x="18655" y="16962"/>
                  <a:pt x="18655" y="16691"/>
                </a:cubicBezTo>
                <a:cubicBezTo>
                  <a:pt x="18655" y="16420"/>
                  <a:pt x="18435" y="16200"/>
                  <a:pt x="18164" y="16200"/>
                </a:cubicBezTo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defTabSz="457200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Shape">
            <a:extLst>
              <a:ext uri="{FF2B5EF4-FFF2-40B4-BE49-F238E27FC236}">
                <a16:creationId xmlns:a16="http://schemas.microsoft.com/office/drawing/2014/main" id="{48E155C8-F40F-4579-A935-F497F61AC547}"/>
              </a:ext>
            </a:extLst>
          </p:cNvPr>
          <p:cNvSpPr/>
          <p:nvPr/>
        </p:nvSpPr>
        <p:spPr>
          <a:xfrm>
            <a:off x="2637192" y="4605368"/>
            <a:ext cx="434757" cy="4347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1949" y="13580"/>
                </a:moveTo>
                <a:cubicBezTo>
                  <a:pt x="11701" y="13784"/>
                  <a:pt x="11474" y="13901"/>
                  <a:pt x="11085" y="13931"/>
                </a:cubicBezTo>
                <a:lnTo>
                  <a:pt x="11085" y="11339"/>
                </a:lnTo>
                <a:cubicBezTo>
                  <a:pt x="11251" y="11383"/>
                  <a:pt x="11321" y="11435"/>
                  <a:pt x="11479" y="11494"/>
                </a:cubicBezTo>
                <a:cubicBezTo>
                  <a:pt x="11638" y="11554"/>
                  <a:pt x="11780" y="11632"/>
                  <a:pt x="11906" y="11728"/>
                </a:cubicBezTo>
                <a:cubicBezTo>
                  <a:pt x="12032" y="11824"/>
                  <a:pt x="12133" y="11943"/>
                  <a:pt x="12208" y="12084"/>
                </a:cubicBezTo>
                <a:cubicBezTo>
                  <a:pt x="12284" y="12225"/>
                  <a:pt x="12322" y="12399"/>
                  <a:pt x="12322" y="12607"/>
                </a:cubicBezTo>
                <a:cubicBezTo>
                  <a:pt x="12322" y="13052"/>
                  <a:pt x="12198" y="13376"/>
                  <a:pt x="11949" y="13580"/>
                </a:cubicBezTo>
                <a:moveTo>
                  <a:pt x="10437" y="9837"/>
                </a:moveTo>
                <a:cubicBezTo>
                  <a:pt x="10286" y="9800"/>
                  <a:pt x="10228" y="9753"/>
                  <a:pt x="10081" y="9698"/>
                </a:cubicBezTo>
                <a:cubicBezTo>
                  <a:pt x="9933" y="9642"/>
                  <a:pt x="9803" y="9570"/>
                  <a:pt x="9692" y="9481"/>
                </a:cubicBezTo>
                <a:cubicBezTo>
                  <a:pt x="9580" y="9392"/>
                  <a:pt x="9489" y="9285"/>
                  <a:pt x="9416" y="9159"/>
                </a:cubicBezTo>
                <a:cubicBezTo>
                  <a:pt x="9345" y="9032"/>
                  <a:pt x="9309" y="8880"/>
                  <a:pt x="9309" y="8702"/>
                </a:cubicBezTo>
                <a:cubicBezTo>
                  <a:pt x="9309" y="8310"/>
                  <a:pt x="9415" y="8030"/>
                  <a:pt x="9627" y="7862"/>
                </a:cubicBezTo>
                <a:cubicBezTo>
                  <a:pt x="9839" y="7696"/>
                  <a:pt x="10048" y="7612"/>
                  <a:pt x="10437" y="7612"/>
                </a:cubicBezTo>
                <a:cubicBezTo>
                  <a:pt x="10437" y="7612"/>
                  <a:pt x="10437" y="9837"/>
                  <a:pt x="10437" y="9837"/>
                </a:cubicBezTo>
                <a:close/>
                <a:moveTo>
                  <a:pt x="12765" y="10727"/>
                </a:moveTo>
                <a:cubicBezTo>
                  <a:pt x="12527" y="10542"/>
                  <a:pt x="12253" y="10390"/>
                  <a:pt x="11944" y="10271"/>
                </a:cubicBezTo>
                <a:cubicBezTo>
                  <a:pt x="11634" y="10153"/>
                  <a:pt x="11410" y="10049"/>
                  <a:pt x="11085" y="9959"/>
                </a:cubicBezTo>
                <a:lnTo>
                  <a:pt x="11085" y="7612"/>
                </a:lnTo>
                <a:cubicBezTo>
                  <a:pt x="11474" y="7612"/>
                  <a:pt x="11665" y="7713"/>
                  <a:pt x="11841" y="7913"/>
                </a:cubicBezTo>
                <a:cubicBezTo>
                  <a:pt x="12018" y="8113"/>
                  <a:pt x="12113" y="8402"/>
                  <a:pt x="12127" y="8781"/>
                </a:cubicBezTo>
                <a:lnTo>
                  <a:pt x="13359" y="8781"/>
                </a:lnTo>
                <a:cubicBezTo>
                  <a:pt x="13359" y="8417"/>
                  <a:pt x="13295" y="8098"/>
                  <a:pt x="13170" y="7824"/>
                </a:cubicBezTo>
                <a:cubicBezTo>
                  <a:pt x="13044" y="7550"/>
                  <a:pt x="12875" y="7323"/>
                  <a:pt x="12662" y="7145"/>
                </a:cubicBezTo>
                <a:cubicBezTo>
                  <a:pt x="12449" y="6967"/>
                  <a:pt x="12200" y="6833"/>
                  <a:pt x="11911" y="6744"/>
                </a:cubicBezTo>
                <a:cubicBezTo>
                  <a:pt x="11623" y="6656"/>
                  <a:pt x="11410" y="6611"/>
                  <a:pt x="11085" y="6611"/>
                </a:cubicBezTo>
                <a:lnTo>
                  <a:pt x="11085" y="5881"/>
                </a:lnTo>
                <a:lnTo>
                  <a:pt x="10437" y="5881"/>
                </a:lnTo>
                <a:lnTo>
                  <a:pt x="10437" y="6611"/>
                </a:lnTo>
                <a:cubicBezTo>
                  <a:pt x="10113" y="6611"/>
                  <a:pt x="9895" y="6659"/>
                  <a:pt x="9601" y="6756"/>
                </a:cubicBezTo>
                <a:cubicBezTo>
                  <a:pt x="9305" y="6852"/>
                  <a:pt x="9044" y="6991"/>
                  <a:pt x="8817" y="7173"/>
                </a:cubicBezTo>
                <a:cubicBezTo>
                  <a:pt x="8590" y="7355"/>
                  <a:pt x="8410" y="7581"/>
                  <a:pt x="8277" y="7852"/>
                </a:cubicBezTo>
                <a:cubicBezTo>
                  <a:pt x="8144" y="8122"/>
                  <a:pt x="8077" y="8436"/>
                  <a:pt x="8077" y="8791"/>
                </a:cubicBezTo>
                <a:cubicBezTo>
                  <a:pt x="8077" y="9199"/>
                  <a:pt x="8150" y="9541"/>
                  <a:pt x="8294" y="9815"/>
                </a:cubicBezTo>
                <a:cubicBezTo>
                  <a:pt x="8438" y="10089"/>
                  <a:pt x="8626" y="10317"/>
                  <a:pt x="8860" y="10499"/>
                </a:cubicBezTo>
                <a:cubicBezTo>
                  <a:pt x="9094" y="10681"/>
                  <a:pt x="9357" y="10829"/>
                  <a:pt x="9648" y="10944"/>
                </a:cubicBezTo>
                <a:cubicBezTo>
                  <a:pt x="9940" y="11059"/>
                  <a:pt x="10142" y="11157"/>
                  <a:pt x="10437" y="11239"/>
                </a:cubicBezTo>
                <a:lnTo>
                  <a:pt x="10437" y="13931"/>
                </a:lnTo>
                <a:cubicBezTo>
                  <a:pt x="9940" y="13916"/>
                  <a:pt x="9676" y="13768"/>
                  <a:pt x="9460" y="13486"/>
                </a:cubicBezTo>
                <a:cubicBezTo>
                  <a:pt x="9244" y="13204"/>
                  <a:pt x="9139" y="12818"/>
                  <a:pt x="9147" y="12329"/>
                </a:cubicBezTo>
                <a:lnTo>
                  <a:pt x="7915" y="12329"/>
                </a:lnTo>
                <a:cubicBezTo>
                  <a:pt x="7908" y="12744"/>
                  <a:pt x="7968" y="13111"/>
                  <a:pt x="8093" y="13430"/>
                </a:cubicBezTo>
                <a:cubicBezTo>
                  <a:pt x="8220" y="13749"/>
                  <a:pt x="8397" y="14018"/>
                  <a:pt x="8628" y="14236"/>
                </a:cubicBezTo>
                <a:cubicBezTo>
                  <a:pt x="8858" y="14455"/>
                  <a:pt x="9136" y="14624"/>
                  <a:pt x="9460" y="14743"/>
                </a:cubicBezTo>
                <a:cubicBezTo>
                  <a:pt x="9784" y="14861"/>
                  <a:pt x="10048" y="14924"/>
                  <a:pt x="10437" y="14932"/>
                </a:cubicBezTo>
                <a:lnTo>
                  <a:pt x="10437" y="15692"/>
                </a:lnTo>
                <a:lnTo>
                  <a:pt x="11085" y="15692"/>
                </a:lnTo>
                <a:lnTo>
                  <a:pt x="11085" y="14932"/>
                </a:lnTo>
                <a:cubicBezTo>
                  <a:pt x="11445" y="14917"/>
                  <a:pt x="11688" y="14856"/>
                  <a:pt x="11998" y="14748"/>
                </a:cubicBezTo>
                <a:cubicBezTo>
                  <a:pt x="12307" y="14641"/>
                  <a:pt x="12578" y="14485"/>
                  <a:pt x="12808" y="14281"/>
                </a:cubicBezTo>
                <a:cubicBezTo>
                  <a:pt x="13038" y="14077"/>
                  <a:pt x="13220" y="13821"/>
                  <a:pt x="13353" y="13513"/>
                </a:cubicBezTo>
                <a:cubicBezTo>
                  <a:pt x="13487" y="13206"/>
                  <a:pt x="13553" y="12844"/>
                  <a:pt x="13553" y="12429"/>
                </a:cubicBezTo>
                <a:cubicBezTo>
                  <a:pt x="13553" y="12028"/>
                  <a:pt x="13481" y="11691"/>
                  <a:pt x="13337" y="11417"/>
                </a:cubicBezTo>
                <a:cubicBezTo>
                  <a:pt x="13193" y="11142"/>
                  <a:pt x="13002" y="10912"/>
                  <a:pt x="12765" y="10727"/>
                </a:cubicBezTo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12700">
            <a:noFill/>
            <a:miter lim="400000"/>
          </a:ln>
        </p:spPr>
        <p:txBody>
          <a:bodyPr lIns="38100" tIns="38100" rIns="38100" bIns="38100" anchor="ctr"/>
          <a:lstStyle/>
          <a:p>
            <a:pPr defTabSz="457200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0F13017-94F1-4F50-9675-69BBF83A411A}"/>
              </a:ext>
            </a:extLst>
          </p:cNvPr>
          <p:cNvSpPr txBox="1"/>
          <p:nvPr/>
        </p:nvSpPr>
        <p:spPr>
          <a:xfrm>
            <a:off x="3036430" y="1189576"/>
            <a:ext cx="611914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variations of passages of, the or randomized words</a:t>
            </a:r>
            <a:r>
              <a:rPr lang="en-US" sz="11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There are many variations of passages of, the or randomized words.</a:t>
            </a:r>
          </a:p>
        </p:txBody>
      </p:sp>
    </p:spTree>
    <p:extLst>
      <p:ext uri="{BB962C8B-B14F-4D97-AF65-F5344CB8AC3E}">
        <p14:creationId xmlns:p14="http://schemas.microsoft.com/office/powerpoint/2010/main" val="3160320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3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0BC5C9-F4E1-4403-B6F5-A234A11C02BE}"/>
              </a:ext>
            </a:extLst>
          </p:cNvPr>
          <p:cNvSpPr txBox="1"/>
          <p:nvPr/>
        </p:nvSpPr>
        <p:spPr>
          <a:xfrm>
            <a:off x="717045" y="709898"/>
            <a:ext cx="4983668" cy="65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500" dirty="0">
                <a:solidFill>
                  <a:schemeClr val="accent2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Customer</a:t>
            </a:r>
            <a:r>
              <a:rPr lang="en-US" sz="3500" dirty="0">
                <a:latin typeface="Poppins SemiBold" panose="00000700000000000000" pitchFamily="50" charset="0"/>
                <a:cs typeface="Poppins SemiBold" panose="00000700000000000000" pitchFamily="50" charset="0"/>
              </a:rPr>
              <a:t> Analysis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41E26F-11BD-4430-8974-270244D5583F}"/>
              </a:ext>
            </a:extLst>
          </p:cNvPr>
          <p:cNvSpPr txBox="1"/>
          <p:nvPr/>
        </p:nvSpPr>
        <p:spPr>
          <a:xfrm>
            <a:off x="6696450" y="3602403"/>
            <a:ext cx="4166055" cy="6896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variations of passages of Lorem Ipsum available, but the have suffered alteration in some form, by injected humor, or randomized  which don't look  slightly believable.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3E9292A-DD68-47A2-82B5-A351578C26F6}"/>
              </a:ext>
            </a:extLst>
          </p:cNvPr>
          <p:cNvSpPr txBox="1"/>
          <p:nvPr/>
        </p:nvSpPr>
        <p:spPr>
          <a:xfrm>
            <a:off x="6696450" y="2402590"/>
            <a:ext cx="4609297" cy="580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20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variations of passages of Lorem Ipsum available, but the or randomized words which</a:t>
            </a:r>
            <a:endParaRPr lang="en-US" sz="1200" i="1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3" name="Freeform 8">
            <a:extLst>
              <a:ext uri="{FF2B5EF4-FFF2-40B4-BE49-F238E27FC236}">
                <a16:creationId xmlns:a16="http://schemas.microsoft.com/office/drawing/2014/main" id="{762C7E1A-4FF1-4FF6-B30A-2ACAF944D3D6}"/>
              </a:ext>
            </a:extLst>
          </p:cNvPr>
          <p:cNvSpPr>
            <a:spLocks noEditPoints="1"/>
          </p:cNvSpPr>
          <p:nvPr/>
        </p:nvSpPr>
        <p:spPr bwMode="auto">
          <a:xfrm>
            <a:off x="9419015" y="5117114"/>
            <a:ext cx="260187" cy="621063"/>
          </a:xfrm>
          <a:custGeom>
            <a:avLst/>
            <a:gdLst>
              <a:gd name="T0" fmla="*/ 93 w 187"/>
              <a:gd name="T1" fmla="*/ 95 h 447"/>
              <a:gd name="T2" fmla="*/ 141 w 187"/>
              <a:gd name="T3" fmla="*/ 47 h 447"/>
              <a:gd name="T4" fmla="*/ 93 w 187"/>
              <a:gd name="T5" fmla="*/ 0 h 447"/>
              <a:gd name="T6" fmla="*/ 45 w 187"/>
              <a:gd name="T7" fmla="*/ 47 h 447"/>
              <a:gd name="T8" fmla="*/ 93 w 187"/>
              <a:gd name="T9" fmla="*/ 95 h 447"/>
              <a:gd name="T10" fmla="*/ 148 w 187"/>
              <a:gd name="T11" fmla="*/ 106 h 447"/>
              <a:gd name="T12" fmla="*/ 39 w 187"/>
              <a:gd name="T13" fmla="*/ 106 h 447"/>
              <a:gd name="T14" fmla="*/ 0 w 187"/>
              <a:gd name="T15" fmla="*/ 145 h 447"/>
              <a:gd name="T16" fmla="*/ 0 w 187"/>
              <a:gd name="T17" fmla="*/ 307 h 447"/>
              <a:gd name="T18" fmla="*/ 17 w 187"/>
              <a:gd name="T19" fmla="*/ 323 h 447"/>
              <a:gd name="T20" fmla="*/ 33 w 187"/>
              <a:gd name="T21" fmla="*/ 307 h 447"/>
              <a:gd name="T22" fmla="*/ 33 w 187"/>
              <a:gd name="T23" fmla="*/ 151 h 447"/>
              <a:gd name="T24" fmla="*/ 43 w 187"/>
              <a:gd name="T25" fmla="*/ 151 h 447"/>
              <a:gd name="T26" fmla="*/ 43 w 187"/>
              <a:gd name="T27" fmla="*/ 426 h 447"/>
              <a:gd name="T28" fmla="*/ 64 w 187"/>
              <a:gd name="T29" fmla="*/ 447 h 447"/>
              <a:gd name="T30" fmla="*/ 86 w 187"/>
              <a:gd name="T31" fmla="*/ 426 h 447"/>
              <a:gd name="T32" fmla="*/ 86 w 187"/>
              <a:gd name="T33" fmla="*/ 286 h 447"/>
              <a:gd name="T34" fmla="*/ 100 w 187"/>
              <a:gd name="T35" fmla="*/ 286 h 447"/>
              <a:gd name="T36" fmla="*/ 100 w 187"/>
              <a:gd name="T37" fmla="*/ 426 h 447"/>
              <a:gd name="T38" fmla="*/ 122 w 187"/>
              <a:gd name="T39" fmla="*/ 447 h 447"/>
              <a:gd name="T40" fmla="*/ 144 w 187"/>
              <a:gd name="T41" fmla="*/ 426 h 447"/>
              <a:gd name="T42" fmla="*/ 144 w 187"/>
              <a:gd name="T43" fmla="*/ 151 h 447"/>
              <a:gd name="T44" fmla="*/ 154 w 187"/>
              <a:gd name="T45" fmla="*/ 151 h 447"/>
              <a:gd name="T46" fmla="*/ 154 w 187"/>
              <a:gd name="T47" fmla="*/ 307 h 447"/>
              <a:gd name="T48" fmla="*/ 171 w 187"/>
              <a:gd name="T49" fmla="*/ 323 h 447"/>
              <a:gd name="T50" fmla="*/ 187 w 187"/>
              <a:gd name="T51" fmla="*/ 307 h 447"/>
              <a:gd name="T52" fmla="*/ 187 w 187"/>
              <a:gd name="T53" fmla="*/ 145 h 447"/>
              <a:gd name="T54" fmla="*/ 148 w 187"/>
              <a:gd name="T55" fmla="*/ 106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187" h="447">
                <a:moveTo>
                  <a:pt x="93" y="95"/>
                </a:moveTo>
                <a:cubicBezTo>
                  <a:pt x="119" y="95"/>
                  <a:pt x="141" y="74"/>
                  <a:pt x="141" y="47"/>
                </a:cubicBezTo>
                <a:cubicBezTo>
                  <a:pt x="141" y="21"/>
                  <a:pt x="119" y="0"/>
                  <a:pt x="93" y="0"/>
                </a:cubicBezTo>
                <a:cubicBezTo>
                  <a:pt x="67" y="0"/>
                  <a:pt x="45" y="21"/>
                  <a:pt x="45" y="47"/>
                </a:cubicBezTo>
                <a:cubicBezTo>
                  <a:pt x="45" y="74"/>
                  <a:pt x="67" y="95"/>
                  <a:pt x="93" y="95"/>
                </a:cubicBezTo>
                <a:close/>
                <a:moveTo>
                  <a:pt x="148" y="106"/>
                </a:moveTo>
                <a:cubicBezTo>
                  <a:pt x="39" y="106"/>
                  <a:pt x="39" y="106"/>
                  <a:pt x="39" y="106"/>
                </a:cubicBezTo>
                <a:cubicBezTo>
                  <a:pt x="14" y="106"/>
                  <a:pt x="0" y="118"/>
                  <a:pt x="0" y="145"/>
                </a:cubicBezTo>
                <a:cubicBezTo>
                  <a:pt x="0" y="307"/>
                  <a:pt x="0" y="307"/>
                  <a:pt x="0" y="307"/>
                </a:cubicBezTo>
                <a:cubicBezTo>
                  <a:pt x="0" y="316"/>
                  <a:pt x="7" y="323"/>
                  <a:pt x="17" y="323"/>
                </a:cubicBezTo>
                <a:cubicBezTo>
                  <a:pt x="26" y="323"/>
                  <a:pt x="33" y="316"/>
                  <a:pt x="33" y="307"/>
                </a:cubicBezTo>
                <a:cubicBezTo>
                  <a:pt x="33" y="151"/>
                  <a:pt x="33" y="151"/>
                  <a:pt x="33" y="151"/>
                </a:cubicBezTo>
                <a:cubicBezTo>
                  <a:pt x="43" y="151"/>
                  <a:pt x="43" y="151"/>
                  <a:pt x="43" y="151"/>
                </a:cubicBezTo>
                <a:cubicBezTo>
                  <a:pt x="43" y="426"/>
                  <a:pt x="43" y="426"/>
                  <a:pt x="43" y="426"/>
                </a:cubicBezTo>
                <a:cubicBezTo>
                  <a:pt x="43" y="438"/>
                  <a:pt x="52" y="447"/>
                  <a:pt x="64" y="447"/>
                </a:cubicBezTo>
                <a:cubicBezTo>
                  <a:pt x="76" y="447"/>
                  <a:pt x="86" y="438"/>
                  <a:pt x="86" y="426"/>
                </a:cubicBezTo>
                <a:cubicBezTo>
                  <a:pt x="86" y="286"/>
                  <a:pt x="86" y="286"/>
                  <a:pt x="86" y="286"/>
                </a:cubicBezTo>
                <a:cubicBezTo>
                  <a:pt x="100" y="286"/>
                  <a:pt x="100" y="286"/>
                  <a:pt x="100" y="286"/>
                </a:cubicBezTo>
                <a:cubicBezTo>
                  <a:pt x="100" y="426"/>
                  <a:pt x="100" y="426"/>
                  <a:pt x="100" y="426"/>
                </a:cubicBezTo>
                <a:cubicBezTo>
                  <a:pt x="100" y="438"/>
                  <a:pt x="110" y="447"/>
                  <a:pt x="122" y="447"/>
                </a:cubicBezTo>
                <a:cubicBezTo>
                  <a:pt x="134" y="447"/>
                  <a:pt x="144" y="438"/>
                  <a:pt x="144" y="426"/>
                </a:cubicBezTo>
                <a:cubicBezTo>
                  <a:pt x="144" y="151"/>
                  <a:pt x="144" y="151"/>
                  <a:pt x="144" y="151"/>
                </a:cubicBezTo>
                <a:cubicBezTo>
                  <a:pt x="154" y="151"/>
                  <a:pt x="154" y="151"/>
                  <a:pt x="154" y="151"/>
                </a:cubicBezTo>
                <a:cubicBezTo>
                  <a:pt x="154" y="307"/>
                  <a:pt x="154" y="307"/>
                  <a:pt x="154" y="307"/>
                </a:cubicBezTo>
                <a:cubicBezTo>
                  <a:pt x="154" y="316"/>
                  <a:pt x="162" y="323"/>
                  <a:pt x="171" y="323"/>
                </a:cubicBezTo>
                <a:cubicBezTo>
                  <a:pt x="180" y="323"/>
                  <a:pt x="187" y="316"/>
                  <a:pt x="187" y="307"/>
                </a:cubicBezTo>
                <a:cubicBezTo>
                  <a:pt x="187" y="145"/>
                  <a:pt x="187" y="145"/>
                  <a:pt x="187" y="145"/>
                </a:cubicBezTo>
                <a:cubicBezTo>
                  <a:pt x="187" y="122"/>
                  <a:pt x="179" y="106"/>
                  <a:pt x="148" y="10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4" name="Freeform 9">
            <a:extLst>
              <a:ext uri="{FF2B5EF4-FFF2-40B4-BE49-F238E27FC236}">
                <a16:creationId xmlns:a16="http://schemas.microsoft.com/office/drawing/2014/main" id="{6D5D305A-BF88-41CD-96F2-0B3742D7D01B}"/>
              </a:ext>
            </a:extLst>
          </p:cNvPr>
          <p:cNvSpPr>
            <a:spLocks noEditPoints="1"/>
          </p:cNvSpPr>
          <p:nvPr/>
        </p:nvSpPr>
        <p:spPr bwMode="auto">
          <a:xfrm>
            <a:off x="9914311" y="5117114"/>
            <a:ext cx="261969" cy="621063"/>
          </a:xfrm>
          <a:custGeom>
            <a:avLst/>
            <a:gdLst>
              <a:gd name="T0" fmla="*/ 93 w 188"/>
              <a:gd name="T1" fmla="*/ 95 h 447"/>
              <a:gd name="T2" fmla="*/ 141 w 188"/>
              <a:gd name="T3" fmla="*/ 47 h 447"/>
              <a:gd name="T4" fmla="*/ 93 w 188"/>
              <a:gd name="T5" fmla="*/ 0 h 447"/>
              <a:gd name="T6" fmla="*/ 46 w 188"/>
              <a:gd name="T7" fmla="*/ 47 h 447"/>
              <a:gd name="T8" fmla="*/ 93 w 188"/>
              <a:gd name="T9" fmla="*/ 95 h 447"/>
              <a:gd name="T10" fmla="*/ 148 w 188"/>
              <a:gd name="T11" fmla="*/ 106 h 447"/>
              <a:gd name="T12" fmla="*/ 39 w 188"/>
              <a:gd name="T13" fmla="*/ 106 h 447"/>
              <a:gd name="T14" fmla="*/ 0 w 188"/>
              <a:gd name="T15" fmla="*/ 145 h 447"/>
              <a:gd name="T16" fmla="*/ 0 w 188"/>
              <a:gd name="T17" fmla="*/ 307 h 447"/>
              <a:gd name="T18" fmla="*/ 17 w 188"/>
              <a:gd name="T19" fmla="*/ 323 h 447"/>
              <a:gd name="T20" fmla="*/ 33 w 188"/>
              <a:gd name="T21" fmla="*/ 307 h 447"/>
              <a:gd name="T22" fmla="*/ 33 w 188"/>
              <a:gd name="T23" fmla="*/ 151 h 447"/>
              <a:gd name="T24" fmla="*/ 43 w 188"/>
              <a:gd name="T25" fmla="*/ 151 h 447"/>
              <a:gd name="T26" fmla="*/ 43 w 188"/>
              <a:gd name="T27" fmla="*/ 426 h 447"/>
              <a:gd name="T28" fmla="*/ 65 w 188"/>
              <a:gd name="T29" fmla="*/ 447 h 447"/>
              <a:gd name="T30" fmla="*/ 86 w 188"/>
              <a:gd name="T31" fmla="*/ 426 h 447"/>
              <a:gd name="T32" fmla="*/ 86 w 188"/>
              <a:gd name="T33" fmla="*/ 286 h 447"/>
              <a:gd name="T34" fmla="*/ 101 w 188"/>
              <a:gd name="T35" fmla="*/ 286 h 447"/>
              <a:gd name="T36" fmla="*/ 101 w 188"/>
              <a:gd name="T37" fmla="*/ 426 h 447"/>
              <a:gd name="T38" fmla="*/ 122 w 188"/>
              <a:gd name="T39" fmla="*/ 447 h 447"/>
              <a:gd name="T40" fmla="*/ 144 w 188"/>
              <a:gd name="T41" fmla="*/ 426 h 447"/>
              <a:gd name="T42" fmla="*/ 144 w 188"/>
              <a:gd name="T43" fmla="*/ 151 h 447"/>
              <a:gd name="T44" fmla="*/ 154 w 188"/>
              <a:gd name="T45" fmla="*/ 151 h 447"/>
              <a:gd name="T46" fmla="*/ 154 w 188"/>
              <a:gd name="T47" fmla="*/ 307 h 447"/>
              <a:gd name="T48" fmla="*/ 171 w 188"/>
              <a:gd name="T49" fmla="*/ 323 h 447"/>
              <a:gd name="T50" fmla="*/ 188 w 188"/>
              <a:gd name="T51" fmla="*/ 307 h 447"/>
              <a:gd name="T52" fmla="*/ 188 w 188"/>
              <a:gd name="T53" fmla="*/ 145 h 447"/>
              <a:gd name="T54" fmla="*/ 148 w 188"/>
              <a:gd name="T55" fmla="*/ 106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188" h="447">
                <a:moveTo>
                  <a:pt x="93" y="95"/>
                </a:moveTo>
                <a:cubicBezTo>
                  <a:pt x="119" y="95"/>
                  <a:pt x="141" y="74"/>
                  <a:pt x="141" y="47"/>
                </a:cubicBezTo>
                <a:cubicBezTo>
                  <a:pt x="141" y="21"/>
                  <a:pt x="119" y="0"/>
                  <a:pt x="93" y="0"/>
                </a:cubicBezTo>
                <a:cubicBezTo>
                  <a:pt x="67" y="0"/>
                  <a:pt x="46" y="21"/>
                  <a:pt x="46" y="47"/>
                </a:cubicBezTo>
                <a:cubicBezTo>
                  <a:pt x="46" y="74"/>
                  <a:pt x="67" y="95"/>
                  <a:pt x="93" y="95"/>
                </a:cubicBezTo>
                <a:close/>
                <a:moveTo>
                  <a:pt x="148" y="106"/>
                </a:moveTo>
                <a:cubicBezTo>
                  <a:pt x="39" y="106"/>
                  <a:pt x="39" y="106"/>
                  <a:pt x="39" y="106"/>
                </a:cubicBezTo>
                <a:cubicBezTo>
                  <a:pt x="14" y="106"/>
                  <a:pt x="0" y="118"/>
                  <a:pt x="0" y="145"/>
                </a:cubicBezTo>
                <a:cubicBezTo>
                  <a:pt x="0" y="307"/>
                  <a:pt x="0" y="307"/>
                  <a:pt x="0" y="307"/>
                </a:cubicBezTo>
                <a:cubicBezTo>
                  <a:pt x="0" y="316"/>
                  <a:pt x="8" y="323"/>
                  <a:pt x="17" y="323"/>
                </a:cubicBezTo>
                <a:cubicBezTo>
                  <a:pt x="26" y="323"/>
                  <a:pt x="33" y="316"/>
                  <a:pt x="33" y="307"/>
                </a:cubicBezTo>
                <a:cubicBezTo>
                  <a:pt x="33" y="151"/>
                  <a:pt x="33" y="151"/>
                  <a:pt x="33" y="151"/>
                </a:cubicBezTo>
                <a:cubicBezTo>
                  <a:pt x="43" y="151"/>
                  <a:pt x="43" y="151"/>
                  <a:pt x="43" y="151"/>
                </a:cubicBezTo>
                <a:cubicBezTo>
                  <a:pt x="43" y="426"/>
                  <a:pt x="43" y="426"/>
                  <a:pt x="43" y="426"/>
                </a:cubicBezTo>
                <a:cubicBezTo>
                  <a:pt x="43" y="438"/>
                  <a:pt x="53" y="447"/>
                  <a:pt x="65" y="447"/>
                </a:cubicBezTo>
                <a:cubicBezTo>
                  <a:pt x="77" y="447"/>
                  <a:pt x="86" y="438"/>
                  <a:pt x="86" y="426"/>
                </a:cubicBezTo>
                <a:cubicBezTo>
                  <a:pt x="86" y="286"/>
                  <a:pt x="86" y="286"/>
                  <a:pt x="86" y="286"/>
                </a:cubicBezTo>
                <a:cubicBezTo>
                  <a:pt x="101" y="286"/>
                  <a:pt x="101" y="286"/>
                  <a:pt x="101" y="286"/>
                </a:cubicBezTo>
                <a:cubicBezTo>
                  <a:pt x="101" y="426"/>
                  <a:pt x="101" y="426"/>
                  <a:pt x="101" y="426"/>
                </a:cubicBezTo>
                <a:cubicBezTo>
                  <a:pt x="101" y="438"/>
                  <a:pt x="110" y="447"/>
                  <a:pt x="122" y="447"/>
                </a:cubicBezTo>
                <a:cubicBezTo>
                  <a:pt x="134" y="447"/>
                  <a:pt x="144" y="438"/>
                  <a:pt x="144" y="426"/>
                </a:cubicBezTo>
                <a:cubicBezTo>
                  <a:pt x="144" y="151"/>
                  <a:pt x="144" y="151"/>
                  <a:pt x="144" y="151"/>
                </a:cubicBezTo>
                <a:cubicBezTo>
                  <a:pt x="154" y="151"/>
                  <a:pt x="154" y="151"/>
                  <a:pt x="154" y="151"/>
                </a:cubicBezTo>
                <a:cubicBezTo>
                  <a:pt x="154" y="307"/>
                  <a:pt x="154" y="307"/>
                  <a:pt x="154" y="307"/>
                </a:cubicBezTo>
                <a:cubicBezTo>
                  <a:pt x="154" y="316"/>
                  <a:pt x="162" y="323"/>
                  <a:pt x="171" y="323"/>
                </a:cubicBezTo>
                <a:cubicBezTo>
                  <a:pt x="180" y="323"/>
                  <a:pt x="188" y="316"/>
                  <a:pt x="188" y="307"/>
                </a:cubicBezTo>
                <a:cubicBezTo>
                  <a:pt x="188" y="145"/>
                  <a:pt x="188" y="145"/>
                  <a:pt x="188" y="145"/>
                </a:cubicBezTo>
                <a:cubicBezTo>
                  <a:pt x="188" y="122"/>
                  <a:pt x="179" y="106"/>
                  <a:pt x="148" y="10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5" name="Freeform 10">
            <a:extLst>
              <a:ext uri="{FF2B5EF4-FFF2-40B4-BE49-F238E27FC236}">
                <a16:creationId xmlns:a16="http://schemas.microsoft.com/office/drawing/2014/main" id="{D7BC6B22-B757-4CCA-9885-69135EFDEFB9}"/>
              </a:ext>
            </a:extLst>
          </p:cNvPr>
          <p:cNvSpPr>
            <a:spLocks noEditPoints="1"/>
          </p:cNvSpPr>
          <p:nvPr/>
        </p:nvSpPr>
        <p:spPr bwMode="auto">
          <a:xfrm>
            <a:off x="10411388" y="5117114"/>
            <a:ext cx="261078" cy="621063"/>
          </a:xfrm>
          <a:custGeom>
            <a:avLst/>
            <a:gdLst>
              <a:gd name="T0" fmla="*/ 93 w 188"/>
              <a:gd name="T1" fmla="*/ 95 h 447"/>
              <a:gd name="T2" fmla="*/ 141 w 188"/>
              <a:gd name="T3" fmla="*/ 47 h 447"/>
              <a:gd name="T4" fmla="*/ 93 w 188"/>
              <a:gd name="T5" fmla="*/ 0 h 447"/>
              <a:gd name="T6" fmla="*/ 46 w 188"/>
              <a:gd name="T7" fmla="*/ 47 h 447"/>
              <a:gd name="T8" fmla="*/ 93 w 188"/>
              <a:gd name="T9" fmla="*/ 95 h 447"/>
              <a:gd name="T10" fmla="*/ 148 w 188"/>
              <a:gd name="T11" fmla="*/ 106 h 447"/>
              <a:gd name="T12" fmla="*/ 40 w 188"/>
              <a:gd name="T13" fmla="*/ 106 h 447"/>
              <a:gd name="T14" fmla="*/ 0 w 188"/>
              <a:gd name="T15" fmla="*/ 145 h 447"/>
              <a:gd name="T16" fmla="*/ 0 w 188"/>
              <a:gd name="T17" fmla="*/ 307 h 447"/>
              <a:gd name="T18" fmla="*/ 17 w 188"/>
              <a:gd name="T19" fmla="*/ 323 h 447"/>
              <a:gd name="T20" fmla="*/ 34 w 188"/>
              <a:gd name="T21" fmla="*/ 307 h 447"/>
              <a:gd name="T22" fmla="*/ 34 w 188"/>
              <a:gd name="T23" fmla="*/ 151 h 447"/>
              <a:gd name="T24" fmla="*/ 43 w 188"/>
              <a:gd name="T25" fmla="*/ 151 h 447"/>
              <a:gd name="T26" fmla="*/ 43 w 188"/>
              <a:gd name="T27" fmla="*/ 426 h 447"/>
              <a:gd name="T28" fmla="*/ 65 w 188"/>
              <a:gd name="T29" fmla="*/ 447 h 447"/>
              <a:gd name="T30" fmla="*/ 87 w 188"/>
              <a:gd name="T31" fmla="*/ 426 h 447"/>
              <a:gd name="T32" fmla="*/ 87 w 188"/>
              <a:gd name="T33" fmla="*/ 286 h 447"/>
              <a:gd name="T34" fmla="*/ 101 w 188"/>
              <a:gd name="T35" fmla="*/ 286 h 447"/>
              <a:gd name="T36" fmla="*/ 101 w 188"/>
              <a:gd name="T37" fmla="*/ 426 h 447"/>
              <a:gd name="T38" fmla="*/ 123 w 188"/>
              <a:gd name="T39" fmla="*/ 447 h 447"/>
              <a:gd name="T40" fmla="*/ 144 w 188"/>
              <a:gd name="T41" fmla="*/ 426 h 447"/>
              <a:gd name="T42" fmla="*/ 144 w 188"/>
              <a:gd name="T43" fmla="*/ 151 h 447"/>
              <a:gd name="T44" fmla="*/ 154 w 188"/>
              <a:gd name="T45" fmla="*/ 151 h 447"/>
              <a:gd name="T46" fmla="*/ 154 w 188"/>
              <a:gd name="T47" fmla="*/ 307 h 447"/>
              <a:gd name="T48" fmla="*/ 171 w 188"/>
              <a:gd name="T49" fmla="*/ 323 h 447"/>
              <a:gd name="T50" fmla="*/ 188 w 188"/>
              <a:gd name="T51" fmla="*/ 307 h 447"/>
              <a:gd name="T52" fmla="*/ 188 w 188"/>
              <a:gd name="T53" fmla="*/ 145 h 447"/>
              <a:gd name="T54" fmla="*/ 148 w 188"/>
              <a:gd name="T55" fmla="*/ 106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188" h="447">
                <a:moveTo>
                  <a:pt x="93" y="95"/>
                </a:moveTo>
                <a:cubicBezTo>
                  <a:pt x="120" y="95"/>
                  <a:pt x="141" y="74"/>
                  <a:pt x="141" y="47"/>
                </a:cubicBezTo>
                <a:cubicBezTo>
                  <a:pt x="141" y="21"/>
                  <a:pt x="120" y="0"/>
                  <a:pt x="93" y="0"/>
                </a:cubicBezTo>
                <a:cubicBezTo>
                  <a:pt x="67" y="0"/>
                  <a:pt x="46" y="21"/>
                  <a:pt x="46" y="47"/>
                </a:cubicBezTo>
                <a:cubicBezTo>
                  <a:pt x="46" y="74"/>
                  <a:pt x="67" y="95"/>
                  <a:pt x="93" y="95"/>
                </a:cubicBezTo>
                <a:close/>
                <a:moveTo>
                  <a:pt x="148" y="106"/>
                </a:moveTo>
                <a:cubicBezTo>
                  <a:pt x="40" y="106"/>
                  <a:pt x="40" y="106"/>
                  <a:pt x="40" y="106"/>
                </a:cubicBezTo>
                <a:cubicBezTo>
                  <a:pt x="14" y="106"/>
                  <a:pt x="0" y="118"/>
                  <a:pt x="0" y="145"/>
                </a:cubicBezTo>
                <a:cubicBezTo>
                  <a:pt x="0" y="307"/>
                  <a:pt x="0" y="307"/>
                  <a:pt x="0" y="307"/>
                </a:cubicBezTo>
                <a:cubicBezTo>
                  <a:pt x="0" y="316"/>
                  <a:pt x="8" y="323"/>
                  <a:pt x="17" y="323"/>
                </a:cubicBezTo>
                <a:cubicBezTo>
                  <a:pt x="26" y="323"/>
                  <a:pt x="34" y="316"/>
                  <a:pt x="34" y="307"/>
                </a:cubicBezTo>
                <a:cubicBezTo>
                  <a:pt x="34" y="151"/>
                  <a:pt x="34" y="151"/>
                  <a:pt x="34" y="151"/>
                </a:cubicBezTo>
                <a:cubicBezTo>
                  <a:pt x="43" y="151"/>
                  <a:pt x="43" y="151"/>
                  <a:pt x="43" y="151"/>
                </a:cubicBezTo>
                <a:cubicBezTo>
                  <a:pt x="43" y="426"/>
                  <a:pt x="43" y="426"/>
                  <a:pt x="43" y="426"/>
                </a:cubicBezTo>
                <a:cubicBezTo>
                  <a:pt x="43" y="438"/>
                  <a:pt x="53" y="447"/>
                  <a:pt x="65" y="447"/>
                </a:cubicBezTo>
                <a:cubicBezTo>
                  <a:pt x="77" y="447"/>
                  <a:pt x="87" y="438"/>
                  <a:pt x="87" y="426"/>
                </a:cubicBezTo>
                <a:cubicBezTo>
                  <a:pt x="87" y="286"/>
                  <a:pt x="87" y="286"/>
                  <a:pt x="87" y="286"/>
                </a:cubicBezTo>
                <a:cubicBezTo>
                  <a:pt x="101" y="286"/>
                  <a:pt x="101" y="286"/>
                  <a:pt x="101" y="286"/>
                </a:cubicBezTo>
                <a:cubicBezTo>
                  <a:pt x="101" y="426"/>
                  <a:pt x="101" y="426"/>
                  <a:pt x="101" y="426"/>
                </a:cubicBezTo>
                <a:cubicBezTo>
                  <a:pt x="101" y="438"/>
                  <a:pt x="111" y="447"/>
                  <a:pt x="123" y="447"/>
                </a:cubicBezTo>
                <a:cubicBezTo>
                  <a:pt x="135" y="447"/>
                  <a:pt x="144" y="438"/>
                  <a:pt x="144" y="426"/>
                </a:cubicBezTo>
                <a:cubicBezTo>
                  <a:pt x="144" y="151"/>
                  <a:pt x="144" y="151"/>
                  <a:pt x="144" y="151"/>
                </a:cubicBezTo>
                <a:cubicBezTo>
                  <a:pt x="154" y="151"/>
                  <a:pt x="154" y="151"/>
                  <a:pt x="154" y="151"/>
                </a:cubicBezTo>
                <a:cubicBezTo>
                  <a:pt x="154" y="307"/>
                  <a:pt x="154" y="307"/>
                  <a:pt x="154" y="307"/>
                </a:cubicBezTo>
                <a:cubicBezTo>
                  <a:pt x="154" y="316"/>
                  <a:pt x="162" y="323"/>
                  <a:pt x="171" y="323"/>
                </a:cubicBezTo>
                <a:cubicBezTo>
                  <a:pt x="180" y="323"/>
                  <a:pt x="188" y="316"/>
                  <a:pt x="188" y="307"/>
                </a:cubicBezTo>
                <a:cubicBezTo>
                  <a:pt x="188" y="145"/>
                  <a:pt x="188" y="145"/>
                  <a:pt x="188" y="145"/>
                </a:cubicBezTo>
                <a:cubicBezTo>
                  <a:pt x="188" y="122"/>
                  <a:pt x="179" y="106"/>
                  <a:pt x="148" y="10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6" name="Freeform 17">
            <a:extLst>
              <a:ext uri="{FF2B5EF4-FFF2-40B4-BE49-F238E27FC236}">
                <a16:creationId xmlns:a16="http://schemas.microsoft.com/office/drawing/2014/main" id="{2B9DF5AF-771D-4185-AE07-EF265A5B9CE2}"/>
              </a:ext>
            </a:extLst>
          </p:cNvPr>
          <p:cNvSpPr>
            <a:spLocks noEditPoints="1"/>
          </p:cNvSpPr>
          <p:nvPr/>
        </p:nvSpPr>
        <p:spPr bwMode="auto">
          <a:xfrm>
            <a:off x="7763731" y="5117114"/>
            <a:ext cx="282464" cy="621063"/>
          </a:xfrm>
          <a:custGeom>
            <a:avLst/>
            <a:gdLst>
              <a:gd name="T0" fmla="*/ 101 w 203"/>
              <a:gd name="T1" fmla="*/ 95 h 447"/>
              <a:gd name="T2" fmla="*/ 149 w 203"/>
              <a:gd name="T3" fmla="*/ 47 h 447"/>
              <a:gd name="T4" fmla="*/ 101 w 203"/>
              <a:gd name="T5" fmla="*/ 0 h 447"/>
              <a:gd name="T6" fmla="*/ 54 w 203"/>
              <a:gd name="T7" fmla="*/ 47 h 447"/>
              <a:gd name="T8" fmla="*/ 101 w 203"/>
              <a:gd name="T9" fmla="*/ 95 h 447"/>
              <a:gd name="T10" fmla="*/ 183 w 203"/>
              <a:gd name="T11" fmla="*/ 162 h 447"/>
              <a:gd name="T12" fmla="*/ 129 w 203"/>
              <a:gd name="T13" fmla="*/ 106 h 447"/>
              <a:gd name="T14" fmla="*/ 74 w 203"/>
              <a:gd name="T15" fmla="*/ 106 h 447"/>
              <a:gd name="T16" fmla="*/ 20 w 203"/>
              <a:gd name="T17" fmla="*/ 162 h 447"/>
              <a:gd name="T18" fmla="*/ 0 w 203"/>
              <a:gd name="T19" fmla="*/ 307 h 447"/>
              <a:gd name="T20" fmla="*/ 15 w 203"/>
              <a:gd name="T21" fmla="*/ 323 h 447"/>
              <a:gd name="T22" fmla="*/ 30 w 203"/>
              <a:gd name="T23" fmla="*/ 307 h 447"/>
              <a:gd name="T24" fmla="*/ 49 w 203"/>
              <a:gd name="T25" fmla="*/ 151 h 447"/>
              <a:gd name="T26" fmla="*/ 57 w 203"/>
              <a:gd name="T27" fmla="*/ 151 h 447"/>
              <a:gd name="T28" fmla="*/ 57 w 203"/>
              <a:gd name="T29" fmla="*/ 153 h 447"/>
              <a:gd name="T30" fmla="*/ 36 w 203"/>
              <a:gd name="T31" fmla="*/ 326 h 447"/>
              <a:gd name="T32" fmla="*/ 45 w 203"/>
              <a:gd name="T33" fmla="*/ 337 h 447"/>
              <a:gd name="T34" fmla="*/ 57 w 203"/>
              <a:gd name="T35" fmla="*/ 337 h 447"/>
              <a:gd name="T36" fmla="*/ 57 w 203"/>
              <a:gd name="T37" fmla="*/ 426 h 447"/>
              <a:gd name="T38" fmla="*/ 76 w 203"/>
              <a:gd name="T39" fmla="*/ 447 h 447"/>
              <a:gd name="T40" fmla="*/ 95 w 203"/>
              <a:gd name="T41" fmla="*/ 426 h 447"/>
              <a:gd name="T42" fmla="*/ 95 w 203"/>
              <a:gd name="T43" fmla="*/ 337 h 447"/>
              <a:gd name="T44" fmla="*/ 108 w 203"/>
              <a:gd name="T45" fmla="*/ 337 h 447"/>
              <a:gd name="T46" fmla="*/ 108 w 203"/>
              <a:gd name="T47" fmla="*/ 426 h 447"/>
              <a:gd name="T48" fmla="*/ 127 w 203"/>
              <a:gd name="T49" fmla="*/ 447 h 447"/>
              <a:gd name="T50" fmla="*/ 146 w 203"/>
              <a:gd name="T51" fmla="*/ 426 h 447"/>
              <a:gd name="T52" fmla="*/ 146 w 203"/>
              <a:gd name="T53" fmla="*/ 337 h 447"/>
              <a:gd name="T54" fmla="*/ 158 w 203"/>
              <a:gd name="T55" fmla="*/ 337 h 447"/>
              <a:gd name="T56" fmla="*/ 167 w 203"/>
              <a:gd name="T57" fmla="*/ 326 h 447"/>
              <a:gd name="T58" fmla="*/ 146 w 203"/>
              <a:gd name="T59" fmla="*/ 151 h 447"/>
              <a:gd name="T60" fmla="*/ 154 w 203"/>
              <a:gd name="T61" fmla="*/ 151 h 447"/>
              <a:gd name="T62" fmla="*/ 174 w 203"/>
              <a:gd name="T63" fmla="*/ 307 h 447"/>
              <a:gd name="T64" fmla="*/ 189 w 203"/>
              <a:gd name="T65" fmla="*/ 323 h 447"/>
              <a:gd name="T66" fmla="*/ 203 w 203"/>
              <a:gd name="T67" fmla="*/ 307 h 447"/>
              <a:gd name="T68" fmla="*/ 183 w 203"/>
              <a:gd name="T69" fmla="*/ 162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03" h="447">
                <a:moveTo>
                  <a:pt x="101" y="95"/>
                </a:moveTo>
                <a:cubicBezTo>
                  <a:pt x="127" y="95"/>
                  <a:pt x="149" y="74"/>
                  <a:pt x="149" y="47"/>
                </a:cubicBezTo>
                <a:cubicBezTo>
                  <a:pt x="149" y="21"/>
                  <a:pt x="127" y="0"/>
                  <a:pt x="101" y="0"/>
                </a:cubicBezTo>
                <a:cubicBezTo>
                  <a:pt x="75" y="0"/>
                  <a:pt x="54" y="21"/>
                  <a:pt x="54" y="47"/>
                </a:cubicBezTo>
                <a:cubicBezTo>
                  <a:pt x="54" y="74"/>
                  <a:pt x="75" y="95"/>
                  <a:pt x="101" y="95"/>
                </a:cubicBezTo>
                <a:close/>
                <a:moveTo>
                  <a:pt x="183" y="162"/>
                </a:moveTo>
                <a:cubicBezTo>
                  <a:pt x="177" y="118"/>
                  <a:pt x="156" y="106"/>
                  <a:pt x="129" y="106"/>
                </a:cubicBezTo>
                <a:cubicBezTo>
                  <a:pt x="74" y="106"/>
                  <a:pt x="74" y="106"/>
                  <a:pt x="74" y="106"/>
                </a:cubicBezTo>
                <a:cubicBezTo>
                  <a:pt x="52" y="106"/>
                  <a:pt x="27" y="112"/>
                  <a:pt x="20" y="162"/>
                </a:cubicBezTo>
                <a:cubicBezTo>
                  <a:pt x="0" y="307"/>
                  <a:pt x="0" y="307"/>
                  <a:pt x="0" y="307"/>
                </a:cubicBezTo>
                <a:cubicBezTo>
                  <a:pt x="0" y="316"/>
                  <a:pt x="7" y="323"/>
                  <a:pt x="15" y="323"/>
                </a:cubicBezTo>
                <a:cubicBezTo>
                  <a:pt x="23" y="323"/>
                  <a:pt x="30" y="316"/>
                  <a:pt x="30" y="307"/>
                </a:cubicBezTo>
                <a:cubicBezTo>
                  <a:pt x="49" y="151"/>
                  <a:pt x="49" y="151"/>
                  <a:pt x="49" y="151"/>
                </a:cubicBezTo>
                <a:cubicBezTo>
                  <a:pt x="57" y="151"/>
                  <a:pt x="57" y="151"/>
                  <a:pt x="57" y="151"/>
                </a:cubicBezTo>
                <a:cubicBezTo>
                  <a:pt x="57" y="153"/>
                  <a:pt x="57" y="153"/>
                  <a:pt x="57" y="153"/>
                </a:cubicBezTo>
                <a:cubicBezTo>
                  <a:pt x="36" y="326"/>
                  <a:pt x="36" y="326"/>
                  <a:pt x="36" y="326"/>
                </a:cubicBezTo>
                <a:cubicBezTo>
                  <a:pt x="35" y="336"/>
                  <a:pt x="39" y="337"/>
                  <a:pt x="45" y="337"/>
                </a:cubicBezTo>
                <a:cubicBezTo>
                  <a:pt x="57" y="337"/>
                  <a:pt x="57" y="337"/>
                  <a:pt x="57" y="337"/>
                </a:cubicBezTo>
                <a:cubicBezTo>
                  <a:pt x="57" y="426"/>
                  <a:pt x="57" y="426"/>
                  <a:pt x="57" y="426"/>
                </a:cubicBezTo>
                <a:cubicBezTo>
                  <a:pt x="57" y="438"/>
                  <a:pt x="66" y="447"/>
                  <a:pt x="76" y="447"/>
                </a:cubicBezTo>
                <a:cubicBezTo>
                  <a:pt x="87" y="447"/>
                  <a:pt x="95" y="438"/>
                  <a:pt x="95" y="426"/>
                </a:cubicBezTo>
                <a:cubicBezTo>
                  <a:pt x="95" y="337"/>
                  <a:pt x="95" y="337"/>
                  <a:pt x="95" y="337"/>
                </a:cubicBezTo>
                <a:cubicBezTo>
                  <a:pt x="108" y="337"/>
                  <a:pt x="108" y="337"/>
                  <a:pt x="108" y="337"/>
                </a:cubicBezTo>
                <a:cubicBezTo>
                  <a:pt x="108" y="426"/>
                  <a:pt x="108" y="426"/>
                  <a:pt x="108" y="426"/>
                </a:cubicBezTo>
                <a:cubicBezTo>
                  <a:pt x="108" y="438"/>
                  <a:pt x="116" y="447"/>
                  <a:pt x="127" y="447"/>
                </a:cubicBezTo>
                <a:cubicBezTo>
                  <a:pt x="137" y="447"/>
                  <a:pt x="146" y="438"/>
                  <a:pt x="146" y="426"/>
                </a:cubicBezTo>
                <a:cubicBezTo>
                  <a:pt x="146" y="337"/>
                  <a:pt x="146" y="337"/>
                  <a:pt x="146" y="337"/>
                </a:cubicBezTo>
                <a:cubicBezTo>
                  <a:pt x="158" y="337"/>
                  <a:pt x="158" y="337"/>
                  <a:pt x="158" y="337"/>
                </a:cubicBezTo>
                <a:cubicBezTo>
                  <a:pt x="164" y="337"/>
                  <a:pt x="168" y="336"/>
                  <a:pt x="167" y="326"/>
                </a:cubicBezTo>
                <a:cubicBezTo>
                  <a:pt x="146" y="151"/>
                  <a:pt x="146" y="151"/>
                  <a:pt x="146" y="151"/>
                </a:cubicBezTo>
                <a:cubicBezTo>
                  <a:pt x="154" y="151"/>
                  <a:pt x="154" y="151"/>
                  <a:pt x="154" y="151"/>
                </a:cubicBezTo>
                <a:cubicBezTo>
                  <a:pt x="174" y="307"/>
                  <a:pt x="174" y="307"/>
                  <a:pt x="174" y="307"/>
                </a:cubicBezTo>
                <a:cubicBezTo>
                  <a:pt x="174" y="316"/>
                  <a:pt x="181" y="323"/>
                  <a:pt x="189" y="323"/>
                </a:cubicBezTo>
                <a:cubicBezTo>
                  <a:pt x="197" y="323"/>
                  <a:pt x="203" y="316"/>
                  <a:pt x="203" y="307"/>
                </a:cubicBezTo>
                <a:lnTo>
                  <a:pt x="183" y="162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BEF9E0BA-4D36-4E96-B27C-A1DCD937FB7A}"/>
              </a:ext>
            </a:extLst>
          </p:cNvPr>
          <p:cNvSpPr>
            <a:spLocks noEditPoints="1"/>
          </p:cNvSpPr>
          <p:nvPr/>
        </p:nvSpPr>
        <p:spPr bwMode="auto">
          <a:xfrm>
            <a:off x="7271822" y="5117114"/>
            <a:ext cx="282464" cy="621063"/>
          </a:xfrm>
          <a:custGeom>
            <a:avLst/>
            <a:gdLst>
              <a:gd name="T0" fmla="*/ 101 w 203"/>
              <a:gd name="T1" fmla="*/ 95 h 447"/>
              <a:gd name="T2" fmla="*/ 149 w 203"/>
              <a:gd name="T3" fmla="*/ 47 h 447"/>
              <a:gd name="T4" fmla="*/ 101 w 203"/>
              <a:gd name="T5" fmla="*/ 0 h 447"/>
              <a:gd name="T6" fmla="*/ 54 w 203"/>
              <a:gd name="T7" fmla="*/ 47 h 447"/>
              <a:gd name="T8" fmla="*/ 101 w 203"/>
              <a:gd name="T9" fmla="*/ 95 h 447"/>
              <a:gd name="T10" fmla="*/ 183 w 203"/>
              <a:gd name="T11" fmla="*/ 162 h 447"/>
              <a:gd name="T12" fmla="*/ 129 w 203"/>
              <a:gd name="T13" fmla="*/ 106 h 447"/>
              <a:gd name="T14" fmla="*/ 74 w 203"/>
              <a:gd name="T15" fmla="*/ 106 h 447"/>
              <a:gd name="T16" fmla="*/ 20 w 203"/>
              <a:gd name="T17" fmla="*/ 162 h 447"/>
              <a:gd name="T18" fmla="*/ 0 w 203"/>
              <a:gd name="T19" fmla="*/ 307 h 447"/>
              <a:gd name="T20" fmla="*/ 15 w 203"/>
              <a:gd name="T21" fmla="*/ 323 h 447"/>
              <a:gd name="T22" fmla="*/ 30 w 203"/>
              <a:gd name="T23" fmla="*/ 307 h 447"/>
              <a:gd name="T24" fmla="*/ 49 w 203"/>
              <a:gd name="T25" fmla="*/ 151 h 447"/>
              <a:gd name="T26" fmla="*/ 57 w 203"/>
              <a:gd name="T27" fmla="*/ 151 h 447"/>
              <a:gd name="T28" fmla="*/ 57 w 203"/>
              <a:gd name="T29" fmla="*/ 153 h 447"/>
              <a:gd name="T30" fmla="*/ 36 w 203"/>
              <a:gd name="T31" fmla="*/ 326 h 447"/>
              <a:gd name="T32" fmla="*/ 45 w 203"/>
              <a:gd name="T33" fmla="*/ 337 h 447"/>
              <a:gd name="T34" fmla="*/ 57 w 203"/>
              <a:gd name="T35" fmla="*/ 337 h 447"/>
              <a:gd name="T36" fmla="*/ 57 w 203"/>
              <a:gd name="T37" fmla="*/ 426 h 447"/>
              <a:gd name="T38" fmla="*/ 76 w 203"/>
              <a:gd name="T39" fmla="*/ 447 h 447"/>
              <a:gd name="T40" fmla="*/ 95 w 203"/>
              <a:gd name="T41" fmla="*/ 426 h 447"/>
              <a:gd name="T42" fmla="*/ 95 w 203"/>
              <a:gd name="T43" fmla="*/ 337 h 447"/>
              <a:gd name="T44" fmla="*/ 108 w 203"/>
              <a:gd name="T45" fmla="*/ 337 h 447"/>
              <a:gd name="T46" fmla="*/ 108 w 203"/>
              <a:gd name="T47" fmla="*/ 426 h 447"/>
              <a:gd name="T48" fmla="*/ 127 w 203"/>
              <a:gd name="T49" fmla="*/ 447 h 447"/>
              <a:gd name="T50" fmla="*/ 146 w 203"/>
              <a:gd name="T51" fmla="*/ 426 h 447"/>
              <a:gd name="T52" fmla="*/ 146 w 203"/>
              <a:gd name="T53" fmla="*/ 337 h 447"/>
              <a:gd name="T54" fmla="*/ 158 w 203"/>
              <a:gd name="T55" fmla="*/ 337 h 447"/>
              <a:gd name="T56" fmla="*/ 167 w 203"/>
              <a:gd name="T57" fmla="*/ 326 h 447"/>
              <a:gd name="T58" fmla="*/ 146 w 203"/>
              <a:gd name="T59" fmla="*/ 151 h 447"/>
              <a:gd name="T60" fmla="*/ 154 w 203"/>
              <a:gd name="T61" fmla="*/ 151 h 447"/>
              <a:gd name="T62" fmla="*/ 174 w 203"/>
              <a:gd name="T63" fmla="*/ 307 h 447"/>
              <a:gd name="T64" fmla="*/ 189 w 203"/>
              <a:gd name="T65" fmla="*/ 323 h 447"/>
              <a:gd name="T66" fmla="*/ 203 w 203"/>
              <a:gd name="T67" fmla="*/ 307 h 447"/>
              <a:gd name="T68" fmla="*/ 183 w 203"/>
              <a:gd name="T69" fmla="*/ 162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03" h="447">
                <a:moveTo>
                  <a:pt x="101" y="95"/>
                </a:moveTo>
                <a:cubicBezTo>
                  <a:pt x="127" y="95"/>
                  <a:pt x="149" y="74"/>
                  <a:pt x="149" y="47"/>
                </a:cubicBezTo>
                <a:cubicBezTo>
                  <a:pt x="149" y="21"/>
                  <a:pt x="127" y="0"/>
                  <a:pt x="101" y="0"/>
                </a:cubicBezTo>
                <a:cubicBezTo>
                  <a:pt x="75" y="0"/>
                  <a:pt x="54" y="21"/>
                  <a:pt x="54" y="47"/>
                </a:cubicBezTo>
                <a:cubicBezTo>
                  <a:pt x="54" y="74"/>
                  <a:pt x="75" y="95"/>
                  <a:pt x="101" y="95"/>
                </a:cubicBezTo>
                <a:close/>
                <a:moveTo>
                  <a:pt x="183" y="162"/>
                </a:moveTo>
                <a:cubicBezTo>
                  <a:pt x="177" y="118"/>
                  <a:pt x="156" y="106"/>
                  <a:pt x="129" y="106"/>
                </a:cubicBezTo>
                <a:cubicBezTo>
                  <a:pt x="74" y="106"/>
                  <a:pt x="74" y="106"/>
                  <a:pt x="74" y="106"/>
                </a:cubicBezTo>
                <a:cubicBezTo>
                  <a:pt x="52" y="106"/>
                  <a:pt x="27" y="112"/>
                  <a:pt x="20" y="162"/>
                </a:cubicBezTo>
                <a:cubicBezTo>
                  <a:pt x="0" y="307"/>
                  <a:pt x="0" y="307"/>
                  <a:pt x="0" y="307"/>
                </a:cubicBezTo>
                <a:cubicBezTo>
                  <a:pt x="0" y="316"/>
                  <a:pt x="7" y="323"/>
                  <a:pt x="15" y="323"/>
                </a:cubicBezTo>
                <a:cubicBezTo>
                  <a:pt x="23" y="323"/>
                  <a:pt x="30" y="316"/>
                  <a:pt x="30" y="307"/>
                </a:cubicBezTo>
                <a:cubicBezTo>
                  <a:pt x="49" y="151"/>
                  <a:pt x="49" y="151"/>
                  <a:pt x="49" y="151"/>
                </a:cubicBezTo>
                <a:cubicBezTo>
                  <a:pt x="57" y="151"/>
                  <a:pt x="57" y="151"/>
                  <a:pt x="57" y="151"/>
                </a:cubicBezTo>
                <a:cubicBezTo>
                  <a:pt x="57" y="153"/>
                  <a:pt x="57" y="153"/>
                  <a:pt x="57" y="153"/>
                </a:cubicBezTo>
                <a:cubicBezTo>
                  <a:pt x="36" y="326"/>
                  <a:pt x="36" y="326"/>
                  <a:pt x="36" y="326"/>
                </a:cubicBezTo>
                <a:cubicBezTo>
                  <a:pt x="35" y="336"/>
                  <a:pt x="39" y="337"/>
                  <a:pt x="45" y="337"/>
                </a:cubicBezTo>
                <a:cubicBezTo>
                  <a:pt x="57" y="337"/>
                  <a:pt x="57" y="337"/>
                  <a:pt x="57" y="337"/>
                </a:cubicBezTo>
                <a:cubicBezTo>
                  <a:pt x="57" y="426"/>
                  <a:pt x="57" y="426"/>
                  <a:pt x="57" y="426"/>
                </a:cubicBezTo>
                <a:cubicBezTo>
                  <a:pt x="57" y="438"/>
                  <a:pt x="66" y="447"/>
                  <a:pt x="76" y="447"/>
                </a:cubicBezTo>
                <a:cubicBezTo>
                  <a:pt x="87" y="447"/>
                  <a:pt x="95" y="438"/>
                  <a:pt x="95" y="426"/>
                </a:cubicBezTo>
                <a:cubicBezTo>
                  <a:pt x="95" y="337"/>
                  <a:pt x="95" y="337"/>
                  <a:pt x="95" y="337"/>
                </a:cubicBezTo>
                <a:cubicBezTo>
                  <a:pt x="108" y="337"/>
                  <a:pt x="108" y="337"/>
                  <a:pt x="108" y="337"/>
                </a:cubicBezTo>
                <a:cubicBezTo>
                  <a:pt x="108" y="426"/>
                  <a:pt x="108" y="426"/>
                  <a:pt x="108" y="426"/>
                </a:cubicBezTo>
                <a:cubicBezTo>
                  <a:pt x="108" y="438"/>
                  <a:pt x="116" y="447"/>
                  <a:pt x="127" y="447"/>
                </a:cubicBezTo>
                <a:cubicBezTo>
                  <a:pt x="137" y="447"/>
                  <a:pt x="146" y="438"/>
                  <a:pt x="146" y="426"/>
                </a:cubicBezTo>
                <a:cubicBezTo>
                  <a:pt x="146" y="337"/>
                  <a:pt x="146" y="337"/>
                  <a:pt x="146" y="337"/>
                </a:cubicBezTo>
                <a:cubicBezTo>
                  <a:pt x="158" y="337"/>
                  <a:pt x="158" y="337"/>
                  <a:pt x="158" y="337"/>
                </a:cubicBezTo>
                <a:cubicBezTo>
                  <a:pt x="164" y="337"/>
                  <a:pt x="168" y="336"/>
                  <a:pt x="167" y="326"/>
                </a:cubicBezTo>
                <a:cubicBezTo>
                  <a:pt x="146" y="151"/>
                  <a:pt x="146" y="151"/>
                  <a:pt x="146" y="151"/>
                </a:cubicBezTo>
                <a:cubicBezTo>
                  <a:pt x="154" y="151"/>
                  <a:pt x="154" y="151"/>
                  <a:pt x="154" y="151"/>
                </a:cubicBezTo>
                <a:cubicBezTo>
                  <a:pt x="174" y="307"/>
                  <a:pt x="174" y="307"/>
                  <a:pt x="174" y="307"/>
                </a:cubicBezTo>
                <a:cubicBezTo>
                  <a:pt x="174" y="316"/>
                  <a:pt x="181" y="323"/>
                  <a:pt x="189" y="323"/>
                </a:cubicBezTo>
                <a:cubicBezTo>
                  <a:pt x="197" y="323"/>
                  <a:pt x="203" y="316"/>
                  <a:pt x="203" y="307"/>
                </a:cubicBezTo>
                <a:lnTo>
                  <a:pt x="183" y="162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8" name="Freeform 17">
            <a:extLst>
              <a:ext uri="{FF2B5EF4-FFF2-40B4-BE49-F238E27FC236}">
                <a16:creationId xmlns:a16="http://schemas.microsoft.com/office/drawing/2014/main" id="{8E03DFC4-1C75-4C5B-9E0D-51A6A1F3423E}"/>
              </a:ext>
            </a:extLst>
          </p:cNvPr>
          <p:cNvSpPr>
            <a:spLocks noEditPoints="1"/>
          </p:cNvSpPr>
          <p:nvPr/>
        </p:nvSpPr>
        <p:spPr bwMode="auto">
          <a:xfrm>
            <a:off x="6779912" y="5119858"/>
            <a:ext cx="282464" cy="621063"/>
          </a:xfrm>
          <a:custGeom>
            <a:avLst/>
            <a:gdLst>
              <a:gd name="T0" fmla="*/ 101 w 203"/>
              <a:gd name="T1" fmla="*/ 95 h 447"/>
              <a:gd name="T2" fmla="*/ 149 w 203"/>
              <a:gd name="T3" fmla="*/ 47 h 447"/>
              <a:gd name="T4" fmla="*/ 101 w 203"/>
              <a:gd name="T5" fmla="*/ 0 h 447"/>
              <a:gd name="T6" fmla="*/ 54 w 203"/>
              <a:gd name="T7" fmla="*/ 47 h 447"/>
              <a:gd name="T8" fmla="*/ 101 w 203"/>
              <a:gd name="T9" fmla="*/ 95 h 447"/>
              <a:gd name="T10" fmla="*/ 183 w 203"/>
              <a:gd name="T11" fmla="*/ 162 h 447"/>
              <a:gd name="T12" fmla="*/ 129 w 203"/>
              <a:gd name="T13" fmla="*/ 106 h 447"/>
              <a:gd name="T14" fmla="*/ 74 w 203"/>
              <a:gd name="T15" fmla="*/ 106 h 447"/>
              <a:gd name="T16" fmla="*/ 20 w 203"/>
              <a:gd name="T17" fmla="*/ 162 h 447"/>
              <a:gd name="T18" fmla="*/ 0 w 203"/>
              <a:gd name="T19" fmla="*/ 307 h 447"/>
              <a:gd name="T20" fmla="*/ 15 w 203"/>
              <a:gd name="T21" fmla="*/ 323 h 447"/>
              <a:gd name="T22" fmla="*/ 30 w 203"/>
              <a:gd name="T23" fmla="*/ 307 h 447"/>
              <a:gd name="T24" fmla="*/ 49 w 203"/>
              <a:gd name="T25" fmla="*/ 151 h 447"/>
              <a:gd name="T26" fmla="*/ 57 w 203"/>
              <a:gd name="T27" fmla="*/ 151 h 447"/>
              <a:gd name="T28" fmla="*/ 57 w 203"/>
              <a:gd name="T29" fmla="*/ 153 h 447"/>
              <a:gd name="T30" fmla="*/ 36 w 203"/>
              <a:gd name="T31" fmla="*/ 326 h 447"/>
              <a:gd name="T32" fmla="*/ 45 w 203"/>
              <a:gd name="T33" fmla="*/ 337 h 447"/>
              <a:gd name="T34" fmla="*/ 57 w 203"/>
              <a:gd name="T35" fmla="*/ 337 h 447"/>
              <a:gd name="T36" fmla="*/ 57 w 203"/>
              <a:gd name="T37" fmla="*/ 426 h 447"/>
              <a:gd name="T38" fmla="*/ 76 w 203"/>
              <a:gd name="T39" fmla="*/ 447 h 447"/>
              <a:gd name="T40" fmla="*/ 95 w 203"/>
              <a:gd name="T41" fmla="*/ 426 h 447"/>
              <a:gd name="T42" fmla="*/ 95 w 203"/>
              <a:gd name="T43" fmla="*/ 337 h 447"/>
              <a:gd name="T44" fmla="*/ 108 w 203"/>
              <a:gd name="T45" fmla="*/ 337 h 447"/>
              <a:gd name="T46" fmla="*/ 108 w 203"/>
              <a:gd name="T47" fmla="*/ 426 h 447"/>
              <a:gd name="T48" fmla="*/ 127 w 203"/>
              <a:gd name="T49" fmla="*/ 447 h 447"/>
              <a:gd name="T50" fmla="*/ 146 w 203"/>
              <a:gd name="T51" fmla="*/ 426 h 447"/>
              <a:gd name="T52" fmla="*/ 146 w 203"/>
              <a:gd name="T53" fmla="*/ 337 h 447"/>
              <a:gd name="T54" fmla="*/ 158 w 203"/>
              <a:gd name="T55" fmla="*/ 337 h 447"/>
              <a:gd name="T56" fmla="*/ 167 w 203"/>
              <a:gd name="T57" fmla="*/ 326 h 447"/>
              <a:gd name="T58" fmla="*/ 146 w 203"/>
              <a:gd name="T59" fmla="*/ 151 h 447"/>
              <a:gd name="T60" fmla="*/ 154 w 203"/>
              <a:gd name="T61" fmla="*/ 151 h 447"/>
              <a:gd name="T62" fmla="*/ 174 w 203"/>
              <a:gd name="T63" fmla="*/ 307 h 447"/>
              <a:gd name="T64" fmla="*/ 189 w 203"/>
              <a:gd name="T65" fmla="*/ 323 h 447"/>
              <a:gd name="T66" fmla="*/ 203 w 203"/>
              <a:gd name="T67" fmla="*/ 307 h 447"/>
              <a:gd name="T68" fmla="*/ 183 w 203"/>
              <a:gd name="T69" fmla="*/ 162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03" h="447">
                <a:moveTo>
                  <a:pt x="101" y="95"/>
                </a:moveTo>
                <a:cubicBezTo>
                  <a:pt x="127" y="95"/>
                  <a:pt x="149" y="74"/>
                  <a:pt x="149" y="47"/>
                </a:cubicBezTo>
                <a:cubicBezTo>
                  <a:pt x="149" y="21"/>
                  <a:pt x="127" y="0"/>
                  <a:pt x="101" y="0"/>
                </a:cubicBezTo>
                <a:cubicBezTo>
                  <a:pt x="75" y="0"/>
                  <a:pt x="54" y="21"/>
                  <a:pt x="54" y="47"/>
                </a:cubicBezTo>
                <a:cubicBezTo>
                  <a:pt x="54" y="74"/>
                  <a:pt x="75" y="95"/>
                  <a:pt x="101" y="95"/>
                </a:cubicBezTo>
                <a:close/>
                <a:moveTo>
                  <a:pt x="183" y="162"/>
                </a:moveTo>
                <a:cubicBezTo>
                  <a:pt x="177" y="118"/>
                  <a:pt x="156" y="106"/>
                  <a:pt x="129" y="106"/>
                </a:cubicBezTo>
                <a:cubicBezTo>
                  <a:pt x="74" y="106"/>
                  <a:pt x="74" y="106"/>
                  <a:pt x="74" y="106"/>
                </a:cubicBezTo>
                <a:cubicBezTo>
                  <a:pt x="52" y="106"/>
                  <a:pt x="27" y="112"/>
                  <a:pt x="20" y="162"/>
                </a:cubicBezTo>
                <a:cubicBezTo>
                  <a:pt x="0" y="307"/>
                  <a:pt x="0" y="307"/>
                  <a:pt x="0" y="307"/>
                </a:cubicBezTo>
                <a:cubicBezTo>
                  <a:pt x="0" y="316"/>
                  <a:pt x="7" y="323"/>
                  <a:pt x="15" y="323"/>
                </a:cubicBezTo>
                <a:cubicBezTo>
                  <a:pt x="23" y="323"/>
                  <a:pt x="30" y="316"/>
                  <a:pt x="30" y="307"/>
                </a:cubicBezTo>
                <a:cubicBezTo>
                  <a:pt x="49" y="151"/>
                  <a:pt x="49" y="151"/>
                  <a:pt x="49" y="151"/>
                </a:cubicBezTo>
                <a:cubicBezTo>
                  <a:pt x="57" y="151"/>
                  <a:pt x="57" y="151"/>
                  <a:pt x="57" y="151"/>
                </a:cubicBezTo>
                <a:cubicBezTo>
                  <a:pt x="57" y="153"/>
                  <a:pt x="57" y="153"/>
                  <a:pt x="57" y="153"/>
                </a:cubicBezTo>
                <a:cubicBezTo>
                  <a:pt x="36" y="326"/>
                  <a:pt x="36" y="326"/>
                  <a:pt x="36" y="326"/>
                </a:cubicBezTo>
                <a:cubicBezTo>
                  <a:pt x="35" y="336"/>
                  <a:pt x="39" y="337"/>
                  <a:pt x="45" y="337"/>
                </a:cubicBezTo>
                <a:cubicBezTo>
                  <a:pt x="57" y="337"/>
                  <a:pt x="57" y="337"/>
                  <a:pt x="57" y="337"/>
                </a:cubicBezTo>
                <a:cubicBezTo>
                  <a:pt x="57" y="426"/>
                  <a:pt x="57" y="426"/>
                  <a:pt x="57" y="426"/>
                </a:cubicBezTo>
                <a:cubicBezTo>
                  <a:pt x="57" y="438"/>
                  <a:pt x="66" y="447"/>
                  <a:pt x="76" y="447"/>
                </a:cubicBezTo>
                <a:cubicBezTo>
                  <a:pt x="87" y="447"/>
                  <a:pt x="95" y="438"/>
                  <a:pt x="95" y="426"/>
                </a:cubicBezTo>
                <a:cubicBezTo>
                  <a:pt x="95" y="337"/>
                  <a:pt x="95" y="337"/>
                  <a:pt x="95" y="337"/>
                </a:cubicBezTo>
                <a:cubicBezTo>
                  <a:pt x="108" y="337"/>
                  <a:pt x="108" y="337"/>
                  <a:pt x="108" y="337"/>
                </a:cubicBezTo>
                <a:cubicBezTo>
                  <a:pt x="108" y="426"/>
                  <a:pt x="108" y="426"/>
                  <a:pt x="108" y="426"/>
                </a:cubicBezTo>
                <a:cubicBezTo>
                  <a:pt x="108" y="438"/>
                  <a:pt x="116" y="447"/>
                  <a:pt x="127" y="447"/>
                </a:cubicBezTo>
                <a:cubicBezTo>
                  <a:pt x="137" y="447"/>
                  <a:pt x="146" y="438"/>
                  <a:pt x="146" y="426"/>
                </a:cubicBezTo>
                <a:cubicBezTo>
                  <a:pt x="146" y="337"/>
                  <a:pt x="146" y="337"/>
                  <a:pt x="146" y="337"/>
                </a:cubicBezTo>
                <a:cubicBezTo>
                  <a:pt x="158" y="337"/>
                  <a:pt x="158" y="337"/>
                  <a:pt x="158" y="337"/>
                </a:cubicBezTo>
                <a:cubicBezTo>
                  <a:pt x="164" y="337"/>
                  <a:pt x="168" y="336"/>
                  <a:pt x="167" y="326"/>
                </a:cubicBezTo>
                <a:cubicBezTo>
                  <a:pt x="146" y="151"/>
                  <a:pt x="146" y="151"/>
                  <a:pt x="146" y="151"/>
                </a:cubicBezTo>
                <a:cubicBezTo>
                  <a:pt x="154" y="151"/>
                  <a:pt x="154" y="151"/>
                  <a:pt x="154" y="151"/>
                </a:cubicBezTo>
                <a:cubicBezTo>
                  <a:pt x="174" y="307"/>
                  <a:pt x="174" y="307"/>
                  <a:pt x="174" y="307"/>
                </a:cubicBezTo>
                <a:cubicBezTo>
                  <a:pt x="174" y="316"/>
                  <a:pt x="181" y="323"/>
                  <a:pt x="189" y="323"/>
                </a:cubicBezTo>
                <a:cubicBezTo>
                  <a:pt x="197" y="323"/>
                  <a:pt x="203" y="316"/>
                  <a:pt x="203" y="307"/>
                </a:cubicBezTo>
                <a:lnTo>
                  <a:pt x="183" y="162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aphicFrame>
        <p:nvGraphicFramePr>
          <p:cNvPr id="40" name="Chart 39">
            <a:extLst>
              <a:ext uri="{FF2B5EF4-FFF2-40B4-BE49-F238E27FC236}">
                <a16:creationId xmlns:a16="http://schemas.microsoft.com/office/drawing/2014/main" id="{1F389246-DBE9-4CC1-9FD7-CE0E31C3AD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18967021"/>
              </p:ext>
            </p:extLst>
          </p:nvPr>
        </p:nvGraphicFramePr>
        <p:xfrm>
          <a:off x="8308171" y="5019098"/>
          <a:ext cx="903484" cy="8510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1" name="Prevalence">
            <a:extLst>
              <a:ext uri="{FF2B5EF4-FFF2-40B4-BE49-F238E27FC236}">
                <a16:creationId xmlns:a16="http://schemas.microsoft.com/office/drawing/2014/main" id="{69EE5285-C682-4A25-9C13-054C32A7E7A1}"/>
              </a:ext>
            </a:extLst>
          </p:cNvPr>
          <p:cNvSpPr/>
          <p:nvPr/>
        </p:nvSpPr>
        <p:spPr>
          <a:xfrm>
            <a:off x="8509047" y="5374927"/>
            <a:ext cx="518793" cy="1677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2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87%</a:t>
            </a:r>
            <a:endParaRPr sz="1200" dirty="0">
              <a:solidFill>
                <a:schemeClr val="tx1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8AD04BA-8B41-4C42-80A2-A420409EC884}"/>
              </a:ext>
            </a:extLst>
          </p:cNvPr>
          <p:cNvSpPr txBox="1"/>
          <p:nvPr/>
        </p:nvSpPr>
        <p:spPr>
          <a:xfrm>
            <a:off x="6696449" y="1871662"/>
            <a:ext cx="3730122" cy="342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6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Business Customer : Analysis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75AFC2-B625-48E1-BEA4-D8E192F0D7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2717731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7F58F5-EA97-448C-869A-4768540A5BAC}"/>
              </a:ext>
            </a:extLst>
          </p:cNvPr>
          <p:cNvSpPr txBox="1"/>
          <p:nvPr/>
        </p:nvSpPr>
        <p:spPr>
          <a:xfrm>
            <a:off x="717044" y="752762"/>
            <a:ext cx="4726493" cy="65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500" dirty="0">
                <a:solidFill>
                  <a:schemeClr val="accent2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Key Success </a:t>
            </a:r>
            <a:r>
              <a:rPr lang="en-US" sz="3500" dirty="0">
                <a:latin typeface="Poppins SemiBold" panose="00000700000000000000" pitchFamily="50" charset="0"/>
                <a:cs typeface="Poppins SemiBold" panose="00000700000000000000" pitchFamily="50" charset="0"/>
              </a:rPr>
              <a:t>Factor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D028626-9763-4222-80FD-41EFABFAC46E}"/>
              </a:ext>
            </a:extLst>
          </p:cNvPr>
          <p:cNvSpPr/>
          <p:nvPr/>
        </p:nvSpPr>
        <p:spPr>
          <a:xfrm>
            <a:off x="5322777" y="3343867"/>
            <a:ext cx="1545955" cy="1545953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EB9FA7-1555-4959-8C0C-F9BB05BDDB90}"/>
              </a:ext>
            </a:extLst>
          </p:cNvPr>
          <p:cNvSpPr/>
          <p:nvPr/>
        </p:nvSpPr>
        <p:spPr>
          <a:xfrm>
            <a:off x="5720445" y="2152166"/>
            <a:ext cx="750623" cy="7506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1E76BF5-18C0-41FD-9E84-58C9D867C287}"/>
              </a:ext>
            </a:extLst>
          </p:cNvPr>
          <p:cNvSpPr/>
          <p:nvPr/>
        </p:nvSpPr>
        <p:spPr>
          <a:xfrm>
            <a:off x="4344378" y="2946366"/>
            <a:ext cx="750623" cy="7506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1D993E5-03C0-41EA-A7CF-1426C576605F}"/>
              </a:ext>
            </a:extLst>
          </p:cNvPr>
          <p:cNvSpPr/>
          <p:nvPr/>
        </p:nvSpPr>
        <p:spPr>
          <a:xfrm>
            <a:off x="4343895" y="4536220"/>
            <a:ext cx="750623" cy="75061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473732B-E1ED-4A21-9BDF-87B030AD9172}"/>
              </a:ext>
            </a:extLst>
          </p:cNvPr>
          <p:cNvSpPr/>
          <p:nvPr/>
        </p:nvSpPr>
        <p:spPr>
          <a:xfrm>
            <a:off x="5720446" y="5330904"/>
            <a:ext cx="750623" cy="75061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966B01B-B14C-45E3-BA56-05811043813C}"/>
              </a:ext>
            </a:extLst>
          </p:cNvPr>
          <p:cNvSpPr/>
          <p:nvPr/>
        </p:nvSpPr>
        <p:spPr>
          <a:xfrm>
            <a:off x="7096513" y="4535737"/>
            <a:ext cx="750623" cy="75061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FA85625-ED88-4FD7-B470-2B7B77BFAFB3}"/>
              </a:ext>
            </a:extLst>
          </p:cNvPr>
          <p:cNvSpPr/>
          <p:nvPr/>
        </p:nvSpPr>
        <p:spPr>
          <a:xfrm>
            <a:off x="7097482" y="2946368"/>
            <a:ext cx="750623" cy="75061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8F2AC01-E43C-4170-9D45-619CCBD765BE}"/>
              </a:ext>
            </a:extLst>
          </p:cNvPr>
          <p:cNvCxnSpPr>
            <a:cxnSpLocks/>
            <a:stCxn id="6" idx="0"/>
            <a:endCxn id="7" idx="4"/>
          </p:cNvCxnSpPr>
          <p:nvPr/>
        </p:nvCxnSpPr>
        <p:spPr>
          <a:xfrm flipV="1">
            <a:off x="6095755" y="2902783"/>
            <a:ext cx="2" cy="441084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0106CBC-C000-400C-A5CD-1C0D0C1816EB}"/>
              </a:ext>
            </a:extLst>
          </p:cNvPr>
          <p:cNvCxnSpPr>
            <a:cxnSpLocks/>
            <a:stCxn id="6" idx="4"/>
            <a:endCxn id="10" idx="0"/>
          </p:cNvCxnSpPr>
          <p:nvPr/>
        </p:nvCxnSpPr>
        <p:spPr>
          <a:xfrm>
            <a:off x="6095755" y="4889820"/>
            <a:ext cx="3" cy="441084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B0DA7A8-2947-4357-A80F-BEA2A6CBCE7D}"/>
              </a:ext>
            </a:extLst>
          </p:cNvPr>
          <p:cNvCxnSpPr>
            <a:cxnSpLocks/>
          </p:cNvCxnSpPr>
          <p:nvPr/>
        </p:nvCxnSpPr>
        <p:spPr>
          <a:xfrm>
            <a:off x="6871241" y="4136844"/>
            <a:ext cx="656001" cy="398891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17C3A4C-0218-437D-AF8F-C4B7F8B1026A}"/>
              </a:ext>
            </a:extLst>
          </p:cNvPr>
          <p:cNvCxnSpPr>
            <a:cxnSpLocks/>
          </p:cNvCxnSpPr>
          <p:nvPr/>
        </p:nvCxnSpPr>
        <p:spPr>
          <a:xfrm flipV="1">
            <a:off x="6863290" y="3696984"/>
            <a:ext cx="656970" cy="43986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8A5C406-A2D3-477B-9CFE-82F75687259B}"/>
              </a:ext>
            </a:extLst>
          </p:cNvPr>
          <p:cNvGrpSpPr/>
          <p:nvPr/>
        </p:nvGrpSpPr>
        <p:grpSpPr>
          <a:xfrm>
            <a:off x="4719206" y="3696983"/>
            <a:ext cx="603797" cy="839237"/>
            <a:chOff x="4835136" y="3742417"/>
            <a:chExt cx="575063" cy="799299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CF0ACC1-E866-4D26-A621-39D4BC5FE339}"/>
                </a:ext>
              </a:extLst>
            </p:cNvPr>
            <p:cNvCxnSpPr>
              <a:cxnSpLocks/>
              <a:stCxn id="8" idx="4"/>
            </p:cNvCxnSpPr>
            <p:nvPr/>
          </p:nvCxnSpPr>
          <p:spPr>
            <a:xfrm>
              <a:off x="4835599" y="3742417"/>
              <a:ext cx="574600" cy="418929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84FA945-CA35-465D-8EFA-5D7ABA13CA06}"/>
                </a:ext>
              </a:extLst>
            </p:cNvPr>
            <p:cNvCxnSpPr>
              <a:cxnSpLocks/>
              <a:stCxn id="9" idx="0"/>
            </p:cNvCxnSpPr>
            <p:nvPr/>
          </p:nvCxnSpPr>
          <p:spPr>
            <a:xfrm flipV="1">
              <a:off x="4835136" y="4161348"/>
              <a:ext cx="575063" cy="380368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TextBox 88">
            <a:extLst>
              <a:ext uri="{FF2B5EF4-FFF2-40B4-BE49-F238E27FC236}">
                <a16:creationId xmlns:a16="http://schemas.microsoft.com/office/drawing/2014/main" id="{447A2B84-69F9-4B83-B973-151ACE86A6B9}"/>
              </a:ext>
            </a:extLst>
          </p:cNvPr>
          <p:cNvSpPr txBox="1"/>
          <p:nvPr/>
        </p:nvSpPr>
        <p:spPr>
          <a:xfrm>
            <a:off x="5285268" y="3867601"/>
            <a:ext cx="1620974" cy="524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700"/>
              </a:lnSpc>
            </a:pPr>
            <a:r>
              <a:rPr lang="en-US" sz="1400" dirty="0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Key Success Factors</a:t>
            </a:r>
          </a:p>
        </p:txBody>
      </p:sp>
      <p:sp>
        <p:nvSpPr>
          <p:cNvPr id="98" name="Freeform 206">
            <a:extLst>
              <a:ext uri="{FF2B5EF4-FFF2-40B4-BE49-F238E27FC236}">
                <a16:creationId xmlns:a16="http://schemas.microsoft.com/office/drawing/2014/main" id="{05ADF2EF-F3CB-46CA-84EF-257014354761}"/>
              </a:ext>
            </a:extLst>
          </p:cNvPr>
          <p:cNvSpPr>
            <a:spLocks noEditPoints="1"/>
          </p:cNvSpPr>
          <p:nvPr/>
        </p:nvSpPr>
        <p:spPr bwMode="auto">
          <a:xfrm>
            <a:off x="7302616" y="4749950"/>
            <a:ext cx="338416" cy="322191"/>
          </a:xfrm>
          <a:custGeom>
            <a:avLst/>
            <a:gdLst>
              <a:gd name="T0" fmla="*/ 146 w 146"/>
              <a:gd name="T1" fmla="*/ 53 h 139"/>
              <a:gd name="T2" fmla="*/ 99 w 146"/>
              <a:gd name="T3" fmla="*/ 46 h 139"/>
              <a:gd name="T4" fmla="*/ 93 w 146"/>
              <a:gd name="T5" fmla="*/ 42 h 139"/>
              <a:gd name="T6" fmla="*/ 73 w 146"/>
              <a:gd name="T7" fmla="*/ 0 h 139"/>
              <a:gd name="T8" fmla="*/ 52 w 146"/>
              <a:gd name="T9" fmla="*/ 42 h 139"/>
              <a:gd name="T10" fmla="*/ 46 w 146"/>
              <a:gd name="T11" fmla="*/ 46 h 139"/>
              <a:gd name="T12" fmla="*/ 0 w 146"/>
              <a:gd name="T13" fmla="*/ 53 h 139"/>
              <a:gd name="T14" fmla="*/ 33 w 146"/>
              <a:gd name="T15" fmla="*/ 86 h 139"/>
              <a:gd name="T16" fmla="*/ 35 w 146"/>
              <a:gd name="T17" fmla="*/ 92 h 139"/>
              <a:gd name="T18" fmla="*/ 28 w 146"/>
              <a:gd name="T19" fmla="*/ 139 h 139"/>
              <a:gd name="T20" fmla="*/ 69 w 146"/>
              <a:gd name="T21" fmla="*/ 117 h 139"/>
              <a:gd name="T22" fmla="*/ 76 w 146"/>
              <a:gd name="T23" fmla="*/ 117 h 139"/>
              <a:gd name="T24" fmla="*/ 118 w 146"/>
              <a:gd name="T25" fmla="*/ 139 h 139"/>
              <a:gd name="T26" fmla="*/ 110 w 146"/>
              <a:gd name="T27" fmla="*/ 92 h 139"/>
              <a:gd name="T28" fmla="*/ 112 w 146"/>
              <a:gd name="T29" fmla="*/ 86 h 139"/>
              <a:gd name="T30" fmla="*/ 146 w 146"/>
              <a:gd name="T31" fmla="*/ 53 h 139"/>
              <a:gd name="T32" fmla="*/ 74 w 146"/>
              <a:gd name="T33" fmla="*/ 29 h 139"/>
              <a:gd name="T34" fmla="*/ 61 w 146"/>
              <a:gd name="T35" fmla="*/ 56 h 139"/>
              <a:gd name="T36" fmla="*/ 60 w 146"/>
              <a:gd name="T37" fmla="*/ 56 h 139"/>
              <a:gd name="T38" fmla="*/ 31 w 146"/>
              <a:gd name="T39" fmla="*/ 60 h 139"/>
              <a:gd name="T40" fmla="*/ 31 w 146"/>
              <a:gd name="T41" fmla="*/ 60 h 139"/>
              <a:gd name="T42" fmla="*/ 30 w 146"/>
              <a:gd name="T43" fmla="*/ 59 h 139"/>
              <a:gd name="T44" fmla="*/ 31 w 146"/>
              <a:gd name="T45" fmla="*/ 58 h 139"/>
              <a:gd name="T46" fmla="*/ 59 w 146"/>
              <a:gd name="T47" fmla="*/ 54 h 139"/>
              <a:gd name="T48" fmla="*/ 72 w 146"/>
              <a:gd name="T49" fmla="*/ 28 h 139"/>
              <a:gd name="T50" fmla="*/ 73 w 146"/>
              <a:gd name="T51" fmla="*/ 28 h 139"/>
              <a:gd name="T52" fmla="*/ 74 w 146"/>
              <a:gd name="T53" fmla="*/ 29 h 1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46" h="139">
                <a:moveTo>
                  <a:pt x="146" y="53"/>
                </a:moveTo>
                <a:cubicBezTo>
                  <a:pt x="99" y="46"/>
                  <a:pt x="99" y="46"/>
                  <a:pt x="99" y="46"/>
                </a:cubicBezTo>
                <a:cubicBezTo>
                  <a:pt x="97" y="46"/>
                  <a:pt x="95" y="44"/>
                  <a:pt x="93" y="42"/>
                </a:cubicBezTo>
                <a:cubicBezTo>
                  <a:pt x="73" y="0"/>
                  <a:pt x="73" y="0"/>
                  <a:pt x="73" y="0"/>
                </a:cubicBezTo>
                <a:cubicBezTo>
                  <a:pt x="52" y="42"/>
                  <a:pt x="52" y="42"/>
                  <a:pt x="52" y="42"/>
                </a:cubicBezTo>
                <a:cubicBezTo>
                  <a:pt x="51" y="44"/>
                  <a:pt x="48" y="46"/>
                  <a:pt x="46" y="46"/>
                </a:cubicBezTo>
                <a:cubicBezTo>
                  <a:pt x="0" y="53"/>
                  <a:pt x="0" y="53"/>
                  <a:pt x="0" y="53"/>
                </a:cubicBezTo>
                <a:cubicBezTo>
                  <a:pt x="33" y="86"/>
                  <a:pt x="33" y="86"/>
                  <a:pt x="33" y="86"/>
                </a:cubicBezTo>
                <a:cubicBezTo>
                  <a:pt x="35" y="87"/>
                  <a:pt x="36" y="90"/>
                  <a:pt x="35" y="92"/>
                </a:cubicBezTo>
                <a:cubicBezTo>
                  <a:pt x="28" y="139"/>
                  <a:pt x="28" y="139"/>
                  <a:pt x="28" y="139"/>
                </a:cubicBezTo>
                <a:cubicBezTo>
                  <a:pt x="69" y="117"/>
                  <a:pt x="69" y="117"/>
                  <a:pt x="69" y="117"/>
                </a:cubicBezTo>
                <a:cubicBezTo>
                  <a:pt x="71" y="116"/>
                  <a:pt x="74" y="116"/>
                  <a:pt x="76" y="117"/>
                </a:cubicBezTo>
                <a:cubicBezTo>
                  <a:pt x="118" y="139"/>
                  <a:pt x="118" y="139"/>
                  <a:pt x="118" y="139"/>
                </a:cubicBezTo>
                <a:cubicBezTo>
                  <a:pt x="110" y="92"/>
                  <a:pt x="110" y="92"/>
                  <a:pt x="110" y="92"/>
                </a:cubicBezTo>
                <a:cubicBezTo>
                  <a:pt x="109" y="90"/>
                  <a:pt x="110" y="87"/>
                  <a:pt x="112" y="86"/>
                </a:cubicBezTo>
                <a:lnTo>
                  <a:pt x="146" y="53"/>
                </a:lnTo>
                <a:close/>
                <a:moveTo>
                  <a:pt x="74" y="29"/>
                </a:moveTo>
                <a:cubicBezTo>
                  <a:pt x="61" y="56"/>
                  <a:pt x="61" y="56"/>
                  <a:pt x="61" y="56"/>
                </a:cubicBezTo>
                <a:cubicBezTo>
                  <a:pt x="61" y="56"/>
                  <a:pt x="60" y="56"/>
                  <a:pt x="60" y="56"/>
                </a:cubicBezTo>
                <a:cubicBezTo>
                  <a:pt x="31" y="60"/>
                  <a:pt x="31" y="60"/>
                  <a:pt x="31" y="60"/>
                </a:cubicBezTo>
                <a:cubicBezTo>
                  <a:pt x="31" y="60"/>
                  <a:pt x="31" y="60"/>
                  <a:pt x="31" y="60"/>
                </a:cubicBezTo>
                <a:cubicBezTo>
                  <a:pt x="30" y="60"/>
                  <a:pt x="30" y="60"/>
                  <a:pt x="30" y="59"/>
                </a:cubicBezTo>
                <a:cubicBezTo>
                  <a:pt x="30" y="59"/>
                  <a:pt x="30" y="58"/>
                  <a:pt x="31" y="58"/>
                </a:cubicBezTo>
                <a:cubicBezTo>
                  <a:pt x="59" y="54"/>
                  <a:pt x="59" y="54"/>
                  <a:pt x="59" y="54"/>
                </a:cubicBezTo>
                <a:cubicBezTo>
                  <a:pt x="72" y="28"/>
                  <a:pt x="72" y="28"/>
                  <a:pt x="72" y="28"/>
                </a:cubicBezTo>
                <a:cubicBezTo>
                  <a:pt x="72" y="28"/>
                  <a:pt x="73" y="27"/>
                  <a:pt x="73" y="28"/>
                </a:cubicBezTo>
                <a:cubicBezTo>
                  <a:pt x="74" y="28"/>
                  <a:pt x="74" y="29"/>
                  <a:pt x="74" y="2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9" name="Freeform 316">
            <a:extLst>
              <a:ext uri="{FF2B5EF4-FFF2-40B4-BE49-F238E27FC236}">
                <a16:creationId xmlns:a16="http://schemas.microsoft.com/office/drawing/2014/main" id="{48D7C457-8245-45AC-A85D-2CECC996A127}"/>
              </a:ext>
            </a:extLst>
          </p:cNvPr>
          <p:cNvSpPr>
            <a:spLocks noEditPoints="1"/>
          </p:cNvSpPr>
          <p:nvPr/>
        </p:nvSpPr>
        <p:spPr bwMode="auto">
          <a:xfrm>
            <a:off x="5910323" y="5547434"/>
            <a:ext cx="370868" cy="317556"/>
          </a:xfrm>
          <a:custGeom>
            <a:avLst/>
            <a:gdLst>
              <a:gd name="T0" fmla="*/ 80 w 160"/>
              <a:gd name="T1" fmla="*/ 52 h 137"/>
              <a:gd name="T2" fmla="*/ 95 w 160"/>
              <a:gd name="T3" fmla="*/ 40 h 137"/>
              <a:gd name="T4" fmla="*/ 77 w 160"/>
              <a:gd name="T5" fmla="*/ 40 h 137"/>
              <a:gd name="T6" fmla="*/ 77 w 160"/>
              <a:gd name="T7" fmla="*/ 22 h 137"/>
              <a:gd name="T8" fmla="*/ 65 w 160"/>
              <a:gd name="T9" fmla="*/ 37 h 137"/>
              <a:gd name="T10" fmla="*/ 80 w 160"/>
              <a:gd name="T11" fmla="*/ 52 h 137"/>
              <a:gd name="T12" fmla="*/ 142 w 160"/>
              <a:gd name="T13" fmla="*/ 19 h 137"/>
              <a:gd name="T14" fmla="*/ 121 w 160"/>
              <a:gd name="T15" fmla="*/ 19 h 137"/>
              <a:gd name="T16" fmla="*/ 121 w 160"/>
              <a:gd name="T17" fmla="*/ 6 h 137"/>
              <a:gd name="T18" fmla="*/ 115 w 160"/>
              <a:gd name="T19" fmla="*/ 0 h 137"/>
              <a:gd name="T20" fmla="*/ 45 w 160"/>
              <a:gd name="T21" fmla="*/ 0 h 137"/>
              <a:gd name="T22" fmla="*/ 38 w 160"/>
              <a:gd name="T23" fmla="*/ 6 h 137"/>
              <a:gd name="T24" fmla="*/ 38 w 160"/>
              <a:gd name="T25" fmla="*/ 19 h 137"/>
              <a:gd name="T26" fmla="*/ 17 w 160"/>
              <a:gd name="T27" fmla="*/ 19 h 137"/>
              <a:gd name="T28" fmla="*/ 0 w 160"/>
              <a:gd name="T29" fmla="*/ 36 h 137"/>
              <a:gd name="T30" fmla="*/ 0 w 160"/>
              <a:gd name="T31" fmla="*/ 120 h 137"/>
              <a:gd name="T32" fmla="*/ 17 w 160"/>
              <a:gd name="T33" fmla="*/ 137 h 137"/>
              <a:gd name="T34" fmla="*/ 142 w 160"/>
              <a:gd name="T35" fmla="*/ 137 h 137"/>
              <a:gd name="T36" fmla="*/ 160 w 160"/>
              <a:gd name="T37" fmla="*/ 120 h 137"/>
              <a:gd name="T38" fmla="*/ 160 w 160"/>
              <a:gd name="T39" fmla="*/ 36 h 137"/>
              <a:gd name="T40" fmla="*/ 142 w 160"/>
              <a:gd name="T41" fmla="*/ 19 h 137"/>
              <a:gd name="T42" fmla="*/ 80 w 160"/>
              <a:gd name="T43" fmla="*/ 15 h 137"/>
              <a:gd name="T44" fmla="*/ 102 w 160"/>
              <a:gd name="T45" fmla="*/ 37 h 137"/>
              <a:gd name="T46" fmla="*/ 80 w 160"/>
              <a:gd name="T47" fmla="*/ 59 h 137"/>
              <a:gd name="T48" fmla="*/ 58 w 160"/>
              <a:gd name="T49" fmla="*/ 37 h 137"/>
              <a:gd name="T50" fmla="*/ 80 w 160"/>
              <a:gd name="T51" fmla="*/ 15 h 137"/>
              <a:gd name="T52" fmla="*/ 13 w 160"/>
              <a:gd name="T53" fmla="*/ 36 h 137"/>
              <a:gd name="T54" fmla="*/ 17 w 160"/>
              <a:gd name="T55" fmla="*/ 33 h 137"/>
              <a:gd name="T56" fmla="*/ 38 w 160"/>
              <a:gd name="T57" fmla="*/ 33 h 137"/>
              <a:gd name="T58" fmla="*/ 38 w 160"/>
              <a:gd name="T59" fmla="*/ 53 h 137"/>
              <a:gd name="T60" fmla="*/ 13 w 160"/>
              <a:gd name="T61" fmla="*/ 38 h 137"/>
              <a:gd name="T62" fmla="*/ 13 w 160"/>
              <a:gd name="T63" fmla="*/ 36 h 137"/>
              <a:gd name="T64" fmla="*/ 146 w 160"/>
              <a:gd name="T65" fmla="*/ 120 h 137"/>
              <a:gd name="T66" fmla="*/ 142 w 160"/>
              <a:gd name="T67" fmla="*/ 123 h 137"/>
              <a:gd name="T68" fmla="*/ 17 w 160"/>
              <a:gd name="T69" fmla="*/ 123 h 137"/>
              <a:gd name="T70" fmla="*/ 13 w 160"/>
              <a:gd name="T71" fmla="*/ 120 h 137"/>
              <a:gd name="T72" fmla="*/ 13 w 160"/>
              <a:gd name="T73" fmla="*/ 49 h 137"/>
              <a:gd name="T74" fmla="*/ 82 w 160"/>
              <a:gd name="T75" fmla="*/ 89 h 137"/>
              <a:gd name="T76" fmla="*/ 146 w 160"/>
              <a:gd name="T77" fmla="*/ 50 h 137"/>
              <a:gd name="T78" fmla="*/ 146 w 160"/>
              <a:gd name="T79" fmla="*/ 120 h 137"/>
              <a:gd name="T80" fmla="*/ 146 w 160"/>
              <a:gd name="T81" fmla="*/ 39 h 137"/>
              <a:gd name="T82" fmla="*/ 121 w 160"/>
              <a:gd name="T83" fmla="*/ 54 h 137"/>
              <a:gd name="T84" fmla="*/ 121 w 160"/>
              <a:gd name="T85" fmla="*/ 33 h 137"/>
              <a:gd name="T86" fmla="*/ 142 w 160"/>
              <a:gd name="T87" fmla="*/ 33 h 137"/>
              <a:gd name="T88" fmla="*/ 146 w 160"/>
              <a:gd name="T89" fmla="*/ 36 h 137"/>
              <a:gd name="T90" fmla="*/ 146 w 160"/>
              <a:gd name="T91" fmla="*/ 39 h 137"/>
              <a:gd name="T92" fmla="*/ 83 w 160"/>
              <a:gd name="T93" fmla="*/ 22 h 137"/>
              <a:gd name="T94" fmla="*/ 83 w 160"/>
              <a:gd name="T95" fmla="*/ 33 h 137"/>
              <a:gd name="T96" fmla="*/ 95 w 160"/>
              <a:gd name="T97" fmla="*/ 33 h 137"/>
              <a:gd name="T98" fmla="*/ 83 w 160"/>
              <a:gd name="T99" fmla="*/ 22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60" h="137">
                <a:moveTo>
                  <a:pt x="80" y="52"/>
                </a:moveTo>
                <a:cubicBezTo>
                  <a:pt x="88" y="52"/>
                  <a:pt x="94" y="47"/>
                  <a:pt x="95" y="40"/>
                </a:cubicBezTo>
                <a:cubicBezTo>
                  <a:pt x="77" y="40"/>
                  <a:pt x="77" y="40"/>
                  <a:pt x="77" y="40"/>
                </a:cubicBezTo>
                <a:cubicBezTo>
                  <a:pt x="77" y="22"/>
                  <a:pt x="77" y="22"/>
                  <a:pt x="77" y="22"/>
                </a:cubicBezTo>
                <a:cubicBezTo>
                  <a:pt x="70" y="23"/>
                  <a:pt x="65" y="29"/>
                  <a:pt x="65" y="37"/>
                </a:cubicBezTo>
                <a:cubicBezTo>
                  <a:pt x="65" y="45"/>
                  <a:pt x="72" y="52"/>
                  <a:pt x="80" y="52"/>
                </a:cubicBezTo>
                <a:close/>
                <a:moveTo>
                  <a:pt x="142" y="19"/>
                </a:moveTo>
                <a:cubicBezTo>
                  <a:pt x="121" y="19"/>
                  <a:pt x="121" y="19"/>
                  <a:pt x="121" y="19"/>
                </a:cubicBezTo>
                <a:cubicBezTo>
                  <a:pt x="121" y="6"/>
                  <a:pt x="121" y="6"/>
                  <a:pt x="121" y="6"/>
                </a:cubicBezTo>
                <a:cubicBezTo>
                  <a:pt x="121" y="3"/>
                  <a:pt x="118" y="0"/>
                  <a:pt x="115" y="0"/>
                </a:cubicBezTo>
                <a:cubicBezTo>
                  <a:pt x="45" y="0"/>
                  <a:pt x="45" y="0"/>
                  <a:pt x="45" y="0"/>
                </a:cubicBezTo>
                <a:cubicBezTo>
                  <a:pt x="41" y="0"/>
                  <a:pt x="38" y="3"/>
                  <a:pt x="38" y="6"/>
                </a:cubicBezTo>
                <a:cubicBezTo>
                  <a:pt x="38" y="19"/>
                  <a:pt x="38" y="19"/>
                  <a:pt x="38" y="19"/>
                </a:cubicBezTo>
                <a:cubicBezTo>
                  <a:pt x="17" y="19"/>
                  <a:pt x="17" y="19"/>
                  <a:pt x="17" y="19"/>
                </a:cubicBezTo>
                <a:cubicBezTo>
                  <a:pt x="7" y="19"/>
                  <a:pt x="0" y="27"/>
                  <a:pt x="0" y="36"/>
                </a:cubicBezTo>
                <a:cubicBezTo>
                  <a:pt x="0" y="120"/>
                  <a:pt x="0" y="120"/>
                  <a:pt x="0" y="120"/>
                </a:cubicBezTo>
                <a:cubicBezTo>
                  <a:pt x="0" y="129"/>
                  <a:pt x="7" y="137"/>
                  <a:pt x="17" y="137"/>
                </a:cubicBezTo>
                <a:cubicBezTo>
                  <a:pt x="142" y="137"/>
                  <a:pt x="142" y="137"/>
                  <a:pt x="142" y="137"/>
                </a:cubicBezTo>
                <a:cubicBezTo>
                  <a:pt x="152" y="137"/>
                  <a:pt x="160" y="129"/>
                  <a:pt x="160" y="120"/>
                </a:cubicBezTo>
                <a:cubicBezTo>
                  <a:pt x="160" y="36"/>
                  <a:pt x="160" y="36"/>
                  <a:pt x="160" y="36"/>
                </a:cubicBezTo>
                <a:cubicBezTo>
                  <a:pt x="160" y="27"/>
                  <a:pt x="152" y="19"/>
                  <a:pt x="142" y="19"/>
                </a:cubicBezTo>
                <a:close/>
                <a:moveTo>
                  <a:pt x="80" y="15"/>
                </a:moveTo>
                <a:cubicBezTo>
                  <a:pt x="92" y="15"/>
                  <a:pt x="102" y="24"/>
                  <a:pt x="102" y="37"/>
                </a:cubicBezTo>
                <a:cubicBezTo>
                  <a:pt x="102" y="49"/>
                  <a:pt x="92" y="59"/>
                  <a:pt x="80" y="59"/>
                </a:cubicBezTo>
                <a:cubicBezTo>
                  <a:pt x="68" y="59"/>
                  <a:pt x="58" y="49"/>
                  <a:pt x="58" y="37"/>
                </a:cubicBezTo>
                <a:cubicBezTo>
                  <a:pt x="58" y="24"/>
                  <a:pt x="68" y="15"/>
                  <a:pt x="80" y="15"/>
                </a:cubicBezTo>
                <a:close/>
                <a:moveTo>
                  <a:pt x="13" y="36"/>
                </a:moveTo>
                <a:cubicBezTo>
                  <a:pt x="13" y="34"/>
                  <a:pt x="15" y="33"/>
                  <a:pt x="17" y="33"/>
                </a:cubicBezTo>
                <a:cubicBezTo>
                  <a:pt x="38" y="33"/>
                  <a:pt x="38" y="33"/>
                  <a:pt x="38" y="33"/>
                </a:cubicBezTo>
                <a:cubicBezTo>
                  <a:pt x="38" y="53"/>
                  <a:pt x="38" y="53"/>
                  <a:pt x="38" y="53"/>
                </a:cubicBezTo>
                <a:cubicBezTo>
                  <a:pt x="13" y="38"/>
                  <a:pt x="13" y="38"/>
                  <a:pt x="13" y="38"/>
                </a:cubicBezTo>
                <a:lnTo>
                  <a:pt x="13" y="36"/>
                </a:lnTo>
                <a:close/>
                <a:moveTo>
                  <a:pt x="146" y="120"/>
                </a:moveTo>
                <a:cubicBezTo>
                  <a:pt x="146" y="122"/>
                  <a:pt x="144" y="123"/>
                  <a:pt x="142" y="123"/>
                </a:cubicBezTo>
                <a:cubicBezTo>
                  <a:pt x="17" y="123"/>
                  <a:pt x="17" y="123"/>
                  <a:pt x="17" y="123"/>
                </a:cubicBezTo>
                <a:cubicBezTo>
                  <a:pt x="15" y="123"/>
                  <a:pt x="13" y="122"/>
                  <a:pt x="13" y="120"/>
                </a:cubicBezTo>
                <a:cubicBezTo>
                  <a:pt x="13" y="49"/>
                  <a:pt x="13" y="49"/>
                  <a:pt x="13" y="49"/>
                </a:cubicBezTo>
                <a:cubicBezTo>
                  <a:pt x="82" y="89"/>
                  <a:pt x="82" y="89"/>
                  <a:pt x="82" y="89"/>
                </a:cubicBezTo>
                <a:cubicBezTo>
                  <a:pt x="146" y="50"/>
                  <a:pt x="146" y="50"/>
                  <a:pt x="146" y="50"/>
                </a:cubicBezTo>
                <a:lnTo>
                  <a:pt x="146" y="120"/>
                </a:lnTo>
                <a:close/>
                <a:moveTo>
                  <a:pt x="146" y="39"/>
                </a:moveTo>
                <a:cubicBezTo>
                  <a:pt x="121" y="54"/>
                  <a:pt x="121" y="54"/>
                  <a:pt x="121" y="54"/>
                </a:cubicBezTo>
                <a:cubicBezTo>
                  <a:pt x="121" y="33"/>
                  <a:pt x="121" y="33"/>
                  <a:pt x="121" y="33"/>
                </a:cubicBezTo>
                <a:cubicBezTo>
                  <a:pt x="142" y="33"/>
                  <a:pt x="142" y="33"/>
                  <a:pt x="142" y="33"/>
                </a:cubicBezTo>
                <a:cubicBezTo>
                  <a:pt x="144" y="33"/>
                  <a:pt x="146" y="34"/>
                  <a:pt x="146" y="36"/>
                </a:cubicBezTo>
                <a:lnTo>
                  <a:pt x="146" y="39"/>
                </a:lnTo>
                <a:close/>
                <a:moveTo>
                  <a:pt x="83" y="22"/>
                </a:moveTo>
                <a:cubicBezTo>
                  <a:pt x="83" y="33"/>
                  <a:pt x="83" y="33"/>
                  <a:pt x="83" y="33"/>
                </a:cubicBezTo>
                <a:cubicBezTo>
                  <a:pt x="95" y="33"/>
                  <a:pt x="95" y="33"/>
                  <a:pt x="95" y="33"/>
                </a:cubicBezTo>
                <a:cubicBezTo>
                  <a:pt x="94" y="27"/>
                  <a:pt x="89" y="23"/>
                  <a:pt x="83" y="2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0" name="Freeform 332">
            <a:extLst>
              <a:ext uri="{FF2B5EF4-FFF2-40B4-BE49-F238E27FC236}">
                <a16:creationId xmlns:a16="http://schemas.microsoft.com/office/drawing/2014/main" id="{70BF27A7-99EC-45C5-8684-78CAEC0182B1}"/>
              </a:ext>
            </a:extLst>
          </p:cNvPr>
          <p:cNvSpPr>
            <a:spLocks noEditPoints="1"/>
          </p:cNvSpPr>
          <p:nvPr/>
        </p:nvSpPr>
        <p:spPr bwMode="auto">
          <a:xfrm>
            <a:off x="7290327" y="3179124"/>
            <a:ext cx="364933" cy="285104"/>
          </a:xfrm>
          <a:custGeom>
            <a:avLst/>
            <a:gdLst>
              <a:gd name="T0" fmla="*/ 91 w 160"/>
              <a:gd name="T1" fmla="*/ 79 h 125"/>
              <a:gd name="T2" fmla="*/ 91 w 160"/>
              <a:gd name="T3" fmla="*/ 89 h 125"/>
              <a:gd name="T4" fmla="*/ 68 w 160"/>
              <a:gd name="T5" fmla="*/ 89 h 125"/>
              <a:gd name="T6" fmla="*/ 68 w 160"/>
              <a:gd name="T7" fmla="*/ 79 h 125"/>
              <a:gd name="T8" fmla="*/ 25 w 160"/>
              <a:gd name="T9" fmla="*/ 69 h 125"/>
              <a:gd name="T10" fmla="*/ 0 w 160"/>
              <a:gd name="T11" fmla="*/ 54 h 125"/>
              <a:gd name="T12" fmla="*/ 0 w 160"/>
              <a:gd name="T13" fmla="*/ 120 h 125"/>
              <a:gd name="T14" fmla="*/ 4 w 160"/>
              <a:gd name="T15" fmla="*/ 125 h 125"/>
              <a:gd name="T16" fmla="*/ 155 w 160"/>
              <a:gd name="T17" fmla="*/ 125 h 125"/>
              <a:gd name="T18" fmla="*/ 160 w 160"/>
              <a:gd name="T19" fmla="*/ 120 h 125"/>
              <a:gd name="T20" fmla="*/ 160 w 160"/>
              <a:gd name="T21" fmla="*/ 54 h 125"/>
              <a:gd name="T22" fmla="*/ 134 w 160"/>
              <a:gd name="T23" fmla="*/ 69 h 125"/>
              <a:gd name="T24" fmla="*/ 91 w 160"/>
              <a:gd name="T25" fmla="*/ 79 h 125"/>
              <a:gd name="T26" fmla="*/ 155 w 160"/>
              <a:gd name="T27" fmla="*/ 21 h 125"/>
              <a:gd name="T28" fmla="*/ 112 w 160"/>
              <a:gd name="T29" fmla="*/ 21 h 125"/>
              <a:gd name="T30" fmla="*/ 112 w 160"/>
              <a:gd name="T31" fmla="*/ 16 h 125"/>
              <a:gd name="T32" fmla="*/ 96 w 160"/>
              <a:gd name="T33" fmla="*/ 0 h 125"/>
              <a:gd name="T34" fmla="*/ 63 w 160"/>
              <a:gd name="T35" fmla="*/ 0 h 125"/>
              <a:gd name="T36" fmla="*/ 47 w 160"/>
              <a:gd name="T37" fmla="*/ 16 h 125"/>
              <a:gd name="T38" fmla="*/ 47 w 160"/>
              <a:gd name="T39" fmla="*/ 21 h 125"/>
              <a:gd name="T40" fmla="*/ 4 w 160"/>
              <a:gd name="T41" fmla="*/ 21 h 125"/>
              <a:gd name="T42" fmla="*/ 0 w 160"/>
              <a:gd name="T43" fmla="*/ 25 h 125"/>
              <a:gd name="T44" fmla="*/ 0 w 160"/>
              <a:gd name="T45" fmla="*/ 48 h 125"/>
              <a:gd name="T46" fmla="*/ 27 w 160"/>
              <a:gd name="T47" fmla="*/ 64 h 125"/>
              <a:gd name="T48" fmla="*/ 69 w 160"/>
              <a:gd name="T49" fmla="*/ 74 h 125"/>
              <a:gd name="T50" fmla="*/ 80 w 160"/>
              <a:gd name="T51" fmla="*/ 65 h 125"/>
              <a:gd name="T52" fmla="*/ 91 w 160"/>
              <a:gd name="T53" fmla="*/ 74 h 125"/>
              <a:gd name="T54" fmla="*/ 132 w 160"/>
              <a:gd name="T55" fmla="*/ 64 h 125"/>
              <a:gd name="T56" fmla="*/ 160 w 160"/>
              <a:gd name="T57" fmla="*/ 48 h 125"/>
              <a:gd name="T58" fmla="*/ 160 w 160"/>
              <a:gd name="T59" fmla="*/ 25 h 125"/>
              <a:gd name="T60" fmla="*/ 155 w 160"/>
              <a:gd name="T61" fmla="*/ 21 h 125"/>
              <a:gd name="T62" fmla="*/ 103 w 160"/>
              <a:gd name="T63" fmla="*/ 21 h 125"/>
              <a:gd name="T64" fmla="*/ 56 w 160"/>
              <a:gd name="T65" fmla="*/ 21 h 125"/>
              <a:gd name="T66" fmla="*/ 56 w 160"/>
              <a:gd name="T67" fmla="*/ 16 h 125"/>
              <a:gd name="T68" fmla="*/ 63 w 160"/>
              <a:gd name="T69" fmla="*/ 9 h 125"/>
              <a:gd name="T70" fmla="*/ 96 w 160"/>
              <a:gd name="T71" fmla="*/ 9 h 125"/>
              <a:gd name="T72" fmla="*/ 103 w 160"/>
              <a:gd name="T73" fmla="*/ 16 h 125"/>
              <a:gd name="T74" fmla="*/ 103 w 160"/>
              <a:gd name="T75" fmla="*/ 21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60" h="125">
                <a:moveTo>
                  <a:pt x="91" y="79"/>
                </a:moveTo>
                <a:cubicBezTo>
                  <a:pt x="91" y="89"/>
                  <a:pt x="91" y="89"/>
                  <a:pt x="91" y="89"/>
                </a:cubicBezTo>
                <a:cubicBezTo>
                  <a:pt x="68" y="89"/>
                  <a:pt x="68" y="89"/>
                  <a:pt x="68" y="89"/>
                </a:cubicBezTo>
                <a:cubicBezTo>
                  <a:pt x="68" y="79"/>
                  <a:pt x="68" y="79"/>
                  <a:pt x="68" y="79"/>
                </a:cubicBezTo>
                <a:cubicBezTo>
                  <a:pt x="53" y="78"/>
                  <a:pt x="39" y="74"/>
                  <a:pt x="25" y="69"/>
                </a:cubicBezTo>
                <a:cubicBezTo>
                  <a:pt x="16" y="65"/>
                  <a:pt x="7" y="60"/>
                  <a:pt x="0" y="54"/>
                </a:cubicBezTo>
                <a:cubicBezTo>
                  <a:pt x="0" y="120"/>
                  <a:pt x="0" y="120"/>
                  <a:pt x="0" y="120"/>
                </a:cubicBezTo>
                <a:cubicBezTo>
                  <a:pt x="0" y="123"/>
                  <a:pt x="1" y="125"/>
                  <a:pt x="4" y="125"/>
                </a:cubicBezTo>
                <a:cubicBezTo>
                  <a:pt x="155" y="125"/>
                  <a:pt x="155" y="125"/>
                  <a:pt x="155" y="125"/>
                </a:cubicBezTo>
                <a:cubicBezTo>
                  <a:pt x="158" y="125"/>
                  <a:pt x="160" y="123"/>
                  <a:pt x="160" y="120"/>
                </a:cubicBezTo>
                <a:cubicBezTo>
                  <a:pt x="160" y="54"/>
                  <a:pt x="160" y="54"/>
                  <a:pt x="160" y="54"/>
                </a:cubicBezTo>
                <a:cubicBezTo>
                  <a:pt x="152" y="60"/>
                  <a:pt x="143" y="65"/>
                  <a:pt x="134" y="69"/>
                </a:cubicBezTo>
                <a:cubicBezTo>
                  <a:pt x="120" y="74"/>
                  <a:pt x="106" y="78"/>
                  <a:pt x="91" y="79"/>
                </a:cubicBezTo>
                <a:close/>
                <a:moveTo>
                  <a:pt x="155" y="21"/>
                </a:moveTo>
                <a:cubicBezTo>
                  <a:pt x="112" y="21"/>
                  <a:pt x="112" y="21"/>
                  <a:pt x="112" y="21"/>
                </a:cubicBezTo>
                <a:cubicBezTo>
                  <a:pt x="112" y="16"/>
                  <a:pt x="112" y="16"/>
                  <a:pt x="112" y="16"/>
                </a:cubicBezTo>
                <a:cubicBezTo>
                  <a:pt x="112" y="7"/>
                  <a:pt x="105" y="0"/>
                  <a:pt x="96" y="0"/>
                </a:cubicBezTo>
                <a:cubicBezTo>
                  <a:pt x="63" y="0"/>
                  <a:pt x="63" y="0"/>
                  <a:pt x="63" y="0"/>
                </a:cubicBezTo>
                <a:cubicBezTo>
                  <a:pt x="54" y="0"/>
                  <a:pt x="47" y="7"/>
                  <a:pt x="47" y="16"/>
                </a:cubicBezTo>
                <a:cubicBezTo>
                  <a:pt x="47" y="21"/>
                  <a:pt x="47" y="21"/>
                  <a:pt x="47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1" y="21"/>
                  <a:pt x="0" y="23"/>
                  <a:pt x="0" y="25"/>
                </a:cubicBezTo>
                <a:cubicBezTo>
                  <a:pt x="0" y="48"/>
                  <a:pt x="0" y="48"/>
                  <a:pt x="0" y="48"/>
                </a:cubicBezTo>
                <a:cubicBezTo>
                  <a:pt x="8" y="54"/>
                  <a:pt x="17" y="60"/>
                  <a:pt x="27" y="64"/>
                </a:cubicBezTo>
                <a:cubicBezTo>
                  <a:pt x="40" y="69"/>
                  <a:pt x="54" y="73"/>
                  <a:pt x="69" y="74"/>
                </a:cubicBezTo>
                <a:cubicBezTo>
                  <a:pt x="70" y="69"/>
                  <a:pt x="74" y="65"/>
                  <a:pt x="80" y="65"/>
                </a:cubicBezTo>
                <a:cubicBezTo>
                  <a:pt x="85" y="65"/>
                  <a:pt x="89" y="69"/>
                  <a:pt x="91" y="74"/>
                </a:cubicBezTo>
                <a:cubicBezTo>
                  <a:pt x="105" y="73"/>
                  <a:pt x="119" y="69"/>
                  <a:pt x="132" y="64"/>
                </a:cubicBezTo>
                <a:cubicBezTo>
                  <a:pt x="142" y="60"/>
                  <a:pt x="151" y="54"/>
                  <a:pt x="160" y="48"/>
                </a:cubicBezTo>
                <a:cubicBezTo>
                  <a:pt x="160" y="25"/>
                  <a:pt x="160" y="25"/>
                  <a:pt x="160" y="25"/>
                </a:cubicBezTo>
                <a:cubicBezTo>
                  <a:pt x="160" y="23"/>
                  <a:pt x="158" y="21"/>
                  <a:pt x="155" y="21"/>
                </a:cubicBezTo>
                <a:close/>
                <a:moveTo>
                  <a:pt x="103" y="21"/>
                </a:moveTo>
                <a:cubicBezTo>
                  <a:pt x="56" y="21"/>
                  <a:pt x="56" y="21"/>
                  <a:pt x="56" y="21"/>
                </a:cubicBezTo>
                <a:cubicBezTo>
                  <a:pt x="56" y="16"/>
                  <a:pt x="56" y="16"/>
                  <a:pt x="56" y="16"/>
                </a:cubicBezTo>
                <a:cubicBezTo>
                  <a:pt x="56" y="12"/>
                  <a:pt x="59" y="9"/>
                  <a:pt x="63" y="9"/>
                </a:cubicBezTo>
                <a:cubicBezTo>
                  <a:pt x="96" y="9"/>
                  <a:pt x="96" y="9"/>
                  <a:pt x="96" y="9"/>
                </a:cubicBezTo>
                <a:cubicBezTo>
                  <a:pt x="100" y="9"/>
                  <a:pt x="103" y="12"/>
                  <a:pt x="103" y="16"/>
                </a:cubicBezTo>
                <a:lnTo>
                  <a:pt x="103" y="2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1" name="Freeform 333">
            <a:extLst>
              <a:ext uri="{FF2B5EF4-FFF2-40B4-BE49-F238E27FC236}">
                <a16:creationId xmlns:a16="http://schemas.microsoft.com/office/drawing/2014/main" id="{AE6B1C91-8000-4BDF-8CA1-DF505F500349}"/>
              </a:ext>
            </a:extLst>
          </p:cNvPr>
          <p:cNvSpPr>
            <a:spLocks noEditPoints="1"/>
          </p:cNvSpPr>
          <p:nvPr/>
        </p:nvSpPr>
        <p:spPr bwMode="auto">
          <a:xfrm>
            <a:off x="4580270" y="4707585"/>
            <a:ext cx="277873" cy="407886"/>
          </a:xfrm>
          <a:custGeom>
            <a:avLst/>
            <a:gdLst>
              <a:gd name="T0" fmla="*/ 93 w 109"/>
              <a:gd name="T1" fmla="*/ 85 h 160"/>
              <a:gd name="T2" fmla="*/ 92 w 109"/>
              <a:gd name="T3" fmla="*/ 100 h 160"/>
              <a:gd name="T4" fmla="*/ 90 w 109"/>
              <a:gd name="T5" fmla="*/ 77 h 160"/>
              <a:gd name="T6" fmla="*/ 74 w 109"/>
              <a:gd name="T7" fmla="*/ 77 h 160"/>
              <a:gd name="T8" fmla="*/ 73 w 109"/>
              <a:gd name="T9" fmla="*/ 94 h 160"/>
              <a:gd name="T10" fmla="*/ 71 w 109"/>
              <a:gd name="T11" fmla="*/ 70 h 160"/>
              <a:gd name="T12" fmla="*/ 55 w 109"/>
              <a:gd name="T13" fmla="*/ 70 h 160"/>
              <a:gd name="T14" fmla="*/ 54 w 109"/>
              <a:gd name="T15" fmla="*/ 88 h 160"/>
              <a:gd name="T16" fmla="*/ 52 w 109"/>
              <a:gd name="T17" fmla="*/ 41 h 160"/>
              <a:gd name="T18" fmla="*/ 36 w 109"/>
              <a:gd name="T19" fmla="*/ 41 h 160"/>
              <a:gd name="T20" fmla="*/ 35 w 109"/>
              <a:gd name="T21" fmla="*/ 112 h 160"/>
              <a:gd name="T22" fmla="*/ 15 w 109"/>
              <a:gd name="T23" fmla="*/ 90 h 160"/>
              <a:gd name="T24" fmla="*/ 9 w 109"/>
              <a:gd name="T25" fmla="*/ 88 h 160"/>
              <a:gd name="T26" fmla="*/ 3 w 109"/>
              <a:gd name="T27" fmla="*/ 90 h 160"/>
              <a:gd name="T28" fmla="*/ 20 w 109"/>
              <a:gd name="T29" fmla="*/ 129 h 160"/>
              <a:gd name="T30" fmla="*/ 38 w 109"/>
              <a:gd name="T31" fmla="*/ 160 h 160"/>
              <a:gd name="T32" fmla="*/ 99 w 109"/>
              <a:gd name="T33" fmla="*/ 160 h 160"/>
              <a:gd name="T34" fmla="*/ 109 w 109"/>
              <a:gd name="T35" fmla="*/ 85 h 160"/>
              <a:gd name="T36" fmla="*/ 65 w 109"/>
              <a:gd name="T37" fmla="*/ 29 h 160"/>
              <a:gd name="T38" fmla="*/ 75 w 109"/>
              <a:gd name="T39" fmla="*/ 13 h 160"/>
              <a:gd name="T40" fmla="*/ 59 w 109"/>
              <a:gd name="T41" fmla="*/ 23 h 160"/>
              <a:gd name="T42" fmla="*/ 65 w 109"/>
              <a:gd name="T43" fmla="*/ 29 h 160"/>
              <a:gd name="T44" fmla="*/ 67 w 109"/>
              <a:gd name="T45" fmla="*/ 45 h 160"/>
              <a:gd name="T46" fmla="*/ 84 w 109"/>
              <a:gd name="T47" fmla="*/ 46 h 160"/>
              <a:gd name="T48" fmla="*/ 84 w 109"/>
              <a:gd name="T49" fmla="*/ 37 h 160"/>
              <a:gd name="T50" fmla="*/ 65 w 109"/>
              <a:gd name="T51" fmla="*/ 42 h 160"/>
              <a:gd name="T52" fmla="*/ 48 w 109"/>
              <a:gd name="T53" fmla="*/ 19 h 160"/>
              <a:gd name="T54" fmla="*/ 44 w 109"/>
              <a:gd name="T55" fmla="*/ 0 h 160"/>
              <a:gd name="T56" fmla="*/ 40 w 109"/>
              <a:gd name="T57" fmla="*/ 19 h 160"/>
              <a:gd name="T58" fmla="*/ 44 w 109"/>
              <a:gd name="T59" fmla="*/ 23 h 160"/>
              <a:gd name="T60" fmla="*/ 29 w 109"/>
              <a:gd name="T61" fmla="*/ 29 h 160"/>
              <a:gd name="T62" fmla="*/ 19 w 109"/>
              <a:gd name="T63" fmla="*/ 13 h 160"/>
              <a:gd name="T64" fmla="*/ 13 w 109"/>
              <a:gd name="T65" fmla="*/ 19 h 160"/>
              <a:gd name="T66" fmla="*/ 18 w 109"/>
              <a:gd name="T67" fmla="*/ 46 h 160"/>
              <a:gd name="T68" fmla="*/ 18 w 109"/>
              <a:gd name="T69" fmla="*/ 37 h 160"/>
              <a:gd name="T70" fmla="*/ 0 w 109"/>
              <a:gd name="T71" fmla="*/ 42 h 160"/>
              <a:gd name="T72" fmla="*/ 4 w 109"/>
              <a:gd name="T73" fmla="*/ 46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09" h="160">
                <a:moveTo>
                  <a:pt x="101" y="77"/>
                </a:moveTo>
                <a:cubicBezTo>
                  <a:pt x="97" y="77"/>
                  <a:pt x="93" y="80"/>
                  <a:pt x="93" y="85"/>
                </a:cubicBezTo>
                <a:cubicBezTo>
                  <a:pt x="93" y="99"/>
                  <a:pt x="93" y="99"/>
                  <a:pt x="93" y="99"/>
                </a:cubicBezTo>
                <a:cubicBezTo>
                  <a:pt x="93" y="99"/>
                  <a:pt x="92" y="100"/>
                  <a:pt x="92" y="100"/>
                </a:cubicBezTo>
                <a:cubicBezTo>
                  <a:pt x="91" y="100"/>
                  <a:pt x="90" y="99"/>
                  <a:pt x="90" y="99"/>
                </a:cubicBezTo>
                <a:cubicBezTo>
                  <a:pt x="90" y="77"/>
                  <a:pt x="90" y="77"/>
                  <a:pt x="90" y="77"/>
                </a:cubicBezTo>
                <a:cubicBezTo>
                  <a:pt x="90" y="72"/>
                  <a:pt x="86" y="69"/>
                  <a:pt x="82" y="69"/>
                </a:cubicBezTo>
                <a:cubicBezTo>
                  <a:pt x="78" y="69"/>
                  <a:pt x="74" y="72"/>
                  <a:pt x="74" y="77"/>
                </a:cubicBezTo>
                <a:cubicBezTo>
                  <a:pt x="74" y="92"/>
                  <a:pt x="74" y="92"/>
                  <a:pt x="74" y="92"/>
                </a:cubicBezTo>
                <a:cubicBezTo>
                  <a:pt x="74" y="93"/>
                  <a:pt x="73" y="94"/>
                  <a:pt x="73" y="94"/>
                </a:cubicBezTo>
                <a:cubicBezTo>
                  <a:pt x="72" y="94"/>
                  <a:pt x="71" y="93"/>
                  <a:pt x="71" y="92"/>
                </a:cubicBezTo>
                <a:cubicBezTo>
                  <a:pt x="71" y="70"/>
                  <a:pt x="71" y="70"/>
                  <a:pt x="71" y="70"/>
                </a:cubicBezTo>
                <a:cubicBezTo>
                  <a:pt x="71" y="66"/>
                  <a:pt x="67" y="62"/>
                  <a:pt x="63" y="62"/>
                </a:cubicBezTo>
                <a:cubicBezTo>
                  <a:pt x="59" y="62"/>
                  <a:pt x="55" y="66"/>
                  <a:pt x="55" y="70"/>
                </a:cubicBezTo>
                <a:cubicBezTo>
                  <a:pt x="55" y="86"/>
                  <a:pt x="55" y="86"/>
                  <a:pt x="55" y="86"/>
                </a:cubicBezTo>
                <a:cubicBezTo>
                  <a:pt x="55" y="87"/>
                  <a:pt x="54" y="88"/>
                  <a:pt x="54" y="88"/>
                </a:cubicBezTo>
                <a:cubicBezTo>
                  <a:pt x="53" y="88"/>
                  <a:pt x="52" y="87"/>
                  <a:pt x="52" y="86"/>
                </a:cubicBezTo>
                <a:cubicBezTo>
                  <a:pt x="52" y="41"/>
                  <a:pt x="52" y="41"/>
                  <a:pt x="52" y="41"/>
                </a:cubicBezTo>
                <a:cubicBezTo>
                  <a:pt x="52" y="36"/>
                  <a:pt x="49" y="33"/>
                  <a:pt x="44" y="33"/>
                </a:cubicBezTo>
                <a:cubicBezTo>
                  <a:pt x="40" y="33"/>
                  <a:pt x="36" y="36"/>
                  <a:pt x="36" y="41"/>
                </a:cubicBezTo>
                <a:cubicBezTo>
                  <a:pt x="36" y="111"/>
                  <a:pt x="36" y="111"/>
                  <a:pt x="36" y="111"/>
                </a:cubicBezTo>
                <a:cubicBezTo>
                  <a:pt x="36" y="111"/>
                  <a:pt x="36" y="112"/>
                  <a:pt x="35" y="112"/>
                </a:cubicBezTo>
                <a:cubicBezTo>
                  <a:pt x="35" y="112"/>
                  <a:pt x="34" y="112"/>
                  <a:pt x="34" y="112"/>
                </a:cubicBezTo>
                <a:cubicBezTo>
                  <a:pt x="15" y="90"/>
                  <a:pt x="15" y="90"/>
                  <a:pt x="15" y="90"/>
                </a:cubicBezTo>
                <a:cubicBezTo>
                  <a:pt x="15" y="90"/>
                  <a:pt x="15" y="90"/>
                  <a:pt x="15" y="90"/>
                </a:cubicBezTo>
                <a:cubicBezTo>
                  <a:pt x="13" y="89"/>
                  <a:pt x="11" y="88"/>
                  <a:pt x="9" y="88"/>
                </a:cubicBezTo>
                <a:cubicBezTo>
                  <a:pt x="9" y="88"/>
                  <a:pt x="9" y="88"/>
                  <a:pt x="9" y="88"/>
                </a:cubicBezTo>
                <a:cubicBezTo>
                  <a:pt x="7" y="88"/>
                  <a:pt x="5" y="89"/>
                  <a:pt x="3" y="90"/>
                </a:cubicBezTo>
                <a:cubicBezTo>
                  <a:pt x="2" y="92"/>
                  <a:pt x="0" y="96"/>
                  <a:pt x="4" y="102"/>
                </a:cubicBezTo>
                <a:cubicBezTo>
                  <a:pt x="9" y="112"/>
                  <a:pt x="15" y="121"/>
                  <a:pt x="20" y="129"/>
                </a:cubicBezTo>
                <a:cubicBezTo>
                  <a:pt x="24" y="135"/>
                  <a:pt x="28" y="140"/>
                  <a:pt x="31" y="145"/>
                </a:cubicBezTo>
                <a:cubicBezTo>
                  <a:pt x="33" y="148"/>
                  <a:pt x="36" y="156"/>
                  <a:pt x="38" y="160"/>
                </a:cubicBezTo>
                <a:cubicBezTo>
                  <a:pt x="99" y="160"/>
                  <a:pt x="99" y="160"/>
                  <a:pt x="99" y="160"/>
                </a:cubicBezTo>
                <a:cubicBezTo>
                  <a:pt x="99" y="160"/>
                  <a:pt x="99" y="160"/>
                  <a:pt x="99" y="160"/>
                </a:cubicBezTo>
                <a:cubicBezTo>
                  <a:pt x="101" y="153"/>
                  <a:pt x="109" y="127"/>
                  <a:pt x="109" y="118"/>
                </a:cubicBezTo>
                <a:cubicBezTo>
                  <a:pt x="109" y="85"/>
                  <a:pt x="109" y="85"/>
                  <a:pt x="109" y="85"/>
                </a:cubicBezTo>
                <a:cubicBezTo>
                  <a:pt x="109" y="80"/>
                  <a:pt x="105" y="77"/>
                  <a:pt x="101" y="77"/>
                </a:cubicBezTo>
                <a:close/>
                <a:moveTo>
                  <a:pt x="65" y="29"/>
                </a:moveTo>
                <a:cubicBezTo>
                  <a:pt x="75" y="19"/>
                  <a:pt x="75" y="19"/>
                  <a:pt x="75" y="19"/>
                </a:cubicBezTo>
                <a:cubicBezTo>
                  <a:pt x="77" y="17"/>
                  <a:pt x="77" y="14"/>
                  <a:pt x="75" y="13"/>
                </a:cubicBezTo>
                <a:cubicBezTo>
                  <a:pt x="73" y="11"/>
                  <a:pt x="70" y="11"/>
                  <a:pt x="69" y="13"/>
                </a:cubicBezTo>
                <a:cubicBezTo>
                  <a:pt x="59" y="23"/>
                  <a:pt x="59" y="23"/>
                  <a:pt x="59" y="23"/>
                </a:cubicBezTo>
                <a:cubicBezTo>
                  <a:pt x="57" y="24"/>
                  <a:pt x="57" y="27"/>
                  <a:pt x="59" y="29"/>
                </a:cubicBezTo>
                <a:cubicBezTo>
                  <a:pt x="61" y="31"/>
                  <a:pt x="63" y="30"/>
                  <a:pt x="65" y="29"/>
                </a:cubicBezTo>
                <a:close/>
                <a:moveTo>
                  <a:pt x="65" y="42"/>
                </a:moveTo>
                <a:cubicBezTo>
                  <a:pt x="65" y="43"/>
                  <a:pt x="66" y="44"/>
                  <a:pt x="67" y="45"/>
                </a:cubicBezTo>
                <a:cubicBezTo>
                  <a:pt x="67" y="46"/>
                  <a:pt x="69" y="46"/>
                  <a:pt x="70" y="46"/>
                </a:cubicBezTo>
                <a:cubicBezTo>
                  <a:pt x="84" y="46"/>
                  <a:pt x="84" y="46"/>
                  <a:pt x="84" y="46"/>
                </a:cubicBezTo>
                <a:cubicBezTo>
                  <a:pt x="86" y="46"/>
                  <a:pt x="88" y="44"/>
                  <a:pt x="88" y="42"/>
                </a:cubicBezTo>
                <a:cubicBezTo>
                  <a:pt x="88" y="39"/>
                  <a:pt x="86" y="37"/>
                  <a:pt x="84" y="37"/>
                </a:cubicBezTo>
                <a:cubicBezTo>
                  <a:pt x="70" y="37"/>
                  <a:pt x="70" y="37"/>
                  <a:pt x="70" y="37"/>
                </a:cubicBezTo>
                <a:cubicBezTo>
                  <a:pt x="67" y="37"/>
                  <a:pt x="65" y="39"/>
                  <a:pt x="65" y="42"/>
                </a:cubicBezTo>
                <a:close/>
                <a:moveTo>
                  <a:pt x="44" y="23"/>
                </a:moveTo>
                <a:cubicBezTo>
                  <a:pt x="46" y="23"/>
                  <a:pt x="48" y="21"/>
                  <a:pt x="48" y="19"/>
                </a:cubicBezTo>
                <a:cubicBezTo>
                  <a:pt x="48" y="5"/>
                  <a:pt x="48" y="5"/>
                  <a:pt x="48" y="5"/>
                </a:cubicBezTo>
                <a:cubicBezTo>
                  <a:pt x="48" y="2"/>
                  <a:pt x="46" y="0"/>
                  <a:pt x="44" y="0"/>
                </a:cubicBezTo>
                <a:cubicBezTo>
                  <a:pt x="42" y="0"/>
                  <a:pt x="40" y="2"/>
                  <a:pt x="40" y="5"/>
                </a:cubicBezTo>
                <a:cubicBezTo>
                  <a:pt x="40" y="19"/>
                  <a:pt x="40" y="19"/>
                  <a:pt x="40" y="19"/>
                </a:cubicBezTo>
                <a:cubicBezTo>
                  <a:pt x="40" y="20"/>
                  <a:pt x="40" y="21"/>
                  <a:pt x="41" y="22"/>
                </a:cubicBezTo>
                <a:cubicBezTo>
                  <a:pt x="42" y="23"/>
                  <a:pt x="43" y="23"/>
                  <a:pt x="44" y="23"/>
                </a:cubicBezTo>
                <a:close/>
                <a:moveTo>
                  <a:pt x="23" y="29"/>
                </a:moveTo>
                <a:cubicBezTo>
                  <a:pt x="25" y="31"/>
                  <a:pt x="27" y="31"/>
                  <a:pt x="29" y="29"/>
                </a:cubicBezTo>
                <a:cubicBezTo>
                  <a:pt x="31" y="27"/>
                  <a:pt x="31" y="24"/>
                  <a:pt x="29" y="23"/>
                </a:cubicBezTo>
                <a:cubicBezTo>
                  <a:pt x="19" y="13"/>
                  <a:pt x="19" y="13"/>
                  <a:pt x="19" y="13"/>
                </a:cubicBezTo>
                <a:cubicBezTo>
                  <a:pt x="18" y="11"/>
                  <a:pt x="15" y="11"/>
                  <a:pt x="13" y="13"/>
                </a:cubicBezTo>
                <a:cubicBezTo>
                  <a:pt x="11" y="14"/>
                  <a:pt x="11" y="17"/>
                  <a:pt x="13" y="19"/>
                </a:cubicBezTo>
                <a:lnTo>
                  <a:pt x="23" y="29"/>
                </a:lnTo>
                <a:close/>
                <a:moveTo>
                  <a:pt x="18" y="46"/>
                </a:moveTo>
                <a:cubicBezTo>
                  <a:pt x="21" y="46"/>
                  <a:pt x="23" y="44"/>
                  <a:pt x="23" y="42"/>
                </a:cubicBezTo>
                <a:cubicBezTo>
                  <a:pt x="23" y="39"/>
                  <a:pt x="21" y="37"/>
                  <a:pt x="18" y="37"/>
                </a:cubicBezTo>
                <a:cubicBezTo>
                  <a:pt x="4" y="37"/>
                  <a:pt x="4" y="37"/>
                  <a:pt x="4" y="37"/>
                </a:cubicBezTo>
                <a:cubicBezTo>
                  <a:pt x="2" y="37"/>
                  <a:pt x="0" y="39"/>
                  <a:pt x="0" y="42"/>
                </a:cubicBezTo>
                <a:cubicBezTo>
                  <a:pt x="0" y="43"/>
                  <a:pt x="0" y="44"/>
                  <a:pt x="1" y="45"/>
                </a:cubicBezTo>
                <a:cubicBezTo>
                  <a:pt x="2" y="46"/>
                  <a:pt x="3" y="46"/>
                  <a:pt x="4" y="46"/>
                </a:cubicBezTo>
                <a:lnTo>
                  <a:pt x="18" y="4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2" name="Freeform 354">
            <a:extLst>
              <a:ext uri="{FF2B5EF4-FFF2-40B4-BE49-F238E27FC236}">
                <a16:creationId xmlns:a16="http://schemas.microsoft.com/office/drawing/2014/main" id="{D7DA4D53-8CF3-4ADC-B3DE-3AD6583676A8}"/>
              </a:ext>
            </a:extLst>
          </p:cNvPr>
          <p:cNvSpPr>
            <a:spLocks noEditPoints="1"/>
          </p:cNvSpPr>
          <p:nvPr/>
        </p:nvSpPr>
        <p:spPr bwMode="auto">
          <a:xfrm>
            <a:off x="5911481" y="2342041"/>
            <a:ext cx="368550" cy="370867"/>
          </a:xfrm>
          <a:custGeom>
            <a:avLst/>
            <a:gdLst>
              <a:gd name="T0" fmla="*/ 114 w 159"/>
              <a:gd name="T1" fmla="*/ 65 h 160"/>
              <a:gd name="T2" fmla="*/ 95 w 159"/>
              <a:gd name="T3" fmla="*/ 65 h 160"/>
              <a:gd name="T4" fmla="*/ 80 w 159"/>
              <a:gd name="T5" fmla="*/ 72 h 160"/>
              <a:gd name="T6" fmla="*/ 80 w 159"/>
              <a:gd name="T7" fmla="*/ 51 h 160"/>
              <a:gd name="T8" fmla="*/ 80 w 159"/>
              <a:gd name="T9" fmla="*/ 72 h 160"/>
              <a:gd name="T10" fmla="*/ 64 w 159"/>
              <a:gd name="T11" fmla="*/ 65 h 160"/>
              <a:gd name="T12" fmla="*/ 45 w 159"/>
              <a:gd name="T13" fmla="*/ 65 h 160"/>
              <a:gd name="T14" fmla="*/ 104 w 159"/>
              <a:gd name="T15" fmla="*/ 77 h 160"/>
              <a:gd name="T16" fmla="*/ 80 w 159"/>
              <a:gd name="T17" fmla="*/ 75 h 160"/>
              <a:gd name="T18" fmla="*/ 55 w 159"/>
              <a:gd name="T19" fmla="*/ 77 h 160"/>
              <a:gd name="T20" fmla="*/ 42 w 159"/>
              <a:gd name="T21" fmla="*/ 100 h 160"/>
              <a:gd name="T22" fmla="*/ 117 w 159"/>
              <a:gd name="T23" fmla="*/ 100 h 160"/>
              <a:gd name="T24" fmla="*/ 104 w 159"/>
              <a:gd name="T25" fmla="*/ 77 h 160"/>
              <a:gd name="T26" fmla="*/ 151 w 159"/>
              <a:gd name="T27" fmla="*/ 78 h 160"/>
              <a:gd name="T28" fmla="*/ 84 w 159"/>
              <a:gd name="T29" fmla="*/ 4 h 160"/>
              <a:gd name="T30" fmla="*/ 75 w 159"/>
              <a:gd name="T31" fmla="*/ 4 h 160"/>
              <a:gd name="T32" fmla="*/ 9 w 159"/>
              <a:gd name="T33" fmla="*/ 78 h 160"/>
              <a:gd name="T34" fmla="*/ 0 w 159"/>
              <a:gd name="T35" fmla="*/ 82 h 160"/>
              <a:gd name="T36" fmla="*/ 9 w 159"/>
              <a:gd name="T37" fmla="*/ 87 h 160"/>
              <a:gd name="T38" fmla="*/ 75 w 159"/>
              <a:gd name="T39" fmla="*/ 155 h 160"/>
              <a:gd name="T40" fmla="*/ 84 w 159"/>
              <a:gd name="T41" fmla="*/ 155 h 160"/>
              <a:gd name="T42" fmla="*/ 150 w 159"/>
              <a:gd name="T43" fmla="*/ 87 h 160"/>
              <a:gd name="T44" fmla="*/ 159 w 159"/>
              <a:gd name="T45" fmla="*/ 82 h 160"/>
              <a:gd name="T46" fmla="*/ 132 w 159"/>
              <a:gd name="T47" fmla="*/ 87 h 160"/>
              <a:gd name="T48" fmla="*/ 84 w 159"/>
              <a:gd name="T49" fmla="*/ 137 h 160"/>
              <a:gd name="T50" fmla="*/ 80 w 159"/>
              <a:gd name="T51" fmla="*/ 129 h 160"/>
              <a:gd name="T52" fmla="*/ 75 w 159"/>
              <a:gd name="T53" fmla="*/ 137 h 160"/>
              <a:gd name="T54" fmla="*/ 27 w 159"/>
              <a:gd name="T55" fmla="*/ 87 h 160"/>
              <a:gd name="T56" fmla="*/ 27 w 159"/>
              <a:gd name="T57" fmla="*/ 78 h 160"/>
              <a:gd name="T58" fmla="*/ 75 w 159"/>
              <a:gd name="T59" fmla="*/ 23 h 160"/>
              <a:gd name="T60" fmla="*/ 80 w 159"/>
              <a:gd name="T61" fmla="*/ 31 h 160"/>
              <a:gd name="T62" fmla="*/ 84 w 159"/>
              <a:gd name="T63" fmla="*/ 23 h 160"/>
              <a:gd name="T64" fmla="*/ 132 w 159"/>
              <a:gd name="T65" fmla="*/ 78 h 160"/>
              <a:gd name="T66" fmla="*/ 132 w 159"/>
              <a:gd name="T67" fmla="*/ 87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59" h="160">
                <a:moveTo>
                  <a:pt x="104" y="75"/>
                </a:moveTo>
                <a:cubicBezTo>
                  <a:pt x="110" y="75"/>
                  <a:pt x="114" y="71"/>
                  <a:pt x="114" y="65"/>
                </a:cubicBezTo>
                <a:cubicBezTo>
                  <a:pt x="114" y="60"/>
                  <a:pt x="110" y="56"/>
                  <a:pt x="104" y="56"/>
                </a:cubicBezTo>
                <a:cubicBezTo>
                  <a:pt x="99" y="56"/>
                  <a:pt x="95" y="60"/>
                  <a:pt x="95" y="65"/>
                </a:cubicBezTo>
                <a:cubicBezTo>
                  <a:pt x="95" y="71"/>
                  <a:pt x="99" y="75"/>
                  <a:pt x="104" y="75"/>
                </a:cubicBezTo>
                <a:close/>
                <a:moveTo>
                  <a:pt x="80" y="72"/>
                </a:moveTo>
                <a:cubicBezTo>
                  <a:pt x="85" y="72"/>
                  <a:pt x="90" y="67"/>
                  <a:pt x="90" y="62"/>
                </a:cubicBezTo>
                <a:cubicBezTo>
                  <a:pt x="90" y="56"/>
                  <a:pt x="85" y="51"/>
                  <a:pt x="80" y="51"/>
                </a:cubicBezTo>
                <a:cubicBezTo>
                  <a:pt x="74" y="51"/>
                  <a:pt x="69" y="56"/>
                  <a:pt x="69" y="62"/>
                </a:cubicBezTo>
                <a:cubicBezTo>
                  <a:pt x="69" y="67"/>
                  <a:pt x="74" y="72"/>
                  <a:pt x="80" y="72"/>
                </a:cubicBezTo>
                <a:close/>
                <a:moveTo>
                  <a:pt x="55" y="75"/>
                </a:moveTo>
                <a:cubicBezTo>
                  <a:pt x="60" y="75"/>
                  <a:pt x="64" y="71"/>
                  <a:pt x="64" y="65"/>
                </a:cubicBezTo>
                <a:cubicBezTo>
                  <a:pt x="64" y="60"/>
                  <a:pt x="60" y="56"/>
                  <a:pt x="55" y="56"/>
                </a:cubicBezTo>
                <a:cubicBezTo>
                  <a:pt x="50" y="56"/>
                  <a:pt x="45" y="60"/>
                  <a:pt x="45" y="65"/>
                </a:cubicBezTo>
                <a:cubicBezTo>
                  <a:pt x="45" y="71"/>
                  <a:pt x="50" y="75"/>
                  <a:pt x="55" y="75"/>
                </a:cubicBezTo>
                <a:close/>
                <a:moveTo>
                  <a:pt x="104" y="77"/>
                </a:moveTo>
                <a:cubicBezTo>
                  <a:pt x="100" y="77"/>
                  <a:pt x="95" y="80"/>
                  <a:pt x="93" y="84"/>
                </a:cubicBezTo>
                <a:cubicBezTo>
                  <a:pt x="91" y="79"/>
                  <a:pt x="86" y="75"/>
                  <a:pt x="80" y="75"/>
                </a:cubicBezTo>
                <a:cubicBezTo>
                  <a:pt x="73" y="75"/>
                  <a:pt x="68" y="79"/>
                  <a:pt x="66" y="84"/>
                </a:cubicBezTo>
                <a:cubicBezTo>
                  <a:pt x="64" y="80"/>
                  <a:pt x="60" y="77"/>
                  <a:pt x="55" y="77"/>
                </a:cubicBezTo>
                <a:cubicBezTo>
                  <a:pt x="48" y="77"/>
                  <a:pt x="42" y="83"/>
                  <a:pt x="42" y="91"/>
                </a:cubicBezTo>
                <a:cubicBezTo>
                  <a:pt x="42" y="100"/>
                  <a:pt x="42" y="100"/>
                  <a:pt x="42" y="100"/>
                </a:cubicBezTo>
                <a:cubicBezTo>
                  <a:pt x="52" y="109"/>
                  <a:pt x="65" y="114"/>
                  <a:pt x="80" y="114"/>
                </a:cubicBezTo>
                <a:cubicBezTo>
                  <a:pt x="94" y="114"/>
                  <a:pt x="107" y="109"/>
                  <a:pt x="117" y="100"/>
                </a:cubicBezTo>
                <a:cubicBezTo>
                  <a:pt x="117" y="91"/>
                  <a:pt x="117" y="91"/>
                  <a:pt x="117" y="91"/>
                </a:cubicBezTo>
                <a:cubicBezTo>
                  <a:pt x="117" y="83"/>
                  <a:pt x="112" y="77"/>
                  <a:pt x="104" y="77"/>
                </a:cubicBezTo>
                <a:close/>
                <a:moveTo>
                  <a:pt x="154" y="78"/>
                </a:moveTo>
                <a:cubicBezTo>
                  <a:pt x="151" y="78"/>
                  <a:pt x="151" y="78"/>
                  <a:pt x="151" y="78"/>
                </a:cubicBezTo>
                <a:cubicBezTo>
                  <a:pt x="150" y="41"/>
                  <a:pt x="121" y="11"/>
                  <a:pt x="84" y="9"/>
                </a:cubicBezTo>
                <a:cubicBezTo>
                  <a:pt x="84" y="4"/>
                  <a:pt x="84" y="4"/>
                  <a:pt x="84" y="4"/>
                </a:cubicBezTo>
                <a:cubicBezTo>
                  <a:pt x="84" y="2"/>
                  <a:pt x="82" y="0"/>
                  <a:pt x="80" y="0"/>
                </a:cubicBezTo>
                <a:cubicBezTo>
                  <a:pt x="77" y="0"/>
                  <a:pt x="75" y="2"/>
                  <a:pt x="75" y="4"/>
                </a:cubicBezTo>
                <a:cubicBezTo>
                  <a:pt x="75" y="9"/>
                  <a:pt x="75" y="9"/>
                  <a:pt x="75" y="9"/>
                </a:cubicBezTo>
                <a:cubicBezTo>
                  <a:pt x="39" y="11"/>
                  <a:pt x="9" y="41"/>
                  <a:pt x="9" y="78"/>
                </a:cubicBezTo>
                <a:cubicBezTo>
                  <a:pt x="5" y="78"/>
                  <a:pt x="5" y="78"/>
                  <a:pt x="5" y="78"/>
                </a:cubicBezTo>
                <a:cubicBezTo>
                  <a:pt x="2" y="78"/>
                  <a:pt x="0" y="80"/>
                  <a:pt x="0" y="82"/>
                </a:cubicBezTo>
                <a:cubicBezTo>
                  <a:pt x="0" y="85"/>
                  <a:pt x="2" y="87"/>
                  <a:pt x="5" y="87"/>
                </a:cubicBezTo>
                <a:cubicBezTo>
                  <a:pt x="9" y="87"/>
                  <a:pt x="9" y="87"/>
                  <a:pt x="9" y="87"/>
                </a:cubicBezTo>
                <a:cubicBezTo>
                  <a:pt x="12" y="121"/>
                  <a:pt x="40" y="149"/>
                  <a:pt x="75" y="151"/>
                </a:cubicBezTo>
                <a:cubicBezTo>
                  <a:pt x="75" y="155"/>
                  <a:pt x="75" y="155"/>
                  <a:pt x="75" y="155"/>
                </a:cubicBezTo>
                <a:cubicBezTo>
                  <a:pt x="75" y="158"/>
                  <a:pt x="77" y="160"/>
                  <a:pt x="80" y="160"/>
                </a:cubicBezTo>
                <a:cubicBezTo>
                  <a:pt x="82" y="160"/>
                  <a:pt x="84" y="158"/>
                  <a:pt x="84" y="155"/>
                </a:cubicBezTo>
                <a:cubicBezTo>
                  <a:pt x="84" y="151"/>
                  <a:pt x="84" y="151"/>
                  <a:pt x="84" y="151"/>
                </a:cubicBezTo>
                <a:cubicBezTo>
                  <a:pt x="119" y="149"/>
                  <a:pt x="147" y="121"/>
                  <a:pt x="150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7" y="87"/>
                  <a:pt x="159" y="85"/>
                  <a:pt x="159" y="82"/>
                </a:cubicBezTo>
                <a:cubicBezTo>
                  <a:pt x="159" y="80"/>
                  <a:pt x="157" y="78"/>
                  <a:pt x="154" y="78"/>
                </a:cubicBezTo>
                <a:close/>
                <a:moveTo>
                  <a:pt x="132" y="87"/>
                </a:moveTo>
                <a:cubicBezTo>
                  <a:pt x="136" y="87"/>
                  <a:pt x="136" y="87"/>
                  <a:pt x="136" y="87"/>
                </a:cubicBezTo>
                <a:cubicBezTo>
                  <a:pt x="133" y="114"/>
                  <a:pt x="111" y="135"/>
                  <a:pt x="84" y="137"/>
                </a:cubicBezTo>
                <a:cubicBezTo>
                  <a:pt x="84" y="133"/>
                  <a:pt x="84" y="133"/>
                  <a:pt x="84" y="133"/>
                </a:cubicBezTo>
                <a:cubicBezTo>
                  <a:pt x="84" y="131"/>
                  <a:pt x="82" y="129"/>
                  <a:pt x="80" y="129"/>
                </a:cubicBezTo>
                <a:cubicBezTo>
                  <a:pt x="77" y="129"/>
                  <a:pt x="75" y="131"/>
                  <a:pt x="75" y="133"/>
                </a:cubicBezTo>
                <a:cubicBezTo>
                  <a:pt x="75" y="137"/>
                  <a:pt x="75" y="137"/>
                  <a:pt x="75" y="137"/>
                </a:cubicBezTo>
                <a:cubicBezTo>
                  <a:pt x="48" y="135"/>
                  <a:pt x="26" y="114"/>
                  <a:pt x="23" y="87"/>
                </a:cubicBezTo>
                <a:cubicBezTo>
                  <a:pt x="27" y="87"/>
                  <a:pt x="27" y="87"/>
                  <a:pt x="27" y="87"/>
                </a:cubicBezTo>
                <a:cubicBezTo>
                  <a:pt x="29" y="87"/>
                  <a:pt x="31" y="85"/>
                  <a:pt x="31" y="82"/>
                </a:cubicBezTo>
                <a:cubicBezTo>
                  <a:pt x="31" y="80"/>
                  <a:pt x="29" y="78"/>
                  <a:pt x="27" y="78"/>
                </a:cubicBezTo>
                <a:cubicBezTo>
                  <a:pt x="22" y="78"/>
                  <a:pt x="22" y="78"/>
                  <a:pt x="22" y="78"/>
                </a:cubicBezTo>
                <a:cubicBezTo>
                  <a:pt x="23" y="49"/>
                  <a:pt x="46" y="25"/>
                  <a:pt x="75" y="23"/>
                </a:cubicBezTo>
                <a:cubicBezTo>
                  <a:pt x="75" y="26"/>
                  <a:pt x="75" y="26"/>
                  <a:pt x="75" y="26"/>
                </a:cubicBezTo>
                <a:cubicBezTo>
                  <a:pt x="75" y="29"/>
                  <a:pt x="77" y="31"/>
                  <a:pt x="80" y="31"/>
                </a:cubicBezTo>
                <a:cubicBezTo>
                  <a:pt x="82" y="31"/>
                  <a:pt x="84" y="29"/>
                  <a:pt x="84" y="26"/>
                </a:cubicBezTo>
                <a:cubicBezTo>
                  <a:pt x="84" y="23"/>
                  <a:pt x="84" y="23"/>
                  <a:pt x="84" y="23"/>
                </a:cubicBezTo>
                <a:cubicBezTo>
                  <a:pt x="113" y="25"/>
                  <a:pt x="136" y="49"/>
                  <a:pt x="137" y="78"/>
                </a:cubicBezTo>
                <a:cubicBezTo>
                  <a:pt x="132" y="78"/>
                  <a:pt x="132" y="78"/>
                  <a:pt x="132" y="78"/>
                </a:cubicBezTo>
                <a:cubicBezTo>
                  <a:pt x="130" y="78"/>
                  <a:pt x="128" y="80"/>
                  <a:pt x="128" y="82"/>
                </a:cubicBezTo>
                <a:cubicBezTo>
                  <a:pt x="128" y="85"/>
                  <a:pt x="130" y="87"/>
                  <a:pt x="132" y="8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3" name="Freeform 356">
            <a:extLst>
              <a:ext uri="{FF2B5EF4-FFF2-40B4-BE49-F238E27FC236}">
                <a16:creationId xmlns:a16="http://schemas.microsoft.com/office/drawing/2014/main" id="{829F7BA8-4EA7-4B0B-A724-FEAFACB46E15}"/>
              </a:ext>
            </a:extLst>
          </p:cNvPr>
          <p:cNvSpPr>
            <a:spLocks noEditPoints="1"/>
          </p:cNvSpPr>
          <p:nvPr/>
        </p:nvSpPr>
        <p:spPr bwMode="auto">
          <a:xfrm>
            <a:off x="4534255" y="3181440"/>
            <a:ext cx="370868" cy="280469"/>
          </a:xfrm>
          <a:custGeom>
            <a:avLst/>
            <a:gdLst>
              <a:gd name="T0" fmla="*/ 82 w 160"/>
              <a:gd name="T1" fmla="*/ 77 h 121"/>
              <a:gd name="T2" fmla="*/ 89 w 160"/>
              <a:gd name="T3" fmla="*/ 71 h 121"/>
              <a:gd name="T4" fmla="*/ 87 w 160"/>
              <a:gd name="T5" fmla="*/ 67 h 121"/>
              <a:gd name="T6" fmla="*/ 85 w 160"/>
              <a:gd name="T7" fmla="*/ 62 h 121"/>
              <a:gd name="T8" fmla="*/ 92 w 160"/>
              <a:gd name="T9" fmla="*/ 56 h 121"/>
              <a:gd name="T10" fmla="*/ 99 w 160"/>
              <a:gd name="T11" fmla="*/ 56 h 121"/>
              <a:gd name="T12" fmla="*/ 121 w 160"/>
              <a:gd name="T13" fmla="*/ 34 h 121"/>
              <a:gd name="T14" fmla="*/ 82 w 160"/>
              <a:gd name="T15" fmla="*/ 0 h 121"/>
              <a:gd name="T16" fmla="*/ 44 w 160"/>
              <a:gd name="T17" fmla="*/ 39 h 121"/>
              <a:gd name="T18" fmla="*/ 82 w 160"/>
              <a:gd name="T19" fmla="*/ 77 h 121"/>
              <a:gd name="T20" fmla="*/ 95 w 160"/>
              <a:gd name="T21" fmla="*/ 21 h 121"/>
              <a:gd name="T22" fmla="*/ 109 w 160"/>
              <a:gd name="T23" fmla="*/ 30 h 121"/>
              <a:gd name="T24" fmla="*/ 107 w 160"/>
              <a:gd name="T25" fmla="*/ 36 h 121"/>
              <a:gd name="T26" fmla="*/ 87 w 160"/>
              <a:gd name="T27" fmla="*/ 44 h 121"/>
              <a:gd name="T28" fmla="*/ 89 w 160"/>
              <a:gd name="T29" fmla="*/ 39 h 121"/>
              <a:gd name="T30" fmla="*/ 103 w 160"/>
              <a:gd name="T31" fmla="*/ 33 h 121"/>
              <a:gd name="T32" fmla="*/ 93 w 160"/>
              <a:gd name="T33" fmla="*/ 27 h 121"/>
              <a:gd name="T34" fmla="*/ 95 w 160"/>
              <a:gd name="T35" fmla="*/ 21 h 121"/>
              <a:gd name="T36" fmla="*/ 87 w 160"/>
              <a:gd name="T37" fmla="*/ 14 h 121"/>
              <a:gd name="T38" fmla="*/ 92 w 160"/>
              <a:gd name="T39" fmla="*/ 14 h 121"/>
              <a:gd name="T40" fmla="*/ 77 w 160"/>
              <a:gd name="T41" fmla="*/ 52 h 121"/>
              <a:gd name="T42" fmla="*/ 71 w 160"/>
              <a:gd name="T43" fmla="*/ 52 h 121"/>
              <a:gd name="T44" fmla="*/ 87 w 160"/>
              <a:gd name="T45" fmla="*/ 14 h 121"/>
              <a:gd name="T46" fmla="*/ 56 w 160"/>
              <a:gd name="T47" fmla="*/ 29 h 121"/>
              <a:gd name="T48" fmla="*/ 76 w 160"/>
              <a:gd name="T49" fmla="*/ 20 h 121"/>
              <a:gd name="T50" fmla="*/ 74 w 160"/>
              <a:gd name="T51" fmla="*/ 26 h 121"/>
              <a:gd name="T52" fmla="*/ 61 w 160"/>
              <a:gd name="T53" fmla="*/ 32 h 121"/>
              <a:gd name="T54" fmla="*/ 70 w 160"/>
              <a:gd name="T55" fmla="*/ 38 h 121"/>
              <a:gd name="T56" fmla="*/ 68 w 160"/>
              <a:gd name="T57" fmla="*/ 43 h 121"/>
              <a:gd name="T58" fmla="*/ 54 w 160"/>
              <a:gd name="T59" fmla="*/ 35 h 121"/>
              <a:gd name="T60" fmla="*/ 56 w 160"/>
              <a:gd name="T61" fmla="*/ 29 h 121"/>
              <a:gd name="T62" fmla="*/ 0 w 160"/>
              <a:gd name="T63" fmla="*/ 108 h 121"/>
              <a:gd name="T64" fmla="*/ 0 w 160"/>
              <a:gd name="T65" fmla="*/ 116 h 121"/>
              <a:gd name="T66" fmla="*/ 6 w 160"/>
              <a:gd name="T67" fmla="*/ 121 h 121"/>
              <a:gd name="T68" fmla="*/ 154 w 160"/>
              <a:gd name="T69" fmla="*/ 121 h 121"/>
              <a:gd name="T70" fmla="*/ 160 w 160"/>
              <a:gd name="T71" fmla="*/ 116 h 121"/>
              <a:gd name="T72" fmla="*/ 160 w 160"/>
              <a:gd name="T73" fmla="*/ 108 h 121"/>
              <a:gd name="T74" fmla="*/ 0 w 160"/>
              <a:gd name="T75" fmla="*/ 108 h 121"/>
              <a:gd name="T76" fmla="*/ 93 w 160"/>
              <a:gd name="T77" fmla="*/ 116 h 121"/>
              <a:gd name="T78" fmla="*/ 67 w 160"/>
              <a:gd name="T79" fmla="*/ 116 h 121"/>
              <a:gd name="T80" fmla="*/ 65 w 160"/>
              <a:gd name="T81" fmla="*/ 114 h 121"/>
              <a:gd name="T82" fmla="*/ 67 w 160"/>
              <a:gd name="T83" fmla="*/ 112 h 121"/>
              <a:gd name="T84" fmla="*/ 93 w 160"/>
              <a:gd name="T85" fmla="*/ 112 h 121"/>
              <a:gd name="T86" fmla="*/ 95 w 160"/>
              <a:gd name="T87" fmla="*/ 114 h 121"/>
              <a:gd name="T88" fmla="*/ 93 w 160"/>
              <a:gd name="T89" fmla="*/ 116 h 121"/>
              <a:gd name="T90" fmla="*/ 149 w 160"/>
              <a:gd name="T91" fmla="*/ 18 h 121"/>
              <a:gd name="T92" fmla="*/ 144 w 160"/>
              <a:gd name="T93" fmla="*/ 13 h 121"/>
              <a:gd name="T94" fmla="*/ 120 w 160"/>
              <a:gd name="T95" fmla="*/ 13 h 121"/>
              <a:gd name="T96" fmla="*/ 125 w 160"/>
              <a:gd name="T97" fmla="*/ 26 h 121"/>
              <a:gd name="T98" fmla="*/ 138 w 160"/>
              <a:gd name="T99" fmla="*/ 26 h 121"/>
              <a:gd name="T100" fmla="*/ 138 w 160"/>
              <a:gd name="T101" fmla="*/ 90 h 121"/>
              <a:gd name="T102" fmla="*/ 22 w 160"/>
              <a:gd name="T103" fmla="*/ 90 h 121"/>
              <a:gd name="T104" fmla="*/ 22 w 160"/>
              <a:gd name="T105" fmla="*/ 26 h 121"/>
              <a:gd name="T106" fmla="*/ 40 w 160"/>
              <a:gd name="T107" fmla="*/ 26 h 121"/>
              <a:gd name="T108" fmla="*/ 46 w 160"/>
              <a:gd name="T109" fmla="*/ 13 h 121"/>
              <a:gd name="T110" fmla="*/ 16 w 160"/>
              <a:gd name="T111" fmla="*/ 13 h 121"/>
              <a:gd name="T112" fmla="*/ 11 w 160"/>
              <a:gd name="T113" fmla="*/ 18 h 121"/>
              <a:gd name="T114" fmla="*/ 11 w 160"/>
              <a:gd name="T115" fmla="*/ 103 h 121"/>
              <a:gd name="T116" fmla="*/ 149 w 160"/>
              <a:gd name="T117" fmla="*/ 103 h 121"/>
              <a:gd name="T118" fmla="*/ 149 w 160"/>
              <a:gd name="T119" fmla="*/ 18 h 1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60" h="121">
                <a:moveTo>
                  <a:pt x="82" y="77"/>
                </a:moveTo>
                <a:cubicBezTo>
                  <a:pt x="86" y="77"/>
                  <a:pt x="89" y="74"/>
                  <a:pt x="89" y="71"/>
                </a:cubicBezTo>
                <a:cubicBezTo>
                  <a:pt x="89" y="69"/>
                  <a:pt x="88" y="68"/>
                  <a:pt x="87" y="67"/>
                </a:cubicBezTo>
                <a:cubicBezTo>
                  <a:pt x="86" y="65"/>
                  <a:pt x="85" y="64"/>
                  <a:pt x="85" y="62"/>
                </a:cubicBezTo>
                <a:cubicBezTo>
                  <a:pt x="85" y="59"/>
                  <a:pt x="88" y="56"/>
                  <a:pt x="92" y="56"/>
                </a:cubicBezTo>
                <a:cubicBezTo>
                  <a:pt x="99" y="56"/>
                  <a:pt x="99" y="56"/>
                  <a:pt x="99" y="56"/>
                </a:cubicBezTo>
                <a:cubicBezTo>
                  <a:pt x="111" y="56"/>
                  <a:pt x="121" y="46"/>
                  <a:pt x="121" y="34"/>
                </a:cubicBezTo>
                <a:cubicBezTo>
                  <a:pt x="121" y="15"/>
                  <a:pt x="104" y="0"/>
                  <a:pt x="82" y="0"/>
                </a:cubicBezTo>
                <a:cubicBezTo>
                  <a:pt x="61" y="0"/>
                  <a:pt x="44" y="17"/>
                  <a:pt x="44" y="39"/>
                </a:cubicBezTo>
                <a:cubicBezTo>
                  <a:pt x="44" y="60"/>
                  <a:pt x="61" y="77"/>
                  <a:pt x="82" y="77"/>
                </a:cubicBezTo>
                <a:close/>
                <a:moveTo>
                  <a:pt x="95" y="21"/>
                </a:moveTo>
                <a:cubicBezTo>
                  <a:pt x="109" y="30"/>
                  <a:pt x="109" y="30"/>
                  <a:pt x="109" y="30"/>
                </a:cubicBezTo>
                <a:cubicBezTo>
                  <a:pt x="107" y="36"/>
                  <a:pt x="107" y="36"/>
                  <a:pt x="107" y="36"/>
                </a:cubicBezTo>
                <a:cubicBezTo>
                  <a:pt x="87" y="44"/>
                  <a:pt x="87" y="44"/>
                  <a:pt x="87" y="44"/>
                </a:cubicBezTo>
                <a:cubicBezTo>
                  <a:pt x="89" y="39"/>
                  <a:pt x="89" y="39"/>
                  <a:pt x="89" y="39"/>
                </a:cubicBezTo>
                <a:cubicBezTo>
                  <a:pt x="103" y="33"/>
                  <a:pt x="103" y="33"/>
                  <a:pt x="103" y="33"/>
                </a:cubicBezTo>
                <a:cubicBezTo>
                  <a:pt x="93" y="27"/>
                  <a:pt x="93" y="27"/>
                  <a:pt x="93" y="27"/>
                </a:cubicBezTo>
                <a:lnTo>
                  <a:pt x="95" y="21"/>
                </a:lnTo>
                <a:close/>
                <a:moveTo>
                  <a:pt x="87" y="14"/>
                </a:moveTo>
                <a:cubicBezTo>
                  <a:pt x="92" y="14"/>
                  <a:pt x="92" y="14"/>
                  <a:pt x="92" y="14"/>
                </a:cubicBezTo>
                <a:cubicBezTo>
                  <a:pt x="77" y="52"/>
                  <a:pt x="77" y="52"/>
                  <a:pt x="77" y="52"/>
                </a:cubicBezTo>
                <a:cubicBezTo>
                  <a:pt x="71" y="52"/>
                  <a:pt x="71" y="52"/>
                  <a:pt x="71" y="52"/>
                </a:cubicBezTo>
                <a:lnTo>
                  <a:pt x="87" y="14"/>
                </a:lnTo>
                <a:close/>
                <a:moveTo>
                  <a:pt x="56" y="29"/>
                </a:moveTo>
                <a:cubicBezTo>
                  <a:pt x="76" y="20"/>
                  <a:pt x="76" y="20"/>
                  <a:pt x="76" y="20"/>
                </a:cubicBezTo>
                <a:cubicBezTo>
                  <a:pt x="74" y="26"/>
                  <a:pt x="74" y="26"/>
                  <a:pt x="74" y="26"/>
                </a:cubicBezTo>
                <a:cubicBezTo>
                  <a:pt x="61" y="32"/>
                  <a:pt x="61" y="32"/>
                  <a:pt x="61" y="32"/>
                </a:cubicBezTo>
                <a:cubicBezTo>
                  <a:pt x="70" y="38"/>
                  <a:pt x="70" y="38"/>
                  <a:pt x="70" y="38"/>
                </a:cubicBezTo>
                <a:cubicBezTo>
                  <a:pt x="68" y="43"/>
                  <a:pt x="68" y="43"/>
                  <a:pt x="68" y="43"/>
                </a:cubicBezTo>
                <a:cubicBezTo>
                  <a:pt x="54" y="35"/>
                  <a:pt x="54" y="35"/>
                  <a:pt x="54" y="35"/>
                </a:cubicBezTo>
                <a:lnTo>
                  <a:pt x="56" y="29"/>
                </a:lnTo>
                <a:close/>
                <a:moveTo>
                  <a:pt x="0" y="108"/>
                </a:moveTo>
                <a:cubicBezTo>
                  <a:pt x="0" y="116"/>
                  <a:pt x="0" y="116"/>
                  <a:pt x="0" y="116"/>
                </a:cubicBezTo>
                <a:cubicBezTo>
                  <a:pt x="0" y="119"/>
                  <a:pt x="3" y="121"/>
                  <a:pt x="6" y="121"/>
                </a:cubicBezTo>
                <a:cubicBezTo>
                  <a:pt x="154" y="121"/>
                  <a:pt x="154" y="121"/>
                  <a:pt x="154" y="121"/>
                </a:cubicBezTo>
                <a:cubicBezTo>
                  <a:pt x="157" y="121"/>
                  <a:pt x="160" y="119"/>
                  <a:pt x="160" y="116"/>
                </a:cubicBezTo>
                <a:cubicBezTo>
                  <a:pt x="160" y="108"/>
                  <a:pt x="160" y="108"/>
                  <a:pt x="160" y="108"/>
                </a:cubicBezTo>
                <a:lnTo>
                  <a:pt x="0" y="108"/>
                </a:lnTo>
                <a:close/>
                <a:moveTo>
                  <a:pt x="93" y="116"/>
                </a:moveTo>
                <a:cubicBezTo>
                  <a:pt x="67" y="116"/>
                  <a:pt x="67" y="116"/>
                  <a:pt x="67" y="116"/>
                </a:cubicBezTo>
                <a:cubicBezTo>
                  <a:pt x="66" y="116"/>
                  <a:pt x="65" y="115"/>
                  <a:pt x="65" y="114"/>
                </a:cubicBezTo>
                <a:cubicBezTo>
                  <a:pt x="65" y="113"/>
                  <a:pt x="66" y="112"/>
                  <a:pt x="67" y="112"/>
                </a:cubicBezTo>
                <a:cubicBezTo>
                  <a:pt x="93" y="112"/>
                  <a:pt x="93" y="112"/>
                  <a:pt x="93" y="112"/>
                </a:cubicBezTo>
                <a:cubicBezTo>
                  <a:pt x="94" y="112"/>
                  <a:pt x="95" y="113"/>
                  <a:pt x="95" y="114"/>
                </a:cubicBezTo>
                <a:cubicBezTo>
                  <a:pt x="95" y="115"/>
                  <a:pt x="94" y="116"/>
                  <a:pt x="93" y="116"/>
                </a:cubicBezTo>
                <a:close/>
                <a:moveTo>
                  <a:pt x="149" y="18"/>
                </a:moveTo>
                <a:cubicBezTo>
                  <a:pt x="149" y="15"/>
                  <a:pt x="147" y="13"/>
                  <a:pt x="144" y="13"/>
                </a:cubicBezTo>
                <a:cubicBezTo>
                  <a:pt x="120" y="13"/>
                  <a:pt x="120" y="13"/>
                  <a:pt x="120" y="13"/>
                </a:cubicBezTo>
                <a:cubicBezTo>
                  <a:pt x="122" y="17"/>
                  <a:pt x="124" y="21"/>
                  <a:pt x="125" y="26"/>
                </a:cubicBezTo>
                <a:cubicBezTo>
                  <a:pt x="138" y="26"/>
                  <a:pt x="138" y="26"/>
                  <a:pt x="138" y="26"/>
                </a:cubicBezTo>
                <a:cubicBezTo>
                  <a:pt x="138" y="90"/>
                  <a:pt x="138" y="90"/>
                  <a:pt x="138" y="90"/>
                </a:cubicBezTo>
                <a:cubicBezTo>
                  <a:pt x="22" y="90"/>
                  <a:pt x="22" y="90"/>
                  <a:pt x="22" y="90"/>
                </a:cubicBezTo>
                <a:cubicBezTo>
                  <a:pt x="22" y="26"/>
                  <a:pt x="22" y="26"/>
                  <a:pt x="22" y="26"/>
                </a:cubicBezTo>
                <a:cubicBezTo>
                  <a:pt x="40" y="26"/>
                  <a:pt x="40" y="26"/>
                  <a:pt x="40" y="26"/>
                </a:cubicBezTo>
                <a:cubicBezTo>
                  <a:pt x="42" y="21"/>
                  <a:pt x="43" y="17"/>
                  <a:pt x="46" y="13"/>
                </a:cubicBezTo>
                <a:cubicBezTo>
                  <a:pt x="16" y="13"/>
                  <a:pt x="16" y="13"/>
                  <a:pt x="16" y="13"/>
                </a:cubicBezTo>
                <a:cubicBezTo>
                  <a:pt x="13" y="13"/>
                  <a:pt x="11" y="15"/>
                  <a:pt x="11" y="18"/>
                </a:cubicBezTo>
                <a:cubicBezTo>
                  <a:pt x="11" y="103"/>
                  <a:pt x="11" y="103"/>
                  <a:pt x="11" y="103"/>
                </a:cubicBezTo>
                <a:cubicBezTo>
                  <a:pt x="149" y="103"/>
                  <a:pt x="149" y="103"/>
                  <a:pt x="149" y="103"/>
                </a:cubicBezTo>
                <a:lnTo>
                  <a:pt x="149" y="1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8" name="Prevalence">
            <a:extLst>
              <a:ext uri="{FF2B5EF4-FFF2-40B4-BE49-F238E27FC236}">
                <a16:creationId xmlns:a16="http://schemas.microsoft.com/office/drawing/2014/main" id="{A5D677CE-DC95-4612-B0AE-D7902799F607}"/>
              </a:ext>
            </a:extLst>
          </p:cNvPr>
          <p:cNvSpPr/>
          <p:nvPr/>
        </p:nvSpPr>
        <p:spPr>
          <a:xfrm>
            <a:off x="1593829" y="2342493"/>
            <a:ext cx="2005578" cy="19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rPr lang="af-ZA" sz="1400" dirty="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Profit Plan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BE01347C-2152-4208-8E0D-1A32E7544870}"/>
              </a:ext>
            </a:extLst>
          </p:cNvPr>
          <p:cNvSpPr txBox="1"/>
          <p:nvPr/>
        </p:nvSpPr>
        <p:spPr>
          <a:xfrm>
            <a:off x="1487500" y="2591841"/>
            <a:ext cx="2337966" cy="484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Ipsum, but the </a:t>
            </a:r>
          </a:p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have suffered alteration 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7" name="Prevalence">
            <a:extLst>
              <a:ext uri="{FF2B5EF4-FFF2-40B4-BE49-F238E27FC236}">
                <a16:creationId xmlns:a16="http://schemas.microsoft.com/office/drawing/2014/main" id="{A59BB21A-2421-4B51-8BFD-A3BB0C02466A}"/>
              </a:ext>
            </a:extLst>
          </p:cNvPr>
          <p:cNvSpPr/>
          <p:nvPr/>
        </p:nvSpPr>
        <p:spPr>
          <a:xfrm>
            <a:off x="1593829" y="3846288"/>
            <a:ext cx="2005578" cy="19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rPr lang="af-ZA" sz="1400" dirty="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Cash Flow Forecast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DE288C43-8E17-45F3-BD3C-41A7F57723DC}"/>
              </a:ext>
            </a:extLst>
          </p:cNvPr>
          <p:cNvSpPr txBox="1"/>
          <p:nvPr/>
        </p:nvSpPr>
        <p:spPr>
          <a:xfrm>
            <a:off x="1487500" y="4095636"/>
            <a:ext cx="2337966" cy="484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Ipsum, but the </a:t>
            </a:r>
          </a:p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have suffered alteration 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0" name="Prevalence">
            <a:extLst>
              <a:ext uri="{FF2B5EF4-FFF2-40B4-BE49-F238E27FC236}">
                <a16:creationId xmlns:a16="http://schemas.microsoft.com/office/drawing/2014/main" id="{B8973C4F-EA91-4CB5-8262-032AFB8D4988}"/>
              </a:ext>
            </a:extLst>
          </p:cNvPr>
          <p:cNvSpPr/>
          <p:nvPr/>
        </p:nvSpPr>
        <p:spPr>
          <a:xfrm>
            <a:off x="1617131" y="5350084"/>
            <a:ext cx="2005578" cy="19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rPr lang="af-ZA" sz="1400" dirty="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Organization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D57A37F4-62F3-4AAA-A74D-F046FC1EA41C}"/>
              </a:ext>
            </a:extLst>
          </p:cNvPr>
          <p:cNvSpPr txBox="1"/>
          <p:nvPr/>
        </p:nvSpPr>
        <p:spPr>
          <a:xfrm>
            <a:off x="1510802" y="5599432"/>
            <a:ext cx="2337966" cy="484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Ipsum, but the </a:t>
            </a:r>
          </a:p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have suffered alteration 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8" name="Prevalence">
            <a:extLst>
              <a:ext uri="{FF2B5EF4-FFF2-40B4-BE49-F238E27FC236}">
                <a16:creationId xmlns:a16="http://schemas.microsoft.com/office/drawing/2014/main" id="{86996912-A735-4B0B-99BD-DE26623E4EE5}"/>
              </a:ext>
            </a:extLst>
          </p:cNvPr>
          <p:cNvSpPr/>
          <p:nvPr/>
        </p:nvSpPr>
        <p:spPr>
          <a:xfrm>
            <a:off x="9347256" y="2342493"/>
            <a:ext cx="2005578" cy="19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rPr lang="af-ZA" sz="1400" dirty="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Leadership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04BC10A2-E549-4DF8-8105-FB6CFA48F091}"/>
              </a:ext>
            </a:extLst>
          </p:cNvPr>
          <p:cNvSpPr txBox="1"/>
          <p:nvPr/>
        </p:nvSpPr>
        <p:spPr>
          <a:xfrm>
            <a:off x="9240927" y="2591841"/>
            <a:ext cx="2337966" cy="484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Ipsum, but the </a:t>
            </a:r>
          </a:p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have suffered alteration 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1" name="Prevalence">
            <a:extLst>
              <a:ext uri="{FF2B5EF4-FFF2-40B4-BE49-F238E27FC236}">
                <a16:creationId xmlns:a16="http://schemas.microsoft.com/office/drawing/2014/main" id="{120AEC43-C36A-4E85-97F7-481855E853E9}"/>
              </a:ext>
            </a:extLst>
          </p:cNvPr>
          <p:cNvSpPr/>
          <p:nvPr/>
        </p:nvSpPr>
        <p:spPr>
          <a:xfrm>
            <a:off x="9347256" y="3835150"/>
            <a:ext cx="2005578" cy="19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rPr lang="af-ZA" sz="1400" dirty="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Marketing Plan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DBEF2885-4FA3-4F6D-97DF-53A5460C7C17}"/>
              </a:ext>
            </a:extLst>
          </p:cNvPr>
          <p:cNvSpPr txBox="1"/>
          <p:nvPr/>
        </p:nvSpPr>
        <p:spPr>
          <a:xfrm>
            <a:off x="9240927" y="4084498"/>
            <a:ext cx="2337966" cy="484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Ipsum, but the </a:t>
            </a:r>
          </a:p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have suffered alteration 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4" name="Prevalence">
            <a:extLst>
              <a:ext uri="{FF2B5EF4-FFF2-40B4-BE49-F238E27FC236}">
                <a16:creationId xmlns:a16="http://schemas.microsoft.com/office/drawing/2014/main" id="{E94BE85A-659C-42AC-A070-94B1A424E3D6}"/>
              </a:ext>
            </a:extLst>
          </p:cNvPr>
          <p:cNvSpPr/>
          <p:nvPr/>
        </p:nvSpPr>
        <p:spPr>
          <a:xfrm>
            <a:off x="9347256" y="5327806"/>
            <a:ext cx="2005578" cy="19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rPr lang="af-ZA" sz="1400" dirty="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Presenting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656E2768-BBAF-483A-91D0-035C54425523}"/>
              </a:ext>
            </a:extLst>
          </p:cNvPr>
          <p:cNvSpPr txBox="1"/>
          <p:nvPr/>
        </p:nvSpPr>
        <p:spPr>
          <a:xfrm>
            <a:off x="9240927" y="5577154"/>
            <a:ext cx="2337966" cy="484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Ipsum, but the </a:t>
            </a:r>
          </a:p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have suffered alteration 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6D101E6-F75A-4838-ACF0-5279C33851E9}"/>
              </a:ext>
            </a:extLst>
          </p:cNvPr>
          <p:cNvSpPr txBox="1"/>
          <p:nvPr/>
        </p:nvSpPr>
        <p:spPr>
          <a:xfrm>
            <a:off x="773061" y="2249200"/>
            <a:ext cx="603311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1.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7E19D08-DE8F-40BF-83A5-8C8B0EE42BC1}"/>
              </a:ext>
            </a:extLst>
          </p:cNvPr>
          <p:cNvSpPr txBox="1"/>
          <p:nvPr/>
        </p:nvSpPr>
        <p:spPr>
          <a:xfrm>
            <a:off x="773061" y="3759088"/>
            <a:ext cx="603311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3.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2E9E837-A860-45C1-8D40-03B5EED06534}"/>
              </a:ext>
            </a:extLst>
          </p:cNvPr>
          <p:cNvSpPr txBox="1"/>
          <p:nvPr/>
        </p:nvSpPr>
        <p:spPr>
          <a:xfrm>
            <a:off x="773061" y="5243701"/>
            <a:ext cx="603311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5.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7A801BB-AC2E-42CE-80AA-E849F8B12951}"/>
              </a:ext>
            </a:extLst>
          </p:cNvPr>
          <p:cNvSpPr txBox="1"/>
          <p:nvPr/>
        </p:nvSpPr>
        <p:spPr>
          <a:xfrm>
            <a:off x="8399385" y="2249200"/>
            <a:ext cx="603311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2.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9BD9574-3006-45AD-8733-CFE5CBC64AC0}"/>
              </a:ext>
            </a:extLst>
          </p:cNvPr>
          <p:cNvSpPr txBox="1"/>
          <p:nvPr/>
        </p:nvSpPr>
        <p:spPr>
          <a:xfrm>
            <a:off x="8399385" y="3759088"/>
            <a:ext cx="603311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4.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6F01A76-FF37-4F58-9AEE-E3B6FE1C541C}"/>
              </a:ext>
            </a:extLst>
          </p:cNvPr>
          <p:cNvSpPr txBox="1"/>
          <p:nvPr/>
        </p:nvSpPr>
        <p:spPr>
          <a:xfrm>
            <a:off x="8399385" y="5243701"/>
            <a:ext cx="603311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6.</a:t>
            </a:r>
          </a:p>
        </p:txBody>
      </p:sp>
    </p:spTree>
    <p:extLst>
      <p:ext uri="{BB962C8B-B14F-4D97-AF65-F5344CB8AC3E}">
        <p14:creationId xmlns:p14="http://schemas.microsoft.com/office/powerpoint/2010/main" val="1162526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2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2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2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2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2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2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2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2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2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2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2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2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2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2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89" grpId="0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59" grpId="0"/>
      <p:bldP spid="60" grpId="0"/>
      <p:bldP spid="61" grpId="0"/>
      <p:bldP spid="62" grpId="0"/>
      <p:bldP spid="71" grpId="0"/>
      <p:bldP spid="7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4FB26852-F0C2-4A95-8F40-FE2B266D781A}"/>
              </a:ext>
            </a:extLst>
          </p:cNvPr>
          <p:cNvSpPr/>
          <p:nvPr/>
        </p:nvSpPr>
        <p:spPr>
          <a:xfrm>
            <a:off x="3464124" y="2240147"/>
            <a:ext cx="2641074" cy="19122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32648FE-5727-4B05-B88C-4A24336680E6}"/>
              </a:ext>
            </a:extLst>
          </p:cNvPr>
          <p:cNvSpPr/>
          <p:nvPr/>
        </p:nvSpPr>
        <p:spPr>
          <a:xfrm>
            <a:off x="8747252" y="2240147"/>
            <a:ext cx="2645655" cy="19122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8523201-BE72-4613-B636-D65A9BBC5F05}"/>
              </a:ext>
            </a:extLst>
          </p:cNvPr>
          <p:cNvSpPr/>
          <p:nvPr/>
        </p:nvSpPr>
        <p:spPr>
          <a:xfrm>
            <a:off x="818469" y="4152415"/>
            <a:ext cx="2641074" cy="19122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DAE50AA-C4FD-49E0-849A-5651D9462F9F}"/>
              </a:ext>
            </a:extLst>
          </p:cNvPr>
          <p:cNvSpPr/>
          <p:nvPr/>
        </p:nvSpPr>
        <p:spPr>
          <a:xfrm>
            <a:off x="6106178" y="4152415"/>
            <a:ext cx="2641074" cy="19122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DE9FFB7-3DD4-4B2F-A3CA-E122BBBFF196}"/>
              </a:ext>
            </a:extLst>
          </p:cNvPr>
          <p:cNvSpPr txBox="1"/>
          <p:nvPr/>
        </p:nvSpPr>
        <p:spPr>
          <a:xfrm>
            <a:off x="2881939" y="752762"/>
            <a:ext cx="6428123" cy="65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3500" dirty="0">
                <a:solidFill>
                  <a:schemeClr val="accent2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Strengths &amp; </a:t>
            </a:r>
            <a:r>
              <a:rPr lang="en-US" sz="3500" dirty="0">
                <a:latin typeface="Poppins SemiBold" panose="00000700000000000000" pitchFamily="50" charset="0"/>
                <a:cs typeface="Poppins SemiBold" panose="00000700000000000000" pitchFamily="50" charset="0"/>
              </a:rPr>
              <a:t>Weaknesses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F7A28E6-C98A-4B3D-8EAD-16FC81A66D15}"/>
              </a:ext>
            </a:extLst>
          </p:cNvPr>
          <p:cNvSpPr/>
          <p:nvPr/>
        </p:nvSpPr>
        <p:spPr>
          <a:xfrm>
            <a:off x="818469" y="2240147"/>
            <a:ext cx="2641074" cy="191226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F976955-CCA0-469A-B439-C031CFCF0356}"/>
              </a:ext>
            </a:extLst>
          </p:cNvPr>
          <p:cNvSpPr/>
          <p:nvPr/>
        </p:nvSpPr>
        <p:spPr>
          <a:xfrm>
            <a:off x="6106178" y="2240147"/>
            <a:ext cx="2641074" cy="191226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DD1A2CCE-DAF2-4F34-A3FA-14E24862570E}"/>
              </a:ext>
            </a:extLst>
          </p:cNvPr>
          <p:cNvSpPr/>
          <p:nvPr/>
        </p:nvSpPr>
        <p:spPr>
          <a:xfrm>
            <a:off x="3457007" y="4152415"/>
            <a:ext cx="2641074" cy="19122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1869854F-8910-4613-9BF0-36ED6099204E}"/>
              </a:ext>
            </a:extLst>
          </p:cNvPr>
          <p:cNvSpPr/>
          <p:nvPr/>
        </p:nvSpPr>
        <p:spPr>
          <a:xfrm>
            <a:off x="8747252" y="4152415"/>
            <a:ext cx="2645655" cy="19122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AE36722-5175-425C-9800-F93F0AF36507}"/>
              </a:ext>
            </a:extLst>
          </p:cNvPr>
          <p:cNvSpPr txBox="1"/>
          <p:nvPr/>
        </p:nvSpPr>
        <p:spPr>
          <a:xfrm>
            <a:off x="3547226" y="2493042"/>
            <a:ext cx="2548774" cy="1087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ts val="2000"/>
              </a:lnSpc>
              <a:buFont typeface="Wingdings" panose="05000000000000000000" pitchFamily="2" charset="2"/>
              <a:buChar char="ü"/>
            </a:pPr>
            <a:r>
              <a:rPr lang="en-US" sz="1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passages of Lorem Ipsum available, or randomized</a:t>
            </a:r>
          </a:p>
          <a:p>
            <a:pPr marL="171450" indent="-171450">
              <a:lnSpc>
                <a:spcPts val="2000"/>
              </a:lnSpc>
              <a:buFont typeface="Wingdings" panose="05000000000000000000" pitchFamily="2" charset="2"/>
              <a:buChar char="ü"/>
            </a:pPr>
            <a:r>
              <a:rPr lang="en-US" sz="1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words which don't look even slightly </a:t>
            </a:r>
          </a:p>
          <a:p>
            <a:pPr marL="171450" indent="-171450">
              <a:lnSpc>
                <a:spcPts val="2000"/>
              </a:lnSpc>
              <a:buFont typeface="Wingdings" panose="05000000000000000000" pitchFamily="2" charset="2"/>
              <a:buChar char="ü"/>
            </a:pPr>
            <a:r>
              <a:rPr lang="en-US" sz="1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isn't anything</a:t>
            </a:r>
            <a:endParaRPr lang="en-US" sz="1000" dirty="0">
              <a:solidFill>
                <a:schemeClr val="tx1">
                  <a:lumMod val="95000"/>
                  <a:lumOff val="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6C73000-D5CF-4153-9134-7BF0C3AEB288}"/>
              </a:ext>
            </a:extLst>
          </p:cNvPr>
          <p:cNvSpPr txBox="1"/>
          <p:nvPr/>
        </p:nvSpPr>
        <p:spPr>
          <a:xfrm>
            <a:off x="8844133" y="2493041"/>
            <a:ext cx="2548774" cy="1087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ts val="2000"/>
              </a:lnSpc>
              <a:buFont typeface="Wingdings" panose="05000000000000000000" pitchFamily="2" charset="2"/>
              <a:buChar char="ü"/>
            </a:pPr>
            <a:r>
              <a:rPr lang="en-US" sz="1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passages of Lorem Ipsum available, or randomized</a:t>
            </a:r>
          </a:p>
          <a:p>
            <a:pPr marL="171450" indent="-171450">
              <a:lnSpc>
                <a:spcPts val="2000"/>
              </a:lnSpc>
              <a:buFont typeface="Wingdings" panose="05000000000000000000" pitchFamily="2" charset="2"/>
              <a:buChar char="ü"/>
            </a:pPr>
            <a:r>
              <a:rPr lang="en-US" sz="1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words which don't look even slightly </a:t>
            </a:r>
          </a:p>
          <a:p>
            <a:pPr marL="171450" indent="-171450">
              <a:lnSpc>
                <a:spcPts val="2000"/>
              </a:lnSpc>
              <a:buFont typeface="Wingdings" panose="05000000000000000000" pitchFamily="2" charset="2"/>
              <a:buChar char="ü"/>
            </a:pPr>
            <a:r>
              <a:rPr lang="en-US" sz="1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isn't anything</a:t>
            </a:r>
            <a:endParaRPr lang="en-US" sz="1000" dirty="0">
              <a:solidFill>
                <a:schemeClr val="tx1">
                  <a:lumMod val="95000"/>
                  <a:lumOff val="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EA19ED5-98B8-427A-AB48-BF566CB4B32B}"/>
              </a:ext>
            </a:extLst>
          </p:cNvPr>
          <p:cNvSpPr txBox="1"/>
          <p:nvPr/>
        </p:nvSpPr>
        <p:spPr>
          <a:xfrm>
            <a:off x="905420" y="4725879"/>
            <a:ext cx="2548774" cy="1087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ts val="2000"/>
              </a:lnSpc>
              <a:buFont typeface="Wingdings" panose="05000000000000000000" pitchFamily="2" charset="2"/>
              <a:buChar char="ü"/>
            </a:pPr>
            <a:r>
              <a:rPr lang="en-US" sz="1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passages of Lorem Ipsum available, or randomized</a:t>
            </a:r>
          </a:p>
          <a:p>
            <a:pPr marL="171450" indent="-171450">
              <a:lnSpc>
                <a:spcPts val="2000"/>
              </a:lnSpc>
              <a:buFont typeface="Wingdings" panose="05000000000000000000" pitchFamily="2" charset="2"/>
              <a:buChar char="ü"/>
            </a:pPr>
            <a:r>
              <a:rPr lang="en-US" sz="1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words which don't look even slightly </a:t>
            </a:r>
          </a:p>
          <a:p>
            <a:pPr marL="171450" indent="-171450">
              <a:lnSpc>
                <a:spcPts val="2000"/>
              </a:lnSpc>
              <a:buFont typeface="Wingdings" panose="05000000000000000000" pitchFamily="2" charset="2"/>
              <a:buChar char="ü"/>
            </a:pPr>
            <a:r>
              <a:rPr lang="en-US" sz="1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isn't anything</a:t>
            </a:r>
            <a:endParaRPr lang="en-US" sz="1000" dirty="0">
              <a:solidFill>
                <a:schemeClr val="tx1">
                  <a:lumMod val="95000"/>
                  <a:lumOff val="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24411CC-3055-4B4C-9FE5-5775F818266E}"/>
              </a:ext>
            </a:extLst>
          </p:cNvPr>
          <p:cNvSpPr txBox="1"/>
          <p:nvPr/>
        </p:nvSpPr>
        <p:spPr>
          <a:xfrm>
            <a:off x="6187845" y="4725878"/>
            <a:ext cx="2548774" cy="1087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ts val="2000"/>
              </a:lnSpc>
              <a:buFont typeface="Wingdings" panose="05000000000000000000" pitchFamily="2" charset="2"/>
              <a:buChar char="ü"/>
            </a:pPr>
            <a:r>
              <a:rPr lang="en-US" sz="1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passages of Lorem Ipsum available, or randomized</a:t>
            </a:r>
          </a:p>
          <a:p>
            <a:pPr marL="171450" indent="-171450">
              <a:lnSpc>
                <a:spcPts val="2000"/>
              </a:lnSpc>
              <a:buFont typeface="Wingdings" panose="05000000000000000000" pitchFamily="2" charset="2"/>
              <a:buChar char="ü"/>
            </a:pPr>
            <a:r>
              <a:rPr lang="en-US" sz="1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words which don't look even slightly </a:t>
            </a:r>
          </a:p>
          <a:p>
            <a:pPr marL="171450" indent="-171450">
              <a:lnSpc>
                <a:spcPts val="2000"/>
              </a:lnSpc>
              <a:buFont typeface="Wingdings" panose="05000000000000000000" pitchFamily="2" charset="2"/>
              <a:buChar char="ü"/>
            </a:pPr>
            <a:r>
              <a:rPr lang="en-US" sz="1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isn't anything</a:t>
            </a:r>
            <a:endParaRPr lang="en-US" sz="1000" dirty="0">
              <a:solidFill>
                <a:schemeClr val="tx1">
                  <a:lumMod val="95000"/>
                  <a:lumOff val="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A4CE2EFF-7BA6-44F2-AF45-9CEA337B389F}"/>
              </a:ext>
            </a:extLst>
          </p:cNvPr>
          <p:cNvGrpSpPr/>
          <p:nvPr/>
        </p:nvGrpSpPr>
        <p:grpSpPr>
          <a:xfrm>
            <a:off x="1912178" y="2750095"/>
            <a:ext cx="453656" cy="480342"/>
            <a:chOff x="-87313" y="279400"/>
            <a:chExt cx="404813" cy="428625"/>
          </a:xfrm>
          <a:solidFill>
            <a:schemeClr val="bg1"/>
          </a:solidFill>
        </p:grpSpPr>
        <p:sp>
          <p:nvSpPr>
            <p:cNvPr id="94" name="Freeform 5">
              <a:extLst>
                <a:ext uri="{FF2B5EF4-FFF2-40B4-BE49-F238E27FC236}">
                  <a16:creationId xmlns:a16="http://schemas.microsoft.com/office/drawing/2014/main" id="{33AEB4D1-A2CF-4B10-BD5F-27CCA5B48E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87313" y="279400"/>
              <a:ext cx="404813" cy="428625"/>
            </a:xfrm>
            <a:custGeom>
              <a:avLst/>
              <a:gdLst>
                <a:gd name="T0" fmla="*/ 118 w 129"/>
                <a:gd name="T1" fmla="*/ 128 h 128"/>
                <a:gd name="T2" fmla="*/ 10 w 129"/>
                <a:gd name="T3" fmla="*/ 128 h 128"/>
                <a:gd name="T4" fmla="*/ 0 w 129"/>
                <a:gd name="T5" fmla="*/ 118 h 128"/>
                <a:gd name="T6" fmla="*/ 0 w 129"/>
                <a:gd name="T7" fmla="*/ 10 h 128"/>
                <a:gd name="T8" fmla="*/ 10 w 129"/>
                <a:gd name="T9" fmla="*/ 0 h 128"/>
                <a:gd name="T10" fmla="*/ 118 w 129"/>
                <a:gd name="T11" fmla="*/ 0 h 128"/>
                <a:gd name="T12" fmla="*/ 129 w 129"/>
                <a:gd name="T13" fmla="*/ 10 h 128"/>
                <a:gd name="T14" fmla="*/ 129 w 129"/>
                <a:gd name="T15" fmla="*/ 118 h 128"/>
                <a:gd name="T16" fmla="*/ 118 w 129"/>
                <a:gd name="T17" fmla="*/ 128 h 128"/>
                <a:gd name="T18" fmla="*/ 10 w 129"/>
                <a:gd name="T19" fmla="*/ 6 h 128"/>
                <a:gd name="T20" fmla="*/ 7 w 129"/>
                <a:gd name="T21" fmla="*/ 10 h 128"/>
                <a:gd name="T22" fmla="*/ 7 w 129"/>
                <a:gd name="T23" fmla="*/ 118 h 128"/>
                <a:gd name="T24" fmla="*/ 10 w 129"/>
                <a:gd name="T25" fmla="*/ 121 h 128"/>
                <a:gd name="T26" fmla="*/ 118 w 129"/>
                <a:gd name="T27" fmla="*/ 121 h 128"/>
                <a:gd name="T28" fmla="*/ 122 w 129"/>
                <a:gd name="T29" fmla="*/ 118 h 128"/>
                <a:gd name="T30" fmla="*/ 122 w 129"/>
                <a:gd name="T31" fmla="*/ 10 h 128"/>
                <a:gd name="T32" fmla="*/ 118 w 129"/>
                <a:gd name="T33" fmla="*/ 6 h 128"/>
                <a:gd name="T34" fmla="*/ 10 w 129"/>
                <a:gd name="T35" fmla="*/ 6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9" h="128">
                  <a:moveTo>
                    <a:pt x="118" y="128"/>
                  </a:moveTo>
                  <a:cubicBezTo>
                    <a:pt x="10" y="128"/>
                    <a:pt x="10" y="128"/>
                    <a:pt x="10" y="128"/>
                  </a:cubicBezTo>
                  <a:cubicBezTo>
                    <a:pt x="5" y="128"/>
                    <a:pt x="0" y="123"/>
                    <a:pt x="0" y="118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4"/>
                    <a:pt x="5" y="0"/>
                    <a:pt x="10" y="0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24" y="0"/>
                    <a:pt x="129" y="4"/>
                    <a:pt x="129" y="10"/>
                  </a:cubicBezTo>
                  <a:cubicBezTo>
                    <a:pt x="129" y="118"/>
                    <a:pt x="129" y="118"/>
                    <a:pt x="129" y="118"/>
                  </a:cubicBezTo>
                  <a:cubicBezTo>
                    <a:pt x="129" y="123"/>
                    <a:pt x="124" y="128"/>
                    <a:pt x="118" y="128"/>
                  </a:cubicBezTo>
                  <a:close/>
                  <a:moveTo>
                    <a:pt x="10" y="6"/>
                  </a:moveTo>
                  <a:cubicBezTo>
                    <a:pt x="9" y="6"/>
                    <a:pt x="7" y="8"/>
                    <a:pt x="7" y="10"/>
                  </a:cubicBezTo>
                  <a:cubicBezTo>
                    <a:pt x="7" y="118"/>
                    <a:pt x="7" y="118"/>
                    <a:pt x="7" y="118"/>
                  </a:cubicBezTo>
                  <a:cubicBezTo>
                    <a:pt x="7" y="120"/>
                    <a:pt x="9" y="121"/>
                    <a:pt x="10" y="121"/>
                  </a:cubicBezTo>
                  <a:cubicBezTo>
                    <a:pt x="118" y="121"/>
                    <a:pt x="118" y="121"/>
                    <a:pt x="118" y="121"/>
                  </a:cubicBezTo>
                  <a:cubicBezTo>
                    <a:pt x="120" y="121"/>
                    <a:pt x="122" y="120"/>
                    <a:pt x="122" y="118"/>
                  </a:cubicBezTo>
                  <a:cubicBezTo>
                    <a:pt x="122" y="10"/>
                    <a:pt x="122" y="10"/>
                    <a:pt x="122" y="10"/>
                  </a:cubicBezTo>
                  <a:cubicBezTo>
                    <a:pt x="122" y="8"/>
                    <a:pt x="120" y="6"/>
                    <a:pt x="118" y="6"/>
                  </a:cubicBezTo>
                  <a:lnTo>
                    <a:pt x="10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5" name="Freeform 6">
              <a:extLst>
                <a:ext uri="{FF2B5EF4-FFF2-40B4-BE49-F238E27FC236}">
                  <a16:creationId xmlns:a16="http://schemas.microsoft.com/office/drawing/2014/main" id="{34E4168C-00E2-412D-8361-BDB878BB73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3175" y="412750"/>
              <a:ext cx="66675" cy="228600"/>
            </a:xfrm>
            <a:custGeom>
              <a:avLst/>
              <a:gdLst>
                <a:gd name="T0" fmla="*/ 17 w 21"/>
                <a:gd name="T1" fmla="*/ 68 h 68"/>
                <a:gd name="T2" fmla="*/ 4 w 21"/>
                <a:gd name="T3" fmla="*/ 68 h 68"/>
                <a:gd name="T4" fmla="*/ 0 w 21"/>
                <a:gd name="T5" fmla="*/ 64 h 68"/>
                <a:gd name="T6" fmla="*/ 0 w 21"/>
                <a:gd name="T7" fmla="*/ 3 h 68"/>
                <a:gd name="T8" fmla="*/ 4 w 21"/>
                <a:gd name="T9" fmla="*/ 0 h 68"/>
                <a:gd name="T10" fmla="*/ 17 w 21"/>
                <a:gd name="T11" fmla="*/ 0 h 68"/>
                <a:gd name="T12" fmla="*/ 21 w 21"/>
                <a:gd name="T13" fmla="*/ 3 h 68"/>
                <a:gd name="T14" fmla="*/ 21 w 21"/>
                <a:gd name="T15" fmla="*/ 64 h 68"/>
                <a:gd name="T16" fmla="*/ 17 w 21"/>
                <a:gd name="T17" fmla="*/ 68 h 68"/>
                <a:gd name="T18" fmla="*/ 7 w 21"/>
                <a:gd name="T19" fmla="*/ 61 h 68"/>
                <a:gd name="T20" fmla="*/ 14 w 21"/>
                <a:gd name="T21" fmla="*/ 61 h 68"/>
                <a:gd name="T22" fmla="*/ 14 w 21"/>
                <a:gd name="T23" fmla="*/ 7 h 68"/>
                <a:gd name="T24" fmla="*/ 7 w 21"/>
                <a:gd name="T25" fmla="*/ 7 h 68"/>
                <a:gd name="T26" fmla="*/ 7 w 21"/>
                <a:gd name="T27" fmla="*/ 61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" h="68">
                  <a:moveTo>
                    <a:pt x="17" y="68"/>
                  </a:moveTo>
                  <a:cubicBezTo>
                    <a:pt x="4" y="68"/>
                    <a:pt x="4" y="68"/>
                    <a:pt x="4" y="68"/>
                  </a:cubicBezTo>
                  <a:cubicBezTo>
                    <a:pt x="2" y="68"/>
                    <a:pt x="0" y="66"/>
                    <a:pt x="0" y="6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9" y="0"/>
                    <a:pt x="21" y="2"/>
                    <a:pt x="21" y="3"/>
                  </a:cubicBezTo>
                  <a:cubicBezTo>
                    <a:pt x="21" y="64"/>
                    <a:pt x="21" y="64"/>
                    <a:pt x="21" y="64"/>
                  </a:cubicBezTo>
                  <a:cubicBezTo>
                    <a:pt x="21" y="66"/>
                    <a:pt x="19" y="68"/>
                    <a:pt x="17" y="68"/>
                  </a:cubicBezTo>
                  <a:close/>
                  <a:moveTo>
                    <a:pt x="7" y="61"/>
                  </a:moveTo>
                  <a:cubicBezTo>
                    <a:pt x="14" y="61"/>
                    <a:pt x="14" y="61"/>
                    <a:pt x="14" y="61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7" y="7"/>
                    <a:pt x="7" y="7"/>
                    <a:pt x="7" y="7"/>
                  </a:cubicBezTo>
                  <a:lnTo>
                    <a:pt x="7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6" name="Freeform 7">
              <a:extLst>
                <a:ext uri="{FF2B5EF4-FFF2-40B4-BE49-F238E27FC236}">
                  <a16:creationId xmlns:a16="http://schemas.microsoft.com/office/drawing/2014/main" id="{A05697BC-9836-4E00-941B-A08D05E65B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550" y="346075"/>
              <a:ext cx="65088" cy="295275"/>
            </a:xfrm>
            <a:custGeom>
              <a:avLst/>
              <a:gdLst>
                <a:gd name="T0" fmla="*/ 17 w 21"/>
                <a:gd name="T1" fmla="*/ 88 h 88"/>
                <a:gd name="T2" fmla="*/ 4 w 21"/>
                <a:gd name="T3" fmla="*/ 88 h 88"/>
                <a:gd name="T4" fmla="*/ 0 w 21"/>
                <a:gd name="T5" fmla="*/ 84 h 88"/>
                <a:gd name="T6" fmla="*/ 0 w 21"/>
                <a:gd name="T7" fmla="*/ 3 h 88"/>
                <a:gd name="T8" fmla="*/ 4 w 21"/>
                <a:gd name="T9" fmla="*/ 0 h 88"/>
                <a:gd name="T10" fmla="*/ 17 w 21"/>
                <a:gd name="T11" fmla="*/ 0 h 88"/>
                <a:gd name="T12" fmla="*/ 21 w 21"/>
                <a:gd name="T13" fmla="*/ 3 h 88"/>
                <a:gd name="T14" fmla="*/ 21 w 21"/>
                <a:gd name="T15" fmla="*/ 84 h 88"/>
                <a:gd name="T16" fmla="*/ 17 w 21"/>
                <a:gd name="T17" fmla="*/ 88 h 88"/>
                <a:gd name="T18" fmla="*/ 7 w 21"/>
                <a:gd name="T19" fmla="*/ 81 h 88"/>
                <a:gd name="T20" fmla="*/ 14 w 21"/>
                <a:gd name="T21" fmla="*/ 81 h 88"/>
                <a:gd name="T22" fmla="*/ 14 w 21"/>
                <a:gd name="T23" fmla="*/ 7 h 88"/>
                <a:gd name="T24" fmla="*/ 7 w 21"/>
                <a:gd name="T25" fmla="*/ 7 h 88"/>
                <a:gd name="T26" fmla="*/ 7 w 21"/>
                <a:gd name="T27" fmla="*/ 81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" h="88">
                  <a:moveTo>
                    <a:pt x="17" y="88"/>
                  </a:moveTo>
                  <a:cubicBezTo>
                    <a:pt x="4" y="88"/>
                    <a:pt x="4" y="88"/>
                    <a:pt x="4" y="88"/>
                  </a:cubicBezTo>
                  <a:cubicBezTo>
                    <a:pt x="2" y="88"/>
                    <a:pt x="0" y="86"/>
                    <a:pt x="0" y="8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9" y="0"/>
                    <a:pt x="21" y="1"/>
                    <a:pt x="21" y="3"/>
                  </a:cubicBezTo>
                  <a:cubicBezTo>
                    <a:pt x="21" y="84"/>
                    <a:pt x="21" y="84"/>
                    <a:pt x="21" y="84"/>
                  </a:cubicBezTo>
                  <a:cubicBezTo>
                    <a:pt x="21" y="86"/>
                    <a:pt x="19" y="88"/>
                    <a:pt x="17" y="88"/>
                  </a:cubicBezTo>
                  <a:close/>
                  <a:moveTo>
                    <a:pt x="7" y="81"/>
                  </a:moveTo>
                  <a:cubicBezTo>
                    <a:pt x="14" y="81"/>
                    <a:pt x="14" y="81"/>
                    <a:pt x="14" y="81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7" y="7"/>
                    <a:pt x="7" y="7"/>
                    <a:pt x="7" y="7"/>
                  </a:cubicBezTo>
                  <a:lnTo>
                    <a:pt x="7" y="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7" name="Freeform 8">
              <a:extLst>
                <a:ext uri="{FF2B5EF4-FFF2-40B4-BE49-F238E27FC236}">
                  <a16:creationId xmlns:a16="http://schemas.microsoft.com/office/drawing/2014/main" id="{E6531181-F333-43D3-877C-D62BEBEFDEB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6688" y="503238"/>
              <a:ext cx="65088" cy="138113"/>
            </a:xfrm>
            <a:custGeom>
              <a:avLst/>
              <a:gdLst>
                <a:gd name="T0" fmla="*/ 17 w 21"/>
                <a:gd name="T1" fmla="*/ 41 h 41"/>
                <a:gd name="T2" fmla="*/ 4 w 21"/>
                <a:gd name="T3" fmla="*/ 41 h 41"/>
                <a:gd name="T4" fmla="*/ 0 w 21"/>
                <a:gd name="T5" fmla="*/ 37 h 41"/>
                <a:gd name="T6" fmla="*/ 0 w 21"/>
                <a:gd name="T7" fmla="*/ 3 h 41"/>
                <a:gd name="T8" fmla="*/ 4 w 21"/>
                <a:gd name="T9" fmla="*/ 0 h 41"/>
                <a:gd name="T10" fmla="*/ 17 w 21"/>
                <a:gd name="T11" fmla="*/ 0 h 41"/>
                <a:gd name="T12" fmla="*/ 21 w 21"/>
                <a:gd name="T13" fmla="*/ 3 h 41"/>
                <a:gd name="T14" fmla="*/ 21 w 21"/>
                <a:gd name="T15" fmla="*/ 37 h 41"/>
                <a:gd name="T16" fmla="*/ 17 w 21"/>
                <a:gd name="T17" fmla="*/ 41 h 41"/>
                <a:gd name="T18" fmla="*/ 7 w 21"/>
                <a:gd name="T19" fmla="*/ 34 h 41"/>
                <a:gd name="T20" fmla="*/ 14 w 21"/>
                <a:gd name="T21" fmla="*/ 34 h 41"/>
                <a:gd name="T22" fmla="*/ 14 w 21"/>
                <a:gd name="T23" fmla="*/ 7 h 41"/>
                <a:gd name="T24" fmla="*/ 7 w 21"/>
                <a:gd name="T25" fmla="*/ 7 h 41"/>
                <a:gd name="T26" fmla="*/ 7 w 21"/>
                <a:gd name="T27" fmla="*/ 34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" h="41">
                  <a:moveTo>
                    <a:pt x="17" y="41"/>
                  </a:moveTo>
                  <a:cubicBezTo>
                    <a:pt x="4" y="41"/>
                    <a:pt x="4" y="41"/>
                    <a:pt x="4" y="41"/>
                  </a:cubicBezTo>
                  <a:cubicBezTo>
                    <a:pt x="2" y="41"/>
                    <a:pt x="0" y="39"/>
                    <a:pt x="0" y="37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9" y="0"/>
                    <a:pt x="21" y="2"/>
                    <a:pt x="21" y="3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1" y="39"/>
                    <a:pt x="19" y="41"/>
                    <a:pt x="17" y="41"/>
                  </a:cubicBezTo>
                  <a:close/>
                  <a:moveTo>
                    <a:pt x="7" y="34"/>
                  </a:moveTo>
                  <a:cubicBezTo>
                    <a:pt x="14" y="34"/>
                    <a:pt x="14" y="34"/>
                    <a:pt x="14" y="34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7" y="7"/>
                    <a:pt x="7" y="7"/>
                    <a:pt x="7" y="7"/>
                  </a:cubicBezTo>
                  <a:lnTo>
                    <a:pt x="7" y="3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09" name="Prevalence">
            <a:extLst>
              <a:ext uri="{FF2B5EF4-FFF2-40B4-BE49-F238E27FC236}">
                <a16:creationId xmlns:a16="http://schemas.microsoft.com/office/drawing/2014/main" id="{41979D74-A519-434D-88E2-84AD36B5EE88}"/>
              </a:ext>
            </a:extLst>
          </p:cNvPr>
          <p:cNvSpPr/>
          <p:nvPr/>
        </p:nvSpPr>
        <p:spPr>
          <a:xfrm>
            <a:off x="1136217" y="3418816"/>
            <a:ext cx="2005578" cy="223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6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Strengths</a:t>
            </a: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D275FF2F-A193-4617-8DF3-3D939A202C39}"/>
              </a:ext>
            </a:extLst>
          </p:cNvPr>
          <p:cNvGrpSpPr/>
          <p:nvPr/>
        </p:nvGrpSpPr>
        <p:grpSpPr>
          <a:xfrm>
            <a:off x="7145168" y="2714382"/>
            <a:ext cx="506222" cy="541135"/>
            <a:chOff x="-1295400" y="1143000"/>
            <a:chExt cx="414338" cy="442913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104" name="Freeform 14">
              <a:extLst>
                <a:ext uri="{FF2B5EF4-FFF2-40B4-BE49-F238E27FC236}">
                  <a16:creationId xmlns:a16="http://schemas.microsoft.com/office/drawing/2014/main" id="{1A6E4735-595C-476F-9B18-52A99E2CB8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1295400" y="1143000"/>
              <a:ext cx="414338" cy="442913"/>
            </a:xfrm>
            <a:custGeom>
              <a:avLst/>
              <a:gdLst>
                <a:gd name="T0" fmla="*/ 49 w 132"/>
                <a:gd name="T1" fmla="*/ 131 h 132"/>
                <a:gd name="T2" fmla="*/ 31 w 132"/>
                <a:gd name="T3" fmla="*/ 120 h 132"/>
                <a:gd name="T4" fmla="*/ 19 w 132"/>
                <a:gd name="T5" fmla="*/ 100 h 132"/>
                <a:gd name="T6" fmla="*/ 8 w 132"/>
                <a:gd name="T7" fmla="*/ 100 h 132"/>
                <a:gd name="T8" fmla="*/ 3 w 132"/>
                <a:gd name="T9" fmla="*/ 79 h 132"/>
                <a:gd name="T10" fmla="*/ 3 w 132"/>
                <a:gd name="T11" fmla="*/ 53 h 132"/>
                <a:gd name="T12" fmla="*/ 8 w 132"/>
                <a:gd name="T13" fmla="*/ 32 h 132"/>
                <a:gd name="T14" fmla="*/ 19 w 132"/>
                <a:gd name="T15" fmla="*/ 32 h 132"/>
                <a:gd name="T16" fmla="*/ 31 w 132"/>
                <a:gd name="T17" fmla="*/ 12 h 132"/>
                <a:gd name="T18" fmla="*/ 49 w 132"/>
                <a:gd name="T19" fmla="*/ 1 h 132"/>
                <a:gd name="T20" fmla="*/ 66 w 132"/>
                <a:gd name="T21" fmla="*/ 12 h 132"/>
                <a:gd name="T22" fmla="*/ 83 w 132"/>
                <a:gd name="T23" fmla="*/ 1 h 132"/>
                <a:gd name="T24" fmla="*/ 101 w 132"/>
                <a:gd name="T25" fmla="*/ 12 h 132"/>
                <a:gd name="T26" fmla="*/ 113 w 132"/>
                <a:gd name="T27" fmla="*/ 32 h 132"/>
                <a:gd name="T28" fmla="*/ 124 w 132"/>
                <a:gd name="T29" fmla="*/ 32 h 132"/>
                <a:gd name="T30" fmla="*/ 129 w 132"/>
                <a:gd name="T31" fmla="*/ 53 h 132"/>
                <a:gd name="T32" fmla="*/ 129 w 132"/>
                <a:gd name="T33" fmla="*/ 79 h 132"/>
                <a:gd name="T34" fmla="*/ 124 w 132"/>
                <a:gd name="T35" fmla="*/ 100 h 132"/>
                <a:gd name="T36" fmla="*/ 113 w 132"/>
                <a:gd name="T37" fmla="*/ 100 h 132"/>
                <a:gd name="T38" fmla="*/ 101 w 132"/>
                <a:gd name="T39" fmla="*/ 120 h 132"/>
                <a:gd name="T40" fmla="*/ 83 w 132"/>
                <a:gd name="T41" fmla="*/ 131 h 132"/>
                <a:gd name="T42" fmla="*/ 66 w 132"/>
                <a:gd name="T43" fmla="*/ 120 h 132"/>
                <a:gd name="T44" fmla="*/ 50 w 132"/>
                <a:gd name="T45" fmla="*/ 131 h 132"/>
                <a:gd name="T46" fmla="*/ 84 w 132"/>
                <a:gd name="T47" fmla="*/ 124 h 132"/>
                <a:gd name="T48" fmla="*/ 93 w 132"/>
                <a:gd name="T49" fmla="*/ 113 h 132"/>
                <a:gd name="T50" fmla="*/ 120 w 132"/>
                <a:gd name="T51" fmla="*/ 94 h 132"/>
                <a:gd name="T52" fmla="*/ 113 w 132"/>
                <a:gd name="T53" fmla="*/ 66 h 132"/>
                <a:gd name="T54" fmla="*/ 120 w 132"/>
                <a:gd name="T55" fmla="*/ 38 h 132"/>
                <a:gd name="T56" fmla="*/ 93 w 132"/>
                <a:gd name="T57" fmla="*/ 19 h 132"/>
                <a:gd name="T58" fmla="*/ 84 w 132"/>
                <a:gd name="T59" fmla="*/ 8 h 132"/>
                <a:gd name="T60" fmla="*/ 48 w 132"/>
                <a:gd name="T61" fmla="*/ 8 h 132"/>
                <a:gd name="T62" fmla="*/ 39 w 132"/>
                <a:gd name="T63" fmla="*/ 19 h 132"/>
                <a:gd name="T64" fmla="*/ 12 w 132"/>
                <a:gd name="T65" fmla="*/ 38 h 132"/>
                <a:gd name="T66" fmla="*/ 19 w 132"/>
                <a:gd name="T67" fmla="*/ 66 h 132"/>
                <a:gd name="T68" fmla="*/ 12 w 132"/>
                <a:gd name="T69" fmla="*/ 94 h 132"/>
                <a:gd name="T70" fmla="*/ 39 w 132"/>
                <a:gd name="T71" fmla="*/ 113 h 132"/>
                <a:gd name="T72" fmla="*/ 48 w 132"/>
                <a:gd name="T73" fmla="*/ 124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32" h="132">
                  <a:moveTo>
                    <a:pt x="50" y="131"/>
                  </a:moveTo>
                  <a:cubicBezTo>
                    <a:pt x="50" y="131"/>
                    <a:pt x="49" y="131"/>
                    <a:pt x="49" y="131"/>
                  </a:cubicBezTo>
                  <a:cubicBezTo>
                    <a:pt x="43" y="130"/>
                    <a:pt x="37" y="127"/>
                    <a:pt x="32" y="124"/>
                  </a:cubicBezTo>
                  <a:cubicBezTo>
                    <a:pt x="30" y="123"/>
                    <a:pt x="30" y="121"/>
                    <a:pt x="31" y="120"/>
                  </a:cubicBezTo>
                  <a:cubicBezTo>
                    <a:pt x="32" y="118"/>
                    <a:pt x="32" y="115"/>
                    <a:pt x="32" y="113"/>
                  </a:cubicBezTo>
                  <a:cubicBezTo>
                    <a:pt x="32" y="106"/>
                    <a:pt x="26" y="100"/>
                    <a:pt x="19" y="100"/>
                  </a:cubicBezTo>
                  <a:cubicBezTo>
                    <a:pt x="16" y="100"/>
                    <a:pt x="14" y="100"/>
                    <a:pt x="12" y="101"/>
                  </a:cubicBezTo>
                  <a:cubicBezTo>
                    <a:pt x="11" y="102"/>
                    <a:pt x="9" y="102"/>
                    <a:pt x="8" y="100"/>
                  </a:cubicBezTo>
                  <a:cubicBezTo>
                    <a:pt x="4" y="95"/>
                    <a:pt x="2" y="89"/>
                    <a:pt x="1" y="83"/>
                  </a:cubicBezTo>
                  <a:cubicBezTo>
                    <a:pt x="0" y="81"/>
                    <a:pt x="1" y="79"/>
                    <a:pt x="3" y="79"/>
                  </a:cubicBezTo>
                  <a:cubicBezTo>
                    <a:pt x="8" y="77"/>
                    <a:pt x="12" y="72"/>
                    <a:pt x="12" y="66"/>
                  </a:cubicBezTo>
                  <a:cubicBezTo>
                    <a:pt x="12" y="60"/>
                    <a:pt x="8" y="55"/>
                    <a:pt x="3" y="53"/>
                  </a:cubicBezTo>
                  <a:cubicBezTo>
                    <a:pt x="1" y="53"/>
                    <a:pt x="0" y="51"/>
                    <a:pt x="1" y="49"/>
                  </a:cubicBezTo>
                  <a:cubicBezTo>
                    <a:pt x="2" y="43"/>
                    <a:pt x="4" y="37"/>
                    <a:pt x="8" y="32"/>
                  </a:cubicBezTo>
                  <a:cubicBezTo>
                    <a:pt x="9" y="30"/>
                    <a:pt x="11" y="30"/>
                    <a:pt x="12" y="31"/>
                  </a:cubicBezTo>
                  <a:cubicBezTo>
                    <a:pt x="14" y="32"/>
                    <a:pt x="16" y="32"/>
                    <a:pt x="19" y="32"/>
                  </a:cubicBezTo>
                  <a:cubicBezTo>
                    <a:pt x="26" y="32"/>
                    <a:pt x="32" y="26"/>
                    <a:pt x="32" y="19"/>
                  </a:cubicBezTo>
                  <a:cubicBezTo>
                    <a:pt x="32" y="16"/>
                    <a:pt x="32" y="14"/>
                    <a:pt x="31" y="12"/>
                  </a:cubicBezTo>
                  <a:cubicBezTo>
                    <a:pt x="30" y="11"/>
                    <a:pt x="30" y="9"/>
                    <a:pt x="32" y="8"/>
                  </a:cubicBezTo>
                  <a:cubicBezTo>
                    <a:pt x="37" y="5"/>
                    <a:pt x="43" y="2"/>
                    <a:pt x="49" y="1"/>
                  </a:cubicBezTo>
                  <a:cubicBezTo>
                    <a:pt x="51" y="0"/>
                    <a:pt x="53" y="1"/>
                    <a:pt x="53" y="3"/>
                  </a:cubicBezTo>
                  <a:cubicBezTo>
                    <a:pt x="55" y="8"/>
                    <a:pt x="60" y="12"/>
                    <a:pt x="66" y="12"/>
                  </a:cubicBezTo>
                  <a:cubicBezTo>
                    <a:pt x="72" y="12"/>
                    <a:pt x="77" y="8"/>
                    <a:pt x="79" y="3"/>
                  </a:cubicBezTo>
                  <a:cubicBezTo>
                    <a:pt x="79" y="1"/>
                    <a:pt x="81" y="0"/>
                    <a:pt x="83" y="1"/>
                  </a:cubicBezTo>
                  <a:cubicBezTo>
                    <a:pt x="89" y="2"/>
                    <a:pt x="95" y="5"/>
                    <a:pt x="100" y="8"/>
                  </a:cubicBezTo>
                  <a:cubicBezTo>
                    <a:pt x="102" y="9"/>
                    <a:pt x="102" y="11"/>
                    <a:pt x="101" y="12"/>
                  </a:cubicBezTo>
                  <a:cubicBezTo>
                    <a:pt x="100" y="14"/>
                    <a:pt x="100" y="16"/>
                    <a:pt x="100" y="19"/>
                  </a:cubicBezTo>
                  <a:cubicBezTo>
                    <a:pt x="100" y="26"/>
                    <a:pt x="106" y="32"/>
                    <a:pt x="113" y="32"/>
                  </a:cubicBezTo>
                  <a:cubicBezTo>
                    <a:pt x="115" y="32"/>
                    <a:pt x="118" y="32"/>
                    <a:pt x="120" y="31"/>
                  </a:cubicBezTo>
                  <a:cubicBezTo>
                    <a:pt x="121" y="30"/>
                    <a:pt x="123" y="30"/>
                    <a:pt x="124" y="32"/>
                  </a:cubicBezTo>
                  <a:cubicBezTo>
                    <a:pt x="127" y="37"/>
                    <a:pt x="130" y="43"/>
                    <a:pt x="131" y="49"/>
                  </a:cubicBezTo>
                  <a:cubicBezTo>
                    <a:pt x="132" y="51"/>
                    <a:pt x="131" y="53"/>
                    <a:pt x="129" y="53"/>
                  </a:cubicBezTo>
                  <a:cubicBezTo>
                    <a:pt x="124" y="55"/>
                    <a:pt x="120" y="60"/>
                    <a:pt x="120" y="66"/>
                  </a:cubicBezTo>
                  <a:cubicBezTo>
                    <a:pt x="120" y="72"/>
                    <a:pt x="124" y="77"/>
                    <a:pt x="129" y="79"/>
                  </a:cubicBezTo>
                  <a:cubicBezTo>
                    <a:pt x="131" y="79"/>
                    <a:pt x="132" y="81"/>
                    <a:pt x="131" y="83"/>
                  </a:cubicBezTo>
                  <a:cubicBezTo>
                    <a:pt x="130" y="89"/>
                    <a:pt x="127" y="95"/>
                    <a:pt x="124" y="100"/>
                  </a:cubicBezTo>
                  <a:cubicBezTo>
                    <a:pt x="123" y="102"/>
                    <a:pt x="121" y="102"/>
                    <a:pt x="120" y="101"/>
                  </a:cubicBezTo>
                  <a:cubicBezTo>
                    <a:pt x="118" y="100"/>
                    <a:pt x="115" y="100"/>
                    <a:pt x="113" y="100"/>
                  </a:cubicBezTo>
                  <a:cubicBezTo>
                    <a:pt x="106" y="100"/>
                    <a:pt x="100" y="106"/>
                    <a:pt x="100" y="113"/>
                  </a:cubicBezTo>
                  <a:cubicBezTo>
                    <a:pt x="100" y="115"/>
                    <a:pt x="100" y="118"/>
                    <a:pt x="101" y="120"/>
                  </a:cubicBezTo>
                  <a:cubicBezTo>
                    <a:pt x="102" y="121"/>
                    <a:pt x="102" y="123"/>
                    <a:pt x="100" y="124"/>
                  </a:cubicBezTo>
                  <a:cubicBezTo>
                    <a:pt x="95" y="127"/>
                    <a:pt x="89" y="130"/>
                    <a:pt x="83" y="131"/>
                  </a:cubicBezTo>
                  <a:cubicBezTo>
                    <a:pt x="81" y="132"/>
                    <a:pt x="79" y="131"/>
                    <a:pt x="79" y="129"/>
                  </a:cubicBezTo>
                  <a:cubicBezTo>
                    <a:pt x="77" y="124"/>
                    <a:pt x="72" y="120"/>
                    <a:pt x="66" y="120"/>
                  </a:cubicBezTo>
                  <a:cubicBezTo>
                    <a:pt x="60" y="120"/>
                    <a:pt x="55" y="124"/>
                    <a:pt x="53" y="129"/>
                  </a:cubicBezTo>
                  <a:cubicBezTo>
                    <a:pt x="53" y="131"/>
                    <a:pt x="51" y="131"/>
                    <a:pt x="50" y="131"/>
                  </a:cubicBezTo>
                  <a:close/>
                  <a:moveTo>
                    <a:pt x="66" y="113"/>
                  </a:moveTo>
                  <a:cubicBezTo>
                    <a:pt x="74" y="113"/>
                    <a:pt x="80" y="117"/>
                    <a:pt x="84" y="124"/>
                  </a:cubicBezTo>
                  <a:cubicBezTo>
                    <a:pt x="87" y="123"/>
                    <a:pt x="91" y="122"/>
                    <a:pt x="94" y="120"/>
                  </a:cubicBezTo>
                  <a:cubicBezTo>
                    <a:pt x="93" y="118"/>
                    <a:pt x="93" y="115"/>
                    <a:pt x="93" y="113"/>
                  </a:cubicBezTo>
                  <a:cubicBezTo>
                    <a:pt x="93" y="102"/>
                    <a:pt x="102" y="93"/>
                    <a:pt x="113" y="93"/>
                  </a:cubicBezTo>
                  <a:cubicBezTo>
                    <a:pt x="115" y="93"/>
                    <a:pt x="118" y="93"/>
                    <a:pt x="120" y="94"/>
                  </a:cubicBezTo>
                  <a:cubicBezTo>
                    <a:pt x="121" y="91"/>
                    <a:pt x="123" y="87"/>
                    <a:pt x="124" y="84"/>
                  </a:cubicBezTo>
                  <a:cubicBezTo>
                    <a:pt x="117" y="80"/>
                    <a:pt x="113" y="74"/>
                    <a:pt x="113" y="66"/>
                  </a:cubicBezTo>
                  <a:cubicBezTo>
                    <a:pt x="113" y="58"/>
                    <a:pt x="117" y="51"/>
                    <a:pt x="124" y="48"/>
                  </a:cubicBezTo>
                  <a:cubicBezTo>
                    <a:pt x="123" y="45"/>
                    <a:pt x="121" y="41"/>
                    <a:pt x="120" y="38"/>
                  </a:cubicBezTo>
                  <a:cubicBezTo>
                    <a:pt x="118" y="39"/>
                    <a:pt x="115" y="39"/>
                    <a:pt x="113" y="39"/>
                  </a:cubicBezTo>
                  <a:cubicBezTo>
                    <a:pt x="102" y="39"/>
                    <a:pt x="93" y="30"/>
                    <a:pt x="93" y="19"/>
                  </a:cubicBezTo>
                  <a:cubicBezTo>
                    <a:pt x="93" y="16"/>
                    <a:pt x="93" y="14"/>
                    <a:pt x="94" y="12"/>
                  </a:cubicBezTo>
                  <a:cubicBezTo>
                    <a:pt x="91" y="10"/>
                    <a:pt x="87" y="9"/>
                    <a:pt x="84" y="8"/>
                  </a:cubicBezTo>
                  <a:cubicBezTo>
                    <a:pt x="80" y="14"/>
                    <a:pt x="74" y="19"/>
                    <a:pt x="66" y="19"/>
                  </a:cubicBezTo>
                  <a:cubicBezTo>
                    <a:pt x="58" y="19"/>
                    <a:pt x="51" y="14"/>
                    <a:pt x="48" y="8"/>
                  </a:cubicBezTo>
                  <a:cubicBezTo>
                    <a:pt x="44" y="9"/>
                    <a:pt x="41" y="10"/>
                    <a:pt x="38" y="12"/>
                  </a:cubicBezTo>
                  <a:cubicBezTo>
                    <a:pt x="39" y="14"/>
                    <a:pt x="39" y="16"/>
                    <a:pt x="39" y="19"/>
                  </a:cubicBezTo>
                  <a:cubicBezTo>
                    <a:pt x="39" y="30"/>
                    <a:pt x="30" y="39"/>
                    <a:pt x="19" y="39"/>
                  </a:cubicBezTo>
                  <a:cubicBezTo>
                    <a:pt x="16" y="39"/>
                    <a:pt x="14" y="39"/>
                    <a:pt x="12" y="38"/>
                  </a:cubicBezTo>
                  <a:cubicBezTo>
                    <a:pt x="10" y="41"/>
                    <a:pt x="9" y="45"/>
                    <a:pt x="8" y="48"/>
                  </a:cubicBezTo>
                  <a:cubicBezTo>
                    <a:pt x="14" y="51"/>
                    <a:pt x="19" y="58"/>
                    <a:pt x="19" y="66"/>
                  </a:cubicBezTo>
                  <a:cubicBezTo>
                    <a:pt x="19" y="74"/>
                    <a:pt x="14" y="80"/>
                    <a:pt x="8" y="84"/>
                  </a:cubicBezTo>
                  <a:cubicBezTo>
                    <a:pt x="9" y="87"/>
                    <a:pt x="10" y="91"/>
                    <a:pt x="12" y="94"/>
                  </a:cubicBezTo>
                  <a:cubicBezTo>
                    <a:pt x="14" y="93"/>
                    <a:pt x="16" y="93"/>
                    <a:pt x="19" y="93"/>
                  </a:cubicBezTo>
                  <a:cubicBezTo>
                    <a:pt x="30" y="93"/>
                    <a:pt x="39" y="102"/>
                    <a:pt x="39" y="113"/>
                  </a:cubicBezTo>
                  <a:cubicBezTo>
                    <a:pt x="39" y="115"/>
                    <a:pt x="39" y="118"/>
                    <a:pt x="38" y="120"/>
                  </a:cubicBezTo>
                  <a:cubicBezTo>
                    <a:pt x="41" y="122"/>
                    <a:pt x="44" y="123"/>
                    <a:pt x="48" y="124"/>
                  </a:cubicBezTo>
                  <a:cubicBezTo>
                    <a:pt x="51" y="117"/>
                    <a:pt x="58" y="113"/>
                    <a:pt x="66" y="1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5" name="Freeform 15">
              <a:extLst>
                <a:ext uri="{FF2B5EF4-FFF2-40B4-BE49-F238E27FC236}">
                  <a16:creationId xmlns:a16="http://schemas.microsoft.com/office/drawing/2014/main" id="{A37EDF00-7410-4A81-BC29-FC42CF4EE27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1150938" y="1296988"/>
              <a:ext cx="125413" cy="134938"/>
            </a:xfrm>
            <a:custGeom>
              <a:avLst/>
              <a:gdLst>
                <a:gd name="T0" fmla="*/ 20 w 40"/>
                <a:gd name="T1" fmla="*/ 40 h 40"/>
                <a:gd name="T2" fmla="*/ 0 w 40"/>
                <a:gd name="T3" fmla="*/ 20 h 40"/>
                <a:gd name="T4" fmla="*/ 20 w 40"/>
                <a:gd name="T5" fmla="*/ 0 h 40"/>
                <a:gd name="T6" fmla="*/ 40 w 40"/>
                <a:gd name="T7" fmla="*/ 20 h 40"/>
                <a:gd name="T8" fmla="*/ 20 w 40"/>
                <a:gd name="T9" fmla="*/ 40 h 40"/>
                <a:gd name="T10" fmla="*/ 20 w 40"/>
                <a:gd name="T11" fmla="*/ 6 h 40"/>
                <a:gd name="T12" fmla="*/ 6 w 40"/>
                <a:gd name="T13" fmla="*/ 20 h 40"/>
                <a:gd name="T14" fmla="*/ 20 w 40"/>
                <a:gd name="T15" fmla="*/ 33 h 40"/>
                <a:gd name="T16" fmla="*/ 33 w 40"/>
                <a:gd name="T17" fmla="*/ 20 h 40"/>
                <a:gd name="T18" fmla="*/ 20 w 40"/>
                <a:gd name="T19" fmla="*/ 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6"/>
                  </a:moveTo>
                  <a:cubicBezTo>
                    <a:pt x="12" y="6"/>
                    <a:pt x="6" y="13"/>
                    <a:pt x="6" y="20"/>
                  </a:cubicBezTo>
                  <a:cubicBezTo>
                    <a:pt x="6" y="27"/>
                    <a:pt x="12" y="33"/>
                    <a:pt x="20" y="33"/>
                  </a:cubicBezTo>
                  <a:cubicBezTo>
                    <a:pt x="27" y="33"/>
                    <a:pt x="33" y="27"/>
                    <a:pt x="33" y="20"/>
                  </a:cubicBezTo>
                  <a:cubicBezTo>
                    <a:pt x="33" y="13"/>
                    <a:pt x="27" y="6"/>
                    <a:pt x="20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10" name="Prevalence">
            <a:extLst>
              <a:ext uri="{FF2B5EF4-FFF2-40B4-BE49-F238E27FC236}">
                <a16:creationId xmlns:a16="http://schemas.microsoft.com/office/drawing/2014/main" id="{40A77929-E5D1-4C77-AF6F-6C3755AAD6CF}"/>
              </a:ext>
            </a:extLst>
          </p:cNvPr>
          <p:cNvSpPr/>
          <p:nvPr/>
        </p:nvSpPr>
        <p:spPr>
          <a:xfrm>
            <a:off x="6423926" y="3454529"/>
            <a:ext cx="2005578" cy="223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6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Weaknesses</a:t>
            </a:r>
          </a:p>
        </p:txBody>
      </p:sp>
      <p:sp>
        <p:nvSpPr>
          <p:cNvPr id="107" name="Freeform 143">
            <a:extLst>
              <a:ext uri="{FF2B5EF4-FFF2-40B4-BE49-F238E27FC236}">
                <a16:creationId xmlns:a16="http://schemas.microsoft.com/office/drawing/2014/main" id="{909D314A-0ABD-4607-8EF7-9DCE54DB491D}"/>
              </a:ext>
            </a:extLst>
          </p:cNvPr>
          <p:cNvSpPr>
            <a:spLocks noEditPoints="1"/>
          </p:cNvSpPr>
          <p:nvPr/>
        </p:nvSpPr>
        <p:spPr bwMode="auto">
          <a:xfrm>
            <a:off x="4525717" y="4669870"/>
            <a:ext cx="503654" cy="472176"/>
          </a:xfrm>
          <a:custGeom>
            <a:avLst/>
            <a:gdLst>
              <a:gd name="T0" fmla="*/ 146 w 160"/>
              <a:gd name="T1" fmla="*/ 10 h 150"/>
              <a:gd name="T2" fmla="*/ 151 w 160"/>
              <a:gd name="T3" fmla="*/ 14 h 150"/>
              <a:gd name="T4" fmla="*/ 151 w 160"/>
              <a:gd name="T5" fmla="*/ 94 h 150"/>
              <a:gd name="T6" fmla="*/ 9 w 160"/>
              <a:gd name="T7" fmla="*/ 94 h 150"/>
              <a:gd name="T8" fmla="*/ 9 w 160"/>
              <a:gd name="T9" fmla="*/ 14 h 150"/>
              <a:gd name="T10" fmla="*/ 14 w 160"/>
              <a:gd name="T11" fmla="*/ 10 h 150"/>
              <a:gd name="T12" fmla="*/ 146 w 160"/>
              <a:gd name="T13" fmla="*/ 10 h 150"/>
              <a:gd name="T14" fmla="*/ 151 w 160"/>
              <a:gd name="T15" fmla="*/ 103 h 150"/>
              <a:gd name="T16" fmla="*/ 151 w 160"/>
              <a:gd name="T17" fmla="*/ 108 h 150"/>
              <a:gd name="T18" fmla="*/ 146 w 160"/>
              <a:gd name="T19" fmla="*/ 112 h 150"/>
              <a:gd name="T20" fmla="*/ 14 w 160"/>
              <a:gd name="T21" fmla="*/ 112 h 150"/>
              <a:gd name="T22" fmla="*/ 9 w 160"/>
              <a:gd name="T23" fmla="*/ 108 h 150"/>
              <a:gd name="T24" fmla="*/ 9 w 160"/>
              <a:gd name="T25" fmla="*/ 103 h 150"/>
              <a:gd name="T26" fmla="*/ 151 w 160"/>
              <a:gd name="T27" fmla="*/ 103 h 150"/>
              <a:gd name="T28" fmla="*/ 95 w 160"/>
              <a:gd name="T29" fmla="*/ 122 h 150"/>
              <a:gd name="T30" fmla="*/ 102 w 160"/>
              <a:gd name="T31" fmla="*/ 141 h 150"/>
              <a:gd name="T32" fmla="*/ 58 w 160"/>
              <a:gd name="T33" fmla="*/ 141 h 150"/>
              <a:gd name="T34" fmla="*/ 65 w 160"/>
              <a:gd name="T35" fmla="*/ 122 h 150"/>
              <a:gd name="T36" fmla="*/ 95 w 160"/>
              <a:gd name="T37" fmla="*/ 122 h 150"/>
              <a:gd name="T38" fmla="*/ 14 w 160"/>
              <a:gd name="T39" fmla="*/ 0 h 150"/>
              <a:gd name="T40" fmla="*/ 0 w 160"/>
              <a:gd name="T41" fmla="*/ 14 h 150"/>
              <a:gd name="T42" fmla="*/ 0 w 160"/>
              <a:gd name="T43" fmla="*/ 108 h 150"/>
              <a:gd name="T44" fmla="*/ 14 w 160"/>
              <a:gd name="T45" fmla="*/ 122 h 150"/>
              <a:gd name="T46" fmla="*/ 55 w 160"/>
              <a:gd name="T47" fmla="*/ 122 h 150"/>
              <a:gd name="T48" fmla="*/ 49 w 160"/>
              <a:gd name="T49" fmla="*/ 141 h 150"/>
              <a:gd name="T50" fmla="*/ 33 w 160"/>
              <a:gd name="T51" fmla="*/ 141 h 150"/>
              <a:gd name="T52" fmla="*/ 29 w 160"/>
              <a:gd name="T53" fmla="*/ 145 h 150"/>
              <a:gd name="T54" fmla="*/ 33 w 160"/>
              <a:gd name="T55" fmla="*/ 150 h 150"/>
              <a:gd name="T56" fmla="*/ 127 w 160"/>
              <a:gd name="T57" fmla="*/ 150 h 150"/>
              <a:gd name="T58" fmla="*/ 132 w 160"/>
              <a:gd name="T59" fmla="*/ 145 h 150"/>
              <a:gd name="T60" fmla="*/ 127 w 160"/>
              <a:gd name="T61" fmla="*/ 141 h 150"/>
              <a:gd name="T62" fmla="*/ 112 w 160"/>
              <a:gd name="T63" fmla="*/ 141 h 150"/>
              <a:gd name="T64" fmla="*/ 105 w 160"/>
              <a:gd name="T65" fmla="*/ 122 h 150"/>
              <a:gd name="T66" fmla="*/ 146 w 160"/>
              <a:gd name="T67" fmla="*/ 122 h 150"/>
              <a:gd name="T68" fmla="*/ 160 w 160"/>
              <a:gd name="T69" fmla="*/ 108 h 150"/>
              <a:gd name="T70" fmla="*/ 160 w 160"/>
              <a:gd name="T71" fmla="*/ 14 h 150"/>
              <a:gd name="T72" fmla="*/ 146 w 160"/>
              <a:gd name="T73" fmla="*/ 0 h 150"/>
              <a:gd name="T74" fmla="*/ 14 w 160"/>
              <a:gd name="T75" fmla="*/ 0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60" h="150">
                <a:moveTo>
                  <a:pt x="146" y="10"/>
                </a:moveTo>
                <a:cubicBezTo>
                  <a:pt x="149" y="10"/>
                  <a:pt x="151" y="12"/>
                  <a:pt x="151" y="14"/>
                </a:cubicBezTo>
                <a:cubicBezTo>
                  <a:pt x="151" y="94"/>
                  <a:pt x="151" y="94"/>
                  <a:pt x="151" y="94"/>
                </a:cubicBezTo>
                <a:cubicBezTo>
                  <a:pt x="9" y="94"/>
                  <a:pt x="9" y="94"/>
                  <a:pt x="9" y="94"/>
                </a:cubicBezTo>
                <a:cubicBezTo>
                  <a:pt x="9" y="14"/>
                  <a:pt x="9" y="14"/>
                  <a:pt x="9" y="14"/>
                </a:cubicBezTo>
                <a:cubicBezTo>
                  <a:pt x="9" y="12"/>
                  <a:pt x="12" y="10"/>
                  <a:pt x="14" y="10"/>
                </a:cubicBezTo>
                <a:lnTo>
                  <a:pt x="146" y="10"/>
                </a:lnTo>
                <a:close/>
                <a:moveTo>
                  <a:pt x="151" y="103"/>
                </a:moveTo>
                <a:cubicBezTo>
                  <a:pt x="151" y="108"/>
                  <a:pt x="151" y="108"/>
                  <a:pt x="151" y="108"/>
                </a:cubicBezTo>
                <a:cubicBezTo>
                  <a:pt x="151" y="110"/>
                  <a:pt x="149" y="112"/>
                  <a:pt x="146" y="112"/>
                </a:cubicBezTo>
                <a:cubicBezTo>
                  <a:pt x="14" y="112"/>
                  <a:pt x="14" y="112"/>
                  <a:pt x="14" y="112"/>
                </a:cubicBezTo>
                <a:cubicBezTo>
                  <a:pt x="12" y="112"/>
                  <a:pt x="9" y="110"/>
                  <a:pt x="9" y="108"/>
                </a:cubicBezTo>
                <a:cubicBezTo>
                  <a:pt x="9" y="103"/>
                  <a:pt x="9" y="103"/>
                  <a:pt x="9" y="103"/>
                </a:cubicBezTo>
                <a:cubicBezTo>
                  <a:pt x="151" y="103"/>
                  <a:pt x="151" y="103"/>
                  <a:pt x="151" y="103"/>
                </a:cubicBezTo>
                <a:close/>
                <a:moveTo>
                  <a:pt x="95" y="122"/>
                </a:moveTo>
                <a:cubicBezTo>
                  <a:pt x="102" y="141"/>
                  <a:pt x="102" y="141"/>
                  <a:pt x="102" y="141"/>
                </a:cubicBezTo>
                <a:cubicBezTo>
                  <a:pt x="58" y="141"/>
                  <a:pt x="58" y="141"/>
                  <a:pt x="58" y="141"/>
                </a:cubicBezTo>
                <a:cubicBezTo>
                  <a:pt x="65" y="122"/>
                  <a:pt x="65" y="122"/>
                  <a:pt x="65" y="122"/>
                </a:cubicBezTo>
                <a:cubicBezTo>
                  <a:pt x="95" y="122"/>
                  <a:pt x="95" y="122"/>
                  <a:pt x="95" y="122"/>
                </a:cubicBezTo>
                <a:close/>
                <a:moveTo>
                  <a:pt x="14" y="0"/>
                </a:moveTo>
                <a:cubicBezTo>
                  <a:pt x="6" y="0"/>
                  <a:pt x="0" y="7"/>
                  <a:pt x="0" y="14"/>
                </a:cubicBezTo>
                <a:cubicBezTo>
                  <a:pt x="0" y="108"/>
                  <a:pt x="0" y="108"/>
                  <a:pt x="0" y="108"/>
                </a:cubicBezTo>
                <a:cubicBezTo>
                  <a:pt x="0" y="116"/>
                  <a:pt x="6" y="122"/>
                  <a:pt x="14" y="122"/>
                </a:cubicBezTo>
                <a:cubicBezTo>
                  <a:pt x="55" y="122"/>
                  <a:pt x="55" y="122"/>
                  <a:pt x="55" y="122"/>
                </a:cubicBezTo>
                <a:cubicBezTo>
                  <a:pt x="49" y="141"/>
                  <a:pt x="49" y="141"/>
                  <a:pt x="49" y="141"/>
                </a:cubicBezTo>
                <a:cubicBezTo>
                  <a:pt x="33" y="141"/>
                  <a:pt x="33" y="141"/>
                  <a:pt x="33" y="141"/>
                </a:cubicBezTo>
                <a:cubicBezTo>
                  <a:pt x="31" y="141"/>
                  <a:pt x="29" y="143"/>
                  <a:pt x="29" y="145"/>
                </a:cubicBezTo>
                <a:cubicBezTo>
                  <a:pt x="29" y="148"/>
                  <a:pt x="31" y="150"/>
                  <a:pt x="33" y="150"/>
                </a:cubicBezTo>
                <a:cubicBezTo>
                  <a:pt x="127" y="150"/>
                  <a:pt x="127" y="150"/>
                  <a:pt x="127" y="150"/>
                </a:cubicBezTo>
                <a:cubicBezTo>
                  <a:pt x="130" y="150"/>
                  <a:pt x="132" y="148"/>
                  <a:pt x="132" y="145"/>
                </a:cubicBezTo>
                <a:cubicBezTo>
                  <a:pt x="132" y="143"/>
                  <a:pt x="130" y="141"/>
                  <a:pt x="127" y="141"/>
                </a:cubicBezTo>
                <a:cubicBezTo>
                  <a:pt x="112" y="141"/>
                  <a:pt x="112" y="141"/>
                  <a:pt x="112" y="141"/>
                </a:cubicBezTo>
                <a:cubicBezTo>
                  <a:pt x="105" y="122"/>
                  <a:pt x="105" y="122"/>
                  <a:pt x="105" y="122"/>
                </a:cubicBezTo>
                <a:cubicBezTo>
                  <a:pt x="146" y="122"/>
                  <a:pt x="146" y="122"/>
                  <a:pt x="146" y="122"/>
                </a:cubicBezTo>
                <a:cubicBezTo>
                  <a:pt x="154" y="122"/>
                  <a:pt x="160" y="116"/>
                  <a:pt x="160" y="108"/>
                </a:cubicBezTo>
                <a:cubicBezTo>
                  <a:pt x="160" y="14"/>
                  <a:pt x="160" y="14"/>
                  <a:pt x="160" y="14"/>
                </a:cubicBezTo>
                <a:cubicBezTo>
                  <a:pt x="160" y="7"/>
                  <a:pt x="154" y="0"/>
                  <a:pt x="146" y="0"/>
                </a:cubicBezTo>
                <a:lnTo>
                  <a:pt x="14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1" name="Prevalence">
            <a:extLst>
              <a:ext uri="{FF2B5EF4-FFF2-40B4-BE49-F238E27FC236}">
                <a16:creationId xmlns:a16="http://schemas.microsoft.com/office/drawing/2014/main" id="{C5EC3F37-40C0-493A-8249-79925334BE28}"/>
              </a:ext>
            </a:extLst>
          </p:cNvPr>
          <p:cNvSpPr/>
          <p:nvPr/>
        </p:nvSpPr>
        <p:spPr>
          <a:xfrm>
            <a:off x="3774755" y="5323578"/>
            <a:ext cx="2005578" cy="223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6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Opportunities</a:t>
            </a: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CEDD2ABA-A55C-492F-9C27-0531AACAF9AA}"/>
              </a:ext>
            </a:extLst>
          </p:cNvPr>
          <p:cNvGrpSpPr/>
          <p:nvPr/>
        </p:nvGrpSpPr>
        <p:grpSpPr>
          <a:xfrm>
            <a:off x="9776429" y="4669869"/>
            <a:ext cx="591883" cy="472176"/>
            <a:chOff x="703263" y="708025"/>
            <a:chExt cx="423862" cy="338138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99" name="Freeform 9">
              <a:extLst>
                <a:ext uri="{FF2B5EF4-FFF2-40B4-BE49-F238E27FC236}">
                  <a16:creationId xmlns:a16="http://schemas.microsoft.com/office/drawing/2014/main" id="{845B2214-38C7-4641-82C7-CC60548CE27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8675" y="912813"/>
              <a:ext cx="298450" cy="133350"/>
            </a:xfrm>
            <a:custGeom>
              <a:avLst/>
              <a:gdLst>
                <a:gd name="T0" fmla="*/ 84 w 95"/>
                <a:gd name="T1" fmla="*/ 40 h 40"/>
                <a:gd name="T2" fmla="*/ 10 w 95"/>
                <a:gd name="T3" fmla="*/ 40 h 40"/>
                <a:gd name="T4" fmla="*/ 0 w 95"/>
                <a:gd name="T5" fmla="*/ 30 h 40"/>
                <a:gd name="T6" fmla="*/ 6 w 95"/>
                <a:gd name="T7" fmla="*/ 14 h 40"/>
                <a:gd name="T8" fmla="*/ 21 w 95"/>
                <a:gd name="T9" fmla="*/ 4 h 40"/>
                <a:gd name="T10" fmla="*/ 47 w 95"/>
                <a:gd name="T11" fmla="*/ 0 h 40"/>
                <a:gd name="T12" fmla="*/ 74 w 95"/>
                <a:gd name="T13" fmla="*/ 4 h 40"/>
                <a:gd name="T14" fmla="*/ 88 w 95"/>
                <a:gd name="T15" fmla="*/ 14 h 40"/>
                <a:gd name="T16" fmla="*/ 95 w 95"/>
                <a:gd name="T17" fmla="*/ 30 h 40"/>
                <a:gd name="T18" fmla="*/ 84 w 95"/>
                <a:gd name="T19" fmla="*/ 40 h 40"/>
                <a:gd name="T20" fmla="*/ 7 w 95"/>
                <a:gd name="T21" fmla="*/ 30 h 40"/>
                <a:gd name="T22" fmla="*/ 10 w 95"/>
                <a:gd name="T23" fmla="*/ 33 h 40"/>
                <a:gd name="T24" fmla="*/ 84 w 95"/>
                <a:gd name="T25" fmla="*/ 33 h 40"/>
                <a:gd name="T26" fmla="*/ 88 w 95"/>
                <a:gd name="T27" fmla="*/ 30 h 40"/>
                <a:gd name="T28" fmla="*/ 83 w 95"/>
                <a:gd name="T29" fmla="*/ 18 h 40"/>
                <a:gd name="T30" fmla="*/ 47 w 95"/>
                <a:gd name="T31" fmla="*/ 6 h 40"/>
                <a:gd name="T32" fmla="*/ 12 w 95"/>
                <a:gd name="T33" fmla="*/ 18 h 40"/>
                <a:gd name="T34" fmla="*/ 7 w 95"/>
                <a:gd name="T35" fmla="*/ 3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5" h="40">
                  <a:moveTo>
                    <a:pt x="84" y="40"/>
                  </a:moveTo>
                  <a:cubicBezTo>
                    <a:pt x="10" y="40"/>
                    <a:pt x="10" y="40"/>
                    <a:pt x="10" y="40"/>
                  </a:cubicBezTo>
                  <a:cubicBezTo>
                    <a:pt x="5" y="40"/>
                    <a:pt x="0" y="35"/>
                    <a:pt x="0" y="30"/>
                  </a:cubicBezTo>
                  <a:cubicBezTo>
                    <a:pt x="0" y="30"/>
                    <a:pt x="0" y="22"/>
                    <a:pt x="6" y="14"/>
                  </a:cubicBezTo>
                  <a:cubicBezTo>
                    <a:pt x="10" y="10"/>
                    <a:pt x="15" y="6"/>
                    <a:pt x="21" y="4"/>
                  </a:cubicBezTo>
                  <a:cubicBezTo>
                    <a:pt x="28" y="1"/>
                    <a:pt x="37" y="0"/>
                    <a:pt x="47" y="0"/>
                  </a:cubicBezTo>
                  <a:cubicBezTo>
                    <a:pt x="58" y="0"/>
                    <a:pt x="67" y="1"/>
                    <a:pt x="74" y="4"/>
                  </a:cubicBezTo>
                  <a:cubicBezTo>
                    <a:pt x="80" y="6"/>
                    <a:pt x="85" y="10"/>
                    <a:pt x="88" y="14"/>
                  </a:cubicBezTo>
                  <a:cubicBezTo>
                    <a:pt x="94" y="22"/>
                    <a:pt x="95" y="30"/>
                    <a:pt x="95" y="30"/>
                  </a:cubicBezTo>
                  <a:cubicBezTo>
                    <a:pt x="95" y="35"/>
                    <a:pt x="90" y="40"/>
                    <a:pt x="84" y="40"/>
                  </a:cubicBezTo>
                  <a:close/>
                  <a:moveTo>
                    <a:pt x="7" y="30"/>
                  </a:moveTo>
                  <a:cubicBezTo>
                    <a:pt x="7" y="32"/>
                    <a:pt x="8" y="33"/>
                    <a:pt x="10" y="33"/>
                  </a:cubicBezTo>
                  <a:cubicBezTo>
                    <a:pt x="84" y="33"/>
                    <a:pt x="84" y="33"/>
                    <a:pt x="84" y="33"/>
                  </a:cubicBezTo>
                  <a:cubicBezTo>
                    <a:pt x="86" y="33"/>
                    <a:pt x="88" y="32"/>
                    <a:pt x="88" y="30"/>
                  </a:cubicBezTo>
                  <a:cubicBezTo>
                    <a:pt x="88" y="30"/>
                    <a:pt x="88" y="24"/>
                    <a:pt x="83" y="18"/>
                  </a:cubicBezTo>
                  <a:cubicBezTo>
                    <a:pt x="76" y="10"/>
                    <a:pt x="64" y="6"/>
                    <a:pt x="47" y="6"/>
                  </a:cubicBezTo>
                  <a:cubicBezTo>
                    <a:pt x="31" y="6"/>
                    <a:pt x="18" y="10"/>
                    <a:pt x="12" y="18"/>
                  </a:cubicBezTo>
                  <a:cubicBezTo>
                    <a:pt x="7" y="24"/>
                    <a:pt x="7" y="30"/>
                    <a:pt x="7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0" name="Freeform 10">
              <a:extLst>
                <a:ext uri="{FF2B5EF4-FFF2-40B4-BE49-F238E27FC236}">
                  <a16:creationId xmlns:a16="http://schemas.microsoft.com/office/drawing/2014/main" id="{B280A2E2-EF11-4294-8683-F499A5508A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90588" y="708025"/>
              <a:ext cx="169863" cy="180975"/>
            </a:xfrm>
            <a:custGeom>
              <a:avLst/>
              <a:gdLst>
                <a:gd name="T0" fmla="*/ 27 w 54"/>
                <a:gd name="T1" fmla="*/ 54 h 54"/>
                <a:gd name="T2" fmla="*/ 0 w 54"/>
                <a:gd name="T3" fmla="*/ 27 h 54"/>
                <a:gd name="T4" fmla="*/ 27 w 54"/>
                <a:gd name="T5" fmla="*/ 0 h 54"/>
                <a:gd name="T6" fmla="*/ 54 w 54"/>
                <a:gd name="T7" fmla="*/ 27 h 54"/>
                <a:gd name="T8" fmla="*/ 27 w 54"/>
                <a:gd name="T9" fmla="*/ 54 h 54"/>
                <a:gd name="T10" fmla="*/ 27 w 54"/>
                <a:gd name="T11" fmla="*/ 7 h 54"/>
                <a:gd name="T12" fmla="*/ 7 w 54"/>
                <a:gd name="T13" fmla="*/ 27 h 54"/>
                <a:gd name="T14" fmla="*/ 27 w 54"/>
                <a:gd name="T15" fmla="*/ 47 h 54"/>
                <a:gd name="T16" fmla="*/ 48 w 54"/>
                <a:gd name="T17" fmla="*/ 27 h 54"/>
                <a:gd name="T18" fmla="*/ 27 w 54"/>
                <a:gd name="T19" fmla="*/ 7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4" h="54">
                  <a:moveTo>
                    <a:pt x="27" y="54"/>
                  </a:moveTo>
                  <a:cubicBezTo>
                    <a:pt x="12" y="54"/>
                    <a:pt x="0" y="42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4" y="12"/>
                    <a:pt x="54" y="27"/>
                  </a:cubicBezTo>
                  <a:cubicBezTo>
                    <a:pt x="54" y="42"/>
                    <a:pt x="42" y="54"/>
                    <a:pt x="27" y="54"/>
                  </a:cubicBezTo>
                  <a:close/>
                  <a:moveTo>
                    <a:pt x="27" y="7"/>
                  </a:moveTo>
                  <a:cubicBezTo>
                    <a:pt x="16" y="7"/>
                    <a:pt x="7" y="16"/>
                    <a:pt x="7" y="27"/>
                  </a:cubicBezTo>
                  <a:cubicBezTo>
                    <a:pt x="7" y="38"/>
                    <a:pt x="16" y="47"/>
                    <a:pt x="27" y="47"/>
                  </a:cubicBezTo>
                  <a:cubicBezTo>
                    <a:pt x="38" y="47"/>
                    <a:pt x="48" y="38"/>
                    <a:pt x="48" y="27"/>
                  </a:cubicBezTo>
                  <a:cubicBezTo>
                    <a:pt x="48" y="16"/>
                    <a:pt x="38" y="7"/>
                    <a:pt x="27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1" name="Freeform 11">
              <a:extLst>
                <a:ext uri="{FF2B5EF4-FFF2-40B4-BE49-F238E27FC236}">
                  <a16:creationId xmlns:a16="http://schemas.microsoft.com/office/drawing/2014/main" id="{CCF5592F-E852-41C3-BBAF-8E23159A631E}"/>
                </a:ext>
              </a:extLst>
            </p:cNvPr>
            <p:cNvSpPr>
              <a:spLocks/>
            </p:cNvSpPr>
            <p:nvPr/>
          </p:nvSpPr>
          <p:spPr bwMode="auto">
            <a:xfrm>
              <a:off x="703263" y="931863"/>
              <a:ext cx="125413" cy="114300"/>
            </a:xfrm>
            <a:custGeom>
              <a:avLst/>
              <a:gdLst>
                <a:gd name="T0" fmla="*/ 30 w 40"/>
                <a:gd name="T1" fmla="*/ 34 h 34"/>
                <a:gd name="T2" fmla="*/ 10 w 40"/>
                <a:gd name="T3" fmla="*/ 34 h 34"/>
                <a:gd name="T4" fmla="*/ 0 w 40"/>
                <a:gd name="T5" fmla="*/ 24 h 34"/>
                <a:gd name="T6" fmla="*/ 4 w 40"/>
                <a:gd name="T7" fmla="*/ 12 h 34"/>
                <a:gd name="T8" fmla="*/ 14 w 40"/>
                <a:gd name="T9" fmla="*/ 4 h 34"/>
                <a:gd name="T10" fmla="*/ 33 w 40"/>
                <a:gd name="T11" fmla="*/ 0 h 34"/>
                <a:gd name="T12" fmla="*/ 37 w 40"/>
                <a:gd name="T13" fmla="*/ 0 h 34"/>
                <a:gd name="T14" fmla="*/ 40 w 40"/>
                <a:gd name="T15" fmla="*/ 4 h 34"/>
                <a:gd name="T16" fmla="*/ 36 w 40"/>
                <a:gd name="T17" fmla="*/ 7 h 34"/>
                <a:gd name="T18" fmla="*/ 33 w 40"/>
                <a:gd name="T19" fmla="*/ 7 h 34"/>
                <a:gd name="T20" fmla="*/ 6 w 40"/>
                <a:gd name="T21" fmla="*/ 24 h 34"/>
                <a:gd name="T22" fmla="*/ 10 w 40"/>
                <a:gd name="T23" fmla="*/ 27 h 34"/>
                <a:gd name="T24" fmla="*/ 30 w 40"/>
                <a:gd name="T25" fmla="*/ 27 h 34"/>
                <a:gd name="T26" fmla="*/ 33 w 40"/>
                <a:gd name="T27" fmla="*/ 31 h 34"/>
                <a:gd name="T28" fmla="*/ 30 w 40"/>
                <a:gd name="T29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0" h="34">
                  <a:moveTo>
                    <a:pt x="30" y="34"/>
                  </a:moveTo>
                  <a:cubicBezTo>
                    <a:pt x="10" y="34"/>
                    <a:pt x="10" y="34"/>
                    <a:pt x="10" y="34"/>
                  </a:cubicBezTo>
                  <a:cubicBezTo>
                    <a:pt x="4" y="34"/>
                    <a:pt x="0" y="29"/>
                    <a:pt x="0" y="24"/>
                  </a:cubicBezTo>
                  <a:cubicBezTo>
                    <a:pt x="0" y="24"/>
                    <a:pt x="0" y="18"/>
                    <a:pt x="4" y="12"/>
                  </a:cubicBezTo>
                  <a:cubicBezTo>
                    <a:pt x="7" y="8"/>
                    <a:pt x="10" y="6"/>
                    <a:pt x="14" y="4"/>
                  </a:cubicBezTo>
                  <a:cubicBezTo>
                    <a:pt x="20" y="1"/>
                    <a:pt x="26" y="0"/>
                    <a:pt x="33" y="0"/>
                  </a:cubicBezTo>
                  <a:cubicBezTo>
                    <a:pt x="34" y="0"/>
                    <a:pt x="36" y="0"/>
                    <a:pt x="37" y="0"/>
                  </a:cubicBezTo>
                  <a:cubicBezTo>
                    <a:pt x="39" y="0"/>
                    <a:pt x="40" y="2"/>
                    <a:pt x="40" y="4"/>
                  </a:cubicBezTo>
                  <a:cubicBezTo>
                    <a:pt x="40" y="6"/>
                    <a:pt x="38" y="7"/>
                    <a:pt x="36" y="7"/>
                  </a:cubicBezTo>
                  <a:cubicBezTo>
                    <a:pt x="35" y="7"/>
                    <a:pt x="34" y="7"/>
                    <a:pt x="33" y="7"/>
                  </a:cubicBezTo>
                  <a:cubicBezTo>
                    <a:pt x="7" y="7"/>
                    <a:pt x="6" y="23"/>
                    <a:pt x="6" y="24"/>
                  </a:cubicBezTo>
                  <a:cubicBezTo>
                    <a:pt x="6" y="26"/>
                    <a:pt x="8" y="27"/>
                    <a:pt x="10" y="27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32" y="27"/>
                    <a:pt x="33" y="29"/>
                    <a:pt x="33" y="31"/>
                  </a:cubicBezTo>
                  <a:cubicBezTo>
                    <a:pt x="33" y="33"/>
                    <a:pt x="32" y="34"/>
                    <a:pt x="30" y="3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2" name="Freeform 12">
              <a:extLst>
                <a:ext uri="{FF2B5EF4-FFF2-40B4-BE49-F238E27FC236}">
                  <a16:creationId xmlns:a16="http://schemas.microsoft.com/office/drawing/2014/main" id="{F3C5EB4D-CD40-45CD-8F8D-E883F2F6C3D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4538" y="774700"/>
              <a:ext cx="128588" cy="138113"/>
            </a:xfrm>
            <a:custGeom>
              <a:avLst/>
              <a:gdLst>
                <a:gd name="T0" fmla="*/ 20 w 41"/>
                <a:gd name="T1" fmla="*/ 41 h 41"/>
                <a:gd name="T2" fmla="*/ 0 w 41"/>
                <a:gd name="T3" fmla="*/ 20 h 41"/>
                <a:gd name="T4" fmla="*/ 20 w 41"/>
                <a:gd name="T5" fmla="*/ 0 h 41"/>
                <a:gd name="T6" fmla="*/ 41 w 41"/>
                <a:gd name="T7" fmla="*/ 20 h 41"/>
                <a:gd name="T8" fmla="*/ 20 w 41"/>
                <a:gd name="T9" fmla="*/ 41 h 41"/>
                <a:gd name="T10" fmla="*/ 20 w 41"/>
                <a:gd name="T11" fmla="*/ 7 h 41"/>
                <a:gd name="T12" fmla="*/ 7 w 41"/>
                <a:gd name="T13" fmla="*/ 20 h 41"/>
                <a:gd name="T14" fmla="*/ 20 w 41"/>
                <a:gd name="T15" fmla="*/ 34 h 41"/>
                <a:gd name="T16" fmla="*/ 34 w 41"/>
                <a:gd name="T17" fmla="*/ 20 h 41"/>
                <a:gd name="T18" fmla="*/ 20 w 41"/>
                <a:gd name="T19" fmla="*/ 7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41">
                  <a:moveTo>
                    <a:pt x="20" y="41"/>
                  </a:moveTo>
                  <a:cubicBezTo>
                    <a:pt x="9" y="41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1" y="9"/>
                    <a:pt x="41" y="20"/>
                  </a:cubicBezTo>
                  <a:cubicBezTo>
                    <a:pt x="41" y="31"/>
                    <a:pt x="31" y="41"/>
                    <a:pt x="20" y="41"/>
                  </a:cubicBezTo>
                  <a:close/>
                  <a:moveTo>
                    <a:pt x="20" y="7"/>
                  </a:moveTo>
                  <a:cubicBezTo>
                    <a:pt x="13" y="7"/>
                    <a:pt x="7" y="13"/>
                    <a:pt x="7" y="20"/>
                  </a:cubicBezTo>
                  <a:cubicBezTo>
                    <a:pt x="7" y="28"/>
                    <a:pt x="13" y="34"/>
                    <a:pt x="20" y="34"/>
                  </a:cubicBezTo>
                  <a:cubicBezTo>
                    <a:pt x="28" y="34"/>
                    <a:pt x="34" y="28"/>
                    <a:pt x="34" y="20"/>
                  </a:cubicBezTo>
                  <a:cubicBezTo>
                    <a:pt x="34" y="13"/>
                    <a:pt x="28" y="7"/>
                    <a:pt x="20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12" name="Prevalence">
            <a:extLst>
              <a:ext uri="{FF2B5EF4-FFF2-40B4-BE49-F238E27FC236}">
                <a16:creationId xmlns:a16="http://schemas.microsoft.com/office/drawing/2014/main" id="{6EF08A7B-B6E9-4C26-A40E-7D51E99C48D5}"/>
              </a:ext>
            </a:extLst>
          </p:cNvPr>
          <p:cNvSpPr/>
          <p:nvPr/>
        </p:nvSpPr>
        <p:spPr>
          <a:xfrm>
            <a:off x="9069581" y="5323578"/>
            <a:ext cx="2005578" cy="223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6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Threats</a:t>
            </a:r>
          </a:p>
        </p:txBody>
      </p:sp>
    </p:spTree>
    <p:extLst>
      <p:ext uri="{BB962C8B-B14F-4D97-AF65-F5344CB8AC3E}">
        <p14:creationId xmlns:p14="http://schemas.microsoft.com/office/powerpoint/2010/main" val="25129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73">
            <a:extLst>
              <a:ext uri="{FF2B5EF4-FFF2-40B4-BE49-F238E27FC236}">
                <a16:creationId xmlns:a16="http://schemas.microsoft.com/office/drawing/2014/main" id="{3AA7A324-2506-460D-B066-B35875A6B1BA}"/>
              </a:ext>
            </a:extLst>
          </p:cNvPr>
          <p:cNvSpPr/>
          <p:nvPr/>
        </p:nvSpPr>
        <p:spPr>
          <a:xfrm>
            <a:off x="9480482" y="2150068"/>
            <a:ext cx="1815043" cy="1815042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16D298E4-A87B-4FAF-A99C-39413F06B53E}"/>
              </a:ext>
            </a:extLst>
          </p:cNvPr>
          <p:cNvSpPr/>
          <p:nvPr/>
        </p:nvSpPr>
        <p:spPr>
          <a:xfrm>
            <a:off x="9480482" y="4175645"/>
            <a:ext cx="1815043" cy="1815042"/>
          </a:xfrm>
          <a:prstGeom prst="rect">
            <a:avLst/>
          </a:prstGeom>
          <a:solidFill>
            <a:schemeClr val="accent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7CE41D03-1D40-4712-A32B-19AD287FEA52}"/>
              </a:ext>
            </a:extLst>
          </p:cNvPr>
          <p:cNvSpPr/>
          <p:nvPr/>
        </p:nvSpPr>
        <p:spPr>
          <a:xfrm>
            <a:off x="7454904" y="2150068"/>
            <a:ext cx="1815043" cy="1815042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A90412B-BE33-4609-91CC-ABEEB4916BA9}"/>
              </a:ext>
            </a:extLst>
          </p:cNvPr>
          <p:cNvSpPr/>
          <p:nvPr/>
        </p:nvSpPr>
        <p:spPr>
          <a:xfrm>
            <a:off x="7454904" y="4175645"/>
            <a:ext cx="1815043" cy="1815042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B978AE3-EF74-4F03-8ED8-846DF70E59B2}"/>
              </a:ext>
            </a:extLst>
          </p:cNvPr>
          <p:cNvSpPr txBox="1"/>
          <p:nvPr/>
        </p:nvSpPr>
        <p:spPr>
          <a:xfrm>
            <a:off x="717044" y="752762"/>
            <a:ext cx="4434015" cy="65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500" dirty="0">
                <a:solidFill>
                  <a:schemeClr val="accent2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Positioning</a:t>
            </a:r>
            <a:r>
              <a:rPr lang="en-US" sz="3500" dirty="0">
                <a:latin typeface="Poppins SemiBold" panose="00000700000000000000" pitchFamily="50" charset="0"/>
                <a:cs typeface="Poppins SemiBold" panose="00000700000000000000" pitchFamily="50" charset="0"/>
              </a:rPr>
              <a:t> Matrix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1C2C45A8-56C9-453A-8D75-FE5AB429D876}"/>
              </a:ext>
            </a:extLst>
          </p:cNvPr>
          <p:cNvCxnSpPr>
            <a:cxnSpLocks/>
          </p:cNvCxnSpPr>
          <p:nvPr/>
        </p:nvCxnSpPr>
        <p:spPr>
          <a:xfrm>
            <a:off x="7033833" y="2150068"/>
            <a:ext cx="0" cy="3840619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D5D3761-6389-4FD1-8807-416322B0C87A}"/>
              </a:ext>
            </a:extLst>
          </p:cNvPr>
          <p:cNvCxnSpPr>
            <a:cxnSpLocks/>
          </p:cNvCxnSpPr>
          <p:nvPr/>
        </p:nvCxnSpPr>
        <p:spPr>
          <a:xfrm>
            <a:off x="7033833" y="2150068"/>
            <a:ext cx="207078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37031D67-1BFE-4E0E-B0DD-D83FA4D98471}"/>
              </a:ext>
            </a:extLst>
          </p:cNvPr>
          <p:cNvCxnSpPr>
            <a:cxnSpLocks/>
          </p:cNvCxnSpPr>
          <p:nvPr/>
        </p:nvCxnSpPr>
        <p:spPr>
          <a:xfrm>
            <a:off x="7033833" y="5990687"/>
            <a:ext cx="207078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B453067A-6142-4E18-BF02-2124D5141A5B}"/>
              </a:ext>
            </a:extLst>
          </p:cNvPr>
          <p:cNvSpPr/>
          <p:nvPr/>
        </p:nvSpPr>
        <p:spPr>
          <a:xfrm rot="5400000">
            <a:off x="6452018" y="4550383"/>
            <a:ext cx="1163629" cy="4141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AFD5998-DCC9-4445-999B-C1B7829DEB92}"/>
              </a:ext>
            </a:extLst>
          </p:cNvPr>
          <p:cNvSpPr/>
          <p:nvPr/>
        </p:nvSpPr>
        <p:spPr>
          <a:xfrm rot="5400000">
            <a:off x="6452018" y="3183134"/>
            <a:ext cx="1163629" cy="4141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D3CF8D6-BF33-4AF4-8B95-0890D2CE2658}"/>
              </a:ext>
            </a:extLst>
          </p:cNvPr>
          <p:cNvSpPr txBox="1"/>
          <p:nvPr/>
        </p:nvSpPr>
        <p:spPr>
          <a:xfrm rot="16200000">
            <a:off x="6487140" y="3220936"/>
            <a:ext cx="1093387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Poppins regular" panose="00000500000000000000" pitchFamily="2" charset="0"/>
                <a:ea typeface="Jost" pitchFamily="2" charset="0"/>
                <a:cs typeface="Poppins regular" panose="00000500000000000000" pitchFamily="2" charset="0"/>
              </a:rPr>
              <a:t>Existing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DF97D13-D087-4911-967A-9E364FE399BB}"/>
              </a:ext>
            </a:extLst>
          </p:cNvPr>
          <p:cNvSpPr txBox="1"/>
          <p:nvPr/>
        </p:nvSpPr>
        <p:spPr>
          <a:xfrm rot="16200000">
            <a:off x="6493692" y="4588184"/>
            <a:ext cx="1080282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Poppins regular" panose="00000500000000000000" pitchFamily="2" charset="0"/>
                <a:ea typeface="Jost" pitchFamily="2" charset="0"/>
                <a:cs typeface="Poppins regular" panose="00000500000000000000" pitchFamily="2" charset="0"/>
              </a:rPr>
              <a:t>Now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55DB211-9CA8-498D-9CC1-8E74C7A17607}"/>
              </a:ext>
            </a:extLst>
          </p:cNvPr>
          <p:cNvSpPr txBox="1"/>
          <p:nvPr/>
        </p:nvSpPr>
        <p:spPr>
          <a:xfrm>
            <a:off x="767450" y="2406057"/>
            <a:ext cx="3223974" cy="342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6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Summary Purpose Template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717EC7E-0E03-43F7-B8FC-E2D6853668FD}"/>
              </a:ext>
            </a:extLst>
          </p:cNvPr>
          <p:cNvSpPr txBox="1"/>
          <p:nvPr/>
        </p:nvSpPr>
        <p:spPr>
          <a:xfrm>
            <a:off x="767451" y="3738732"/>
            <a:ext cx="4068517" cy="6896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variations of passages of Lorem Ipsum available, but the have suffered alteration in some form, by injected humor, or randomized  which don't look  slightly believable.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D9FEB2B-F0C5-47F1-A3FA-3CB667179D97}"/>
              </a:ext>
            </a:extLst>
          </p:cNvPr>
          <p:cNvSpPr txBox="1"/>
          <p:nvPr/>
        </p:nvSpPr>
        <p:spPr>
          <a:xfrm>
            <a:off x="767451" y="2990147"/>
            <a:ext cx="4434015" cy="580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20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variations of passages of Lorem Ipsum available, the or randomized words which</a:t>
            </a:r>
            <a:endParaRPr lang="en-US" sz="1200" i="1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DFBE977A-E956-4F32-869B-E4E54475C292}"/>
              </a:ext>
            </a:extLst>
          </p:cNvPr>
          <p:cNvSpPr txBox="1"/>
          <p:nvPr/>
        </p:nvSpPr>
        <p:spPr>
          <a:xfrm>
            <a:off x="767450" y="5852187"/>
            <a:ext cx="25317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400" dirty="0">
                <a:solidFill>
                  <a:schemeClr val="accent1"/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www.example.com</a:t>
            </a:r>
          </a:p>
        </p:txBody>
      </p:sp>
      <p:sp>
        <p:nvSpPr>
          <p:cNvPr id="102" name="Freeform 20">
            <a:extLst>
              <a:ext uri="{FF2B5EF4-FFF2-40B4-BE49-F238E27FC236}">
                <a16:creationId xmlns:a16="http://schemas.microsoft.com/office/drawing/2014/main" id="{BA43B22C-5699-4914-A776-32C37919E0B1}"/>
              </a:ext>
            </a:extLst>
          </p:cNvPr>
          <p:cNvSpPr>
            <a:spLocks noEditPoints="1"/>
          </p:cNvSpPr>
          <p:nvPr/>
        </p:nvSpPr>
        <p:spPr bwMode="auto">
          <a:xfrm>
            <a:off x="8198797" y="2700109"/>
            <a:ext cx="327256" cy="409069"/>
          </a:xfrm>
          <a:custGeom>
            <a:avLst/>
            <a:gdLst>
              <a:gd name="T0" fmla="*/ 128 w 128"/>
              <a:gd name="T1" fmla="*/ 138 h 160"/>
              <a:gd name="T2" fmla="*/ 119 w 128"/>
              <a:gd name="T3" fmla="*/ 35 h 160"/>
              <a:gd name="T4" fmla="*/ 115 w 128"/>
              <a:gd name="T5" fmla="*/ 31 h 160"/>
              <a:gd name="T6" fmla="*/ 96 w 128"/>
              <a:gd name="T7" fmla="*/ 31 h 160"/>
              <a:gd name="T8" fmla="*/ 64 w 128"/>
              <a:gd name="T9" fmla="*/ 0 h 160"/>
              <a:gd name="T10" fmla="*/ 33 w 128"/>
              <a:gd name="T11" fmla="*/ 31 h 160"/>
              <a:gd name="T12" fmla="*/ 14 w 128"/>
              <a:gd name="T13" fmla="*/ 31 h 160"/>
              <a:gd name="T14" fmla="*/ 9 w 128"/>
              <a:gd name="T15" fmla="*/ 35 h 160"/>
              <a:gd name="T16" fmla="*/ 0 w 128"/>
              <a:gd name="T17" fmla="*/ 138 h 160"/>
              <a:gd name="T18" fmla="*/ 0 w 128"/>
              <a:gd name="T19" fmla="*/ 139 h 160"/>
              <a:gd name="T20" fmla="*/ 24 w 128"/>
              <a:gd name="T21" fmla="*/ 160 h 160"/>
              <a:gd name="T22" fmla="*/ 104 w 128"/>
              <a:gd name="T23" fmla="*/ 160 h 160"/>
              <a:gd name="T24" fmla="*/ 128 w 128"/>
              <a:gd name="T25" fmla="*/ 139 h 160"/>
              <a:gd name="T26" fmla="*/ 128 w 128"/>
              <a:gd name="T27" fmla="*/ 138 h 160"/>
              <a:gd name="T28" fmla="*/ 64 w 128"/>
              <a:gd name="T29" fmla="*/ 9 h 160"/>
              <a:gd name="T30" fmla="*/ 87 w 128"/>
              <a:gd name="T31" fmla="*/ 31 h 160"/>
              <a:gd name="T32" fmla="*/ 42 w 128"/>
              <a:gd name="T33" fmla="*/ 31 h 160"/>
              <a:gd name="T34" fmla="*/ 64 w 128"/>
              <a:gd name="T35" fmla="*/ 9 h 160"/>
              <a:gd name="T36" fmla="*/ 104 w 128"/>
              <a:gd name="T37" fmla="*/ 151 h 160"/>
              <a:gd name="T38" fmla="*/ 24 w 128"/>
              <a:gd name="T39" fmla="*/ 151 h 160"/>
              <a:gd name="T40" fmla="*/ 9 w 128"/>
              <a:gd name="T41" fmla="*/ 139 h 160"/>
              <a:gd name="T42" fmla="*/ 18 w 128"/>
              <a:gd name="T43" fmla="*/ 40 h 160"/>
              <a:gd name="T44" fmla="*/ 33 w 128"/>
              <a:gd name="T45" fmla="*/ 40 h 160"/>
              <a:gd name="T46" fmla="*/ 33 w 128"/>
              <a:gd name="T47" fmla="*/ 53 h 160"/>
              <a:gd name="T48" fmla="*/ 37 w 128"/>
              <a:gd name="T49" fmla="*/ 58 h 160"/>
              <a:gd name="T50" fmla="*/ 42 w 128"/>
              <a:gd name="T51" fmla="*/ 53 h 160"/>
              <a:gd name="T52" fmla="*/ 42 w 128"/>
              <a:gd name="T53" fmla="*/ 40 h 160"/>
              <a:gd name="T54" fmla="*/ 87 w 128"/>
              <a:gd name="T55" fmla="*/ 40 h 160"/>
              <a:gd name="T56" fmla="*/ 87 w 128"/>
              <a:gd name="T57" fmla="*/ 53 h 160"/>
              <a:gd name="T58" fmla="*/ 91 w 128"/>
              <a:gd name="T59" fmla="*/ 58 h 160"/>
              <a:gd name="T60" fmla="*/ 96 w 128"/>
              <a:gd name="T61" fmla="*/ 53 h 160"/>
              <a:gd name="T62" fmla="*/ 96 w 128"/>
              <a:gd name="T63" fmla="*/ 40 h 160"/>
              <a:gd name="T64" fmla="*/ 111 w 128"/>
              <a:gd name="T65" fmla="*/ 40 h 160"/>
              <a:gd name="T66" fmla="*/ 120 w 128"/>
              <a:gd name="T67" fmla="*/ 139 h 160"/>
              <a:gd name="T68" fmla="*/ 104 w 128"/>
              <a:gd name="T69" fmla="*/ 151 h 160"/>
              <a:gd name="T70" fmla="*/ 104 w 128"/>
              <a:gd name="T71" fmla="*/ 151 h 160"/>
              <a:gd name="T72" fmla="*/ 104 w 128"/>
              <a:gd name="T73" fmla="*/ 151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28" h="160">
                <a:moveTo>
                  <a:pt x="128" y="138"/>
                </a:moveTo>
                <a:cubicBezTo>
                  <a:pt x="119" y="35"/>
                  <a:pt x="119" y="35"/>
                  <a:pt x="119" y="35"/>
                </a:cubicBezTo>
                <a:cubicBezTo>
                  <a:pt x="119" y="33"/>
                  <a:pt x="117" y="31"/>
                  <a:pt x="115" y="31"/>
                </a:cubicBezTo>
                <a:cubicBezTo>
                  <a:pt x="96" y="31"/>
                  <a:pt x="96" y="31"/>
                  <a:pt x="96" y="31"/>
                </a:cubicBezTo>
                <a:cubicBezTo>
                  <a:pt x="96" y="14"/>
                  <a:pt x="82" y="0"/>
                  <a:pt x="64" y="0"/>
                </a:cubicBezTo>
                <a:cubicBezTo>
                  <a:pt x="47" y="0"/>
                  <a:pt x="33" y="14"/>
                  <a:pt x="33" y="31"/>
                </a:cubicBezTo>
                <a:cubicBezTo>
                  <a:pt x="14" y="31"/>
                  <a:pt x="14" y="31"/>
                  <a:pt x="14" y="31"/>
                </a:cubicBezTo>
                <a:cubicBezTo>
                  <a:pt x="12" y="31"/>
                  <a:pt x="10" y="33"/>
                  <a:pt x="9" y="35"/>
                </a:cubicBezTo>
                <a:cubicBezTo>
                  <a:pt x="0" y="138"/>
                  <a:pt x="0" y="138"/>
                  <a:pt x="0" y="138"/>
                </a:cubicBezTo>
                <a:cubicBezTo>
                  <a:pt x="0" y="138"/>
                  <a:pt x="0" y="139"/>
                  <a:pt x="0" y="139"/>
                </a:cubicBezTo>
                <a:cubicBezTo>
                  <a:pt x="0" y="150"/>
                  <a:pt x="11" y="160"/>
                  <a:pt x="24" y="160"/>
                </a:cubicBezTo>
                <a:cubicBezTo>
                  <a:pt x="104" y="160"/>
                  <a:pt x="104" y="160"/>
                  <a:pt x="104" y="160"/>
                </a:cubicBezTo>
                <a:cubicBezTo>
                  <a:pt x="118" y="160"/>
                  <a:pt x="128" y="150"/>
                  <a:pt x="128" y="139"/>
                </a:cubicBezTo>
                <a:cubicBezTo>
                  <a:pt x="128" y="139"/>
                  <a:pt x="128" y="138"/>
                  <a:pt x="128" y="138"/>
                </a:cubicBezTo>
                <a:close/>
                <a:moveTo>
                  <a:pt x="64" y="9"/>
                </a:moveTo>
                <a:cubicBezTo>
                  <a:pt x="77" y="9"/>
                  <a:pt x="87" y="19"/>
                  <a:pt x="87" y="31"/>
                </a:cubicBezTo>
                <a:cubicBezTo>
                  <a:pt x="42" y="31"/>
                  <a:pt x="42" y="31"/>
                  <a:pt x="42" y="31"/>
                </a:cubicBezTo>
                <a:cubicBezTo>
                  <a:pt x="42" y="19"/>
                  <a:pt x="52" y="9"/>
                  <a:pt x="64" y="9"/>
                </a:cubicBezTo>
                <a:close/>
                <a:moveTo>
                  <a:pt x="104" y="151"/>
                </a:moveTo>
                <a:cubicBezTo>
                  <a:pt x="24" y="151"/>
                  <a:pt x="24" y="151"/>
                  <a:pt x="24" y="151"/>
                </a:cubicBezTo>
                <a:cubicBezTo>
                  <a:pt x="16" y="151"/>
                  <a:pt x="9" y="146"/>
                  <a:pt x="9" y="139"/>
                </a:cubicBezTo>
                <a:cubicBezTo>
                  <a:pt x="18" y="40"/>
                  <a:pt x="18" y="40"/>
                  <a:pt x="18" y="40"/>
                </a:cubicBezTo>
                <a:cubicBezTo>
                  <a:pt x="33" y="40"/>
                  <a:pt x="33" y="40"/>
                  <a:pt x="33" y="40"/>
                </a:cubicBezTo>
                <a:cubicBezTo>
                  <a:pt x="33" y="53"/>
                  <a:pt x="33" y="53"/>
                  <a:pt x="33" y="53"/>
                </a:cubicBezTo>
                <a:cubicBezTo>
                  <a:pt x="33" y="56"/>
                  <a:pt x="35" y="58"/>
                  <a:pt x="37" y="58"/>
                </a:cubicBezTo>
                <a:cubicBezTo>
                  <a:pt x="40" y="58"/>
                  <a:pt x="42" y="56"/>
                  <a:pt x="42" y="53"/>
                </a:cubicBezTo>
                <a:cubicBezTo>
                  <a:pt x="42" y="40"/>
                  <a:pt x="42" y="40"/>
                  <a:pt x="42" y="40"/>
                </a:cubicBezTo>
                <a:cubicBezTo>
                  <a:pt x="87" y="40"/>
                  <a:pt x="87" y="40"/>
                  <a:pt x="87" y="40"/>
                </a:cubicBezTo>
                <a:cubicBezTo>
                  <a:pt x="87" y="53"/>
                  <a:pt x="87" y="53"/>
                  <a:pt x="87" y="53"/>
                </a:cubicBezTo>
                <a:cubicBezTo>
                  <a:pt x="87" y="56"/>
                  <a:pt x="89" y="58"/>
                  <a:pt x="91" y="58"/>
                </a:cubicBezTo>
                <a:cubicBezTo>
                  <a:pt x="94" y="58"/>
                  <a:pt x="96" y="56"/>
                  <a:pt x="96" y="53"/>
                </a:cubicBezTo>
                <a:cubicBezTo>
                  <a:pt x="96" y="40"/>
                  <a:pt x="96" y="40"/>
                  <a:pt x="96" y="40"/>
                </a:cubicBezTo>
                <a:cubicBezTo>
                  <a:pt x="111" y="40"/>
                  <a:pt x="111" y="40"/>
                  <a:pt x="111" y="40"/>
                </a:cubicBezTo>
                <a:cubicBezTo>
                  <a:pt x="120" y="139"/>
                  <a:pt x="120" y="139"/>
                  <a:pt x="120" y="139"/>
                </a:cubicBezTo>
                <a:cubicBezTo>
                  <a:pt x="119" y="146"/>
                  <a:pt x="113" y="151"/>
                  <a:pt x="104" y="151"/>
                </a:cubicBezTo>
                <a:close/>
                <a:moveTo>
                  <a:pt x="104" y="151"/>
                </a:moveTo>
                <a:cubicBezTo>
                  <a:pt x="104" y="151"/>
                  <a:pt x="104" y="151"/>
                  <a:pt x="104" y="151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3" name="Freeform 28">
            <a:extLst>
              <a:ext uri="{FF2B5EF4-FFF2-40B4-BE49-F238E27FC236}">
                <a16:creationId xmlns:a16="http://schemas.microsoft.com/office/drawing/2014/main" id="{C2F86B52-522C-41C0-9BFE-0CA2E7A14DE2}"/>
              </a:ext>
            </a:extLst>
          </p:cNvPr>
          <p:cNvSpPr>
            <a:spLocks noEditPoints="1"/>
          </p:cNvSpPr>
          <p:nvPr/>
        </p:nvSpPr>
        <p:spPr bwMode="auto">
          <a:xfrm>
            <a:off x="10212869" y="4734365"/>
            <a:ext cx="350268" cy="409069"/>
          </a:xfrm>
          <a:custGeom>
            <a:avLst/>
            <a:gdLst>
              <a:gd name="T0" fmla="*/ 65 w 137"/>
              <a:gd name="T1" fmla="*/ 101 h 160"/>
              <a:gd name="T2" fmla="*/ 65 w 137"/>
              <a:gd name="T3" fmla="*/ 89 h 160"/>
              <a:gd name="T4" fmla="*/ 85 w 137"/>
              <a:gd name="T5" fmla="*/ 85 h 160"/>
              <a:gd name="T6" fmla="*/ 73 w 137"/>
              <a:gd name="T7" fmla="*/ 81 h 160"/>
              <a:gd name="T8" fmla="*/ 69 w 137"/>
              <a:gd name="T9" fmla="*/ 71 h 160"/>
              <a:gd name="T10" fmla="*/ 65 w 137"/>
              <a:gd name="T11" fmla="*/ 81 h 160"/>
              <a:gd name="T12" fmla="*/ 51 w 137"/>
              <a:gd name="T13" fmla="*/ 95 h 160"/>
              <a:gd name="T14" fmla="*/ 74 w 137"/>
              <a:gd name="T15" fmla="*/ 109 h 160"/>
              <a:gd name="T16" fmla="*/ 74 w 137"/>
              <a:gd name="T17" fmla="*/ 121 h 160"/>
              <a:gd name="T18" fmla="*/ 53 w 137"/>
              <a:gd name="T19" fmla="*/ 125 h 160"/>
              <a:gd name="T20" fmla="*/ 65 w 137"/>
              <a:gd name="T21" fmla="*/ 129 h 160"/>
              <a:gd name="T22" fmla="*/ 69 w 137"/>
              <a:gd name="T23" fmla="*/ 138 h 160"/>
              <a:gd name="T24" fmla="*/ 73 w 137"/>
              <a:gd name="T25" fmla="*/ 129 h 160"/>
              <a:gd name="T26" fmla="*/ 74 w 137"/>
              <a:gd name="T27" fmla="*/ 129 h 160"/>
              <a:gd name="T28" fmla="*/ 74 w 137"/>
              <a:gd name="T29" fmla="*/ 101 h 160"/>
              <a:gd name="T30" fmla="*/ 112 w 137"/>
              <a:gd name="T31" fmla="*/ 64 h 160"/>
              <a:gd name="T32" fmla="*/ 107 w 137"/>
              <a:gd name="T33" fmla="*/ 11 h 160"/>
              <a:gd name="T34" fmla="*/ 92 w 137"/>
              <a:gd name="T35" fmla="*/ 0 h 160"/>
              <a:gd name="T36" fmla="*/ 71 w 137"/>
              <a:gd name="T37" fmla="*/ 6 h 160"/>
              <a:gd name="T38" fmla="*/ 49 w 137"/>
              <a:gd name="T39" fmla="*/ 1 h 160"/>
              <a:gd name="T40" fmla="*/ 28 w 137"/>
              <a:gd name="T41" fmla="*/ 15 h 160"/>
              <a:gd name="T42" fmla="*/ 25 w 137"/>
              <a:gd name="T43" fmla="*/ 64 h 160"/>
              <a:gd name="T44" fmla="*/ 0 w 137"/>
              <a:gd name="T45" fmla="*/ 129 h 160"/>
              <a:gd name="T46" fmla="*/ 106 w 137"/>
              <a:gd name="T47" fmla="*/ 160 h 160"/>
              <a:gd name="T48" fmla="*/ 129 w 137"/>
              <a:gd name="T49" fmla="*/ 92 h 160"/>
              <a:gd name="T50" fmla="*/ 49 w 137"/>
              <a:gd name="T51" fmla="*/ 9 h 160"/>
              <a:gd name="T52" fmla="*/ 71 w 137"/>
              <a:gd name="T53" fmla="*/ 14 h 160"/>
              <a:gd name="T54" fmla="*/ 92 w 137"/>
              <a:gd name="T55" fmla="*/ 8 h 160"/>
              <a:gd name="T56" fmla="*/ 82 w 137"/>
              <a:gd name="T57" fmla="*/ 40 h 160"/>
              <a:gd name="T58" fmla="*/ 37 w 137"/>
              <a:gd name="T59" fmla="*/ 14 h 160"/>
              <a:gd name="T60" fmla="*/ 31 w 137"/>
              <a:gd name="T61" fmla="*/ 152 h 160"/>
              <a:gd name="T62" fmla="*/ 31 w 137"/>
              <a:gd name="T63" fmla="*/ 69 h 160"/>
              <a:gd name="T64" fmla="*/ 83 w 137"/>
              <a:gd name="T65" fmla="*/ 48 h 160"/>
              <a:gd name="T66" fmla="*/ 129 w 137"/>
              <a:gd name="T67" fmla="*/ 129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37" h="160">
                <a:moveTo>
                  <a:pt x="74" y="101"/>
                </a:moveTo>
                <a:cubicBezTo>
                  <a:pt x="65" y="101"/>
                  <a:pt x="65" y="101"/>
                  <a:pt x="65" y="101"/>
                </a:cubicBezTo>
                <a:cubicBezTo>
                  <a:pt x="61" y="101"/>
                  <a:pt x="59" y="98"/>
                  <a:pt x="59" y="95"/>
                </a:cubicBezTo>
                <a:cubicBezTo>
                  <a:pt x="59" y="91"/>
                  <a:pt x="61" y="89"/>
                  <a:pt x="65" y="89"/>
                </a:cubicBezTo>
                <a:cubicBezTo>
                  <a:pt x="81" y="89"/>
                  <a:pt x="81" y="89"/>
                  <a:pt x="81" y="89"/>
                </a:cubicBezTo>
                <a:cubicBezTo>
                  <a:pt x="83" y="89"/>
                  <a:pt x="85" y="87"/>
                  <a:pt x="85" y="85"/>
                </a:cubicBezTo>
                <a:cubicBezTo>
                  <a:pt x="85" y="83"/>
                  <a:pt x="83" y="81"/>
                  <a:pt x="81" y="81"/>
                </a:cubicBezTo>
                <a:cubicBezTo>
                  <a:pt x="73" y="81"/>
                  <a:pt x="73" y="81"/>
                  <a:pt x="73" y="81"/>
                </a:cubicBezTo>
                <a:cubicBezTo>
                  <a:pt x="73" y="75"/>
                  <a:pt x="73" y="75"/>
                  <a:pt x="73" y="75"/>
                </a:cubicBezTo>
                <a:cubicBezTo>
                  <a:pt x="73" y="73"/>
                  <a:pt x="71" y="71"/>
                  <a:pt x="69" y="71"/>
                </a:cubicBezTo>
                <a:cubicBezTo>
                  <a:pt x="67" y="71"/>
                  <a:pt x="65" y="73"/>
                  <a:pt x="65" y="75"/>
                </a:cubicBezTo>
                <a:cubicBezTo>
                  <a:pt x="65" y="81"/>
                  <a:pt x="65" y="81"/>
                  <a:pt x="65" y="81"/>
                </a:cubicBezTo>
                <a:cubicBezTo>
                  <a:pt x="65" y="81"/>
                  <a:pt x="65" y="81"/>
                  <a:pt x="65" y="81"/>
                </a:cubicBezTo>
                <a:cubicBezTo>
                  <a:pt x="57" y="81"/>
                  <a:pt x="51" y="87"/>
                  <a:pt x="51" y="95"/>
                </a:cubicBezTo>
                <a:cubicBezTo>
                  <a:pt x="51" y="102"/>
                  <a:pt x="57" y="109"/>
                  <a:pt x="65" y="109"/>
                </a:cubicBezTo>
                <a:cubicBezTo>
                  <a:pt x="74" y="109"/>
                  <a:pt x="74" y="109"/>
                  <a:pt x="74" y="109"/>
                </a:cubicBezTo>
                <a:cubicBezTo>
                  <a:pt x="77" y="109"/>
                  <a:pt x="80" y="111"/>
                  <a:pt x="80" y="115"/>
                </a:cubicBezTo>
                <a:cubicBezTo>
                  <a:pt x="80" y="118"/>
                  <a:pt x="77" y="121"/>
                  <a:pt x="74" y="121"/>
                </a:cubicBezTo>
                <a:cubicBezTo>
                  <a:pt x="57" y="121"/>
                  <a:pt x="57" y="121"/>
                  <a:pt x="57" y="121"/>
                </a:cubicBezTo>
                <a:cubicBezTo>
                  <a:pt x="55" y="121"/>
                  <a:pt x="53" y="123"/>
                  <a:pt x="53" y="125"/>
                </a:cubicBezTo>
                <a:cubicBezTo>
                  <a:pt x="53" y="127"/>
                  <a:pt x="55" y="129"/>
                  <a:pt x="57" y="129"/>
                </a:cubicBezTo>
                <a:cubicBezTo>
                  <a:pt x="65" y="129"/>
                  <a:pt x="65" y="129"/>
                  <a:pt x="65" y="129"/>
                </a:cubicBezTo>
                <a:cubicBezTo>
                  <a:pt x="65" y="134"/>
                  <a:pt x="65" y="134"/>
                  <a:pt x="65" y="134"/>
                </a:cubicBezTo>
                <a:cubicBezTo>
                  <a:pt x="65" y="137"/>
                  <a:pt x="67" y="138"/>
                  <a:pt x="69" y="138"/>
                </a:cubicBezTo>
                <a:cubicBezTo>
                  <a:pt x="71" y="138"/>
                  <a:pt x="73" y="137"/>
                  <a:pt x="73" y="134"/>
                </a:cubicBezTo>
                <a:cubicBezTo>
                  <a:pt x="73" y="129"/>
                  <a:pt x="73" y="129"/>
                  <a:pt x="73" y="129"/>
                </a:cubicBezTo>
                <a:cubicBezTo>
                  <a:pt x="74" y="129"/>
                  <a:pt x="74" y="129"/>
                  <a:pt x="74" y="129"/>
                </a:cubicBezTo>
                <a:cubicBezTo>
                  <a:pt x="74" y="129"/>
                  <a:pt x="74" y="129"/>
                  <a:pt x="74" y="129"/>
                </a:cubicBezTo>
                <a:cubicBezTo>
                  <a:pt x="82" y="129"/>
                  <a:pt x="88" y="122"/>
                  <a:pt x="88" y="115"/>
                </a:cubicBezTo>
                <a:cubicBezTo>
                  <a:pt x="88" y="107"/>
                  <a:pt x="81" y="101"/>
                  <a:pt x="74" y="101"/>
                </a:cubicBezTo>
                <a:close/>
                <a:moveTo>
                  <a:pt x="129" y="92"/>
                </a:moveTo>
                <a:cubicBezTo>
                  <a:pt x="125" y="82"/>
                  <a:pt x="119" y="73"/>
                  <a:pt x="112" y="64"/>
                </a:cubicBezTo>
                <a:cubicBezTo>
                  <a:pt x="103" y="53"/>
                  <a:pt x="94" y="46"/>
                  <a:pt x="90" y="43"/>
                </a:cubicBezTo>
                <a:cubicBezTo>
                  <a:pt x="107" y="11"/>
                  <a:pt x="107" y="11"/>
                  <a:pt x="107" y="11"/>
                </a:cubicBezTo>
                <a:cubicBezTo>
                  <a:pt x="107" y="10"/>
                  <a:pt x="107" y="8"/>
                  <a:pt x="106" y="7"/>
                </a:cubicBezTo>
                <a:cubicBezTo>
                  <a:pt x="102" y="2"/>
                  <a:pt x="97" y="0"/>
                  <a:pt x="92" y="0"/>
                </a:cubicBezTo>
                <a:cubicBezTo>
                  <a:pt x="87" y="0"/>
                  <a:pt x="83" y="2"/>
                  <a:pt x="79" y="4"/>
                </a:cubicBezTo>
                <a:cubicBezTo>
                  <a:pt x="76" y="5"/>
                  <a:pt x="73" y="6"/>
                  <a:pt x="71" y="6"/>
                </a:cubicBezTo>
                <a:cubicBezTo>
                  <a:pt x="70" y="6"/>
                  <a:pt x="69" y="6"/>
                  <a:pt x="69" y="6"/>
                </a:cubicBezTo>
                <a:cubicBezTo>
                  <a:pt x="61" y="3"/>
                  <a:pt x="55" y="1"/>
                  <a:pt x="49" y="1"/>
                </a:cubicBezTo>
                <a:cubicBezTo>
                  <a:pt x="41" y="1"/>
                  <a:pt x="35" y="4"/>
                  <a:pt x="29" y="11"/>
                </a:cubicBezTo>
                <a:cubicBezTo>
                  <a:pt x="28" y="12"/>
                  <a:pt x="27" y="14"/>
                  <a:pt x="28" y="15"/>
                </a:cubicBezTo>
                <a:cubicBezTo>
                  <a:pt x="47" y="43"/>
                  <a:pt x="47" y="43"/>
                  <a:pt x="47" y="43"/>
                </a:cubicBezTo>
                <a:cubicBezTo>
                  <a:pt x="42" y="47"/>
                  <a:pt x="34" y="54"/>
                  <a:pt x="25" y="64"/>
                </a:cubicBezTo>
                <a:cubicBezTo>
                  <a:pt x="18" y="73"/>
                  <a:pt x="12" y="82"/>
                  <a:pt x="8" y="92"/>
                </a:cubicBezTo>
                <a:cubicBezTo>
                  <a:pt x="2" y="104"/>
                  <a:pt x="0" y="117"/>
                  <a:pt x="0" y="129"/>
                </a:cubicBezTo>
                <a:cubicBezTo>
                  <a:pt x="0" y="146"/>
                  <a:pt x="14" y="160"/>
                  <a:pt x="31" y="160"/>
                </a:cubicBezTo>
                <a:cubicBezTo>
                  <a:pt x="106" y="160"/>
                  <a:pt x="106" y="160"/>
                  <a:pt x="106" y="160"/>
                </a:cubicBezTo>
                <a:cubicBezTo>
                  <a:pt x="123" y="160"/>
                  <a:pt x="137" y="146"/>
                  <a:pt x="137" y="129"/>
                </a:cubicBezTo>
                <a:cubicBezTo>
                  <a:pt x="137" y="117"/>
                  <a:pt x="134" y="104"/>
                  <a:pt x="129" y="92"/>
                </a:cubicBezTo>
                <a:close/>
                <a:moveTo>
                  <a:pt x="37" y="14"/>
                </a:moveTo>
                <a:cubicBezTo>
                  <a:pt x="41" y="11"/>
                  <a:pt x="44" y="9"/>
                  <a:pt x="49" y="9"/>
                </a:cubicBezTo>
                <a:cubicBezTo>
                  <a:pt x="54" y="9"/>
                  <a:pt x="59" y="11"/>
                  <a:pt x="66" y="13"/>
                </a:cubicBezTo>
                <a:cubicBezTo>
                  <a:pt x="67" y="14"/>
                  <a:pt x="69" y="14"/>
                  <a:pt x="71" y="14"/>
                </a:cubicBezTo>
                <a:cubicBezTo>
                  <a:pt x="75" y="14"/>
                  <a:pt x="78" y="13"/>
                  <a:pt x="82" y="11"/>
                </a:cubicBezTo>
                <a:cubicBezTo>
                  <a:pt x="85" y="10"/>
                  <a:pt x="88" y="8"/>
                  <a:pt x="92" y="8"/>
                </a:cubicBezTo>
                <a:cubicBezTo>
                  <a:pt x="93" y="8"/>
                  <a:pt x="95" y="9"/>
                  <a:pt x="98" y="10"/>
                </a:cubicBezTo>
                <a:cubicBezTo>
                  <a:pt x="82" y="40"/>
                  <a:pt x="82" y="40"/>
                  <a:pt x="82" y="40"/>
                </a:cubicBezTo>
                <a:cubicBezTo>
                  <a:pt x="54" y="40"/>
                  <a:pt x="54" y="40"/>
                  <a:pt x="54" y="40"/>
                </a:cubicBezTo>
                <a:lnTo>
                  <a:pt x="37" y="14"/>
                </a:lnTo>
                <a:close/>
                <a:moveTo>
                  <a:pt x="106" y="152"/>
                </a:moveTo>
                <a:cubicBezTo>
                  <a:pt x="31" y="152"/>
                  <a:pt x="31" y="152"/>
                  <a:pt x="31" y="152"/>
                </a:cubicBezTo>
                <a:cubicBezTo>
                  <a:pt x="18" y="152"/>
                  <a:pt x="8" y="142"/>
                  <a:pt x="8" y="129"/>
                </a:cubicBezTo>
                <a:cubicBezTo>
                  <a:pt x="8" y="108"/>
                  <a:pt x="15" y="88"/>
                  <a:pt x="31" y="69"/>
                </a:cubicBezTo>
                <a:cubicBezTo>
                  <a:pt x="40" y="58"/>
                  <a:pt x="50" y="50"/>
                  <a:pt x="53" y="48"/>
                </a:cubicBezTo>
                <a:cubicBezTo>
                  <a:pt x="83" y="48"/>
                  <a:pt x="83" y="48"/>
                  <a:pt x="83" y="48"/>
                </a:cubicBezTo>
                <a:cubicBezTo>
                  <a:pt x="86" y="50"/>
                  <a:pt x="96" y="58"/>
                  <a:pt x="106" y="69"/>
                </a:cubicBezTo>
                <a:cubicBezTo>
                  <a:pt x="121" y="88"/>
                  <a:pt x="129" y="108"/>
                  <a:pt x="129" y="129"/>
                </a:cubicBezTo>
                <a:cubicBezTo>
                  <a:pt x="129" y="142"/>
                  <a:pt x="119" y="152"/>
                  <a:pt x="106" y="15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4" name="Freeform 49">
            <a:extLst>
              <a:ext uri="{FF2B5EF4-FFF2-40B4-BE49-F238E27FC236}">
                <a16:creationId xmlns:a16="http://schemas.microsoft.com/office/drawing/2014/main" id="{E97698B0-3F25-4264-94A2-D7E114C7B9F8}"/>
              </a:ext>
            </a:extLst>
          </p:cNvPr>
          <p:cNvSpPr>
            <a:spLocks noEditPoints="1"/>
          </p:cNvSpPr>
          <p:nvPr/>
        </p:nvSpPr>
        <p:spPr bwMode="auto">
          <a:xfrm>
            <a:off x="10209035" y="2694995"/>
            <a:ext cx="357937" cy="414183"/>
          </a:xfrm>
          <a:custGeom>
            <a:avLst/>
            <a:gdLst>
              <a:gd name="T0" fmla="*/ 8 w 140"/>
              <a:gd name="T1" fmla="*/ 65 h 162"/>
              <a:gd name="T2" fmla="*/ 8 w 140"/>
              <a:gd name="T3" fmla="*/ 114 h 162"/>
              <a:gd name="T4" fmla="*/ 13 w 140"/>
              <a:gd name="T5" fmla="*/ 128 h 162"/>
              <a:gd name="T6" fmla="*/ 19 w 140"/>
              <a:gd name="T7" fmla="*/ 138 h 162"/>
              <a:gd name="T8" fmla="*/ 60 w 140"/>
              <a:gd name="T9" fmla="*/ 162 h 162"/>
              <a:gd name="T10" fmla="*/ 118 w 140"/>
              <a:gd name="T11" fmla="*/ 125 h 162"/>
              <a:gd name="T12" fmla="*/ 60 w 140"/>
              <a:gd name="T13" fmla="*/ 145 h 162"/>
              <a:gd name="T14" fmla="*/ 24 w 140"/>
              <a:gd name="T15" fmla="*/ 139 h 162"/>
              <a:gd name="T16" fmla="*/ 22 w 140"/>
              <a:gd name="T17" fmla="*/ 124 h 162"/>
              <a:gd name="T18" fmla="*/ 9 w 140"/>
              <a:gd name="T19" fmla="*/ 109 h 162"/>
              <a:gd name="T20" fmla="*/ 25 w 140"/>
              <a:gd name="T21" fmla="*/ 69 h 162"/>
              <a:gd name="T22" fmla="*/ 14 w 140"/>
              <a:gd name="T23" fmla="*/ 69 h 162"/>
              <a:gd name="T24" fmla="*/ 130 w 140"/>
              <a:gd name="T25" fmla="*/ 79 h 162"/>
              <a:gd name="T26" fmla="*/ 118 w 140"/>
              <a:gd name="T27" fmla="*/ 86 h 162"/>
              <a:gd name="T28" fmla="*/ 121 w 140"/>
              <a:gd name="T29" fmla="*/ 68 h 162"/>
              <a:gd name="T30" fmla="*/ 106 w 140"/>
              <a:gd name="T31" fmla="*/ 33 h 162"/>
              <a:gd name="T32" fmla="*/ 80 w 140"/>
              <a:gd name="T33" fmla="*/ 19 h 162"/>
              <a:gd name="T34" fmla="*/ 42 w 140"/>
              <a:gd name="T35" fmla="*/ 30 h 162"/>
              <a:gd name="T36" fmla="*/ 39 w 140"/>
              <a:gd name="T37" fmla="*/ 72 h 162"/>
              <a:gd name="T38" fmla="*/ 85 w 140"/>
              <a:gd name="T39" fmla="*/ 90 h 162"/>
              <a:gd name="T40" fmla="*/ 110 w 140"/>
              <a:gd name="T41" fmla="*/ 93 h 162"/>
              <a:gd name="T42" fmla="*/ 115 w 140"/>
              <a:gd name="T43" fmla="*/ 62 h 162"/>
              <a:gd name="T44" fmla="*/ 38 w 140"/>
              <a:gd name="T45" fmla="*/ 48 h 162"/>
              <a:gd name="T46" fmla="*/ 107 w 140"/>
              <a:gd name="T47" fmla="*/ 39 h 162"/>
              <a:gd name="T48" fmla="*/ 109 w 140"/>
              <a:gd name="T49" fmla="*/ 42 h 162"/>
              <a:gd name="T50" fmla="*/ 91 w 140"/>
              <a:gd name="T51" fmla="*/ 51 h 162"/>
              <a:gd name="T52" fmla="*/ 99 w 140"/>
              <a:gd name="T53" fmla="*/ 69 h 162"/>
              <a:gd name="T54" fmla="*/ 100 w 140"/>
              <a:gd name="T55" fmla="*/ 64 h 162"/>
              <a:gd name="T56" fmla="*/ 91 w 140"/>
              <a:gd name="T57" fmla="*/ 26 h 162"/>
              <a:gd name="T58" fmla="*/ 94 w 140"/>
              <a:gd name="T59" fmla="*/ 34 h 162"/>
              <a:gd name="T60" fmla="*/ 93 w 140"/>
              <a:gd name="T61" fmla="*/ 42 h 162"/>
              <a:gd name="T62" fmla="*/ 86 w 140"/>
              <a:gd name="T63" fmla="*/ 48 h 162"/>
              <a:gd name="T64" fmla="*/ 75 w 140"/>
              <a:gd name="T65" fmla="*/ 21 h 162"/>
              <a:gd name="T66" fmla="*/ 65 w 140"/>
              <a:gd name="T67" fmla="*/ 24 h 162"/>
              <a:gd name="T68" fmla="*/ 57 w 140"/>
              <a:gd name="T69" fmla="*/ 26 h 162"/>
              <a:gd name="T70" fmla="*/ 67 w 140"/>
              <a:gd name="T71" fmla="*/ 45 h 162"/>
              <a:gd name="T72" fmla="*/ 49 w 140"/>
              <a:gd name="T73" fmla="*/ 24 h 162"/>
              <a:gd name="T74" fmla="*/ 45 w 140"/>
              <a:gd name="T75" fmla="*/ 42 h 162"/>
              <a:gd name="T76" fmla="*/ 46 w 140"/>
              <a:gd name="T77" fmla="*/ 66 h 162"/>
              <a:gd name="T78" fmla="*/ 45 w 140"/>
              <a:gd name="T79" fmla="*/ 61 h 162"/>
              <a:gd name="T80" fmla="*/ 47 w 140"/>
              <a:gd name="T81" fmla="*/ 61 h 162"/>
              <a:gd name="T82" fmla="*/ 70 w 140"/>
              <a:gd name="T83" fmla="*/ 63 h 162"/>
              <a:gd name="T84" fmla="*/ 78 w 140"/>
              <a:gd name="T85" fmla="*/ 42 h 162"/>
              <a:gd name="T86" fmla="*/ 82 w 140"/>
              <a:gd name="T87" fmla="*/ 52 h 162"/>
              <a:gd name="T88" fmla="*/ 72 w 140"/>
              <a:gd name="T89" fmla="*/ 48 h 162"/>
              <a:gd name="T90" fmla="*/ 75 w 140"/>
              <a:gd name="T91" fmla="*/ 72 h 162"/>
              <a:gd name="T92" fmla="*/ 81 w 140"/>
              <a:gd name="T93" fmla="*/ 64 h 162"/>
              <a:gd name="T94" fmla="*/ 94 w 140"/>
              <a:gd name="T95" fmla="*/ 96 h 162"/>
              <a:gd name="T96" fmla="*/ 90 w 140"/>
              <a:gd name="T97" fmla="*/ 88 h 162"/>
              <a:gd name="T98" fmla="*/ 106 w 140"/>
              <a:gd name="T99" fmla="*/ 78 h 162"/>
              <a:gd name="T100" fmla="*/ 111 w 140"/>
              <a:gd name="T101" fmla="*/ 48 h 162"/>
              <a:gd name="T102" fmla="*/ 105 w 140"/>
              <a:gd name="T103" fmla="*/ 60 h 162"/>
              <a:gd name="T104" fmla="*/ 110 w 140"/>
              <a:gd name="T105" fmla="*/ 88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40" h="162">
                <a:moveTo>
                  <a:pt x="135" y="80"/>
                </a:moveTo>
                <a:cubicBezTo>
                  <a:pt x="140" y="57"/>
                  <a:pt x="133" y="26"/>
                  <a:pt x="108" y="11"/>
                </a:cubicBezTo>
                <a:cubicBezTo>
                  <a:pt x="92" y="2"/>
                  <a:pt x="74" y="0"/>
                  <a:pt x="57" y="5"/>
                </a:cubicBezTo>
                <a:cubicBezTo>
                  <a:pt x="33" y="11"/>
                  <a:pt x="15" y="28"/>
                  <a:pt x="9" y="51"/>
                </a:cubicBezTo>
                <a:cubicBezTo>
                  <a:pt x="8" y="55"/>
                  <a:pt x="8" y="60"/>
                  <a:pt x="8" y="65"/>
                </a:cubicBezTo>
                <a:cubicBezTo>
                  <a:pt x="8" y="68"/>
                  <a:pt x="9" y="71"/>
                  <a:pt x="9" y="73"/>
                </a:cubicBezTo>
                <a:cubicBezTo>
                  <a:pt x="10" y="77"/>
                  <a:pt x="11" y="81"/>
                  <a:pt x="11" y="84"/>
                </a:cubicBezTo>
                <a:cubicBezTo>
                  <a:pt x="11" y="89"/>
                  <a:pt x="8" y="94"/>
                  <a:pt x="5" y="98"/>
                </a:cubicBezTo>
                <a:cubicBezTo>
                  <a:pt x="2" y="102"/>
                  <a:pt x="0" y="106"/>
                  <a:pt x="1" y="110"/>
                </a:cubicBezTo>
                <a:cubicBezTo>
                  <a:pt x="2" y="112"/>
                  <a:pt x="5" y="114"/>
                  <a:pt x="8" y="114"/>
                </a:cubicBezTo>
                <a:cubicBezTo>
                  <a:pt x="8" y="114"/>
                  <a:pt x="8" y="114"/>
                  <a:pt x="8" y="114"/>
                </a:cubicBezTo>
                <a:cubicBezTo>
                  <a:pt x="9" y="114"/>
                  <a:pt x="10" y="114"/>
                  <a:pt x="10" y="115"/>
                </a:cubicBezTo>
                <a:cubicBezTo>
                  <a:pt x="11" y="115"/>
                  <a:pt x="11" y="116"/>
                  <a:pt x="11" y="117"/>
                </a:cubicBezTo>
                <a:cubicBezTo>
                  <a:pt x="11" y="122"/>
                  <a:pt x="11" y="125"/>
                  <a:pt x="13" y="126"/>
                </a:cubicBezTo>
                <a:cubicBezTo>
                  <a:pt x="13" y="127"/>
                  <a:pt x="13" y="127"/>
                  <a:pt x="13" y="128"/>
                </a:cubicBezTo>
                <a:cubicBezTo>
                  <a:pt x="13" y="129"/>
                  <a:pt x="13" y="131"/>
                  <a:pt x="14" y="132"/>
                </a:cubicBezTo>
                <a:cubicBezTo>
                  <a:pt x="16" y="133"/>
                  <a:pt x="17" y="134"/>
                  <a:pt x="19" y="134"/>
                </a:cubicBezTo>
                <a:cubicBezTo>
                  <a:pt x="19" y="134"/>
                  <a:pt x="19" y="134"/>
                  <a:pt x="19" y="134"/>
                </a:cubicBezTo>
                <a:cubicBezTo>
                  <a:pt x="19" y="134"/>
                  <a:pt x="19" y="135"/>
                  <a:pt x="19" y="135"/>
                </a:cubicBezTo>
                <a:cubicBezTo>
                  <a:pt x="19" y="136"/>
                  <a:pt x="19" y="137"/>
                  <a:pt x="19" y="138"/>
                </a:cubicBezTo>
                <a:cubicBezTo>
                  <a:pt x="18" y="142"/>
                  <a:pt x="18" y="148"/>
                  <a:pt x="26" y="151"/>
                </a:cubicBezTo>
                <a:cubicBezTo>
                  <a:pt x="28" y="151"/>
                  <a:pt x="30" y="152"/>
                  <a:pt x="32" y="152"/>
                </a:cubicBezTo>
                <a:cubicBezTo>
                  <a:pt x="40" y="151"/>
                  <a:pt x="48" y="150"/>
                  <a:pt x="55" y="147"/>
                </a:cubicBezTo>
                <a:cubicBezTo>
                  <a:pt x="58" y="151"/>
                  <a:pt x="59" y="155"/>
                  <a:pt x="59" y="160"/>
                </a:cubicBezTo>
                <a:cubicBezTo>
                  <a:pt x="59" y="160"/>
                  <a:pt x="60" y="161"/>
                  <a:pt x="60" y="162"/>
                </a:cubicBezTo>
                <a:cubicBezTo>
                  <a:pt x="61" y="162"/>
                  <a:pt x="61" y="162"/>
                  <a:pt x="62" y="162"/>
                </a:cubicBezTo>
                <a:cubicBezTo>
                  <a:pt x="129" y="162"/>
                  <a:pt x="129" y="162"/>
                  <a:pt x="129" y="162"/>
                </a:cubicBezTo>
                <a:cubicBezTo>
                  <a:pt x="130" y="162"/>
                  <a:pt x="131" y="162"/>
                  <a:pt x="131" y="160"/>
                </a:cubicBezTo>
                <a:cubicBezTo>
                  <a:pt x="131" y="159"/>
                  <a:pt x="131" y="158"/>
                  <a:pt x="130" y="157"/>
                </a:cubicBezTo>
                <a:cubicBezTo>
                  <a:pt x="127" y="155"/>
                  <a:pt x="118" y="133"/>
                  <a:pt x="118" y="125"/>
                </a:cubicBezTo>
                <a:cubicBezTo>
                  <a:pt x="119" y="124"/>
                  <a:pt x="120" y="122"/>
                  <a:pt x="121" y="119"/>
                </a:cubicBezTo>
                <a:cubicBezTo>
                  <a:pt x="128" y="107"/>
                  <a:pt x="133" y="94"/>
                  <a:pt x="135" y="80"/>
                </a:cubicBezTo>
                <a:close/>
                <a:moveTo>
                  <a:pt x="123" y="157"/>
                </a:moveTo>
                <a:cubicBezTo>
                  <a:pt x="64" y="157"/>
                  <a:pt x="64" y="157"/>
                  <a:pt x="64" y="157"/>
                </a:cubicBezTo>
                <a:cubicBezTo>
                  <a:pt x="64" y="153"/>
                  <a:pt x="62" y="149"/>
                  <a:pt x="60" y="145"/>
                </a:cubicBezTo>
                <a:cubicBezTo>
                  <a:pt x="68" y="142"/>
                  <a:pt x="75" y="138"/>
                  <a:pt x="78" y="134"/>
                </a:cubicBezTo>
                <a:cubicBezTo>
                  <a:pt x="79" y="133"/>
                  <a:pt x="79" y="131"/>
                  <a:pt x="78" y="130"/>
                </a:cubicBezTo>
                <a:cubicBezTo>
                  <a:pt x="77" y="129"/>
                  <a:pt x="75" y="130"/>
                  <a:pt x="74" y="131"/>
                </a:cubicBezTo>
                <a:cubicBezTo>
                  <a:pt x="66" y="141"/>
                  <a:pt x="35" y="148"/>
                  <a:pt x="28" y="146"/>
                </a:cubicBezTo>
                <a:cubicBezTo>
                  <a:pt x="24" y="144"/>
                  <a:pt x="24" y="143"/>
                  <a:pt x="24" y="139"/>
                </a:cubicBezTo>
                <a:cubicBezTo>
                  <a:pt x="24" y="138"/>
                  <a:pt x="24" y="136"/>
                  <a:pt x="24" y="135"/>
                </a:cubicBezTo>
                <a:cubicBezTo>
                  <a:pt x="24" y="131"/>
                  <a:pt x="23" y="129"/>
                  <a:pt x="20" y="129"/>
                </a:cubicBezTo>
                <a:cubicBezTo>
                  <a:pt x="19" y="129"/>
                  <a:pt x="19" y="128"/>
                  <a:pt x="18" y="128"/>
                </a:cubicBezTo>
                <a:cubicBezTo>
                  <a:pt x="19" y="128"/>
                  <a:pt x="20" y="127"/>
                  <a:pt x="20" y="127"/>
                </a:cubicBezTo>
                <a:cubicBezTo>
                  <a:pt x="21" y="126"/>
                  <a:pt x="22" y="125"/>
                  <a:pt x="22" y="124"/>
                </a:cubicBezTo>
                <a:cubicBezTo>
                  <a:pt x="21" y="123"/>
                  <a:pt x="20" y="122"/>
                  <a:pt x="19" y="122"/>
                </a:cubicBezTo>
                <a:cubicBezTo>
                  <a:pt x="18" y="122"/>
                  <a:pt x="17" y="122"/>
                  <a:pt x="16" y="122"/>
                </a:cubicBezTo>
                <a:cubicBezTo>
                  <a:pt x="16" y="120"/>
                  <a:pt x="16" y="118"/>
                  <a:pt x="16" y="117"/>
                </a:cubicBezTo>
                <a:cubicBezTo>
                  <a:pt x="16" y="114"/>
                  <a:pt x="16" y="112"/>
                  <a:pt x="14" y="111"/>
                </a:cubicBezTo>
                <a:cubicBezTo>
                  <a:pt x="13" y="109"/>
                  <a:pt x="11" y="109"/>
                  <a:pt x="9" y="109"/>
                </a:cubicBezTo>
                <a:cubicBezTo>
                  <a:pt x="7" y="108"/>
                  <a:pt x="6" y="108"/>
                  <a:pt x="6" y="107"/>
                </a:cubicBezTo>
                <a:cubicBezTo>
                  <a:pt x="6" y="107"/>
                  <a:pt x="8" y="103"/>
                  <a:pt x="10" y="101"/>
                </a:cubicBezTo>
                <a:cubicBezTo>
                  <a:pt x="12" y="96"/>
                  <a:pt x="16" y="91"/>
                  <a:pt x="16" y="85"/>
                </a:cubicBezTo>
                <a:cubicBezTo>
                  <a:pt x="16" y="81"/>
                  <a:pt x="16" y="78"/>
                  <a:pt x="15" y="75"/>
                </a:cubicBezTo>
                <a:cubicBezTo>
                  <a:pt x="18" y="72"/>
                  <a:pt x="22" y="70"/>
                  <a:pt x="25" y="69"/>
                </a:cubicBezTo>
                <a:cubicBezTo>
                  <a:pt x="27" y="69"/>
                  <a:pt x="28" y="69"/>
                  <a:pt x="29" y="69"/>
                </a:cubicBezTo>
                <a:cubicBezTo>
                  <a:pt x="31" y="70"/>
                  <a:pt x="32" y="69"/>
                  <a:pt x="32" y="68"/>
                </a:cubicBezTo>
                <a:cubicBezTo>
                  <a:pt x="33" y="66"/>
                  <a:pt x="32" y="65"/>
                  <a:pt x="31" y="64"/>
                </a:cubicBezTo>
                <a:cubicBezTo>
                  <a:pt x="29" y="64"/>
                  <a:pt x="26" y="64"/>
                  <a:pt x="24" y="64"/>
                </a:cubicBezTo>
                <a:cubicBezTo>
                  <a:pt x="20" y="65"/>
                  <a:pt x="17" y="67"/>
                  <a:pt x="14" y="69"/>
                </a:cubicBezTo>
                <a:cubicBezTo>
                  <a:pt x="13" y="68"/>
                  <a:pt x="13" y="66"/>
                  <a:pt x="13" y="64"/>
                </a:cubicBezTo>
                <a:cubicBezTo>
                  <a:pt x="13" y="60"/>
                  <a:pt x="13" y="56"/>
                  <a:pt x="14" y="52"/>
                </a:cubicBezTo>
                <a:cubicBezTo>
                  <a:pt x="20" y="31"/>
                  <a:pt x="35" y="16"/>
                  <a:pt x="58" y="10"/>
                </a:cubicBezTo>
                <a:cubicBezTo>
                  <a:pt x="74" y="6"/>
                  <a:pt x="91" y="8"/>
                  <a:pt x="105" y="16"/>
                </a:cubicBezTo>
                <a:cubicBezTo>
                  <a:pt x="128" y="29"/>
                  <a:pt x="134" y="58"/>
                  <a:pt x="130" y="79"/>
                </a:cubicBezTo>
                <a:cubicBezTo>
                  <a:pt x="128" y="92"/>
                  <a:pt x="123" y="105"/>
                  <a:pt x="116" y="117"/>
                </a:cubicBezTo>
                <a:cubicBezTo>
                  <a:pt x="115" y="119"/>
                  <a:pt x="114" y="122"/>
                  <a:pt x="113" y="124"/>
                </a:cubicBezTo>
                <a:cubicBezTo>
                  <a:pt x="113" y="124"/>
                  <a:pt x="113" y="125"/>
                  <a:pt x="113" y="125"/>
                </a:cubicBezTo>
                <a:cubicBezTo>
                  <a:pt x="113" y="132"/>
                  <a:pt x="118" y="148"/>
                  <a:pt x="123" y="157"/>
                </a:cubicBezTo>
                <a:close/>
                <a:moveTo>
                  <a:pt x="118" y="86"/>
                </a:moveTo>
                <a:cubicBezTo>
                  <a:pt x="118" y="82"/>
                  <a:pt x="115" y="78"/>
                  <a:pt x="111" y="77"/>
                </a:cubicBezTo>
                <a:cubicBezTo>
                  <a:pt x="106" y="70"/>
                  <a:pt x="106" y="70"/>
                  <a:pt x="106" y="70"/>
                </a:cubicBezTo>
                <a:cubicBezTo>
                  <a:pt x="107" y="70"/>
                  <a:pt x="107" y="69"/>
                  <a:pt x="107" y="68"/>
                </a:cubicBezTo>
                <a:cubicBezTo>
                  <a:pt x="112" y="66"/>
                  <a:pt x="112" y="66"/>
                  <a:pt x="112" y="66"/>
                </a:cubicBezTo>
                <a:cubicBezTo>
                  <a:pt x="114" y="69"/>
                  <a:pt x="118" y="70"/>
                  <a:pt x="121" y="68"/>
                </a:cubicBezTo>
                <a:cubicBezTo>
                  <a:pt x="124" y="67"/>
                  <a:pt x="126" y="64"/>
                  <a:pt x="126" y="60"/>
                </a:cubicBezTo>
                <a:cubicBezTo>
                  <a:pt x="126" y="57"/>
                  <a:pt x="123" y="54"/>
                  <a:pt x="120" y="53"/>
                </a:cubicBezTo>
                <a:cubicBezTo>
                  <a:pt x="116" y="45"/>
                  <a:pt x="116" y="45"/>
                  <a:pt x="116" y="45"/>
                </a:cubicBezTo>
                <a:cubicBezTo>
                  <a:pt x="118" y="42"/>
                  <a:pt x="119" y="38"/>
                  <a:pt x="116" y="35"/>
                </a:cubicBezTo>
                <a:cubicBezTo>
                  <a:pt x="114" y="32"/>
                  <a:pt x="109" y="31"/>
                  <a:pt x="106" y="33"/>
                </a:cubicBezTo>
                <a:cubicBezTo>
                  <a:pt x="101" y="29"/>
                  <a:pt x="101" y="29"/>
                  <a:pt x="101" y="29"/>
                </a:cubicBezTo>
                <a:cubicBezTo>
                  <a:pt x="102" y="28"/>
                  <a:pt x="102" y="27"/>
                  <a:pt x="102" y="26"/>
                </a:cubicBezTo>
                <a:cubicBezTo>
                  <a:pt x="102" y="23"/>
                  <a:pt x="100" y="20"/>
                  <a:pt x="97" y="19"/>
                </a:cubicBezTo>
                <a:cubicBezTo>
                  <a:pt x="94" y="18"/>
                  <a:pt x="90" y="18"/>
                  <a:pt x="88" y="21"/>
                </a:cubicBezTo>
                <a:cubicBezTo>
                  <a:pt x="80" y="19"/>
                  <a:pt x="80" y="19"/>
                  <a:pt x="80" y="19"/>
                </a:cubicBezTo>
                <a:cubicBezTo>
                  <a:pt x="79" y="15"/>
                  <a:pt x="76" y="13"/>
                  <a:pt x="73" y="13"/>
                </a:cubicBezTo>
                <a:cubicBezTo>
                  <a:pt x="69" y="13"/>
                  <a:pt x="66" y="15"/>
                  <a:pt x="65" y="19"/>
                </a:cubicBezTo>
                <a:cubicBezTo>
                  <a:pt x="54" y="21"/>
                  <a:pt x="54" y="21"/>
                  <a:pt x="54" y="21"/>
                </a:cubicBezTo>
                <a:cubicBezTo>
                  <a:pt x="52" y="18"/>
                  <a:pt x="47" y="17"/>
                  <a:pt x="44" y="20"/>
                </a:cubicBezTo>
                <a:cubicBezTo>
                  <a:pt x="41" y="22"/>
                  <a:pt x="40" y="27"/>
                  <a:pt x="42" y="30"/>
                </a:cubicBezTo>
                <a:cubicBezTo>
                  <a:pt x="36" y="37"/>
                  <a:pt x="36" y="37"/>
                  <a:pt x="36" y="37"/>
                </a:cubicBezTo>
                <a:cubicBezTo>
                  <a:pt x="33" y="38"/>
                  <a:pt x="30" y="41"/>
                  <a:pt x="30" y="45"/>
                </a:cubicBezTo>
                <a:cubicBezTo>
                  <a:pt x="30" y="49"/>
                  <a:pt x="32" y="52"/>
                  <a:pt x="36" y="53"/>
                </a:cubicBezTo>
                <a:cubicBezTo>
                  <a:pt x="40" y="63"/>
                  <a:pt x="40" y="63"/>
                  <a:pt x="40" y="63"/>
                </a:cubicBezTo>
                <a:cubicBezTo>
                  <a:pt x="38" y="66"/>
                  <a:pt x="37" y="69"/>
                  <a:pt x="39" y="72"/>
                </a:cubicBezTo>
                <a:cubicBezTo>
                  <a:pt x="40" y="75"/>
                  <a:pt x="43" y="77"/>
                  <a:pt x="46" y="77"/>
                </a:cubicBezTo>
                <a:cubicBezTo>
                  <a:pt x="49" y="77"/>
                  <a:pt x="52" y="75"/>
                  <a:pt x="53" y="72"/>
                </a:cubicBezTo>
                <a:cubicBezTo>
                  <a:pt x="68" y="72"/>
                  <a:pt x="68" y="72"/>
                  <a:pt x="68" y="72"/>
                </a:cubicBezTo>
                <a:cubicBezTo>
                  <a:pt x="69" y="75"/>
                  <a:pt x="73" y="78"/>
                  <a:pt x="76" y="77"/>
                </a:cubicBezTo>
                <a:cubicBezTo>
                  <a:pt x="85" y="90"/>
                  <a:pt x="85" y="90"/>
                  <a:pt x="85" y="90"/>
                </a:cubicBezTo>
                <a:cubicBezTo>
                  <a:pt x="83" y="93"/>
                  <a:pt x="83" y="97"/>
                  <a:pt x="84" y="100"/>
                </a:cubicBezTo>
                <a:cubicBezTo>
                  <a:pt x="86" y="103"/>
                  <a:pt x="89" y="104"/>
                  <a:pt x="93" y="104"/>
                </a:cubicBezTo>
                <a:cubicBezTo>
                  <a:pt x="96" y="103"/>
                  <a:pt x="99" y="100"/>
                  <a:pt x="99" y="97"/>
                </a:cubicBezTo>
                <a:cubicBezTo>
                  <a:pt x="106" y="92"/>
                  <a:pt x="106" y="92"/>
                  <a:pt x="106" y="92"/>
                </a:cubicBezTo>
                <a:cubicBezTo>
                  <a:pt x="107" y="93"/>
                  <a:pt x="108" y="93"/>
                  <a:pt x="110" y="93"/>
                </a:cubicBezTo>
                <a:cubicBezTo>
                  <a:pt x="114" y="93"/>
                  <a:pt x="117" y="90"/>
                  <a:pt x="118" y="86"/>
                </a:cubicBezTo>
                <a:close/>
                <a:moveTo>
                  <a:pt x="118" y="58"/>
                </a:moveTo>
                <a:cubicBezTo>
                  <a:pt x="119" y="58"/>
                  <a:pt x="120" y="59"/>
                  <a:pt x="121" y="61"/>
                </a:cubicBezTo>
                <a:cubicBezTo>
                  <a:pt x="121" y="62"/>
                  <a:pt x="120" y="63"/>
                  <a:pt x="119" y="64"/>
                </a:cubicBezTo>
                <a:cubicBezTo>
                  <a:pt x="117" y="64"/>
                  <a:pt x="116" y="63"/>
                  <a:pt x="115" y="62"/>
                </a:cubicBezTo>
                <a:cubicBezTo>
                  <a:pt x="115" y="62"/>
                  <a:pt x="115" y="62"/>
                  <a:pt x="115" y="62"/>
                </a:cubicBezTo>
                <a:cubicBezTo>
                  <a:pt x="115" y="62"/>
                  <a:pt x="115" y="62"/>
                  <a:pt x="115" y="62"/>
                </a:cubicBezTo>
                <a:cubicBezTo>
                  <a:pt x="115" y="62"/>
                  <a:pt x="115" y="61"/>
                  <a:pt x="115" y="61"/>
                </a:cubicBezTo>
                <a:cubicBezTo>
                  <a:pt x="115" y="60"/>
                  <a:pt x="116" y="58"/>
                  <a:pt x="118" y="58"/>
                </a:cubicBezTo>
                <a:close/>
                <a:moveTo>
                  <a:pt x="38" y="48"/>
                </a:moveTo>
                <a:cubicBezTo>
                  <a:pt x="36" y="48"/>
                  <a:pt x="35" y="47"/>
                  <a:pt x="35" y="45"/>
                </a:cubicBezTo>
                <a:cubicBezTo>
                  <a:pt x="35" y="44"/>
                  <a:pt x="36" y="42"/>
                  <a:pt x="38" y="42"/>
                </a:cubicBezTo>
                <a:cubicBezTo>
                  <a:pt x="39" y="42"/>
                  <a:pt x="41" y="44"/>
                  <a:pt x="41" y="45"/>
                </a:cubicBezTo>
                <a:cubicBezTo>
                  <a:pt x="41" y="47"/>
                  <a:pt x="39" y="48"/>
                  <a:pt x="38" y="48"/>
                </a:cubicBezTo>
                <a:close/>
                <a:moveTo>
                  <a:pt x="107" y="39"/>
                </a:moveTo>
                <a:cubicBezTo>
                  <a:pt x="108" y="38"/>
                  <a:pt x="109" y="37"/>
                  <a:pt x="110" y="37"/>
                </a:cubicBezTo>
                <a:cubicBezTo>
                  <a:pt x="111" y="37"/>
                  <a:pt x="113" y="38"/>
                  <a:pt x="113" y="40"/>
                </a:cubicBezTo>
                <a:cubicBezTo>
                  <a:pt x="113" y="41"/>
                  <a:pt x="111" y="42"/>
                  <a:pt x="110" y="42"/>
                </a:cubicBezTo>
                <a:cubicBezTo>
                  <a:pt x="110" y="42"/>
                  <a:pt x="109" y="42"/>
                  <a:pt x="109" y="42"/>
                </a:cubicBezTo>
                <a:cubicBezTo>
                  <a:pt x="109" y="42"/>
                  <a:pt x="109" y="42"/>
                  <a:pt x="109" y="42"/>
                </a:cubicBezTo>
                <a:cubicBezTo>
                  <a:pt x="109" y="42"/>
                  <a:pt x="109" y="42"/>
                  <a:pt x="109" y="42"/>
                </a:cubicBezTo>
                <a:cubicBezTo>
                  <a:pt x="108" y="42"/>
                  <a:pt x="107" y="40"/>
                  <a:pt x="107" y="39"/>
                </a:cubicBezTo>
                <a:close/>
                <a:moveTo>
                  <a:pt x="105" y="46"/>
                </a:moveTo>
                <a:cubicBezTo>
                  <a:pt x="100" y="58"/>
                  <a:pt x="100" y="58"/>
                  <a:pt x="100" y="58"/>
                </a:cubicBezTo>
                <a:cubicBezTo>
                  <a:pt x="91" y="51"/>
                  <a:pt x="91" y="51"/>
                  <a:pt x="91" y="51"/>
                </a:cubicBezTo>
                <a:cubicBezTo>
                  <a:pt x="92" y="50"/>
                  <a:pt x="93" y="49"/>
                  <a:pt x="94" y="47"/>
                </a:cubicBezTo>
                <a:cubicBezTo>
                  <a:pt x="104" y="45"/>
                  <a:pt x="104" y="45"/>
                  <a:pt x="104" y="45"/>
                </a:cubicBezTo>
                <a:cubicBezTo>
                  <a:pt x="104" y="45"/>
                  <a:pt x="104" y="46"/>
                  <a:pt x="105" y="46"/>
                </a:cubicBezTo>
                <a:close/>
                <a:moveTo>
                  <a:pt x="102" y="67"/>
                </a:moveTo>
                <a:cubicBezTo>
                  <a:pt x="101" y="68"/>
                  <a:pt x="100" y="69"/>
                  <a:pt x="99" y="69"/>
                </a:cubicBezTo>
                <a:cubicBezTo>
                  <a:pt x="98" y="69"/>
                  <a:pt x="97" y="68"/>
                  <a:pt x="97" y="66"/>
                </a:cubicBezTo>
                <a:cubicBezTo>
                  <a:pt x="97" y="65"/>
                  <a:pt x="98" y="64"/>
                  <a:pt x="99" y="64"/>
                </a:cubicBezTo>
                <a:cubicBezTo>
                  <a:pt x="100" y="64"/>
                  <a:pt x="100" y="64"/>
                  <a:pt x="100" y="64"/>
                </a:cubicBezTo>
                <a:cubicBezTo>
                  <a:pt x="100" y="64"/>
                  <a:pt x="100" y="64"/>
                  <a:pt x="100" y="64"/>
                </a:cubicBezTo>
                <a:cubicBezTo>
                  <a:pt x="100" y="64"/>
                  <a:pt x="100" y="64"/>
                  <a:pt x="100" y="64"/>
                </a:cubicBezTo>
                <a:cubicBezTo>
                  <a:pt x="102" y="64"/>
                  <a:pt x="102" y="66"/>
                  <a:pt x="102" y="67"/>
                </a:cubicBezTo>
                <a:close/>
                <a:moveTo>
                  <a:pt x="94" y="24"/>
                </a:moveTo>
                <a:cubicBezTo>
                  <a:pt x="95" y="24"/>
                  <a:pt x="97" y="25"/>
                  <a:pt x="97" y="26"/>
                </a:cubicBezTo>
                <a:cubicBezTo>
                  <a:pt x="97" y="28"/>
                  <a:pt x="95" y="29"/>
                  <a:pt x="94" y="29"/>
                </a:cubicBezTo>
                <a:cubicBezTo>
                  <a:pt x="92" y="29"/>
                  <a:pt x="91" y="28"/>
                  <a:pt x="91" y="26"/>
                </a:cubicBezTo>
                <a:cubicBezTo>
                  <a:pt x="91" y="25"/>
                  <a:pt x="92" y="24"/>
                  <a:pt x="94" y="24"/>
                </a:cubicBezTo>
                <a:close/>
                <a:moveTo>
                  <a:pt x="80" y="24"/>
                </a:moveTo>
                <a:cubicBezTo>
                  <a:pt x="86" y="26"/>
                  <a:pt x="86" y="26"/>
                  <a:pt x="86" y="26"/>
                </a:cubicBezTo>
                <a:cubicBezTo>
                  <a:pt x="86" y="26"/>
                  <a:pt x="86" y="26"/>
                  <a:pt x="86" y="26"/>
                </a:cubicBezTo>
                <a:cubicBezTo>
                  <a:pt x="86" y="31"/>
                  <a:pt x="89" y="34"/>
                  <a:pt x="94" y="34"/>
                </a:cubicBezTo>
                <a:cubicBezTo>
                  <a:pt x="95" y="34"/>
                  <a:pt x="97" y="34"/>
                  <a:pt x="98" y="33"/>
                </a:cubicBezTo>
                <a:cubicBezTo>
                  <a:pt x="102" y="37"/>
                  <a:pt x="102" y="37"/>
                  <a:pt x="102" y="37"/>
                </a:cubicBezTo>
                <a:cubicBezTo>
                  <a:pt x="102" y="38"/>
                  <a:pt x="102" y="39"/>
                  <a:pt x="102" y="40"/>
                </a:cubicBezTo>
                <a:cubicBezTo>
                  <a:pt x="102" y="40"/>
                  <a:pt x="102" y="40"/>
                  <a:pt x="102" y="40"/>
                </a:cubicBezTo>
                <a:cubicBezTo>
                  <a:pt x="93" y="42"/>
                  <a:pt x="93" y="42"/>
                  <a:pt x="93" y="42"/>
                </a:cubicBezTo>
                <a:cubicBezTo>
                  <a:pt x="92" y="39"/>
                  <a:pt x="90" y="38"/>
                  <a:pt x="87" y="37"/>
                </a:cubicBezTo>
                <a:cubicBezTo>
                  <a:pt x="77" y="27"/>
                  <a:pt x="77" y="27"/>
                  <a:pt x="77" y="27"/>
                </a:cubicBezTo>
                <a:cubicBezTo>
                  <a:pt x="78" y="27"/>
                  <a:pt x="79" y="26"/>
                  <a:pt x="80" y="24"/>
                </a:cubicBezTo>
                <a:close/>
                <a:moveTo>
                  <a:pt x="89" y="45"/>
                </a:moveTo>
                <a:cubicBezTo>
                  <a:pt x="89" y="47"/>
                  <a:pt x="87" y="48"/>
                  <a:pt x="86" y="48"/>
                </a:cubicBezTo>
                <a:cubicBezTo>
                  <a:pt x="84" y="48"/>
                  <a:pt x="83" y="47"/>
                  <a:pt x="83" y="45"/>
                </a:cubicBezTo>
                <a:cubicBezTo>
                  <a:pt x="83" y="44"/>
                  <a:pt x="84" y="42"/>
                  <a:pt x="86" y="42"/>
                </a:cubicBezTo>
                <a:cubicBezTo>
                  <a:pt x="87" y="42"/>
                  <a:pt x="89" y="44"/>
                  <a:pt x="89" y="45"/>
                </a:cubicBezTo>
                <a:close/>
                <a:moveTo>
                  <a:pt x="73" y="18"/>
                </a:moveTo>
                <a:cubicBezTo>
                  <a:pt x="74" y="18"/>
                  <a:pt x="75" y="20"/>
                  <a:pt x="75" y="21"/>
                </a:cubicBezTo>
                <a:cubicBezTo>
                  <a:pt x="75" y="23"/>
                  <a:pt x="74" y="24"/>
                  <a:pt x="73" y="24"/>
                </a:cubicBezTo>
                <a:cubicBezTo>
                  <a:pt x="71" y="24"/>
                  <a:pt x="70" y="23"/>
                  <a:pt x="70" y="21"/>
                </a:cubicBezTo>
                <a:cubicBezTo>
                  <a:pt x="70" y="20"/>
                  <a:pt x="71" y="18"/>
                  <a:pt x="73" y="18"/>
                </a:cubicBezTo>
                <a:close/>
                <a:moveTo>
                  <a:pt x="57" y="26"/>
                </a:moveTo>
                <a:cubicBezTo>
                  <a:pt x="65" y="24"/>
                  <a:pt x="65" y="24"/>
                  <a:pt x="65" y="24"/>
                </a:cubicBezTo>
                <a:cubicBezTo>
                  <a:pt x="66" y="26"/>
                  <a:pt x="67" y="27"/>
                  <a:pt x="69" y="28"/>
                </a:cubicBezTo>
                <a:cubicBezTo>
                  <a:pt x="64" y="36"/>
                  <a:pt x="64" y="36"/>
                  <a:pt x="64" y="36"/>
                </a:cubicBezTo>
                <a:cubicBezTo>
                  <a:pt x="55" y="31"/>
                  <a:pt x="55" y="31"/>
                  <a:pt x="55" y="31"/>
                </a:cubicBezTo>
                <a:cubicBezTo>
                  <a:pt x="56" y="29"/>
                  <a:pt x="57" y="28"/>
                  <a:pt x="57" y="26"/>
                </a:cubicBezTo>
                <a:cubicBezTo>
                  <a:pt x="57" y="26"/>
                  <a:pt x="57" y="26"/>
                  <a:pt x="57" y="26"/>
                </a:cubicBezTo>
                <a:close/>
                <a:moveTo>
                  <a:pt x="67" y="45"/>
                </a:moveTo>
                <a:cubicBezTo>
                  <a:pt x="67" y="47"/>
                  <a:pt x="66" y="48"/>
                  <a:pt x="65" y="48"/>
                </a:cubicBezTo>
                <a:cubicBezTo>
                  <a:pt x="63" y="48"/>
                  <a:pt x="62" y="47"/>
                  <a:pt x="62" y="45"/>
                </a:cubicBezTo>
                <a:cubicBezTo>
                  <a:pt x="62" y="44"/>
                  <a:pt x="63" y="42"/>
                  <a:pt x="65" y="42"/>
                </a:cubicBezTo>
                <a:cubicBezTo>
                  <a:pt x="66" y="42"/>
                  <a:pt x="67" y="44"/>
                  <a:pt x="67" y="45"/>
                </a:cubicBezTo>
                <a:close/>
                <a:moveTo>
                  <a:pt x="49" y="24"/>
                </a:moveTo>
                <a:cubicBezTo>
                  <a:pt x="50" y="24"/>
                  <a:pt x="51" y="25"/>
                  <a:pt x="51" y="26"/>
                </a:cubicBezTo>
                <a:cubicBezTo>
                  <a:pt x="51" y="28"/>
                  <a:pt x="50" y="29"/>
                  <a:pt x="49" y="29"/>
                </a:cubicBezTo>
                <a:cubicBezTo>
                  <a:pt x="47" y="29"/>
                  <a:pt x="46" y="28"/>
                  <a:pt x="46" y="26"/>
                </a:cubicBezTo>
                <a:cubicBezTo>
                  <a:pt x="46" y="25"/>
                  <a:pt x="47" y="24"/>
                  <a:pt x="49" y="24"/>
                </a:cubicBezTo>
                <a:close/>
                <a:moveTo>
                  <a:pt x="46" y="34"/>
                </a:moveTo>
                <a:cubicBezTo>
                  <a:pt x="47" y="34"/>
                  <a:pt x="49" y="35"/>
                  <a:pt x="51" y="34"/>
                </a:cubicBezTo>
                <a:cubicBezTo>
                  <a:pt x="59" y="39"/>
                  <a:pt x="59" y="39"/>
                  <a:pt x="59" y="39"/>
                </a:cubicBezTo>
                <a:cubicBezTo>
                  <a:pt x="58" y="40"/>
                  <a:pt x="57" y="41"/>
                  <a:pt x="57" y="42"/>
                </a:cubicBezTo>
                <a:cubicBezTo>
                  <a:pt x="45" y="42"/>
                  <a:pt x="45" y="42"/>
                  <a:pt x="45" y="42"/>
                </a:cubicBezTo>
                <a:cubicBezTo>
                  <a:pt x="45" y="41"/>
                  <a:pt x="44" y="39"/>
                  <a:pt x="42" y="38"/>
                </a:cubicBezTo>
                <a:lnTo>
                  <a:pt x="46" y="34"/>
                </a:lnTo>
                <a:close/>
                <a:moveTo>
                  <a:pt x="46" y="72"/>
                </a:moveTo>
                <a:cubicBezTo>
                  <a:pt x="44" y="72"/>
                  <a:pt x="43" y="70"/>
                  <a:pt x="43" y="69"/>
                </a:cubicBezTo>
                <a:cubicBezTo>
                  <a:pt x="43" y="68"/>
                  <a:pt x="44" y="66"/>
                  <a:pt x="46" y="66"/>
                </a:cubicBezTo>
                <a:cubicBezTo>
                  <a:pt x="47" y="66"/>
                  <a:pt x="49" y="68"/>
                  <a:pt x="49" y="69"/>
                </a:cubicBezTo>
                <a:cubicBezTo>
                  <a:pt x="49" y="70"/>
                  <a:pt x="47" y="72"/>
                  <a:pt x="46" y="72"/>
                </a:cubicBezTo>
                <a:close/>
                <a:moveTo>
                  <a:pt x="47" y="61"/>
                </a:moveTo>
                <a:cubicBezTo>
                  <a:pt x="47" y="61"/>
                  <a:pt x="46" y="61"/>
                  <a:pt x="46" y="61"/>
                </a:cubicBezTo>
                <a:cubicBezTo>
                  <a:pt x="46" y="61"/>
                  <a:pt x="45" y="61"/>
                  <a:pt x="45" y="61"/>
                </a:cubicBezTo>
                <a:cubicBezTo>
                  <a:pt x="42" y="52"/>
                  <a:pt x="42" y="52"/>
                  <a:pt x="42" y="52"/>
                </a:cubicBezTo>
                <a:cubicBezTo>
                  <a:pt x="43" y="51"/>
                  <a:pt x="45" y="50"/>
                  <a:pt x="45" y="48"/>
                </a:cubicBezTo>
                <a:cubicBezTo>
                  <a:pt x="57" y="48"/>
                  <a:pt x="57" y="48"/>
                  <a:pt x="57" y="48"/>
                </a:cubicBezTo>
                <a:cubicBezTo>
                  <a:pt x="58" y="49"/>
                  <a:pt x="58" y="50"/>
                  <a:pt x="59" y="51"/>
                </a:cubicBezTo>
                <a:lnTo>
                  <a:pt x="47" y="61"/>
                </a:lnTo>
                <a:close/>
                <a:moveTo>
                  <a:pt x="68" y="66"/>
                </a:moveTo>
                <a:cubicBezTo>
                  <a:pt x="53" y="66"/>
                  <a:pt x="53" y="66"/>
                  <a:pt x="53" y="66"/>
                </a:cubicBezTo>
                <a:cubicBezTo>
                  <a:pt x="53" y="66"/>
                  <a:pt x="53" y="65"/>
                  <a:pt x="52" y="64"/>
                </a:cubicBezTo>
                <a:cubicBezTo>
                  <a:pt x="65" y="53"/>
                  <a:pt x="65" y="53"/>
                  <a:pt x="65" y="53"/>
                </a:cubicBezTo>
                <a:cubicBezTo>
                  <a:pt x="70" y="63"/>
                  <a:pt x="70" y="63"/>
                  <a:pt x="70" y="63"/>
                </a:cubicBezTo>
                <a:cubicBezTo>
                  <a:pt x="69" y="64"/>
                  <a:pt x="68" y="65"/>
                  <a:pt x="68" y="66"/>
                </a:cubicBezTo>
                <a:close/>
                <a:moveTo>
                  <a:pt x="69" y="38"/>
                </a:moveTo>
                <a:cubicBezTo>
                  <a:pt x="73" y="31"/>
                  <a:pt x="73" y="31"/>
                  <a:pt x="73" y="31"/>
                </a:cubicBezTo>
                <a:cubicBezTo>
                  <a:pt x="81" y="39"/>
                  <a:pt x="81" y="39"/>
                  <a:pt x="81" y="39"/>
                </a:cubicBezTo>
                <a:cubicBezTo>
                  <a:pt x="80" y="40"/>
                  <a:pt x="79" y="41"/>
                  <a:pt x="78" y="42"/>
                </a:cubicBezTo>
                <a:cubicBezTo>
                  <a:pt x="72" y="42"/>
                  <a:pt x="72" y="42"/>
                  <a:pt x="72" y="42"/>
                </a:cubicBezTo>
                <a:cubicBezTo>
                  <a:pt x="71" y="41"/>
                  <a:pt x="70" y="39"/>
                  <a:pt x="69" y="38"/>
                </a:cubicBezTo>
                <a:close/>
                <a:moveTo>
                  <a:pt x="72" y="48"/>
                </a:moveTo>
                <a:cubicBezTo>
                  <a:pt x="78" y="48"/>
                  <a:pt x="78" y="48"/>
                  <a:pt x="78" y="48"/>
                </a:cubicBezTo>
                <a:cubicBezTo>
                  <a:pt x="79" y="49"/>
                  <a:pt x="80" y="51"/>
                  <a:pt x="82" y="52"/>
                </a:cubicBezTo>
                <a:cubicBezTo>
                  <a:pt x="76" y="61"/>
                  <a:pt x="76" y="61"/>
                  <a:pt x="76" y="61"/>
                </a:cubicBezTo>
                <a:cubicBezTo>
                  <a:pt x="76" y="61"/>
                  <a:pt x="76" y="61"/>
                  <a:pt x="75" y="61"/>
                </a:cubicBezTo>
                <a:cubicBezTo>
                  <a:pt x="75" y="61"/>
                  <a:pt x="75" y="61"/>
                  <a:pt x="75" y="61"/>
                </a:cubicBezTo>
                <a:cubicBezTo>
                  <a:pt x="70" y="51"/>
                  <a:pt x="70" y="51"/>
                  <a:pt x="70" y="51"/>
                </a:cubicBezTo>
                <a:cubicBezTo>
                  <a:pt x="71" y="50"/>
                  <a:pt x="72" y="49"/>
                  <a:pt x="72" y="48"/>
                </a:cubicBezTo>
                <a:close/>
                <a:moveTo>
                  <a:pt x="75" y="72"/>
                </a:moveTo>
                <a:cubicBezTo>
                  <a:pt x="74" y="72"/>
                  <a:pt x="73" y="70"/>
                  <a:pt x="73" y="69"/>
                </a:cubicBezTo>
                <a:cubicBezTo>
                  <a:pt x="73" y="68"/>
                  <a:pt x="74" y="66"/>
                  <a:pt x="75" y="66"/>
                </a:cubicBezTo>
                <a:cubicBezTo>
                  <a:pt x="77" y="66"/>
                  <a:pt x="78" y="68"/>
                  <a:pt x="78" y="69"/>
                </a:cubicBezTo>
                <a:cubicBezTo>
                  <a:pt x="78" y="70"/>
                  <a:pt x="77" y="72"/>
                  <a:pt x="75" y="72"/>
                </a:cubicBezTo>
                <a:close/>
                <a:moveTo>
                  <a:pt x="87" y="54"/>
                </a:moveTo>
                <a:cubicBezTo>
                  <a:pt x="94" y="60"/>
                  <a:pt x="94" y="60"/>
                  <a:pt x="94" y="60"/>
                </a:cubicBezTo>
                <a:cubicBezTo>
                  <a:pt x="93" y="61"/>
                  <a:pt x="92" y="63"/>
                  <a:pt x="92" y="64"/>
                </a:cubicBezTo>
                <a:cubicBezTo>
                  <a:pt x="83" y="66"/>
                  <a:pt x="83" y="66"/>
                  <a:pt x="83" y="66"/>
                </a:cubicBezTo>
                <a:cubicBezTo>
                  <a:pt x="82" y="65"/>
                  <a:pt x="82" y="64"/>
                  <a:pt x="81" y="64"/>
                </a:cubicBezTo>
                <a:lnTo>
                  <a:pt x="87" y="54"/>
                </a:lnTo>
                <a:close/>
                <a:moveTo>
                  <a:pt x="91" y="98"/>
                </a:moveTo>
                <a:cubicBezTo>
                  <a:pt x="90" y="98"/>
                  <a:pt x="89" y="97"/>
                  <a:pt x="89" y="96"/>
                </a:cubicBezTo>
                <a:cubicBezTo>
                  <a:pt x="89" y="94"/>
                  <a:pt x="90" y="93"/>
                  <a:pt x="91" y="93"/>
                </a:cubicBezTo>
                <a:cubicBezTo>
                  <a:pt x="93" y="93"/>
                  <a:pt x="94" y="94"/>
                  <a:pt x="94" y="96"/>
                </a:cubicBezTo>
                <a:cubicBezTo>
                  <a:pt x="94" y="97"/>
                  <a:pt x="93" y="98"/>
                  <a:pt x="91" y="98"/>
                </a:cubicBezTo>
                <a:close/>
                <a:moveTo>
                  <a:pt x="102" y="85"/>
                </a:moveTo>
                <a:cubicBezTo>
                  <a:pt x="102" y="86"/>
                  <a:pt x="102" y="87"/>
                  <a:pt x="102" y="88"/>
                </a:cubicBezTo>
                <a:cubicBezTo>
                  <a:pt x="98" y="91"/>
                  <a:pt x="98" y="91"/>
                  <a:pt x="98" y="91"/>
                </a:cubicBezTo>
                <a:cubicBezTo>
                  <a:pt x="96" y="89"/>
                  <a:pt x="93" y="87"/>
                  <a:pt x="90" y="88"/>
                </a:cubicBezTo>
                <a:cubicBezTo>
                  <a:pt x="81" y="74"/>
                  <a:pt x="81" y="74"/>
                  <a:pt x="81" y="74"/>
                </a:cubicBezTo>
                <a:cubicBezTo>
                  <a:pt x="82" y="73"/>
                  <a:pt x="83" y="72"/>
                  <a:pt x="83" y="71"/>
                </a:cubicBezTo>
                <a:cubicBezTo>
                  <a:pt x="92" y="69"/>
                  <a:pt x="92" y="69"/>
                  <a:pt x="92" y="69"/>
                </a:cubicBezTo>
                <a:cubicBezTo>
                  <a:pt x="94" y="74"/>
                  <a:pt x="98" y="75"/>
                  <a:pt x="102" y="74"/>
                </a:cubicBezTo>
                <a:cubicBezTo>
                  <a:pt x="106" y="78"/>
                  <a:pt x="106" y="78"/>
                  <a:pt x="106" y="78"/>
                </a:cubicBezTo>
                <a:cubicBezTo>
                  <a:pt x="103" y="80"/>
                  <a:pt x="102" y="82"/>
                  <a:pt x="102" y="85"/>
                </a:cubicBezTo>
                <a:close/>
                <a:moveTo>
                  <a:pt x="105" y="60"/>
                </a:moveTo>
                <a:cubicBezTo>
                  <a:pt x="110" y="48"/>
                  <a:pt x="110" y="48"/>
                  <a:pt x="110" y="48"/>
                </a:cubicBezTo>
                <a:cubicBezTo>
                  <a:pt x="110" y="48"/>
                  <a:pt x="110" y="48"/>
                  <a:pt x="110" y="48"/>
                </a:cubicBezTo>
                <a:cubicBezTo>
                  <a:pt x="110" y="48"/>
                  <a:pt x="111" y="48"/>
                  <a:pt x="111" y="48"/>
                </a:cubicBezTo>
                <a:cubicBezTo>
                  <a:pt x="114" y="54"/>
                  <a:pt x="114" y="54"/>
                  <a:pt x="114" y="54"/>
                </a:cubicBezTo>
                <a:cubicBezTo>
                  <a:pt x="112" y="55"/>
                  <a:pt x="110" y="58"/>
                  <a:pt x="110" y="61"/>
                </a:cubicBezTo>
                <a:cubicBezTo>
                  <a:pt x="110" y="61"/>
                  <a:pt x="110" y="61"/>
                  <a:pt x="110" y="61"/>
                </a:cubicBezTo>
                <a:cubicBezTo>
                  <a:pt x="106" y="63"/>
                  <a:pt x="106" y="63"/>
                  <a:pt x="106" y="63"/>
                </a:cubicBezTo>
                <a:cubicBezTo>
                  <a:pt x="106" y="62"/>
                  <a:pt x="105" y="61"/>
                  <a:pt x="105" y="60"/>
                </a:cubicBezTo>
                <a:close/>
                <a:moveTo>
                  <a:pt x="110" y="88"/>
                </a:moveTo>
                <a:cubicBezTo>
                  <a:pt x="108" y="88"/>
                  <a:pt x="107" y="86"/>
                  <a:pt x="107" y="85"/>
                </a:cubicBezTo>
                <a:cubicBezTo>
                  <a:pt x="107" y="84"/>
                  <a:pt x="108" y="82"/>
                  <a:pt x="110" y="82"/>
                </a:cubicBezTo>
                <a:cubicBezTo>
                  <a:pt x="111" y="82"/>
                  <a:pt x="113" y="84"/>
                  <a:pt x="113" y="85"/>
                </a:cubicBezTo>
                <a:cubicBezTo>
                  <a:pt x="113" y="86"/>
                  <a:pt x="111" y="88"/>
                  <a:pt x="110" y="8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5" name="Freeform 50">
            <a:extLst>
              <a:ext uri="{FF2B5EF4-FFF2-40B4-BE49-F238E27FC236}">
                <a16:creationId xmlns:a16="http://schemas.microsoft.com/office/drawing/2014/main" id="{48E22DC9-C9A9-400A-A318-F733720D552B}"/>
              </a:ext>
            </a:extLst>
          </p:cNvPr>
          <p:cNvSpPr>
            <a:spLocks noEditPoints="1"/>
          </p:cNvSpPr>
          <p:nvPr/>
        </p:nvSpPr>
        <p:spPr bwMode="auto">
          <a:xfrm>
            <a:off x="8157891" y="4765045"/>
            <a:ext cx="409069" cy="347709"/>
          </a:xfrm>
          <a:custGeom>
            <a:avLst/>
            <a:gdLst>
              <a:gd name="T0" fmla="*/ 49 w 160"/>
              <a:gd name="T1" fmla="*/ 136 h 136"/>
              <a:gd name="T2" fmla="*/ 112 w 160"/>
              <a:gd name="T3" fmla="*/ 136 h 136"/>
              <a:gd name="T4" fmla="*/ 80 w 160"/>
              <a:gd name="T5" fmla="*/ 86 h 136"/>
              <a:gd name="T6" fmla="*/ 49 w 160"/>
              <a:gd name="T7" fmla="*/ 136 h 136"/>
              <a:gd name="T8" fmla="*/ 59 w 160"/>
              <a:gd name="T9" fmla="*/ 131 h 136"/>
              <a:gd name="T10" fmla="*/ 80 w 160"/>
              <a:gd name="T11" fmla="*/ 96 h 136"/>
              <a:gd name="T12" fmla="*/ 102 w 160"/>
              <a:gd name="T13" fmla="*/ 131 h 136"/>
              <a:gd name="T14" fmla="*/ 59 w 160"/>
              <a:gd name="T15" fmla="*/ 131 h 136"/>
              <a:gd name="T16" fmla="*/ 0 w 160"/>
              <a:gd name="T17" fmla="*/ 0 h 136"/>
              <a:gd name="T18" fmla="*/ 0 w 160"/>
              <a:gd name="T19" fmla="*/ 107 h 136"/>
              <a:gd name="T20" fmla="*/ 59 w 160"/>
              <a:gd name="T21" fmla="*/ 107 h 136"/>
              <a:gd name="T22" fmla="*/ 62 w 160"/>
              <a:gd name="T23" fmla="*/ 104 h 136"/>
              <a:gd name="T24" fmla="*/ 59 w 160"/>
              <a:gd name="T25" fmla="*/ 101 h 136"/>
              <a:gd name="T26" fmla="*/ 6 w 160"/>
              <a:gd name="T27" fmla="*/ 101 h 136"/>
              <a:gd name="T28" fmla="*/ 6 w 160"/>
              <a:gd name="T29" fmla="*/ 5 h 136"/>
              <a:gd name="T30" fmla="*/ 155 w 160"/>
              <a:gd name="T31" fmla="*/ 5 h 136"/>
              <a:gd name="T32" fmla="*/ 155 w 160"/>
              <a:gd name="T33" fmla="*/ 101 h 136"/>
              <a:gd name="T34" fmla="*/ 102 w 160"/>
              <a:gd name="T35" fmla="*/ 101 h 136"/>
              <a:gd name="T36" fmla="*/ 99 w 160"/>
              <a:gd name="T37" fmla="*/ 104 h 136"/>
              <a:gd name="T38" fmla="*/ 102 w 160"/>
              <a:gd name="T39" fmla="*/ 107 h 136"/>
              <a:gd name="T40" fmla="*/ 160 w 160"/>
              <a:gd name="T41" fmla="*/ 107 h 136"/>
              <a:gd name="T42" fmla="*/ 160 w 160"/>
              <a:gd name="T43" fmla="*/ 0 h 136"/>
              <a:gd name="T44" fmla="*/ 0 w 160"/>
              <a:gd name="T45" fmla="*/ 0 h 1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0" h="136">
                <a:moveTo>
                  <a:pt x="49" y="136"/>
                </a:moveTo>
                <a:cubicBezTo>
                  <a:pt x="112" y="136"/>
                  <a:pt x="112" y="136"/>
                  <a:pt x="112" y="136"/>
                </a:cubicBezTo>
                <a:cubicBezTo>
                  <a:pt x="80" y="86"/>
                  <a:pt x="80" y="86"/>
                  <a:pt x="80" y="86"/>
                </a:cubicBezTo>
                <a:lnTo>
                  <a:pt x="49" y="136"/>
                </a:lnTo>
                <a:close/>
                <a:moveTo>
                  <a:pt x="59" y="131"/>
                </a:moveTo>
                <a:cubicBezTo>
                  <a:pt x="80" y="96"/>
                  <a:pt x="80" y="96"/>
                  <a:pt x="80" y="96"/>
                </a:cubicBezTo>
                <a:cubicBezTo>
                  <a:pt x="102" y="131"/>
                  <a:pt x="102" y="131"/>
                  <a:pt x="102" y="131"/>
                </a:cubicBezTo>
                <a:lnTo>
                  <a:pt x="59" y="131"/>
                </a:lnTo>
                <a:close/>
                <a:moveTo>
                  <a:pt x="0" y="0"/>
                </a:moveTo>
                <a:cubicBezTo>
                  <a:pt x="0" y="107"/>
                  <a:pt x="0" y="107"/>
                  <a:pt x="0" y="107"/>
                </a:cubicBezTo>
                <a:cubicBezTo>
                  <a:pt x="59" y="107"/>
                  <a:pt x="59" y="107"/>
                  <a:pt x="59" y="107"/>
                </a:cubicBezTo>
                <a:cubicBezTo>
                  <a:pt x="61" y="107"/>
                  <a:pt x="62" y="105"/>
                  <a:pt x="62" y="104"/>
                </a:cubicBezTo>
                <a:cubicBezTo>
                  <a:pt x="62" y="103"/>
                  <a:pt x="61" y="101"/>
                  <a:pt x="59" y="101"/>
                </a:cubicBezTo>
                <a:cubicBezTo>
                  <a:pt x="6" y="101"/>
                  <a:pt x="6" y="101"/>
                  <a:pt x="6" y="101"/>
                </a:cubicBezTo>
                <a:cubicBezTo>
                  <a:pt x="6" y="5"/>
                  <a:pt x="6" y="5"/>
                  <a:pt x="6" y="5"/>
                </a:cubicBezTo>
                <a:cubicBezTo>
                  <a:pt x="155" y="5"/>
                  <a:pt x="155" y="5"/>
                  <a:pt x="155" y="5"/>
                </a:cubicBezTo>
                <a:cubicBezTo>
                  <a:pt x="155" y="101"/>
                  <a:pt x="155" y="101"/>
                  <a:pt x="155" y="101"/>
                </a:cubicBezTo>
                <a:cubicBezTo>
                  <a:pt x="102" y="101"/>
                  <a:pt x="102" y="101"/>
                  <a:pt x="102" y="101"/>
                </a:cubicBezTo>
                <a:cubicBezTo>
                  <a:pt x="100" y="101"/>
                  <a:pt x="99" y="103"/>
                  <a:pt x="99" y="104"/>
                </a:cubicBezTo>
                <a:cubicBezTo>
                  <a:pt x="99" y="105"/>
                  <a:pt x="100" y="107"/>
                  <a:pt x="102" y="107"/>
                </a:cubicBezTo>
                <a:cubicBezTo>
                  <a:pt x="160" y="107"/>
                  <a:pt x="160" y="107"/>
                  <a:pt x="160" y="107"/>
                </a:cubicBezTo>
                <a:cubicBezTo>
                  <a:pt x="160" y="0"/>
                  <a:pt x="160" y="0"/>
                  <a:pt x="16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6" name="Prevalence">
            <a:extLst>
              <a:ext uri="{FF2B5EF4-FFF2-40B4-BE49-F238E27FC236}">
                <a16:creationId xmlns:a16="http://schemas.microsoft.com/office/drawing/2014/main" id="{7122D717-C7B1-450F-B02D-AE270BE99F13}"/>
              </a:ext>
            </a:extLst>
          </p:cNvPr>
          <p:cNvSpPr/>
          <p:nvPr/>
        </p:nvSpPr>
        <p:spPr>
          <a:xfrm>
            <a:off x="7825298" y="3356125"/>
            <a:ext cx="1074255" cy="19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4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Luxuries</a:t>
            </a:r>
          </a:p>
        </p:txBody>
      </p:sp>
      <p:sp>
        <p:nvSpPr>
          <p:cNvPr id="107" name="Prevalence">
            <a:extLst>
              <a:ext uri="{FF2B5EF4-FFF2-40B4-BE49-F238E27FC236}">
                <a16:creationId xmlns:a16="http://schemas.microsoft.com/office/drawing/2014/main" id="{9F17E7E4-7FCF-44E3-AB09-9310DCFFF72C}"/>
              </a:ext>
            </a:extLst>
          </p:cNvPr>
          <p:cNvSpPr/>
          <p:nvPr/>
        </p:nvSpPr>
        <p:spPr>
          <a:xfrm>
            <a:off x="9765358" y="5416654"/>
            <a:ext cx="1245290" cy="19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4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Convenience</a:t>
            </a:r>
          </a:p>
        </p:txBody>
      </p:sp>
      <p:sp>
        <p:nvSpPr>
          <p:cNvPr id="108" name="Prevalence">
            <a:extLst>
              <a:ext uri="{FF2B5EF4-FFF2-40B4-BE49-F238E27FC236}">
                <a16:creationId xmlns:a16="http://schemas.microsoft.com/office/drawing/2014/main" id="{0E77ED7A-6826-498A-80D0-049D838E425E}"/>
              </a:ext>
            </a:extLst>
          </p:cNvPr>
          <p:cNvSpPr/>
          <p:nvPr/>
        </p:nvSpPr>
        <p:spPr>
          <a:xfrm>
            <a:off x="9809535" y="3356125"/>
            <a:ext cx="1156937" cy="19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Prestige</a:t>
            </a:r>
          </a:p>
        </p:txBody>
      </p:sp>
      <p:sp>
        <p:nvSpPr>
          <p:cNvPr id="109" name="Prevalence">
            <a:extLst>
              <a:ext uri="{FF2B5EF4-FFF2-40B4-BE49-F238E27FC236}">
                <a16:creationId xmlns:a16="http://schemas.microsoft.com/office/drawing/2014/main" id="{9C2E7522-E19C-4082-A5FA-9884E8C6DA70}"/>
              </a:ext>
            </a:extLst>
          </p:cNvPr>
          <p:cNvSpPr/>
          <p:nvPr/>
        </p:nvSpPr>
        <p:spPr>
          <a:xfrm>
            <a:off x="7726537" y="5398364"/>
            <a:ext cx="1271776" cy="19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Economy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434070CE-5A9C-4AB4-BD5B-0FE707C7B891}"/>
              </a:ext>
            </a:extLst>
          </p:cNvPr>
          <p:cNvSpPr txBox="1"/>
          <p:nvPr/>
        </p:nvSpPr>
        <p:spPr>
          <a:xfrm>
            <a:off x="10035259" y="1862822"/>
            <a:ext cx="7054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spc="4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Low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6B8615EA-85A1-4E7B-B256-D16266E5AEC6}"/>
              </a:ext>
            </a:extLst>
          </p:cNvPr>
          <p:cNvSpPr txBox="1"/>
          <p:nvPr/>
        </p:nvSpPr>
        <p:spPr>
          <a:xfrm>
            <a:off x="7937618" y="1862822"/>
            <a:ext cx="8496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spc="4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High</a:t>
            </a:r>
          </a:p>
        </p:txBody>
      </p:sp>
    </p:spTree>
    <p:extLst>
      <p:ext uri="{BB962C8B-B14F-4D97-AF65-F5344CB8AC3E}">
        <p14:creationId xmlns:p14="http://schemas.microsoft.com/office/powerpoint/2010/main" val="2463439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6707BF17-780B-445E-8A45-A324AED7DB2C}"/>
              </a:ext>
            </a:extLst>
          </p:cNvPr>
          <p:cNvSpPr/>
          <p:nvPr/>
        </p:nvSpPr>
        <p:spPr>
          <a:xfrm>
            <a:off x="5726983" y="2466752"/>
            <a:ext cx="1863268" cy="34841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5958D20-8A69-4154-8B14-1752DE5913F8}"/>
              </a:ext>
            </a:extLst>
          </p:cNvPr>
          <p:cNvSpPr/>
          <p:nvPr/>
        </p:nvSpPr>
        <p:spPr>
          <a:xfrm>
            <a:off x="9453519" y="2466752"/>
            <a:ext cx="1863268" cy="348413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7D6B3A-7D64-4E6F-B29A-F99CC2D1E50B}"/>
              </a:ext>
            </a:extLst>
          </p:cNvPr>
          <p:cNvSpPr txBox="1"/>
          <p:nvPr/>
        </p:nvSpPr>
        <p:spPr>
          <a:xfrm>
            <a:off x="717046" y="752762"/>
            <a:ext cx="5009938" cy="65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500" dirty="0">
                <a:solidFill>
                  <a:schemeClr val="accent2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Positioning</a:t>
            </a:r>
            <a:r>
              <a:rPr lang="en-US" sz="3500" dirty="0">
                <a:latin typeface="Poppins SemiBold" panose="00000700000000000000" pitchFamily="50" charset="0"/>
                <a:cs typeface="Poppins SemiBold" panose="00000700000000000000" pitchFamily="50" charset="0"/>
              </a:rPr>
              <a:t> Matrix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D5A46B-CDDB-40F8-9A65-9C03A39FA5D6}"/>
              </a:ext>
            </a:extLst>
          </p:cNvPr>
          <p:cNvSpPr/>
          <p:nvPr/>
        </p:nvSpPr>
        <p:spPr>
          <a:xfrm>
            <a:off x="7590252" y="3628131"/>
            <a:ext cx="1863268" cy="1161379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25531B-4697-459A-B674-95055969C3B7}"/>
              </a:ext>
            </a:extLst>
          </p:cNvPr>
          <p:cNvSpPr/>
          <p:nvPr/>
        </p:nvSpPr>
        <p:spPr>
          <a:xfrm>
            <a:off x="875208" y="2466752"/>
            <a:ext cx="1863268" cy="11613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3814DE-0DF1-41A6-926C-18BB234D1F45}"/>
              </a:ext>
            </a:extLst>
          </p:cNvPr>
          <p:cNvSpPr/>
          <p:nvPr/>
        </p:nvSpPr>
        <p:spPr>
          <a:xfrm>
            <a:off x="2738477" y="2466752"/>
            <a:ext cx="2988506" cy="1161379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90108CD-0557-428E-9890-D636544D015B}"/>
              </a:ext>
            </a:extLst>
          </p:cNvPr>
          <p:cNvSpPr/>
          <p:nvPr/>
        </p:nvSpPr>
        <p:spPr>
          <a:xfrm>
            <a:off x="5726984" y="2466752"/>
            <a:ext cx="1863268" cy="1161379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514BBA-2AB1-487D-80CA-D3A5E2BE6BC5}"/>
              </a:ext>
            </a:extLst>
          </p:cNvPr>
          <p:cNvSpPr/>
          <p:nvPr/>
        </p:nvSpPr>
        <p:spPr>
          <a:xfrm>
            <a:off x="7590252" y="2466752"/>
            <a:ext cx="1863268" cy="1161379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CBFE1B9-D0F4-4335-8157-E60D8F658C02}"/>
              </a:ext>
            </a:extLst>
          </p:cNvPr>
          <p:cNvSpPr/>
          <p:nvPr/>
        </p:nvSpPr>
        <p:spPr>
          <a:xfrm>
            <a:off x="9453520" y="2466752"/>
            <a:ext cx="1863268" cy="1161379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844B64-3B48-48C8-ACCA-755D71335A59}"/>
              </a:ext>
            </a:extLst>
          </p:cNvPr>
          <p:cNvSpPr/>
          <p:nvPr/>
        </p:nvSpPr>
        <p:spPr>
          <a:xfrm>
            <a:off x="875209" y="3628131"/>
            <a:ext cx="1863268" cy="11613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FF50C3-A594-4449-B6C8-48952D16AB14}"/>
              </a:ext>
            </a:extLst>
          </p:cNvPr>
          <p:cNvSpPr/>
          <p:nvPr/>
        </p:nvSpPr>
        <p:spPr>
          <a:xfrm>
            <a:off x="2738477" y="3628131"/>
            <a:ext cx="2988506" cy="1161379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5F5ACFD-DA4A-4ED9-8B56-BAE9184B0BA4}"/>
              </a:ext>
            </a:extLst>
          </p:cNvPr>
          <p:cNvSpPr/>
          <p:nvPr/>
        </p:nvSpPr>
        <p:spPr>
          <a:xfrm>
            <a:off x="9453520" y="3628131"/>
            <a:ext cx="1863268" cy="1161379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6D81B9E-08D1-4317-8FE6-B9F6F1E811F0}"/>
              </a:ext>
            </a:extLst>
          </p:cNvPr>
          <p:cNvSpPr/>
          <p:nvPr/>
        </p:nvSpPr>
        <p:spPr>
          <a:xfrm>
            <a:off x="875209" y="4789511"/>
            <a:ext cx="1863268" cy="116137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3F2AE4E-6E5D-4864-8226-2185F23C6D0F}"/>
              </a:ext>
            </a:extLst>
          </p:cNvPr>
          <p:cNvSpPr/>
          <p:nvPr/>
        </p:nvSpPr>
        <p:spPr>
          <a:xfrm>
            <a:off x="2738477" y="4789511"/>
            <a:ext cx="2988506" cy="1161379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C08CD92-9C09-4CA7-87E4-A2F4B8D979C4}"/>
              </a:ext>
            </a:extLst>
          </p:cNvPr>
          <p:cNvSpPr/>
          <p:nvPr/>
        </p:nvSpPr>
        <p:spPr>
          <a:xfrm>
            <a:off x="5726984" y="4789511"/>
            <a:ext cx="1863268" cy="1161379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31F5B52-906D-4300-BFC8-7627F707AE43}"/>
              </a:ext>
            </a:extLst>
          </p:cNvPr>
          <p:cNvSpPr/>
          <p:nvPr/>
        </p:nvSpPr>
        <p:spPr>
          <a:xfrm>
            <a:off x="7590252" y="4789511"/>
            <a:ext cx="1863268" cy="1161379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E088923-E2C2-44A6-B4CC-37D6EDF465B6}"/>
              </a:ext>
            </a:extLst>
          </p:cNvPr>
          <p:cNvSpPr/>
          <p:nvPr/>
        </p:nvSpPr>
        <p:spPr>
          <a:xfrm>
            <a:off x="9453520" y="4789511"/>
            <a:ext cx="1863268" cy="1161379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Prevalence">
            <a:extLst>
              <a:ext uri="{FF2B5EF4-FFF2-40B4-BE49-F238E27FC236}">
                <a16:creationId xmlns:a16="http://schemas.microsoft.com/office/drawing/2014/main" id="{E4AA9C14-E21F-42F1-90AC-863F1E8B93E8}"/>
              </a:ext>
            </a:extLst>
          </p:cNvPr>
          <p:cNvSpPr/>
          <p:nvPr/>
        </p:nvSpPr>
        <p:spPr>
          <a:xfrm>
            <a:off x="875208" y="2863277"/>
            <a:ext cx="1863268" cy="389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400" dirty="0">
                <a:solidFill>
                  <a:schemeClr val="bg1"/>
                </a:solidFill>
                <a:latin typeface="Poppins regular" panose="00000500000000000000" pitchFamily="2" charset="0"/>
                <a:cs typeface="Poppins regular" panose="00000500000000000000" pitchFamily="2" charset="0"/>
              </a:rPr>
              <a:t>A-Competitor</a:t>
            </a:r>
          </a:p>
          <a:p>
            <a:pPr algn="ctr"/>
            <a:r>
              <a:rPr lang="af-ZA" sz="1400" dirty="0">
                <a:solidFill>
                  <a:schemeClr val="bg1"/>
                </a:solidFill>
                <a:latin typeface="Poppins regular" panose="00000500000000000000" pitchFamily="2" charset="0"/>
                <a:cs typeface="Poppins regular" panose="00000500000000000000" pitchFamily="2" charset="0"/>
              </a:rPr>
              <a:t>Matrix</a:t>
            </a:r>
          </a:p>
        </p:txBody>
      </p:sp>
      <p:sp>
        <p:nvSpPr>
          <p:cNvPr id="26" name="Prevalence">
            <a:extLst>
              <a:ext uri="{FF2B5EF4-FFF2-40B4-BE49-F238E27FC236}">
                <a16:creationId xmlns:a16="http://schemas.microsoft.com/office/drawing/2014/main" id="{8A817B07-B537-480B-8C91-2206B86203BC}"/>
              </a:ext>
            </a:extLst>
          </p:cNvPr>
          <p:cNvSpPr/>
          <p:nvPr/>
        </p:nvSpPr>
        <p:spPr>
          <a:xfrm>
            <a:off x="875208" y="4024656"/>
            <a:ext cx="1863268" cy="389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400" dirty="0">
                <a:solidFill>
                  <a:schemeClr val="bg1"/>
                </a:solidFill>
                <a:latin typeface="Poppins regular" panose="00000500000000000000" pitchFamily="2" charset="0"/>
                <a:cs typeface="Poppins regular" panose="00000500000000000000" pitchFamily="2" charset="0"/>
              </a:rPr>
              <a:t>B-Competitor</a:t>
            </a:r>
          </a:p>
          <a:p>
            <a:pPr algn="ctr"/>
            <a:r>
              <a:rPr lang="af-ZA" sz="1400" dirty="0">
                <a:solidFill>
                  <a:schemeClr val="bg1"/>
                </a:solidFill>
                <a:latin typeface="Poppins regular" panose="00000500000000000000" pitchFamily="2" charset="0"/>
                <a:cs typeface="Poppins regular" panose="00000500000000000000" pitchFamily="2" charset="0"/>
              </a:rPr>
              <a:t>Matrix</a:t>
            </a:r>
          </a:p>
        </p:txBody>
      </p:sp>
      <p:sp>
        <p:nvSpPr>
          <p:cNvPr id="27" name="Prevalence">
            <a:extLst>
              <a:ext uri="{FF2B5EF4-FFF2-40B4-BE49-F238E27FC236}">
                <a16:creationId xmlns:a16="http://schemas.microsoft.com/office/drawing/2014/main" id="{04118D4C-2227-40C1-B555-B1FB35708DAC}"/>
              </a:ext>
            </a:extLst>
          </p:cNvPr>
          <p:cNvSpPr/>
          <p:nvPr/>
        </p:nvSpPr>
        <p:spPr>
          <a:xfrm>
            <a:off x="875208" y="5186036"/>
            <a:ext cx="1863268" cy="389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regular" panose="00000500000000000000" pitchFamily="2" charset="0"/>
                <a:cs typeface="Poppins regular" panose="00000500000000000000" pitchFamily="2" charset="0"/>
              </a:rPr>
              <a:t>C-Competitor</a:t>
            </a:r>
          </a:p>
          <a:p>
            <a:pPr algn="ctr"/>
            <a:r>
              <a:rPr lang="af-ZA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regular" panose="00000500000000000000" pitchFamily="2" charset="0"/>
                <a:cs typeface="Poppins regular" panose="00000500000000000000" pitchFamily="2" charset="0"/>
              </a:rPr>
              <a:t>Matrix</a:t>
            </a:r>
          </a:p>
        </p:txBody>
      </p:sp>
      <p:graphicFrame>
        <p:nvGraphicFramePr>
          <p:cNvPr id="31" name="Chart 30">
            <a:extLst>
              <a:ext uri="{FF2B5EF4-FFF2-40B4-BE49-F238E27FC236}">
                <a16:creationId xmlns:a16="http://schemas.microsoft.com/office/drawing/2014/main" id="{E0FFC1AF-6C6F-457B-8F64-E7D1ED517B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0917299"/>
              </p:ext>
            </p:extLst>
          </p:nvPr>
        </p:nvGraphicFramePr>
        <p:xfrm>
          <a:off x="8072582" y="2621899"/>
          <a:ext cx="903484" cy="8510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4" name="Prevalence">
            <a:extLst>
              <a:ext uri="{FF2B5EF4-FFF2-40B4-BE49-F238E27FC236}">
                <a16:creationId xmlns:a16="http://schemas.microsoft.com/office/drawing/2014/main" id="{74869B74-38FE-4CF5-BE2F-BEF4CF3D370E}"/>
              </a:ext>
            </a:extLst>
          </p:cNvPr>
          <p:cNvSpPr/>
          <p:nvPr/>
        </p:nvSpPr>
        <p:spPr>
          <a:xfrm>
            <a:off x="8282858" y="2975252"/>
            <a:ext cx="518793" cy="1817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3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36%</a:t>
            </a:r>
            <a:endParaRPr sz="1300" dirty="0">
              <a:solidFill>
                <a:schemeClr val="tx1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graphicFrame>
        <p:nvGraphicFramePr>
          <p:cNvPr id="32" name="Chart 31">
            <a:extLst>
              <a:ext uri="{FF2B5EF4-FFF2-40B4-BE49-F238E27FC236}">
                <a16:creationId xmlns:a16="http://schemas.microsoft.com/office/drawing/2014/main" id="{1B01CFB7-8228-4B5D-8A01-BF833CF2575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67600374"/>
              </p:ext>
            </p:extLst>
          </p:nvPr>
        </p:nvGraphicFramePr>
        <p:xfrm>
          <a:off x="8072582" y="3718756"/>
          <a:ext cx="903484" cy="8510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5" name="Prevalence">
            <a:extLst>
              <a:ext uri="{FF2B5EF4-FFF2-40B4-BE49-F238E27FC236}">
                <a16:creationId xmlns:a16="http://schemas.microsoft.com/office/drawing/2014/main" id="{EE978832-FD8C-4D27-A5FB-FC5A6A5490E6}"/>
              </a:ext>
            </a:extLst>
          </p:cNvPr>
          <p:cNvSpPr/>
          <p:nvPr/>
        </p:nvSpPr>
        <p:spPr>
          <a:xfrm>
            <a:off x="8273458" y="4067596"/>
            <a:ext cx="518793" cy="1817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3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23%</a:t>
            </a:r>
            <a:endParaRPr sz="1300" dirty="0">
              <a:solidFill>
                <a:schemeClr val="tx1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graphicFrame>
        <p:nvGraphicFramePr>
          <p:cNvPr id="33" name="Chart 32">
            <a:extLst>
              <a:ext uri="{FF2B5EF4-FFF2-40B4-BE49-F238E27FC236}">
                <a16:creationId xmlns:a16="http://schemas.microsoft.com/office/drawing/2014/main" id="{E0097E05-C245-48A3-B471-B5ED7E4BDC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9512922"/>
              </p:ext>
            </p:extLst>
          </p:nvPr>
        </p:nvGraphicFramePr>
        <p:xfrm>
          <a:off x="8072582" y="4944658"/>
          <a:ext cx="903484" cy="8510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6" name="Prevalence">
            <a:extLst>
              <a:ext uri="{FF2B5EF4-FFF2-40B4-BE49-F238E27FC236}">
                <a16:creationId xmlns:a16="http://schemas.microsoft.com/office/drawing/2014/main" id="{2AFFF983-DD3A-4EBC-A198-1A2274361A8D}"/>
              </a:ext>
            </a:extLst>
          </p:cNvPr>
          <p:cNvSpPr/>
          <p:nvPr/>
        </p:nvSpPr>
        <p:spPr>
          <a:xfrm>
            <a:off x="8270621" y="5318208"/>
            <a:ext cx="518793" cy="1817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3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87%</a:t>
            </a:r>
            <a:endParaRPr sz="1300" dirty="0">
              <a:solidFill>
                <a:schemeClr val="tx1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9DF14E3-31D6-4BB3-A058-4CE646350ED5}"/>
              </a:ext>
            </a:extLst>
          </p:cNvPr>
          <p:cNvSpPr txBox="1"/>
          <p:nvPr/>
        </p:nvSpPr>
        <p:spPr>
          <a:xfrm>
            <a:off x="6414511" y="4073188"/>
            <a:ext cx="49309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-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8F2D058-EACF-4964-853F-104BEBB35E8D}"/>
              </a:ext>
            </a:extLst>
          </p:cNvPr>
          <p:cNvSpPr txBox="1"/>
          <p:nvPr/>
        </p:nvSpPr>
        <p:spPr>
          <a:xfrm>
            <a:off x="6414511" y="5108590"/>
            <a:ext cx="49309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+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267C1F6-B73D-492C-A40F-A5331A601CD8}"/>
              </a:ext>
            </a:extLst>
          </p:cNvPr>
          <p:cNvSpPr txBox="1"/>
          <p:nvPr/>
        </p:nvSpPr>
        <p:spPr>
          <a:xfrm>
            <a:off x="6414511" y="2785831"/>
            <a:ext cx="49309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+</a:t>
            </a:r>
          </a:p>
        </p:txBody>
      </p:sp>
      <p:sp>
        <p:nvSpPr>
          <p:cNvPr id="40" name="Prevalence">
            <a:extLst>
              <a:ext uri="{FF2B5EF4-FFF2-40B4-BE49-F238E27FC236}">
                <a16:creationId xmlns:a16="http://schemas.microsoft.com/office/drawing/2014/main" id="{A5CB8181-28C1-4E9D-A36F-D3BB3C8E9CB2}"/>
              </a:ext>
            </a:extLst>
          </p:cNvPr>
          <p:cNvSpPr/>
          <p:nvPr/>
        </p:nvSpPr>
        <p:spPr>
          <a:xfrm>
            <a:off x="9847828" y="2935616"/>
            <a:ext cx="1154837" cy="223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rPr lang="af-ZA" sz="1600" dirty="0">
                <a:solidFill>
                  <a:schemeClr val="bg1"/>
                </a:solidFill>
                <a:latin typeface="Poppins regular" panose="00000500000000000000" pitchFamily="2" charset="0"/>
                <a:cs typeface="Poppins regular" panose="00000500000000000000" pitchFamily="2" charset="0"/>
              </a:rPr>
              <a:t>$54.3M </a:t>
            </a:r>
            <a:r>
              <a:rPr lang="af-ZA" sz="1100" dirty="0">
                <a:solidFill>
                  <a:schemeClr val="bg1"/>
                </a:solidFill>
                <a:latin typeface="Poppins regular" panose="00000500000000000000" pitchFamily="2" charset="0"/>
                <a:cs typeface="Poppins regular" panose="00000500000000000000" pitchFamily="2" charset="0"/>
              </a:rPr>
              <a:t>USD</a:t>
            </a:r>
            <a:endParaRPr sz="1600" dirty="0">
              <a:solidFill>
                <a:schemeClr val="bg1"/>
              </a:solidFill>
              <a:latin typeface="Poppins regular" panose="00000500000000000000" pitchFamily="2" charset="0"/>
              <a:cs typeface="Poppins regular" panose="00000500000000000000" pitchFamily="2" charset="0"/>
            </a:endParaRPr>
          </a:p>
        </p:txBody>
      </p:sp>
      <p:sp>
        <p:nvSpPr>
          <p:cNvPr id="41" name="Prevalence">
            <a:extLst>
              <a:ext uri="{FF2B5EF4-FFF2-40B4-BE49-F238E27FC236}">
                <a16:creationId xmlns:a16="http://schemas.microsoft.com/office/drawing/2014/main" id="{E1DBCF09-6F49-463F-99DB-08974C97ED6A}"/>
              </a:ext>
            </a:extLst>
          </p:cNvPr>
          <p:cNvSpPr/>
          <p:nvPr/>
        </p:nvSpPr>
        <p:spPr>
          <a:xfrm>
            <a:off x="9887417" y="4032473"/>
            <a:ext cx="1075659" cy="223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rPr lang="af-ZA" sz="1600" dirty="0">
                <a:solidFill>
                  <a:schemeClr val="bg1"/>
                </a:solidFill>
                <a:latin typeface="Poppins regular" panose="00000500000000000000" pitchFamily="2" charset="0"/>
                <a:cs typeface="Poppins regular" panose="00000500000000000000" pitchFamily="2" charset="0"/>
              </a:rPr>
              <a:t>$17.3M </a:t>
            </a:r>
            <a:r>
              <a:rPr lang="af-ZA" sz="1100" dirty="0">
                <a:solidFill>
                  <a:schemeClr val="bg1"/>
                </a:solidFill>
                <a:latin typeface="Poppins regular" panose="00000500000000000000" pitchFamily="2" charset="0"/>
                <a:cs typeface="Poppins regular" panose="00000500000000000000" pitchFamily="2" charset="0"/>
              </a:rPr>
              <a:t>USD</a:t>
            </a:r>
            <a:endParaRPr sz="1600" dirty="0">
              <a:solidFill>
                <a:schemeClr val="bg1"/>
              </a:solidFill>
              <a:latin typeface="Poppins regular" panose="00000500000000000000" pitchFamily="2" charset="0"/>
              <a:cs typeface="Poppins regular" panose="00000500000000000000" pitchFamily="2" charset="0"/>
            </a:endParaRPr>
          </a:p>
        </p:txBody>
      </p:sp>
      <p:sp>
        <p:nvSpPr>
          <p:cNvPr id="42" name="Prevalence">
            <a:extLst>
              <a:ext uri="{FF2B5EF4-FFF2-40B4-BE49-F238E27FC236}">
                <a16:creationId xmlns:a16="http://schemas.microsoft.com/office/drawing/2014/main" id="{FE98BA9D-B623-483E-80F9-F15D046128F8}"/>
              </a:ext>
            </a:extLst>
          </p:cNvPr>
          <p:cNvSpPr/>
          <p:nvPr/>
        </p:nvSpPr>
        <p:spPr>
          <a:xfrm>
            <a:off x="9879912" y="5258375"/>
            <a:ext cx="1090668" cy="223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rPr lang="af-ZA" sz="1600" dirty="0">
                <a:solidFill>
                  <a:schemeClr val="bg1"/>
                </a:solidFill>
                <a:latin typeface="Poppins regular" panose="00000500000000000000" pitchFamily="2" charset="0"/>
                <a:cs typeface="Poppins regular" panose="00000500000000000000" pitchFamily="2" charset="0"/>
              </a:rPr>
              <a:t>$14.3M </a:t>
            </a:r>
            <a:r>
              <a:rPr lang="af-ZA" sz="1100" dirty="0">
                <a:solidFill>
                  <a:schemeClr val="bg1"/>
                </a:solidFill>
                <a:latin typeface="Poppins regular" panose="00000500000000000000" pitchFamily="2" charset="0"/>
                <a:cs typeface="Poppins regular" panose="00000500000000000000" pitchFamily="2" charset="0"/>
              </a:rPr>
              <a:t>USD</a:t>
            </a:r>
            <a:endParaRPr sz="1600" dirty="0">
              <a:solidFill>
                <a:schemeClr val="bg1"/>
              </a:solidFill>
              <a:latin typeface="Poppins regular" panose="00000500000000000000" pitchFamily="2" charset="0"/>
              <a:cs typeface="Poppins regular" panose="00000500000000000000" pitchFamily="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C267F9E-88A4-41DA-8E75-324707A1A4CE}"/>
              </a:ext>
            </a:extLst>
          </p:cNvPr>
          <p:cNvSpPr txBox="1"/>
          <p:nvPr/>
        </p:nvSpPr>
        <p:spPr>
          <a:xfrm>
            <a:off x="3184216" y="2588621"/>
            <a:ext cx="2181011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ts val="2000"/>
              </a:lnSpc>
              <a:buFont typeface="Wingdings" panose="05000000000000000000" pitchFamily="2" charset="2"/>
              <a:buChar char="ü"/>
            </a:pPr>
            <a:r>
              <a:rPr lang="en-US" sz="1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passages</a:t>
            </a:r>
          </a:p>
          <a:p>
            <a:pPr marL="171450" indent="-171450">
              <a:lnSpc>
                <a:spcPts val="2000"/>
              </a:lnSpc>
              <a:buFont typeface="Wingdings" panose="05000000000000000000" pitchFamily="2" charset="2"/>
              <a:buChar char="ü"/>
            </a:pPr>
            <a:r>
              <a:rPr lang="en-US" sz="1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Words don't look even slightly </a:t>
            </a:r>
          </a:p>
          <a:p>
            <a:pPr marL="171450" indent="-171450">
              <a:lnSpc>
                <a:spcPts val="2000"/>
              </a:lnSpc>
              <a:buFont typeface="Wingdings" panose="05000000000000000000" pitchFamily="2" charset="2"/>
              <a:buChar char="ü"/>
            </a:pPr>
            <a:r>
              <a:rPr lang="en-US" sz="1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isn't anything</a:t>
            </a:r>
            <a:endParaRPr lang="en-US" sz="1000" dirty="0">
              <a:solidFill>
                <a:schemeClr val="tx1">
                  <a:lumMod val="95000"/>
                  <a:lumOff val="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2050213-985B-420D-8C9E-196EB961C0FC}"/>
              </a:ext>
            </a:extLst>
          </p:cNvPr>
          <p:cNvSpPr txBox="1"/>
          <p:nvPr/>
        </p:nvSpPr>
        <p:spPr>
          <a:xfrm>
            <a:off x="3184216" y="3739101"/>
            <a:ext cx="2181011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ts val="2000"/>
              </a:lnSpc>
              <a:buFont typeface="Wingdings" panose="05000000000000000000" pitchFamily="2" charset="2"/>
              <a:buChar char="ü"/>
            </a:pPr>
            <a:r>
              <a:rPr lang="en-US" sz="1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passages</a:t>
            </a:r>
          </a:p>
          <a:p>
            <a:pPr marL="171450" indent="-171450">
              <a:lnSpc>
                <a:spcPts val="2000"/>
              </a:lnSpc>
              <a:buFont typeface="Wingdings" panose="05000000000000000000" pitchFamily="2" charset="2"/>
              <a:buChar char="ü"/>
            </a:pPr>
            <a:r>
              <a:rPr lang="en-US" sz="1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Words don't look even slightly </a:t>
            </a:r>
          </a:p>
          <a:p>
            <a:pPr marL="171450" indent="-171450">
              <a:lnSpc>
                <a:spcPts val="2000"/>
              </a:lnSpc>
              <a:buFont typeface="Wingdings" panose="05000000000000000000" pitchFamily="2" charset="2"/>
              <a:buChar char="ü"/>
            </a:pPr>
            <a:r>
              <a:rPr lang="en-US" sz="1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isn't anything</a:t>
            </a:r>
            <a:endParaRPr lang="en-US" sz="1000" dirty="0">
              <a:solidFill>
                <a:schemeClr val="tx1">
                  <a:lumMod val="95000"/>
                  <a:lumOff val="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082DA61-B65B-4B60-BE6C-BB875B1A244E}"/>
              </a:ext>
            </a:extLst>
          </p:cNvPr>
          <p:cNvSpPr txBox="1"/>
          <p:nvPr/>
        </p:nvSpPr>
        <p:spPr>
          <a:xfrm>
            <a:off x="3184216" y="4954830"/>
            <a:ext cx="2181011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ts val="2000"/>
              </a:lnSpc>
              <a:buFont typeface="Wingdings" panose="05000000000000000000" pitchFamily="2" charset="2"/>
              <a:buChar char="ü"/>
            </a:pPr>
            <a:r>
              <a:rPr lang="en-US" sz="1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passages</a:t>
            </a:r>
          </a:p>
          <a:p>
            <a:pPr marL="171450" indent="-171450">
              <a:lnSpc>
                <a:spcPts val="2000"/>
              </a:lnSpc>
              <a:buFont typeface="Wingdings" panose="05000000000000000000" pitchFamily="2" charset="2"/>
              <a:buChar char="ü"/>
            </a:pPr>
            <a:r>
              <a:rPr lang="en-US" sz="1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Words don't look even slightly </a:t>
            </a:r>
          </a:p>
          <a:p>
            <a:pPr marL="171450" indent="-171450">
              <a:lnSpc>
                <a:spcPts val="2000"/>
              </a:lnSpc>
              <a:buFont typeface="Wingdings" panose="05000000000000000000" pitchFamily="2" charset="2"/>
              <a:buChar char="ü"/>
            </a:pPr>
            <a:r>
              <a:rPr lang="en-US" sz="1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isn't anything</a:t>
            </a:r>
            <a:endParaRPr lang="en-US" sz="1000" dirty="0">
              <a:solidFill>
                <a:schemeClr val="tx1">
                  <a:lumMod val="95000"/>
                  <a:lumOff val="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8847301-9810-4BFF-96C2-2956011D5FBD}"/>
              </a:ext>
            </a:extLst>
          </p:cNvPr>
          <p:cNvSpPr txBox="1"/>
          <p:nvPr/>
        </p:nvSpPr>
        <p:spPr>
          <a:xfrm>
            <a:off x="7377298" y="822639"/>
            <a:ext cx="3939489" cy="580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20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variations of passages of Lorem Ipsum available, the or randomized words which</a:t>
            </a:r>
            <a:endParaRPr lang="en-US" sz="1200" i="1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3898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26" name="Chart 25">
                <a:extLst>
                  <a:ext uri="{FF2B5EF4-FFF2-40B4-BE49-F238E27FC236}">
                    <a16:creationId xmlns:a16="http://schemas.microsoft.com/office/drawing/2014/main" id="{FBF77226-725F-4BFA-97BB-7B0225B299A6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435179889"/>
                  </p:ext>
                </p:extLst>
              </p:nvPr>
            </p:nvGraphicFramePr>
            <p:xfrm>
              <a:off x="767150" y="1851165"/>
              <a:ext cx="5471725" cy="4263785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26" name="Chart 25">
                <a:extLst>
                  <a:ext uri="{FF2B5EF4-FFF2-40B4-BE49-F238E27FC236}">
                    <a16:creationId xmlns:a16="http://schemas.microsoft.com/office/drawing/2014/main" id="{FBF77226-725F-4BFA-97BB-7B0225B299A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7150" y="1851165"/>
                <a:ext cx="5471725" cy="4263785"/>
              </a:xfrm>
              <a:prstGeom prst="rect">
                <a:avLst/>
              </a:prstGeom>
            </p:spPr>
          </p:pic>
        </mc:Fallback>
      </mc:AlternateContent>
      <p:sp>
        <p:nvSpPr>
          <p:cNvPr id="32" name="Oval 31">
            <a:extLst>
              <a:ext uri="{FF2B5EF4-FFF2-40B4-BE49-F238E27FC236}">
                <a16:creationId xmlns:a16="http://schemas.microsoft.com/office/drawing/2014/main" id="{ED9775D7-0F7F-4457-923E-0E665EDB08DA}"/>
              </a:ext>
            </a:extLst>
          </p:cNvPr>
          <p:cNvSpPr/>
          <p:nvPr/>
        </p:nvSpPr>
        <p:spPr>
          <a:xfrm>
            <a:off x="7641198" y="5346573"/>
            <a:ext cx="741626" cy="74162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FB8E734-F866-4E98-84DA-A6934FD5384C}"/>
              </a:ext>
            </a:extLst>
          </p:cNvPr>
          <p:cNvSpPr/>
          <p:nvPr/>
        </p:nvSpPr>
        <p:spPr>
          <a:xfrm>
            <a:off x="7641198" y="4183766"/>
            <a:ext cx="741626" cy="74162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C7ED4D7-572C-495C-BC63-5B88AFD59E3A}"/>
              </a:ext>
            </a:extLst>
          </p:cNvPr>
          <p:cNvSpPr/>
          <p:nvPr/>
        </p:nvSpPr>
        <p:spPr>
          <a:xfrm>
            <a:off x="7641198" y="2999694"/>
            <a:ext cx="741626" cy="7416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FCB2F7F-CD03-45A8-9CF0-005FAC5A989D}"/>
              </a:ext>
            </a:extLst>
          </p:cNvPr>
          <p:cNvSpPr/>
          <p:nvPr/>
        </p:nvSpPr>
        <p:spPr>
          <a:xfrm>
            <a:off x="7641198" y="1815205"/>
            <a:ext cx="741626" cy="7416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 12">
            <a:extLst>
              <a:ext uri="{FF2B5EF4-FFF2-40B4-BE49-F238E27FC236}">
                <a16:creationId xmlns:a16="http://schemas.microsoft.com/office/drawing/2014/main" id="{C1109C9E-BDDD-48E4-9FC1-9C99C453C825}"/>
              </a:ext>
            </a:extLst>
          </p:cNvPr>
          <p:cNvSpPr>
            <a:spLocks noEditPoints="1"/>
          </p:cNvSpPr>
          <p:nvPr/>
        </p:nvSpPr>
        <p:spPr bwMode="auto">
          <a:xfrm>
            <a:off x="7863047" y="3201470"/>
            <a:ext cx="297928" cy="338074"/>
          </a:xfrm>
          <a:custGeom>
            <a:avLst/>
            <a:gdLst>
              <a:gd name="T0" fmla="*/ 85 w 141"/>
              <a:gd name="T1" fmla="*/ 51 h 160"/>
              <a:gd name="T2" fmla="*/ 57 w 141"/>
              <a:gd name="T3" fmla="*/ 51 h 160"/>
              <a:gd name="T4" fmla="*/ 71 w 141"/>
              <a:gd name="T5" fmla="*/ 47 h 160"/>
              <a:gd name="T6" fmla="*/ 71 w 141"/>
              <a:gd name="T7" fmla="*/ 57 h 160"/>
              <a:gd name="T8" fmla="*/ 71 w 141"/>
              <a:gd name="T9" fmla="*/ 47 h 160"/>
              <a:gd name="T10" fmla="*/ 132 w 141"/>
              <a:gd name="T11" fmla="*/ 113 h 160"/>
              <a:gd name="T12" fmla="*/ 118 w 141"/>
              <a:gd name="T13" fmla="*/ 19 h 160"/>
              <a:gd name="T14" fmla="*/ 71 w 141"/>
              <a:gd name="T15" fmla="*/ 0 h 160"/>
              <a:gd name="T16" fmla="*/ 24 w 141"/>
              <a:gd name="T17" fmla="*/ 19 h 160"/>
              <a:gd name="T18" fmla="*/ 10 w 141"/>
              <a:gd name="T19" fmla="*/ 113 h 160"/>
              <a:gd name="T20" fmla="*/ 0 w 141"/>
              <a:gd name="T21" fmla="*/ 118 h 160"/>
              <a:gd name="T22" fmla="*/ 27 w 141"/>
              <a:gd name="T23" fmla="*/ 123 h 160"/>
              <a:gd name="T24" fmla="*/ 23 w 141"/>
              <a:gd name="T25" fmla="*/ 160 h 160"/>
              <a:gd name="T26" fmla="*/ 29 w 141"/>
              <a:gd name="T27" fmla="*/ 157 h 160"/>
              <a:gd name="T28" fmla="*/ 109 w 141"/>
              <a:gd name="T29" fmla="*/ 141 h 160"/>
              <a:gd name="T30" fmla="*/ 118 w 141"/>
              <a:gd name="T31" fmla="*/ 160 h 160"/>
              <a:gd name="T32" fmla="*/ 122 w 141"/>
              <a:gd name="T33" fmla="*/ 154 h 160"/>
              <a:gd name="T34" fmla="*/ 137 w 141"/>
              <a:gd name="T35" fmla="*/ 123 h 160"/>
              <a:gd name="T36" fmla="*/ 137 w 141"/>
              <a:gd name="T37" fmla="*/ 113 h 160"/>
              <a:gd name="T38" fmla="*/ 84 w 141"/>
              <a:gd name="T39" fmla="*/ 19 h 160"/>
              <a:gd name="T40" fmla="*/ 71 w 141"/>
              <a:gd name="T41" fmla="*/ 10 h 160"/>
              <a:gd name="T42" fmla="*/ 24 w 141"/>
              <a:gd name="T43" fmla="*/ 28 h 160"/>
              <a:gd name="T44" fmla="*/ 122 w 141"/>
              <a:gd name="T45" fmla="*/ 33 h 160"/>
              <a:gd name="T46" fmla="*/ 120 w 141"/>
              <a:gd name="T47" fmla="*/ 95 h 160"/>
              <a:gd name="T48" fmla="*/ 89 w 141"/>
              <a:gd name="T49" fmla="*/ 67 h 160"/>
              <a:gd name="T50" fmla="*/ 71 w 141"/>
              <a:gd name="T51" fmla="*/ 83 h 160"/>
              <a:gd name="T52" fmla="*/ 52 w 141"/>
              <a:gd name="T53" fmla="*/ 67 h 160"/>
              <a:gd name="T54" fmla="*/ 22 w 141"/>
              <a:gd name="T55" fmla="*/ 95 h 160"/>
              <a:gd name="T56" fmla="*/ 19 w 141"/>
              <a:gd name="T57" fmla="*/ 33 h 160"/>
              <a:gd name="T58" fmla="*/ 83 w 141"/>
              <a:gd name="T59" fmla="*/ 94 h 160"/>
              <a:gd name="T60" fmla="*/ 90 w 141"/>
              <a:gd name="T61" fmla="*/ 77 h 160"/>
              <a:gd name="T62" fmla="*/ 69 w 141"/>
              <a:gd name="T63" fmla="*/ 94 h 160"/>
              <a:gd name="T64" fmla="*/ 52 w 141"/>
              <a:gd name="T65" fmla="*/ 77 h 160"/>
              <a:gd name="T66" fmla="*/ 34 w 141"/>
              <a:gd name="T67" fmla="*/ 131 h 160"/>
              <a:gd name="T68" fmla="*/ 104 w 141"/>
              <a:gd name="T69" fmla="*/ 122 h 160"/>
              <a:gd name="T70" fmla="*/ 34 w 141"/>
              <a:gd name="T71" fmla="*/ 131 h 160"/>
              <a:gd name="T72" fmla="*/ 20 w 141"/>
              <a:gd name="T73" fmla="*/ 113 h 160"/>
              <a:gd name="T74" fmla="*/ 123 w 141"/>
              <a:gd name="T75" fmla="*/ 104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41" h="160">
                <a:moveTo>
                  <a:pt x="71" y="66"/>
                </a:moveTo>
                <a:cubicBezTo>
                  <a:pt x="79" y="66"/>
                  <a:pt x="85" y="59"/>
                  <a:pt x="85" y="51"/>
                </a:cubicBezTo>
                <a:cubicBezTo>
                  <a:pt x="85" y="43"/>
                  <a:pt x="79" y="37"/>
                  <a:pt x="71" y="37"/>
                </a:cubicBezTo>
                <a:cubicBezTo>
                  <a:pt x="63" y="37"/>
                  <a:pt x="57" y="43"/>
                  <a:pt x="57" y="51"/>
                </a:cubicBezTo>
                <a:cubicBezTo>
                  <a:pt x="57" y="59"/>
                  <a:pt x="63" y="66"/>
                  <a:pt x="71" y="66"/>
                </a:cubicBezTo>
                <a:close/>
                <a:moveTo>
                  <a:pt x="71" y="47"/>
                </a:moveTo>
                <a:cubicBezTo>
                  <a:pt x="74" y="47"/>
                  <a:pt x="76" y="49"/>
                  <a:pt x="76" y="52"/>
                </a:cubicBezTo>
                <a:cubicBezTo>
                  <a:pt x="76" y="55"/>
                  <a:pt x="74" y="57"/>
                  <a:pt x="71" y="57"/>
                </a:cubicBezTo>
                <a:cubicBezTo>
                  <a:pt x="69" y="57"/>
                  <a:pt x="67" y="55"/>
                  <a:pt x="67" y="52"/>
                </a:cubicBezTo>
                <a:cubicBezTo>
                  <a:pt x="67" y="49"/>
                  <a:pt x="69" y="47"/>
                  <a:pt x="71" y="47"/>
                </a:cubicBezTo>
                <a:close/>
                <a:moveTo>
                  <a:pt x="137" y="113"/>
                </a:moveTo>
                <a:cubicBezTo>
                  <a:pt x="132" y="113"/>
                  <a:pt x="132" y="113"/>
                  <a:pt x="132" y="113"/>
                </a:cubicBezTo>
                <a:cubicBezTo>
                  <a:pt x="132" y="33"/>
                  <a:pt x="132" y="33"/>
                  <a:pt x="132" y="33"/>
                </a:cubicBezTo>
                <a:cubicBezTo>
                  <a:pt x="132" y="26"/>
                  <a:pt x="126" y="19"/>
                  <a:pt x="118" y="19"/>
                </a:cubicBezTo>
                <a:cubicBezTo>
                  <a:pt x="94" y="19"/>
                  <a:pt x="94" y="19"/>
                  <a:pt x="94" y="19"/>
                </a:cubicBezTo>
                <a:cubicBezTo>
                  <a:pt x="92" y="9"/>
                  <a:pt x="83" y="0"/>
                  <a:pt x="71" y="0"/>
                </a:cubicBezTo>
                <a:cubicBezTo>
                  <a:pt x="59" y="0"/>
                  <a:pt x="50" y="8"/>
                  <a:pt x="48" y="19"/>
                </a:cubicBezTo>
                <a:cubicBezTo>
                  <a:pt x="24" y="19"/>
                  <a:pt x="24" y="19"/>
                  <a:pt x="24" y="19"/>
                </a:cubicBezTo>
                <a:cubicBezTo>
                  <a:pt x="16" y="19"/>
                  <a:pt x="10" y="26"/>
                  <a:pt x="10" y="33"/>
                </a:cubicBezTo>
                <a:cubicBezTo>
                  <a:pt x="10" y="113"/>
                  <a:pt x="10" y="113"/>
                  <a:pt x="10" y="113"/>
                </a:cubicBezTo>
                <a:cubicBezTo>
                  <a:pt x="5" y="113"/>
                  <a:pt x="5" y="113"/>
                  <a:pt x="5" y="113"/>
                </a:cubicBezTo>
                <a:cubicBezTo>
                  <a:pt x="2" y="113"/>
                  <a:pt x="0" y="115"/>
                  <a:pt x="0" y="118"/>
                </a:cubicBezTo>
                <a:cubicBezTo>
                  <a:pt x="0" y="120"/>
                  <a:pt x="2" y="123"/>
                  <a:pt x="5" y="123"/>
                </a:cubicBezTo>
                <a:cubicBezTo>
                  <a:pt x="27" y="123"/>
                  <a:pt x="27" y="123"/>
                  <a:pt x="27" y="123"/>
                </a:cubicBezTo>
                <a:cubicBezTo>
                  <a:pt x="26" y="127"/>
                  <a:pt x="20" y="150"/>
                  <a:pt x="19" y="154"/>
                </a:cubicBezTo>
                <a:cubicBezTo>
                  <a:pt x="18" y="157"/>
                  <a:pt x="20" y="160"/>
                  <a:pt x="23" y="160"/>
                </a:cubicBezTo>
                <a:cubicBezTo>
                  <a:pt x="24" y="160"/>
                  <a:pt x="24" y="160"/>
                  <a:pt x="24" y="160"/>
                </a:cubicBezTo>
                <a:cubicBezTo>
                  <a:pt x="26" y="160"/>
                  <a:pt x="28" y="159"/>
                  <a:pt x="29" y="157"/>
                </a:cubicBezTo>
                <a:cubicBezTo>
                  <a:pt x="32" y="141"/>
                  <a:pt x="32" y="141"/>
                  <a:pt x="32" y="141"/>
                </a:cubicBezTo>
                <a:cubicBezTo>
                  <a:pt x="109" y="141"/>
                  <a:pt x="109" y="141"/>
                  <a:pt x="109" y="141"/>
                </a:cubicBezTo>
                <a:cubicBezTo>
                  <a:pt x="113" y="157"/>
                  <a:pt x="113" y="157"/>
                  <a:pt x="113" y="157"/>
                </a:cubicBezTo>
                <a:cubicBezTo>
                  <a:pt x="113" y="159"/>
                  <a:pt x="115" y="160"/>
                  <a:pt x="118" y="160"/>
                </a:cubicBezTo>
                <a:cubicBezTo>
                  <a:pt x="119" y="160"/>
                  <a:pt x="119" y="160"/>
                  <a:pt x="119" y="160"/>
                </a:cubicBezTo>
                <a:cubicBezTo>
                  <a:pt x="121" y="160"/>
                  <a:pt x="123" y="157"/>
                  <a:pt x="122" y="154"/>
                </a:cubicBezTo>
                <a:cubicBezTo>
                  <a:pt x="121" y="150"/>
                  <a:pt x="115" y="127"/>
                  <a:pt x="115" y="123"/>
                </a:cubicBezTo>
                <a:cubicBezTo>
                  <a:pt x="137" y="123"/>
                  <a:pt x="137" y="123"/>
                  <a:pt x="137" y="123"/>
                </a:cubicBezTo>
                <a:cubicBezTo>
                  <a:pt x="139" y="123"/>
                  <a:pt x="141" y="120"/>
                  <a:pt x="141" y="118"/>
                </a:cubicBezTo>
                <a:cubicBezTo>
                  <a:pt x="141" y="115"/>
                  <a:pt x="139" y="113"/>
                  <a:pt x="137" y="113"/>
                </a:cubicBezTo>
                <a:close/>
                <a:moveTo>
                  <a:pt x="71" y="10"/>
                </a:moveTo>
                <a:cubicBezTo>
                  <a:pt x="77" y="10"/>
                  <a:pt x="83" y="13"/>
                  <a:pt x="84" y="19"/>
                </a:cubicBezTo>
                <a:cubicBezTo>
                  <a:pt x="58" y="19"/>
                  <a:pt x="58" y="19"/>
                  <a:pt x="58" y="19"/>
                </a:cubicBezTo>
                <a:cubicBezTo>
                  <a:pt x="60" y="13"/>
                  <a:pt x="65" y="10"/>
                  <a:pt x="71" y="10"/>
                </a:cubicBezTo>
                <a:close/>
                <a:moveTo>
                  <a:pt x="19" y="33"/>
                </a:moveTo>
                <a:cubicBezTo>
                  <a:pt x="20" y="31"/>
                  <a:pt x="22" y="28"/>
                  <a:pt x="24" y="28"/>
                </a:cubicBezTo>
                <a:cubicBezTo>
                  <a:pt x="118" y="28"/>
                  <a:pt x="118" y="28"/>
                  <a:pt x="118" y="28"/>
                </a:cubicBezTo>
                <a:cubicBezTo>
                  <a:pt x="120" y="28"/>
                  <a:pt x="122" y="31"/>
                  <a:pt x="122" y="33"/>
                </a:cubicBezTo>
                <a:cubicBezTo>
                  <a:pt x="122" y="95"/>
                  <a:pt x="122" y="95"/>
                  <a:pt x="122" y="95"/>
                </a:cubicBezTo>
                <a:cubicBezTo>
                  <a:pt x="120" y="95"/>
                  <a:pt x="120" y="95"/>
                  <a:pt x="120" y="95"/>
                </a:cubicBezTo>
                <a:cubicBezTo>
                  <a:pt x="93" y="68"/>
                  <a:pt x="93" y="68"/>
                  <a:pt x="93" y="68"/>
                </a:cubicBezTo>
                <a:cubicBezTo>
                  <a:pt x="92" y="67"/>
                  <a:pt x="91" y="67"/>
                  <a:pt x="89" y="67"/>
                </a:cubicBezTo>
                <a:cubicBezTo>
                  <a:pt x="88" y="67"/>
                  <a:pt x="87" y="67"/>
                  <a:pt x="86" y="68"/>
                </a:cubicBezTo>
                <a:cubicBezTo>
                  <a:pt x="71" y="83"/>
                  <a:pt x="71" y="83"/>
                  <a:pt x="71" y="83"/>
                </a:cubicBezTo>
                <a:cubicBezTo>
                  <a:pt x="56" y="68"/>
                  <a:pt x="56" y="68"/>
                  <a:pt x="56" y="68"/>
                </a:cubicBezTo>
                <a:cubicBezTo>
                  <a:pt x="55" y="67"/>
                  <a:pt x="53" y="67"/>
                  <a:pt x="52" y="67"/>
                </a:cubicBezTo>
                <a:cubicBezTo>
                  <a:pt x="51" y="67"/>
                  <a:pt x="49" y="67"/>
                  <a:pt x="48" y="68"/>
                </a:cubicBezTo>
                <a:cubicBezTo>
                  <a:pt x="22" y="95"/>
                  <a:pt x="22" y="95"/>
                  <a:pt x="22" y="95"/>
                </a:cubicBezTo>
                <a:cubicBezTo>
                  <a:pt x="19" y="95"/>
                  <a:pt x="19" y="95"/>
                  <a:pt x="19" y="95"/>
                </a:cubicBezTo>
                <a:lnTo>
                  <a:pt x="19" y="33"/>
                </a:lnTo>
                <a:close/>
                <a:moveTo>
                  <a:pt x="107" y="94"/>
                </a:moveTo>
                <a:cubicBezTo>
                  <a:pt x="83" y="94"/>
                  <a:pt x="83" y="94"/>
                  <a:pt x="83" y="94"/>
                </a:cubicBezTo>
                <a:cubicBezTo>
                  <a:pt x="78" y="90"/>
                  <a:pt x="78" y="90"/>
                  <a:pt x="78" y="90"/>
                </a:cubicBezTo>
                <a:cubicBezTo>
                  <a:pt x="90" y="77"/>
                  <a:pt x="90" y="77"/>
                  <a:pt x="90" y="77"/>
                </a:cubicBezTo>
                <a:lnTo>
                  <a:pt x="107" y="94"/>
                </a:lnTo>
                <a:close/>
                <a:moveTo>
                  <a:pt x="69" y="94"/>
                </a:moveTo>
                <a:cubicBezTo>
                  <a:pt x="35" y="94"/>
                  <a:pt x="35" y="94"/>
                  <a:pt x="35" y="94"/>
                </a:cubicBezTo>
                <a:cubicBezTo>
                  <a:pt x="52" y="77"/>
                  <a:pt x="52" y="77"/>
                  <a:pt x="52" y="77"/>
                </a:cubicBezTo>
                <a:lnTo>
                  <a:pt x="69" y="94"/>
                </a:lnTo>
                <a:close/>
                <a:moveTo>
                  <a:pt x="34" y="131"/>
                </a:moveTo>
                <a:cubicBezTo>
                  <a:pt x="37" y="122"/>
                  <a:pt x="37" y="122"/>
                  <a:pt x="37" y="122"/>
                </a:cubicBezTo>
                <a:cubicBezTo>
                  <a:pt x="104" y="122"/>
                  <a:pt x="104" y="122"/>
                  <a:pt x="104" y="122"/>
                </a:cubicBezTo>
                <a:cubicBezTo>
                  <a:pt x="107" y="131"/>
                  <a:pt x="107" y="131"/>
                  <a:pt x="107" y="131"/>
                </a:cubicBezTo>
                <a:lnTo>
                  <a:pt x="34" y="131"/>
                </a:lnTo>
                <a:close/>
                <a:moveTo>
                  <a:pt x="123" y="113"/>
                </a:moveTo>
                <a:cubicBezTo>
                  <a:pt x="20" y="113"/>
                  <a:pt x="20" y="113"/>
                  <a:pt x="20" y="113"/>
                </a:cubicBezTo>
                <a:cubicBezTo>
                  <a:pt x="20" y="104"/>
                  <a:pt x="20" y="104"/>
                  <a:pt x="20" y="104"/>
                </a:cubicBezTo>
                <a:cubicBezTo>
                  <a:pt x="123" y="104"/>
                  <a:pt x="123" y="104"/>
                  <a:pt x="123" y="104"/>
                </a:cubicBezTo>
                <a:lnTo>
                  <a:pt x="123" y="11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" name="Freeform 16">
            <a:extLst>
              <a:ext uri="{FF2B5EF4-FFF2-40B4-BE49-F238E27FC236}">
                <a16:creationId xmlns:a16="http://schemas.microsoft.com/office/drawing/2014/main" id="{7AB19E8E-CE41-4872-8EBA-027C4F61DB75}"/>
              </a:ext>
            </a:extLst>
          </p:cNvPr>
          <p:cNvSpPr>
            <a:spLocks noEditPoints="1"/>
          </p:cNvSpPr>
          <p:nvPr/>
        </p:nvSpPr>
        <p:spPr bwMode="auto">
          <a:xfrm>
            <a:off x="7842974" y="2016981"/>
            <a:ext cx="338074" cy="338074"/>
          </a:xfrm>
          <a:custGeom>
            <a:avLst/>
            <a:gdLst>
              <a:gd name="T0" fmla="*/ 80 w 160"/>
              <a:gd name="T1" fmla="*/ 113 h 160"/>
              <a:gd name="T2" fmla="*/ 137 w 160"/>
              <a:gd name="T3" fmla="*/ 54 h 160"/>
              <a:gd name="T4" fmla="*/ 109 w 160"/>
              <a:gd name="T5" fmla="*/ 25 h 160"/>
              <a:gd name="T6" fmla="*/ 103 w 160"/>
              <a:gd name="T7" fmla="*/ 25 h 160"/>
              <a:gd name="T8" fmla="*/ 47 w 160"/>
              <a:gd name="T9" fmla="*/ 5 h 160"/>
              <a:gd name="T10" fmla="*/ 5 w 160"/>
              <a:gd name="T11" fmla="*/ 0 h 160"/>
              <a:gd name="T12" fmla="*/ 0 w 160"/>
              <a:gd name="T13" fmla="*/ 137 h 160"/>
              <a:gd name="T14" fmla="*/ 156 w 160"/>
              <a:gd name="T15" fmla="*/ 160 h 160"/>
              <a:gd name="T16" fmla="*/ 160 w 160"/>
              <a:gd name="T17" fmla="*/ 117 h 160"/>
              <a:gd name="T18" fmla="*/ 23 w 160"/>
              <a:gd name="T19" fmla="*/ 150 h 160"/>
              <a:gd name="T20" fmla="*/ 23 w 160"/>
              <a:gd name="T21" fmla="*/ 122 h 160"/>
              <a:gd name="T22" fmla="*/ 23 w 160"/>
              <a:gd name="T23" fmla="*/ 150 h 160"/>
              <a:gd name="T24" fmla="*/ 23 w 160"/>
              <a:gd name="T25" fmla="*/ 113 h 160"/>
              <a:gd name="T26" fmla="*/ 9 w 160"/>
              <a:gd name="T27" fmla="*/ 84 h 160"/>
              <a:gd name="T28" fmla="*/ 38 w 160"/>
              <a:gd name="T29" fmla="*/ 117 h 160"/>
              <a:gd name="T30" fmla="*/ 9 w 160"/>
              <a:gd name="T31" fmla="*/ 75 h 160"/>
              <a:gd name="T32" fmla="*/ 38 w 160"/>
              <a:gd name="T33" fmla="*/ 47 h 160"/>
              <a:gd name="T34" fmla="*/ 38 w 160"/>
              <a:gd name="T35" fmla="*/ 38 h 160"/>
              <a:gd name="T36" fmla="*/ 9 w 160"/>
              <a:gd name="T37" fmla="*/ 10 h 160"/>
              <a:gd name="T38" fmla="*/ 38 w 160"/>
              <a:gd name="T39" fmla="*/ 38 h 160"/>
              <a:gd name="T40" fmla="*/ 126 w 160"/>
              <a:gd name="T41" fmla="*/ 54 h 160"/>
              <a:gd name="T42" fmla="*/ 84 w 160"/>
              <a:gd name="T43" fmla="*/ 55 h 160"/>
              <a:gd name="T44" fmla="*/ 47 w 160"/>
              <a:gd name="T45" fmla="*/ 93 h 160"/>
              <a:gd name="T46" fmla="*/ 70 w 160"/>
              <a:gd name="T47" fmla="*/ 109 h 160"/>
              <a:gd name="T48" fmla="*/ 47 w 160"/>
              <a:gd name="T49" fmla="*/ 93 h 160"/>
              <a:gd name="T50" fmla="*/ 43 w 160"/>
              <a:gd name="T51" fmla="*/ 150 h 160"/>
              <a:gd name="T52" fmla="*/ 75 w 160"/>
              <a:gd name="T53" fmla="*/ 122 h 160"/>
              <a:gd name="T54" fmla="*/ 57 w 160"/>
              <a:gd name="T55" fmla="*/ 83 h 160"/>
              <a:gd name="T56" fmla="*/ 97 w 160"/>
              <a:gd name="T57" fmla="*/ 82 h 160"/>
              <a:gd name="T58" fmla="*/ 57 w 160"/>
              <a:gd name="T59" fmla="*/ 83 h 160"/>
              <a:gd name="T60" fmla="*/ 85 w 160"/>
              <a:gd name="T61" fmla="*/ 150 h 160"/>
              <a:gd name="T62" fmla="*/ 112 w 160"/>
              <a:gd name="T63" fmla="*/ 122 h 160"/>
              <a:gd name="T64" fmla="*/ 150 w 160"/>
              <a:gd name="T65" fmla="*/ 150 h 160"/>
              <a:gd name="T66" fmla="*/ 122 w 160"/>
              <a:gd name="T67" fmla="*/ 122 h 160"/>
              <a:gd name="T68" fmla="*/ 150 w 160"/>
              <a:gd name="T69" fmla="*/ 150 h 160"/>
              <a:gd name="T70" fmla="*/ 19 w 160"/>
              <a:gd name="T71" fmla="*/ 136 h 160"/>
              <a:gd name="T72" fmla="*/ 28 w 160"/>
              <a:gd name="T73" fmla="*/ 136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60" h="160">
                <a:moveTo>
                  <a:pt x="155" y="113"/>
                </a:moveTo>
                <a:cubicBezTo>
                  <a:pt x="80" y="113"/>
                  <a:pt x="80" y="113"/>
                  <a:pt x="80" y="113"/>
                </a:cubicBezTo>
                <a:cubicBezTo>
                  <a:pt x="136" y="57"/>
                  <a:pt x="136" y="57"/>
                  <a:pt x="136" y="57"/>
                </a:cubicBezTo>
                <a:cubicBezTo>
                  <a:pt x="137" y="56"/>
                  <a:pt x="137" y="55"/>
                  <a:pt x="137" y="54"/>
                </a:cubicBezTo>
                <a:cubicBezTo>
                  <a:pt x="137" y="53"/>
                  <a:pt x="137" y="52"/>
                  <a:pt x="136" y="51"/>
                </a:cubicBezTo>
                <a:cubicBezTo>
                  <a:pt x="109" y="25"/>
                  <a:pt x="109" y="25"/>
                  <a:pt x="109" y="25"/>
                </a:cubicBezTo>
                <a:cubicBezTo>
                  <a:pt x="109" y="24"/>
                  <a:pt x="107" y="23"/>
                  <a:pt x="106" y="23"/>
                </a:cubicBezTo>
                <a:cubicBezTo>
                  <a:pt x="105" y="23"/>
                  <a:pt x="104" y="24"/>
                  <a:pt x="103" y="25"/>
                </a:cubicBezTo>
                <a:cubicBezTo>
                  <a:pt x="47" y="80"/>
                  <a:pt x="47" y="80"/>
                  <a:pt x="47" y="80"/>
                </a:cubicBezTo>
                <a:cubicBezTo>
                  <a:pt x="47" y="5"/>
                  <a:pt x="47" y="5"/>
                  <a:pt x="47" y="5"/>
                </a:cubicBezTo>
                <a:cubicBezTo>
                  <a:pt x="47" y="3"/>
                  <a:pt x="45" y="0"/>
                  <a:pt x="42" y="0"/>
                </a:cubicBezTo>
                <a:cubicBezTo>
                  <a:pt x="5" y="0"/>
                  <a:pt x="5" y="0"/>
                  <a:pt x="5" y="0"/>
                </a:cubicBezTo>
                <a:cubicBezTo>
                  <a:pt x="2" y="0"/>
                  <a:pt x="0" y="3"/>
                  <a:pt x="0" y="5"/>
                </a:cubicBezTo>
                <a:cubicBezTo>
                  <a:pt x="0" y="137"/>
                  <a:pt x="0" y="137"/>
                  <a:pt x="0" y="137"/>
                </a:cubicBezTo>
                <a:cubicBezTo>
                  <a:pt x="0" y="150"/>
                  <a:pt x="11" y="160"/>
                  <a:pt x="24" y="160"/>
                </a:cubicBezTo>
                <a:cubicBezTo>
                  <a:pt x="156" y="160"/>
                  <a:pt x="156" y="160"/>
                  <a:pt x="156" y="160"/>
                </a:cubicBezTo>
                <a:cubicBezTo>
                  <a:pt x="158" y="160"/>
                  <a:pt x="160" y="158"/>
                  <a:pt x="160" y="155"/>
                </a:cubicBezTo>
                <a:cubicBezTo>
                  <a:pt x="160" y="117"/>
                  <a:pt x="160" y="117"/>
                  <a:pt x="160" y="117"/>
                </a:cubicBezTo>
                <a:cubicBezTo>
                  <a:pt x="160" y="115"/>
                  <a:pt x="158" y="113"/>
                  <a:pt x="155" y="113"/>
                </a:cubicBezTo>
                <a:close/>
                <a:moveTo>
                  <a:pt x="23" y="150"/>
                </a:moveTo>
                <a:cubicBezTo>
                  <a:pt x="15" y="150"/>
                  <a:pt x="9" y="144"/>
                  <a:pt x="9" y="136"/>
                </a:cubicBezTo>
                <a:cubicBezTo>
                  <a:pt x="9" y="128"/>
                  <a:pt x="15" y="122"/>
                  <a:pt x="23" y="122"/>
                </a:cubicBezTo>
                <a:cubicBezTo>
                  <a:pt x="31" y="122"/>
                  <a:pt x="38" y="128"/>
                  <a:pt x="38" y="136"/>
                </a:cubicBezTo>
                <a:cubicBezTo>
                  <a:pt x="38" y="144"/>
                  <a:pt x="31" y="150"/>
                  <a:pt x="23" y="150"/>
                </a:cubicBezTo>
                <a:close/>
                <a:moveTo>
                  <a:pt x="38" y="117"/>
                </a:moveTo>
                <a:cubicBezTo>
                  <a:pt x="34" y="114"/>
                  <a:pt x="28" y="113"/>
                  <a:pt x="23" y="113"/>
                </a:cubicBezTo>
                <a:cubicBezTo>
                  <a:pt x="18" y="113"/>
                  <a:pt x="13" y="114"/>
                  <a:pt x="9" y="117"/>
                </a:cubicBezTo>
                <a:cubicBezTo>
                  <a:pt x="9" y="84"/>
                  <a:pt x="9" y="84"/>
                  <a:pt x="9" y="84"/>
                </a:cubicBezTo>
                <a:cubicBezTo>
                  <a:pt x="38" y="84"/>
                  <a:pt x="38" y="84"/>
                  <a:pt x="38" y="84"/>
                </a:cubicBezTo>
                <a:lnTo>
                  <a:pt x="38" y="117"/>
                </a:lnTo>
                <a:close/>
                <a:moveTo>
                  <a:pt x="38" y="75"/>
                </a:moveTo>
                <a:cubicBezTo>
                  <a:pt x="9" y="75"/>
                  <a:pt x="9" y="75"/>
                  <a:pt x="9" y="75"/>
                </a:cubicBezTo>
                <a:cubicBezTo>
                  <a:pt x="9" y="47"/>
                  <a:pt x="9" y="47"/>
                  <a:pt x="9" y="47"/>
                </a:cubicBezTo>
                <a:cubicBezTo>
                  <a:pt x="38" y="47"/>
                  <a:pt x="38" y="47"/>
                  <a:pt x="38" y="47"/>
                </a:cubicBezTo>
                <a:lnTo>
                  <a:pt x="38" y="75"/>
                </a:lnTo>
                <a:close/>
                <a:moveTo>
                  <a:pt x="38" y="38"/>
                </a:moveTo>
                <a:cubicBezTo>
                  <a:pt x="9" y="38"/>
                  <a:pt x="9" y="38"/>
                  <a:pt x="9" y="38"/>
                </a:cubicBezTo>
                <a:cubicBezTo>
                  <a:pt x="9" y="10"/>
                  <a:pt x="9" y="10"/>
                  <a:pt x="9" y="10"/>
                </a:cubicBezTo>
                <a:cubicBezTo>
                  <a:pt x="38" y="10"/>
                  <a:pt x="38" y="10"/>
                  <a:pt x="38" y="10"/>
                </a:cubicBezTo>
                <a:lnTo>
                  <a:pt x="38" y="38"/>
                </a:lnTo>
                <a:close/>
                <a:moveTo>
                  <a:pt x="106" y="34"/>
                </a:moveTo>
                <a:cubicBezTo>
                  <a:pt x="126" y="54"/>
                  <a:pt x="126" y="54"/>
                  <a:pt x="126" y="54"/>
                </a:cubicBezTo>
                <a:cubicBezTo>
                  <a:pt x="104" y="75"/>
                  <a:pt x="104" y="75"/>
                  <a:pt x="104" y="75"/>
                </a:cubicBezTo>
                <a:cubicBezTo>
                  <a:pt x="84" y="55"/>
                  <a:pt x="84" y="55"/>
                  <a:pt x="84" y="55"/>
                </a:cubicBezTo>
                <a:lnTo>
                  <a:pt x="106" y="34"/>
                </a:lnTo>
                <a:close/>
                <a:moveTo>
                  <a:pt x="47" y="93"/>
                </a:moveTo>
                <a:cubicBezTo>
                  <a:pt x="50" y="90"/>
                  <a:pt x="50" y="90"/>
                  <a:pt x="50" y="90"/>
                </a:cubicBezTo>
                <a:cubicBezTo>
                  <a:pt x="70" y="109"/>
                  <a:pt x="70" y="109"/>
                  <a:pt x="70" y="109"/>
                </a:cubicBezTo>
                <a:cubicBezTo>
                  <a:pt x="47" y="132"/>
                  <a:pt x="47" y="132"/>
                  <a:pt x="47" y="132"/>
                </a:cubicBezTo>
                <a:lnTo>
                  <a:pt x="47" y="93"/>
                </a:lnTo>
                <a:close/>
                <a:moveTo>
                  <a:pt x="75" y="150"/>
                </a:moveTo>
                <a:cubicBezTo>
                  <a:pt x="43" y="150"/>
                  <a:pt x="43" y="150"/>
                  <a:pt x="43" y="150"/>
                </a:cubicBezTo>
                <a:cubicBezTo>
                  <a:pt x="70" y="122"/>
                  <a:pt x="70" y="122"/>
                  <a:pt x="70" y="122"/>
                </a:cubicBezTo>
                <a:cubicBezTo>
                  <a:pt x="75" y="122"/>
                  <a:pt x="75" y="122"/>
                  <a:pt x="75" y="122"/>
                </a:cubicBezTo>
                <a:lnTo>
                  <a:pt x="75" y="150"/>
                </a:lnTo>
                <a:close/>
                <a:moveTo>
                  <a:pt x="57" y="83"/>
                </a:moveTo>
                <a:cubicBezTo>
                  <a:pt x="78" y="62"/>
                  <a:pt x="78" y="62"/>
                  <a:pt x="78" y="62"/>
                </a:cubicBezTo>
                <a:cubicBezTo>
                  <a:pt x="97" y="82"/>
                  <a:pt x="97" y="82"/>
                  <a:pt x="97" y="82"/>
                </a:cubicBezTo>
                <a:cubicBezTo>
                  <a:pt x="77" y="103"/>
                  <a:pt x="77" y="103"/>
                  <a:pt x="77" y="103"/>
                </a:cubicBezTo>
                <a:lnTo>
                  <a:pt x="57" y="83"/>
                </a:lnTo>
                <a:close/>
                <a:moveTo>
                  <a:pt x="112" y="150"/>
                </a:moveTo>
                <a:cubicBezTo>
                  <a:pt x="85" y="150"/>
                  <a:pt x="85" y="150"/>
                  <a:pt x="85" y="150"/>
                </a:cubicBezTo>
                <a:cubicBezTo>
                  <a:pt x="85" y="122"/>
                  <a:pt x="85" y="122"/>
                  <a:pt x="85" y="122"/>
                </a:cubicBezTo>
                <a:cubicBezTo>
                  <a:pt x="112" y="122"/>
                  <a:pt x="112" y="122"/>
                  <a:pt x="112" y="122"/>
                </a:cubicBezTo>
                <a:lnTo>
                  <a:pt x="112" y="150"/>
                </a:lnTo>
                <a:close/>
                <a:moveTo>
                  <a:pt x="150" y="150"/>
                </a:moveTo>
                <a:cubicBezTo>
                  <a:pt x="122" y="150"/>
                  <a:pt x="122" y="150"/>
                  <a:pt x="122" y="150"/>
                </a:cubicBezTo>
                <a:cubicBezTo>
                  <a:pt x="122" y="122"/>
                  <a:pt x="122" y="122"/>
                  <a:pt x="122" y="122"/>
                </a:cubicBezTo>
                <a:cubicBezTo>
                  <a:pt x="150" y="122"/>
                  <a:pt x="150" y="122"/>
                  <a:pt x="150" y="122"/>
                </a:cubicBezTo>
                <a:lnTo>
                  <a:pt x="150" y="150"/>
                </a:lnTo>
                <a:close/>
                <a:moveTo>
                  <a:pt x="23" y="132"/>
                </a:moveTo>
                <a:cubicBezTo>
                  <a:pt x="21" y="132"/>
                  <a:pt x="19" y="134"/>
                  <a:pt x="19" y="136"/>
                </a:cubicBezTo>
                <a:cubicBezTo>
                  <a:pt x="19" y="139"/>
                  <a:pt x="21" y="141"/>
                  <a:pt x="23" y="141"/>
                </a:cubicBezTo>
                <a:cubicBezTo>
                  <a:pt x="26" y="141"/>
                  <a:pt x="28" y="139"/>
                  <a:pt x="28" y="136"/>
                </a:cubicBezTo>
                <a:cubicBezTo>
                  <a:pt x="28" y="134"/>
                  <a:pt x="26" y="132"/>
                  <a:pt x="23" y="13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" name="Freeform 41">
            <a:extLst>
              <a:ext uri="{FF2B5EF4-FFF2-40B4-BE49-F238E27FC236}">
                <a16:creationId xmlns:a16="http://schemas.microsoft.com/office/drawing/2014/main" id="{53CBB0E9-A77A-4AD3-AE20-7C2A9BA0B523}"/>
              </a:ext>
            </a:extLst>
          </p:cNvPr>
          <p:cNvSpPr>
            <a:spLocks noEditPoints="1"/>
          </p:cNvSpPr>
          <p:nvPr/>
        </p:nvSpPr>
        <p:spPr bwMode="auto">
          <a:xfrm>
            <a:off x="7845087" y="4385542"/>
            <a:ext cx="333849" cy="338074"/>
          </a:xfrm>
          <a:custGeom>
            <a:avLst/>
            <a:gdLst>
              <a:gd name="T0" fmla="*/ 79 w 158"/>
              <a:gd name="T1" fmla="*/ 11 h 160"/>
              <a:gd name="T2" fmla="*/ 145 w 158"/>
              <a:gd name="T3" fmla="*/ 52 h 160"/>
              <a:gd name="T4" fmla="*/ 79 w 158"/>
              <a:gd name="T5" fmla="*/ 93 h 160"/>
              <a:gd name="T6" fmla="*/ 13 w 158"/>
              <a:gd name="T7" fmla="*/ 52 h 160"/>
              <a:gd name="T8" fmla="*/ 79 w 158"/>
              <a:gd name="T9" fmla="*/ 11 h 160"/>
              <a:gd name="T10" fmla="*/ 79 w 158"/>
              <a:gd name="T11" fmla="*/ 11 h 160"/>
              <a:gd name="T12" fmla="*/ 132 w 158"/>
              <a:gd name="T13" fmla="*/ 72 h 160"/>
              <a:gd name="T14" fmla="*/ 145 w 158"/>
              <a:gd name="T15" fmla="*/ 80 h 160"/>
              <a:gd name="T16" fmla="*/ 79 w 158"/>
              <a:gd name="T17" fmla="*/ 121 h 160"/>
              <a:gd name="T18" fmla="*/ 13 w 158"/>
              <a:gd name="T19" fmla="*/ 80 h 160"/>
              <a:gd name="T20" fmla="*/ 27 w 158"/>
              <a:gd name="T21" fmla="*/ 72 h 160"/>
              <a:gd name="T22" fmla="*/ 77 w 158"/>
              <a:gd name="T23" fmla="*/ 103 h 160"/>
              <a:gd name="T24" fmla="*/ 80 w 158"/>
              <a:gd name="T25" fmla="*/ 104 h 160"/>
              <a:gd name="T26" fmla="*/ 82 w 158"/>
              <a:gd name="T27" fmla="*/ 103 h 160"/>
              <a:gd name="T28" fmla="*/ 132 w 158"/>
              <a:gd name="T29" fmla="*/ 72 h 160"/>
              <a:gd name="T30" fmla="*/ 132 w 158"/>
              <a:gd name="T31" fmla="*/ 72 h 160"/>
              <a:gd name="T32" fmla="*/ 132 w 158"/>
              <a:gd name="T33" fmla="*/ 100 h 160"/>
              <a:gd name="T34" fmla="*/ 145 w 158"/>
              <a:gd name="T35" fmla="*/ 108 h 160"/>
              <a:gd name="T36" fmla="*/ 80 w 158"/>
              <a:gd name="T37" fmla="*/ 150 h 160"/>
              <a:gd name="T38" fmla="*/ 14 w 158"/>
              <a:gd name="T39" fmla="*/ 108 h 160"/>
              <a:gd name="T40" fmla="*/ 27 w 158"/>
              <a:gd name="T41" fmla="*/ 100 h 160"/>
              <a:gd name="T42" fmla="*/ 77 w 158"/>
              <a:gd name="T43" fmla="*/ 131 h 160"/>
              <a:gd name="T44" fmla="*/ 80 w 158"/>
              <a:gd name="T45" fmla="*/ 132 h 160"/>
              <a:gd name="T46" fmla="*/ 82 w 158"/>
              <a:gd name="T47" fmla="*/ 131 h 160"/>
              <a:gd name="T48" fmla="*/ 132 w 158"/>
              <a:gd name="T49" fmla="*/ 100 h 160"/>
              <a:gd name="T50" fmla="*/ 132 w 158"/>
              <a:gd name="T51" fmla="*/ 100 h 160"/>
              <a:gd name="T52" fmla="*/ 79 w 158"/>
              <a:gd name="T53" fmla="*/ 0 h 160"/>
              <a:gd name="T54" fmla="*/ 77 w 158"/>
              <a:gd name="T55" fmla="*/ 1 h 160"/>
              <a:gd name="T56" fmla="*/ 2 w 158"/>
              <a:gd name="T57" fmla="*/ 48 h 160"/>
              <a:gd name="T58" fmla="*/ 0 w 158"/>
              <a:gd name="T59" fmla="*/ 52 h 160"/>
              <a:gd name="T60" fmla="*/ 2 w 158"/>
              <a:gd name="T61" fmla="*/ 56 h 160"/>
              <a:gd name="T62" fmla="*/ 19 w 158"/>
              <a:gd name="T63" fmla="*/ 66 h 160"/>
              <a:gd name="T64" fmla="*/ 2 w 158"/>
              <a:gd name="T65" fmla="*/ 76 h 160"/>
              <a:gd name="T66" fmla="*/ 0 w 158"/>
              <a:gd name="T67" fmla="*/ 80 h 160"/>
              <a:gd name="T68" fmla="*/ 2 w 158"/>
              <a:gd name="T69" fmla="*/ 85 h 160"/>
              <a:gd name="T70" fmla="*/ 19 w 158"/>
              <a:gd name="T71" fmla="*/ 94 h 160"/>
              <a:gd name="T72" fmla="*/ 2 w 158"/>
              <a:gd name="T73" fmla="*/ 104 h 160"/>
              <a:gd name="T74" fmla="*/ 0 w 158"/>
              <a:gd name="T75" fmla="*/ 108 h 160"/>
              <a:gd name="T76" fmla="*/ 2 w 158"/>
              <a:gd name="T77" fmla="*/ 113 h 160"/>
              <a:gd name="T78" fmla="*/ 77 w 158"/>
              <a:gd name="T79" fmla="*/ 160 h 160"/>
              <a:gd name="T80" fmla="*/ 80 w 158"/>
              <a:gd name="T81" fmla="*/ 160 h 160"/>
              <a:gd name="T82" fmla="*/ 82 w 158"/>
              <a:gd name="T83" fmla="*/ 160 h 160"/>
              <a:gd name="T84" fmla="*/ 156 w 158"/>
              <a:gd name="T85" fmla="*/ 113 h 160"/>
              <a:gd name="T86" fmla="*/ 158 w 158"/>
              <a:gd name="T87" fmla="*/ 108 h 160"/>
              <a:gd name="T88" fmla="*/ 156 w 158"/>
              <a:gd name="T89" fmla="*/ 104 h 160"/>
              <a:gd name="T90" fmla="*/ 140 w 158"/>
              <a:gd name="T91" fmla="*/ 94 h 160"/>
              <a:gd name="T92" fmla="*/ 156 w 158"/>
              <a:gd name="T93" fmla="*/ 85 h 160"/>
              <a:gd name="T94" fmla="*/ 158 w 158"/>
              <a:gd name="T95" fmla="*/ 80 h 160"/>
              <a:gd name="T96" fmla="*/ 156 w 158"/>
              <a:gd name="T97" fmla="*/ 76 h 160"/>
              <a:gd name="T98" fmla="*/ 140 w 158"/>
              <a:gd name="T99" fmla="*/ 66 h 160"/>
              <a:gd name="T100" fmla="*/ 156 w 158"/>
              <a:gd name="T101" fmla="*/ 56 h 160"/>
              <a:gd name="T102" fmla="*/ 158 w 158"/>
              <a:gd name="T103" fmla="*/ 52 h 160"/>
              <a:gd name="T104" fmla="*/ 156 w 158"/>
              <a:gd name="T105" fmla="*/ 48 h 160"/>
              <a:gd name="T106" fmla="*/ 82 w 158"/>
              <a:gd name="T107" fmla="*/ 1 h 160"/>
              <a:gd name="T108" fmla="*/ 79 w 158"/>
              <a:gd name="T109" fmla="*/ 0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58" h="160">
                <a:moveTo>
                  <a:pt x="79" y="11"/>
                </a:moveTo>
                <a:cubicBezTo>
                  <a:pt x="145" y="52"/>
                  <a:pt x="145" y="52"/>
                  <a:pt x="145" y="52"/>
                </a:cubicBezTo>
                <a:cubicBezTo>
                  <a:pt x="79" y="93"/>
                  <a:pt x="79" y="93"/>
                  <a:pt x="79" y="93"/>
                </a:cubicBezTo>
                <a:cubicBezTo>
                  <a:pt x="13" y="52"/>
                  <a:pt x="13" y="52"/>
                  <a:pt x="13" y="52"/>
                </a:cubicBezTo>
                <a:cubicBezTo>
                  <a:pt x="79" y="11"/>
                  <a:pt x="79" y="11"/>
                  <a:pt x="79" y="11"/>
                </a:cubicBezTo>
                <a:cubicBezTo>
                  <a:pt x="79" y="11"/>
                  <a:pt x="79" y="11"/>
                  <a:pt x="79" y="11"/>
                </a:cubicBezTo>
                <a:close/>
                <a:moveTo>
                  <a:pt x="132" y="72"/>
                </a:moveTo>
                <a:cubicBezTo>
                  <a:pt x="145" y="80"/>
                  <a:pt x="145" y="80"/>
                  <a:pt x="145" y="80"/>
                </a:cubicBezTo>
                <a:cubicBezTo>
                  <a:pt x="79" y="121"/>
                  <a:pt x="79" y="121"/>
                  <a:pt x="79" y="121"/>
                </a:cubicBezTo>
                <a:cubicBezTo>
                  <a:pt x="13" y="80"/>
                  <a:pt x="13" y="80"/>
                  <a:pt x="13" y="80"/>
                </a:cubicBezTo>
                <a:cubicBezTo>
                  <a:pt x="27" y="72"/>
                  <a:pt x="27" y="72"/>
                  <a:pt x="27" y="72"/>
                </a:cubicBezTo>
                <a:cubicBezTo>
                  <a:pt x="77" y="103"/>
                  <a:pt x="77" y="103"/>
                  <a:pt x="77" y="103"/>
                </a:cubicBezTo>
                <a:cubicBezTo>
                  <a:pt x="78" y="104"/>
                  <a:pt x="79" y="104"/>
                  <a:pt x="80" y="104"/>
                </a:cubicBezTo>
                <a:cubicBezTo>
                  <a:pt x="80" y="104"/>
                  <a:pt x="81" y="104"/>
                  <a:pt x="82" y="103"/>
                </a:cubicBezTo>
                <a:cubicBezTo>
                  <a:pt x="132" y="72"/>
                  <a:pt x="132" y="72"/>
                  <a:pt x="132" y="72"/>
                </a:cubicBezTo>
                <a:cubicBezTo>
                  <a:pt x="132" y="72"/>
                  <a:pt x="132" y="72"/>
                  <a:pt x="132" y="72"/>
                </a:cubicBezTo>
                <a:close/>
                <a:moveTo>
                  <a:pt x="132" y="100"/>
                </a:moveTo>
                <a:cubicBezTo>
                  <a:pt x="145" y="108"/>
                  <a:pt x="145" y="108"/>
                  <a:pt x="145" y="108"/>
                </a:cubicBezTo>
                <a:cubicBezTo>
                  <a:pt x="80" y="150"/>
                  <a:pt x="80" y="150"/>
                  <a:pt x="80" y="150"/>
                </a:cubicBezTo>
                <a:cubicBezTo>
                  <a:pt x="14" y="108"/>
                  <a:pt x="14" y="108"/>
                  <a:pt x="14" y="108"/>
                </a:cubicBezTo>
                <a:cubicBezTo>
                  <a:pt x="27" y="100"/>
                  <a:pt x="27" y="100"/>
                  <a:pt x="27" y="100"/>
                </a:cubicBezTo>
                <a:cubicBezTo>
                  <a:pt x="77" y="131"/>
                  <a:pt x="77" y="131"/>
                  <a:pt x="77" y="131"/>
                </a:cubicBezTo>
                <a:cubicBezTo>
                  <a:pt x="78" y="132"/>
                  <a:pt x="79" y="132"/>
                  <a:pt x="80" y="132"/>
                </a:cubicBezTo>
                <a:cubicBezTo>
                  <a:pt x="81" y="132"/>
                  <a:pt x="82" y="132"/>
                  <a:pt x="82" y="131"/>
                </a:cubicBezTo>
                <a:cubicBezTo>
                  <a:pt x="132" y="100"/>
                  <a:pt x="132" y="100"/>
                  <a:pt x="132" y="100"/>
                </a:cubicBezTo>
                <a:cubicBezTo>
                  <a:pt x="132" y="100"/>
                  <a:pt x="132" y="100"/>
                  <a:pt x="132" y="100"/>
                </a:cubicBezTo>
                <a:close/>
                <a:moveTo>
                  <a:pt x="79" y="0"/>
                </a:moveTo>
                <a:cubicBezTo>
                  <a:pt x="78" y="0"/>
                  <a:pt x="78" y="1"/>
                  <a:pt x="77" y="1"/>
                </a:cubicBezTo>
                <a:cubicBezTo>
                  <a:pt x="2" y="48"/>
                  <a:pt x="2" y="48"/>
                  <a:pt x="2" y="48"/>
                </a:cubicBezTo>
                <a:cubicBezTo>
                  <a:pt x="1" y="49"/>
                  <a:pt x="0" y="50"/>
                  <a:pt x="0" y="52"/>
                </a:cubicBezTo>
                <a:cubicBezTo>
                  <a:pt x="0" y="54"/>
                  <a:pt x="2" y="55"/>
                  <a:pt x="2" y="56"/>
                </a:cubicBezTo>
                <a:cubicBezTo>
                  <a:pt x="19" y="66"/>
                  <a:pt x="19" y="66"/>
                  <a:pt x="19" y="66"/>
                </a:cubicBezTo>
                <a:cubicBezTo>
                  <a:pt x="2" y="76"/>
                  <a:pt x="2" y="76"/>
                  <a:pt x="2" y="76"/>
                </a:cubicBezTo>
                <a:cubicBezTo>
                  <a:pt x="1" y="77"/>
                  <a:pt x="0" y="78"/>
                  <a:pt x="0" y="80"/>
                </a:cubicBezTo>
                <a:cubicBezTo>
                  <a:pt x="0" y="82"/>
                  <a:pt x="2" y="83"/>
                  <a:pt x="2" y="85"/>
                </a:cubicBezTo>
                <a:cubicBezTo>
                  <a:pt x="19" y="94"/>
                  <a:pt x="19" y="94"/>
                  <a:pt x="19" y="94"/>
                </a:cubicBezTo>
                <a:cubicBezTo>
                  <a:pt x="2" y="104"/>
                  <a:pt x="2" y="104"/>
                  <a:pt x="2" y="104"/>
                </a:cubicBezTo>
                <a:cubicBezTo>
                  <a:pt x="1" y="106"/>
                  <a:pt x="0" y="106"/>
                  <a:pt x="0" y="108"/>
                </a:cubicBezTo>
                <a:cubicBezTo>
                  <a:pt x="0" y="110"/>
                  <a:pt x="2" y="112"/>
                  <a:pt x="2" y="113"/>
                </a:cubicBezTo>
                <a:cubicBezTo>
                  <a:pt x="77" y="160"/>
                  <a:pt x="77" y="160"/>
                  <a:pt x="77" y="160"/>
                </a:cubicBezTo>
                <a:cubicBezTo>
                  <a:pt x="78" y="160"/>
                  <a:pt x="79" y="160"/>
                  <a:pt x="80" y="160"/>
                </a:cubicBezTo>
                <a:cubicBezTo>
                  <a:pt x="80" y="160"/>
                  <a:pt x="81" y="160"/>
                  <a:pt x="82" y="160"/>
                </a:cubicBezTo>
                <a:cubicBezTo>
                  <a:pt x="156" y="113"/>
                  <a:pt x="156" y="113"/>
                  <a:pt x="156" y="113"/>
                </a:cubicBezTo>
                <a:cubicBezTo>
                  <a:pt x="158" y="112"/>
                  <a:pt x="158" y="111"/>
                  <a:pt x="158" y="108"/>
                </a:cubicBezTo>
                <a:cubicBezTo>
                  <a:pt x="158" y="107"/>
                  <a:pt x="157" y="106"/>
                  <a:pt x="156" y="104"/>
                </a:cubicBezTo>
                <a:cubicBezTo>
                  <a:pt x="140" y="94"/>
                  <a:pt x="140" y="94"/>
                  <a:pt x="140" y="94"/>
                </a:cubicBezTo>
                <a:cubicBezTo>
                  <a:pt x="156" y="85"/>
                  <a:pt x="156" y="85"/>
                  <a:pt x="156" y="85"/>
                </a:cubicBezTo>
                <a:cubicBezTo>
                  <a:pt x="158" y="83"/>
                  <a:pt x="158" y="82"/>
                  <a:pt x="158" y="80"/>
                </a:cubicBezTo>
                <a:cubicBezTo>
                  <a:pt x="158" y="79"/>
                  <a:pt x="157" y="77"/>
                  <a:pt x="156" y="76"/>
                </a:cubicBezTo>
                <a:cubicBezTo>
                  <a:pt x="140" y="66"/>
                  <a:pt x="140" y="66"/>
                  <a:pt x="140" y="66"/>
                </a:cubicBezTo>
                <a:cubicBezTo>
                  <a:pt x="156" y="56"/>
                  <a:pt x="156" y="56"/>
                  <a:pt x="156" y="56"/>
                </a:cubicBezTo>
                <a:cubicBezTo>
                  <a:pt x="158" y="55"/>
                  <a:pt x="158" y="54"/>
                  <a:pt x="158" y="52"/>
                </a:cubicBezTo>
                <a:cubicBezTo>
                  <a:pt x="158" y="50"/>
                  <a:pt x="157" y="49"/>
                  <a:pt x="156" y="48"/>
                </a:cubicBezTo>
                <a:cubicBezTo>
                  <a:pt x="82" y="1"/>
                  <a:pt x="82" y="1"/>
                  <a:pt x="82" y="1"/>
                </a:cubicBezTo>
                <a:cubicBezTo>
                  <a:pt x="81" y="1"/>
                  <a:pt x="80" y="0"/>
                  <a:pt x="79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" name="Freeform 35">
            <a:extLst>
              <a:ext uri="{FF2B5EF4-FFF2-40B4-BE49-F238E27FC236}">
                <a16:creationId xmlns:a16="http://schemas.microsoft.com/office/drawing/2014/main" id="{CA22DE16-3F3C-4E2A-AACF-C8C30EEDC2BE}"/>
              </a:ext>
            </a:extLst>
          </p:cNvPr>
          <p:cNvSpPr>
            <a:spLocks noEditPoints="1"/>
          </p:cNvSpPr>
          <p:nvPr/>
        </p:nvSpPr>
        <p:spPr bwMode="auto">
          <a:xfrm>
            <a:off x="7826071" y="5559337"/>
            <a:ext cx="371881" cy="316099"/>
          </a:xfrm>
          <a:custGeom>
            <a:avLst/>
            <a:gdLst>
              <a:gd name="T0" fmla="*/ 49 w 160"/>
              <a:gd name="T1" fmla="*/ 136 h 136"/>
              <a:gd name="T2" fmla="*/ 112 w 160"/>
              <a:gd name="T3" fmla="*/ 136 h 136"/>
              <a:gd name="T4" fmla="*/ 80 w 160"/>
              <a:gd name="T5" fmla="*/ 85 h 136"/>
              <a:gd name="T6" fmla="*/ 49 w 160"/>
              <a:gd name="T7" fmla="*/ 136 h 136"/>
              <a:gd name="T8" fmla="*/ 59 w 160"/>
              <a:gd name="T9" fmla="*/ 130 h 136"/>
              <a:gd name="T10" fmla="*/ 80 w 160"/>
              <a:gd name="T11" fmla="*/ 95 h 136"/>
              <a:gd name="T12" fmla="*/ 102 w 160"/>
              <a:gd name="T13" fmla="*/ 130 h 136"/>
              <a:gd name="T14" fmla="*/ 59 w 160"/>
              <a:gd name="T15" fmla="*/ 130 h 136"/>
              <a:gd name="T16" fmla="*/ 0 w 160"/>
              <a:gd name="T17" fmla="*/ 0 h 136"/>
              <a:gd name="T18" fmla="*/ 0 w 160"/>
              <a:gd name="T19" fmla="*/ 106 h 136"/>
              <a:gd name="T20" fmla="*/ 59 w 160"/>
              <a:gd name="T21" fmla="*/ 106 h 136"/>
              <a:gd name="T22" fmla="*/ 62 w 160"/>
              <a:gd name="T23" fmla="*/ 104 h 136"/>
              <a:gd name="T24" fmla="*/ 59 w 160"/>
              <a:gd name="T25" fmla="*/ 101 h 136"/>
              <a:gd name="T26" fmla="*/ 5 w 160"/>
              <a:gd name="T27" fmla="*/ 101 h 136"/>
              <a:gd name="T28" fmla="*/ 5 w 160"/>
              <a:gd name="T29" fmla="*/ 5 h 136"/>
              <a:gd name="T30" fmla="*/ 155 w 160"/>
              <a:gd name="T31" fmla="*/ 5 h 136"/>
              <a:gd name="T32" fmla="*/ 155 w 160"/>
              <a:gd name="T33" fmla="*/ 101 h 136"/>
              <a:gd name="T34" fmla="*/ 102 w 160"/>
              <a:gd name="T35" fmla="*/ 101 h 136"/>
              <a:gd name="T36" fmla="*/ 99 w 160"/>
              <a:gd name="T37" fmla="*/ 104 h 136"/>
              <a:gd name="T38" fmla="*/ 102 w 160"/>
              <a:gd name="T39" fmla="*/ 106 h 136"/>
              <a:gd name="T40" fmla="*/ 160 w 160"/>
              <a:gd name="T41" fmla="*/ 106 h 136"/>
              <a:gd name="T42" fmla="*/ 160 w 160"/>
              <a:gd name="T43" fmla="*/ 0 h 136"/>
              <a:gd name="T44" fmla="*/ 0 w 160"/>
              <a:gd name="T45" fmla="*/ 0 h 1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0" h="136">
                <a:moveTo>
                  <a:pt x="49" y="136"/>
                </a:moveTo>
                <a:cubicBezTo>
                  <a:pt x="112" y="136"/>
                  <a:pt x="112" y="136"/>
                  <a:pt x="112" y="136"/>
                </a:cubicBezTo>
                <a:cubicBezTo>
                  <a:pt x="80" y="85"/>
                  <a:pt x="80" y="85"/>
                  <a:pt x="80" y="85"/>
                </a:cubicBezTo>
                <a:lnTo>
                  <a:pt x="49" y="136"/>
                </a:lnTo>
                <a:close/>
                <a:moveTo>
                  <a:pt x="59" y="130"/>
                </a:moveTo>
                <a:cubicBezTo>
                  <a:pt x="80" y="95"/>
                  <a:pt x="80" y="95"/>
                  <a:pt x="80" y="95"/>
                </a:cubicBezTo>
                <a:cubicBezTo>
                  <a:pt x="102" y="130"/>
                  <a:pt x="102" y="130"/>
                  <a:pt x="102" y="130"/>
                </a:cubicBezTo>
                <a:lnTo>
                  <a:pt x="59" y="130"/>
                </a:lnTo>
                <a:close/>
                <a:moveTo>
                  <a:pt x="0" y="0"/>
                </a:moveTo>
                <a:cubicBezTo>
                  <a:pt x="0" y="106"/>
                  <a:pt x="0" y="106"/>
                  <a:pt x="0" y="106"/>
                </a:cubicBezTo>
                <a:cubicBezTo>
                  <a:pt x="59" y="106"/>
                  <a:pt x="59" y="106"/>
                  <a:pt x="59" y="106"/>
                </a:cubicBezTo>
                <a:cubicBezTo>
                  <a:pt x="61" y="106"/>
                  <a:pt x="62" y="105"/>
                  <a:pt x="62" y="104"/>
                </a:cubicBezTo>
                <a:cubicBezTo>
                  <a:pt x="62" y="102"/>
                  <a:pt x="61" y="101"/>
                  <a:pt x="59" y="101"/>
                </a:cubicBezTo>
                <a:cubicBezTo>
                  <a:pt x="5" y="101"/>
                  <a:pt x="5" y="101"/>
                  <a:pt x="5" y="101"/>
                </a:cubicBezTo>
                <a:cubicBezTo>
                  <a:pt x="5" y="5"/>
                  <a:pt x="5" y="5"/>
                  <a:pt x="5" y="5"/>
                </a:cubicBezTo>
                <a:cubicBezTo>
                  <a:pt x="155" y="5"/>
                  <a:pt x="155" y="5"/>
                  <a:pt x="155" y="5"/>
                </a:cubicBezTo>
                <a:cubicBezTo>
                  <a:pt x="155" y="101"/>
                  <a:pt x="155" y="101"/>
                  <a:pt x="155" y="101"/>
                </a:cubicBezTo>
                <a:cubicBezTo>
                  <a:pt x="102" y="101"/>
                  <a:pt x="102" y="101"/>
                  <a:pt x="102" y="101"/>
                </a:cubicBezTo>
                <a:cubicBezTo>
                  <a:pt x="101" y="101"/>
                  <a:pt x="99" y="102"/>
                  <a:pt x="99" y="104"/>
                </a:cubicBezTo>
                <a:cubicBezTo>
                  <a:pt x="99" y="105"/>
                  <a:pt x="101" y="106"/>
                  <a:pt x="102" y="106"/>
                </a:cubicBezTo>
                <a:cubicBezTo>
                  <a:pt x="160" y="106"/>
                  <a:pt x="160" y="106"/>
                  <a:pt x="160" y="106"/>
                </a:cubicBezTo>
                <a:cubicBezTo>
                  <a:pt x="160" y="0"/>
                  <a:pt x="160" y="0"/>
                  <a:pt x="16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AC4C00-05C5-4854-B47D-72A793EA6668}"/>
              </a:ext>
            </a:extLst>
          </p:cNvPr>
          <p:cNvSpPr txBox="1"/>
          <p:nvPr/>
        </p:nvSpPr>
        <p:spPr>
          <a:xfrm>
            <a:off x="8890214" y="2104500"/>
            <a:ext cx="2337966" cy="484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suffered alteration in some randomized believable.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DBB64E-BF84-4EAE-A6A3-BD6CA14A1C57}"/>
              </a:ext>
            </a:extLst>
          </p:cNvPr>
          <p:cNvSpPr txBox="1"/>
          <p:nvPr/>
        </p:nvSpPr>
        <p:spPr>
          <a:xfrm>
            <a:off x="8890214" y="3282451"/>
            <a:ext cx="2337966" cy="484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suffered alteration in some randomized believable.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53FE407-0C65-4C31-89FD-FA78E249BD0D}"/>
              </a:ext>
            </a:extLst>
          </p:cNvPr>
          <p:cNvSpPr txBox="1"/>
          <p:nvPr/>
        </p:nvSpPr>
        <p:spPr>
          <a:xfrm>
            <a:off x="8898301" y="4462167"/>
            <a:ext cx="2337966" cy="484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suffered alteration in some randomized believable.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AA81D4-166C-47CE-BE72-2370100D5285}"/>
              </a:ext>
            </a:extLst>
          </p:cNvPr>
          <p:cNvSpPr txBox="1"/>
          <p:nvPr/>
        </p:nvSpPr>
        <p:spPr>
          <a:xfrm>
            <a:off x="8898301" y="5630458"/>
            <a:ext cx="2337966" cy="484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suffered alteration in some randomized believable.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1" name="Prevalence">
            <a:extLst>
              <a:ext uri="{FF2B5EF4-FFF2-40B4-BE49-F238E27FC236}">
                <a16:creationId xmlns:a16="http://schemas.microsoft.com/office/drawing/2014/main" id="{388A12D6-6A82-4BD4-AE83-DC81120B3E0D}"/>
              </a:ext>
            </a:extLst>
          </p:cNvPr>
          <p:cNvSpPr/>
          <p:nvPr/>
        </p:nvSpPr>
        <p:spPr>
          <a:xfrm>
            <a:off x="8996543" y="3024604"/>
            <a:ext cx="1795744" cy="19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rPr lang="af-ZA" sz="1400" dirty="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Basic security</a:t>
            </a:r>
          </a:p>
        </p:txBody>
      </p:sp>
      <p:sp>
        <p:nvSpPr>
          <p:cNvPr id="22" name="Prevalence">
            <a:extLst>
              <a:ext uri="{FF2B5EF4-FFF2-40B4-BE49-F238E27FC236}">
                <a16:creationId xmlns:a16="http://schemas.microsoft.com/office/drawing/2014/main" id="{A70FFB73-438A-45A1-A149-E3E036A41CAE}"/>
              </a:ext>
            </a:extLst>
          </p:cNvPr>
          <p:cNvSpPr/>
          <p:nvPr/>
        </p:nvSpPr>
        <p:spPr>
          <a:xfrm>
            <a:off x="8996543" y="1851165"/>
            <a:ext cx="1650804" cy="19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rPr lang="af-ZA" sz="1400" dirty="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Regular Analysis</a:t>
            </a:r>
            <a:endParaRPr sz="1400" dirty="0">
              <a:solidFill>
                <a:schemeClr val="tx1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3" name="Prevalence">
            <a:extLst>
              <a:ext uri="{FF2B5EF4-FFF2-40B4-BE49-F238E27FC236}">
                <a16:creationId xmlns:a16="http://schemas.microsoft.com/office/drawing/2014/main" id="{2958BCD7-9B99-48ED-B81C-2A9868B357E7}"/>
              </a:ext>
            </a:extLst>
          </p:cNvPr>
          <p:cNvSpPr/>
          <p:nvPr/>
        </p:nvSpPr>
        <p:spPr>
          <a:xfrm>
            <a:off x="8996543" y="4208676"/>
            <a:ext cx="2453242" cy="19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rPr lang="af-ZA" sz="1400" dirty="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Fingerprint Recognition</a:t>
            </a:r>
          </a:p>
        </p:txBody>
      </p:sp>
      <p:sp>
        <p:nvSpPr>
          <p:cNvPr id="24" name="Prevalence">
            <a:extLst>
              <a:ext uri="{FF2B5EF4-FFF2-40B4-BE49-F238E27FC236}">
                <a16:creationId xmlns:a16="http://schemas.microsoft.com/office/drawing/2014/main" id="{845DB6BD-D1DE-4E14-8C8F-F84A015DB44A}"/>
              </a:ext>
            </a:extLst>
          </p:cNvPr>
          <p:cNvSpPr/>
          <p:nvPr/>
        </p:nvSpPr>
        <p:spPr>
          <a:xfrm>
            <a:off x="8996543" y="5387600"/>
            <a:ext cx="2453242" cy="19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rPr lang="af-ZA" sz="1400" dirty="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Customer Services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7153699-AD43-4597-8BCD-54AFB79A9A2E}"/>
              </a:ext>
            </a:extLst>
          </p:cNvPr>
          <p:cNvSpPr txBox="1"/>
          <p:nvPr/>
        </p:nvSpPr>
        <p:spPr>
          <a:xfrm>
            <a:off x="717044" y="723734"/>
            <a:ext cx="5712785" cy="65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500" dirty="0">
                <a:solidFill>
                  <a:schemeClr val="accent2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Our Product </a:t>
            </a:r>
            <a:r>
              <a:rPr lang="en-US" sz="3500" dirty="0">
                <a:latin typeface="Poppins SemiBold" panose="00000700000000000000" pitchFamily="50" charset="0"/>
                <a:cs typeface="Poppins SemiBold" panose="00000700000000000000" pitchFamily="50" charset="0"/>
              </a:rPr>
              <a:t>&amp; Service</a:t>
            </a:r>
          </a:p>
        </p:txBody>
      </p:sp>
      <p:sp>
        <p:nvSpPr>
          <p:cNvPr id="33" name="Prevalence">
            <a:extLst>
              <a:ext uri="{FF2B5EF4-FFF2-40B4-BE49-F238E27FC236}">
                <a16:creationId xmlns:a16="http://schemas.microsoft.com/office/drawing/2014/main" id="{F34B99C4-1915-4D0B-99AE-771CF81561A6}"/>
              </a:ext>
            </a:extLst>
          </p:cNvPr>
          <p:cNvSpPr/>
          <p:nvPr/>
        </p:nvSpPr>
        <p:spPr>
          <a:xfrm>
            <a:off x="4198901" y="2979118"/>
            <a:ext cx="1732249" cy="3913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28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$54.3M</a:t>
            </a:r>
            <a:endParaRPr sz="2800" dirty="0">
              <a:solidFill>
                <a:schemeClr val="tx1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5" name="Prevalence">
            <a:extLst>
              <a:ext uri="{FF2B5EF4-FFF2-40B4-BE49-F238E27FC236}">
                <a16:creationId xmlns:a16="http://schemas.microsoft.com/office/drawing/2014/main" id="{8FD5C34A-2D97-4B8E-AB6B-5A9842267799}"/>
              </a:ext>
            </a:extLst>
          </p:cNvPr>
          <p:cNvSpPr/>
          <p:nvPr/>
        </p:nvSpPr>
        <p:spPr>
          <a:xfrm>
            <a:off x="4198901" y="5052962"/>
            <a:ext cx="1732249" cy="3913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28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$32.6B</a:t>
            </a:r>
            <a:endParaRPr sz="2800" dirty="0">
              <a:solidFill>
                <a:schemeClr val="bg1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80694BB-77C9-4D7A-9F2E-A4A7A338F12A}"/>
              </a:ext>
            </a:extLst>
          </p:cNvPr>
          <p:cNvGrpSpPr/>
          <p:nvPr/>
        </p:nvGrpSpPr>
        <p:grpSpPr>
          <a:xfrm>
            <a:off x="1781972" y="4642073"/>
            <a:ext cx="1087216" cy="745527"/>
            <a:chOff x="2671464" y="4569418"/>
            <a:chExt cx="1087216" cy="745527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9E7FE60-BC34-465F-B97F-D02C8CA885D8}"/>
                </a:ext>
              </a:extLst>
            </p:cNvPr>
            <p:cNvSpPr txBox="1"/>
            <p:nvPr/>
          </p:nvSpPr>
          <p:spPr>
            <a:xfrm>
              <a:off x="2671464" y="4569418"/>
              <a:ext cx="108721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Poppins Medium" panose="00000600000000000000" pitchFamily="2" charset="0"/>
                  <a:ea typeface="Jost" pitchFamily="2" charset="0"/>
                  <a:cs typeface="Poppins Medium" panose="00000600000000000000" pitchFamily="2" charset="0"/>
                </a:rPr>
                <a:t>Products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27CD84F-FA31-4058-832F-4C32EADD6F8A}"/>
                </a:ext>
              </a:extLst>
            </p:cNvPr>
            <p:cNvSpPr txBox="1"/>
            <p:nvPr/>
          </p:nvSpPr>
          <p:spPr>
            <a:xfrm>
              <a:off x="2671464" y="4791725"/>
              <a:ext cx="108721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bg1"/>
                  </a:solidFill>
                  <a:latin typeface="Poppins Medium" panose="00000600000000000000" pitchFamily="2" charset="0"/>
                  <a:ea typeface="Jost" pitchFamily="2" charset="0"/>
                  <a:cs typeface="Poppins Medium" panose="00000600000000000000" pitchFamily="2" charset="0"/>
                </a:rPr>
                <a:t>10K</a:t>
              </a:r>
            </a:p>
          </p:txBody>
        </p:sp>
      </p:grpSp>
      <p:sp>
        <p:nvSpPr>
          <p:cNvPr id="42" name="Prevalence">
            <a:extLst>
              <a:ext uri="{FF2B5EF4-FFF2-40B4-BE49-F238E27FC236}">
                <a16:creationId xmlns:a16="http://schemas.microsoft.com/office/drawing/2014/main" id="{D48CFE8C-A244-4F49-98BF-996E4B112E09}"/>
              </a:ext>
            </a:extLst>
          </p:cNvPr>
          <p:cNvSpPr/>
          <p:nvPr/>
        </p:nvSpPr>
        <p:spPr>
          <a:xfrm>
            <a:off x="1399713" y="2803894"/>
            <a:ext cx="1915653" cy="3913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rPr lang="af-ZA" sz="28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$54.3M </a:t>
            </a:r>
            <a:r>
              <a:rPr lang="af-ZA" sz="18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USD</a:t>
            </a:r>
            <a:endParaRPr sz="2800" dirty="0">
              <a:solidFill>
                <a:schemeClr val="tx1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3560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55">
            <a:extLst>
              <a:ext uri="{FF2B5EF4-FFF2-40B4-BE49-F238E27FC236}">
                <a16:creationId xmlns:a16="http://schemas.microsoft.com/office/drawing/2014/main" id="{0D25FB17-C798-4A9E-B5F2-AC3A65E377B6}"/>
              </a:ext>
            </a:extLst>
          </p:cNvPr>
          <p:cNvSpPr txBox="1"/>
          <p:nvPr/>
        </p:nvSpPr>
        <p:spPr>
          <a:xfrm>
            <a:off x="746186" y="3590026"/>
            <a:ext cx="2613702" cy="1100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Shere are many variations of passages</a:t>
            </a:r>
          </a:p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of Lorem Ipsum available, but the have suffered alteration in some form, by injected humor, or randomized  which don't look  slightly believable.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EDB054-6496-4A3A-848C-39485AE418B0}"/>
              </a:ext>
            </a:extLst>
          </p:cNvPr>
          <p:cNvSpPr txBox="1"/>
          <p:nvPr/>
        </p:nvSpPr>
        <p:spPr>
          <a:xfrm>
            <a:off x="717045" y="681322"/>
            <a:ext cx="2764696" cy="65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500" dirty="0">
                <a:solidFill>
                  <a:schemeClr val="accent2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Price</a:t>
            </a:r>
            <a:r>
              <a:rPr lang="en-US" sz="35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 Plan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7797A7-31B7-400D-98AE-16E5761D0B4C}"/>
              </a:ext>
            </a:extLst>
          </p:cNvPr>
          <p:cNvSpPr txBox="1"/>
          <p:nvPr/>
        </p:nvSpPr>
        <p:spPr>
          <a:xfrm>
            <a:off x="733414" y="2452064"/>
            <a:ext cx="2764696" cy="598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6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Explain Your Product unique selling point brief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258394-FDB5-4A9C-ACCD-505A40472146}"/>
              </a:ext>
            </a:extLst>
          </p:cNvPr>
          <p:cNvSpPr/>
          <p:nvPr/>
        </p:nvSpPr>
        <p:spPr>
          <a:xfrm>
            <a:off x="4179259" y="2452064"/>
            <a:ext cx="2246126" cy="3598206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EE2E27-AEEC-4115-8A32-206553DE65E8}"/>
              </a:ext>
            </a:extLst>
          </p:cNvPr>
          <p:cNvSpPr/>
          <p:nvPr/>
        </p:nvSpPr>
        <p:spPr>
          <a:xfrm>
            <a:off x="6659146" y="2452064"/>
            <a:ext cx="2246126" cy="3598206"/>
          </a:xfrm>
          <a:prstGeom prst="rect">
            <a:avLst/>
          </a:prstGeom>
          <a:noFill/>
          <a:ln>
            <a:solidFill>
              <a:schemeClr val="accent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000A40-6CD1-4F5A-A715-1A7AB9BCD8AF}"/>
              </a:ext>
            </a:extLst>
          </p:cNvPr>
          <p:cNvSpPr/>
          <p:nvPr/>
        </p:nvSpPr>
        <p:spPr>
          <a:xfrm>
            <a:off x="9134815" y="2452064"/>
            <a:ext cx="2246126" cy="359820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9" name="Prevalence">
            <a:extLst>
              <a:ext uri="{FF2B5EF4-FFF2-40B4-BE49-F238E27FC236}">
                <a16:creationId xmlns:a16="http://schemas.microsoft.com/office/drawing/2014/main" id="{27043229-1263-4BF9-8E9E-4597F51EAE99}"/>
              </a:ext>
            </a:extLst>
          </p:cNvPr>
          <p:cNvSpPr/>
          <p:nvPr/>
        </p:nvSpPr>
        <p:spPr>
          <a:xfrm>
            <a:off x="4658546" y="2933944"/>
            <a:ext cx="1287553" cy="3913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28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$49 </a:t>
            </a:r>
            <a:r>
              <a:rPr lang="af-ZA" sz="18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USD</a:t>
            </a:r>
            <a:endParaRPr sz="2800" dirty="0">
              <a:solidFill>
                <a:schemeClr val="bg1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0" name="Prevalence">
            <a:extLst>
              <a:ext uri="{FF2B5EF4-FFF2-40B4-BE49-F238E27FC236}">
                <a16:creationId xmlns:a16="http://schemas.microsoft.com/office/drawing/2014/main" id="{503E8ED8-D7E9-45E3-81EE-C96C83BBC469}"/>
              </a:ext>
            </a:extLst>
          </p:cNvPr>
          <p:cNvSpPr/>
          <p:nvPr/>
        </p:nvSpPr>
        <p:spPr>
          <a:xfrm>
            <a:off x="7025634" y="2933944"/>
            <a:ext cx="1513150" cy="3913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2800" dirty="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$399 </a:t>
            </a:r>
            <a:r>
              <a:rPr lang="af-ZA" sz="1800" dirty="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USD</a:t>
            </a:r>
            <a:endParaRPr sz="2800" dirty="0">
              <a:solidFill>
                <a:schemeClr val="tx1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1" name="Prevalence">
            <a:extLst>
              <a:ext uri="{FF2B5EF4-FFF2-40B4-BE49-F238E27FC236}">
                <a16:creationId xmlns:a16="http://schemas.microsoft.com/office/drawing/2014/main" id="{B612AFB3-DEB9-49B4-B15D-77BFF7B46C36}"/>
              </a:ext>
            </a:extLst>
          </p:cNvPr>
          <p:cNvSpPr/>
          <p:nvPr/>
        </p:nvSpPr>
        <p:spPr>
          <a:xfrm>
            <a:off x="9614102" y="2933944"/>
            <a:ext cx="1287553" cy="3913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28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$99 </a:t>
            </a:r>
            <a:r>
              <a:rPr lang="af-ZA" sz="18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USD</a:t>
            </a:r>
            <a:endParaRPr sz="2800" dirty="0">
              <a:solidFill>
                <a:schemeClr val="bg1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EE87390-63DF-44C9-B726-A9E9AABABE69}"/>
              </a:ext>
            </a:extLst>
          </p:cNvPr>
          <p:cNvSpPr txBox="1"/>
          <p:nvPr/>
        </p:nvSpPr>
        <p:spPr>
          <a:xfrm>
            <a:off x="8995173" y="1010556"/>
            <a:ext cx="25317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spc="4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www.example.com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FF53638-877D-4A39-91C6-D580B8219100}"/>
              </a:ext>
            </a:extLst>
          </p:cNvPr>
          <p:cNvSpPr txBox="1"/>
          <p:nvPr/>
        </p:nvSpPr>
        <p:spPr>
          <a:xfrm>
            <a:off x="4823741" y="3299635"/>
            <a:ext cx="957163" cy="334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1200" dirty="0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Per Month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BD751F2-03CE-4C85-AA61-F69AA4AF7314}"/>
              </a:ext>
            </a:extLst>
          </p:cNvPr>
          <p:cNvSpPr txBox="1"/>
          <p:nvPr/>
        </p:nvSpPr>
        <p:spPr>
          <a:xfrm>
            <a:off x="7303628" y="3299635"/>
            <a:ext cx="957163" cy="334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1200" dirty="0">
                <a:latin typeface="Poppins Medium" panose="00000600000000000000" pitchFamily="50" charset="0"/>
                <a:cs typeface="Poppins Medium" panose="00000600000000000000" pitchFamily="50" charset="0"/>
              </a:rPr>
              <a:t>Per Month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14B5D7E-8D61-490B-B623-2E57B40C175C}"/>
              </a:ext>
            </a:extLst>
          </p:cNvPr>
          <p:cNvSpPr txBox="1"/>
          <p:nvPr/>
        </p:nvSpPr>
        <p:spPr>
          <a:xfrm>
            <a:off x="9779297" y="3299635"/>
            <a:ext cx="957163" cy="334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1200" dirty="0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Per Month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90D3B81-BE3E-4807-9D41-04169813B6E7}"/>
              </a:ext>
            </a:extLst>
          </p:cNvPr>
          <p:cNvSpPr txBox="1"/>
          <p:nvPr/>
        </p:nvSpPr>
        <p:spPr>
          <a:xfrm>
            <a:off x="4541978" y="4010205"/>
            <a:ext cx="1520689" cy="334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14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For Individuals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C2BF253-9DEA-434E-8816-5D724FD5919A}"/>
              </a:ext>
            </a:extLst>
          </p:cNvPr>
          <p:cNvSpPr txBox="1"/>
          <p:nvPr/>
        </p:nvSpPr>
        <p:spPr>
          <a:xfrm>
            <a:off x="6883642" y="4010205"/>
            <a:ext cx="1797135" cy="334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14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For Corporations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79FD970-28F8-4320-A1BA-19C7A3966346}"/>
              </a:ext>
            </a:extLst>
          </p:cNvPr>
          <p:cNvSpPr txBox="1"/>
          <p:nvPr/>
        </p:nvSpPr>
        <p:spPr>
          <a:xfrm>
            <a:off x="9359311" y="4010205"/>
            <a:ext cx="1797135" cy="334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14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For Organizations</a:t>
            </a:r>
          </a:p>
        </p:txBody>
      </p:sp>
      <p:sp>
        <p:nvSpPr>
          <p:cNvPr id="42" name="Freeform 71">
            <a:extLst>
              <a:ext uri="{FF2B5EF4-FFF2-40B4-BE49-F238E27FC236}">
                <a16:creationId xmlns:a16="http://schemas.microsoft.com/office/drawing/2014/main" id="{0B288E72-B3CB-49A3-817D-42A16C632FAE}"/>
              </a:ext>
            </a:extLst>
          </p:cNvPr>
          <p:cNvSpPr>
            <a:spLocks/>
          </p:cNvSpPr>
          <p:nvPr/>
        </p:nvSpPr>
        <p:spPr bwMode="auto">
          <a:xfrm>
            <a:off x="7375241" y="5591905"/>
            <a:ext cx="189669" cy="180245"/>
          </a:xfrm>
          <a:custGeom>
            <a:avLst/>
            <a:gdLst>
              <a:gd name="T0" fmla="*/ 158 w 161"/>
              <a:gd name="T1" fmla="*/ 65 h 153"/>
              <a:gd name="T2" fmla="*/ 116 w 161"/>
              <a:gd name="T3" fmla="*/ 96 h 153"/>
              <a:gd name="T4" fmla="*/ 132 w 161"/>
              <a:gd name="T5" fmla="*/ 145 h 153"/>
              <a:gd name="T6" fmla="*/ 130 w 161"/>
              <a:gd name="T7" fmla="*/ 152 h 153"/>
              <a:gd name="T8" fmla="*/ 126 w 161"/>
              <a:gd name="T9" fmla="*/ 153 h 153"/>
              <a:gd name="T10" fmla="*/ 122 w 161"/>
              <a:gd name="T11" fmla="*/ 152 h 153"/>
              <a:gd name="T12" fmla="*/ 81 w 161"/>
              <a:gd name="T13" fmla="*/ 121 h 153"/>
              <a:gd name="T14" fmla="*/ 39 w 161"/>
              <a:gd name="T15" fmla="*/ 152 h 153"/>
              <a:gd name="T16" fmla="*/ 31 w 161"/>
              <a:gd name="T17" fmla="*/ 152 h 153"/>
              <a:gd name="T18" fmla="*/ 29 w 161"/>
              <a:gd name="T19" fmla="*/ 145 h 153"/>
              <a:gd name="T20" fmla="*/ 45 w 161"/>
              <a:gd name="T21" fmla="*/ 96 h 153"/>
              <a:gd name="T22" fmla="*/ 3 w 161"/>
              <a:gd name="T23" fmla="*/ 65 h 153"/>
              <a:gd name="T24" fmla="*/ 1 w 161"/>
              <a:gd name="T25" fmla="*/ 58 h 153"/>
              <a:gd name="T26" fmla="*/ 7 w 161"/>
              <a:gd name="T27" fmla="*/ 54 h 153"/>
              <a:gd name="T28" fmla="*/ 59 w 161"/>
              <a:gd name="T29" fmla="*/ 54 h 153"/>
              <a:gd name="T30" fmla="*/ 75 w 161"/>
              <a:gd name="T31" fmla="*/ 5 h 153"/>
              <a:gd name="T32" fmla="*/ 81 w 161"/>
              <a:gd name="T33" fmla="*/ 0 h 153"/>
              <a:gd name="T34" fmla="*/ 87 w 161"/>
              <a:gd name="T35" fmla="*/ 5 h 153"/>
              <a:gd name="T36" fmla="*/ 103 w 161"/>
              <a:gd name="T37" fmla="*/ 54 h 153"/>
              <a:gd name="T38" fmla="*/ 154 w 161"/>
              <a:gd name="T39" fmla="*/ 54 h 153"/>
              <a:gd name="T40" fmla="*/ 160 w 161"/>
              <a:gd name="T41" fmla="*/ 58 h 153"/>
              <a:gd name="T42" fmla="*/ 158 w 161"/>
              <a:gd name="T43" fmla="*/ 65 h 1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61" h="153">
                <a:moveTo>
                  <a:pt x="158" y="65"/>
                </a:moveTo>
                <a:cubicBezTo>
                  <a:pt x="116" y="96"/>
                  <a:pt x="116" y="96"/>
                  <a:pt x="116" y="96"/>
                </a:cubicBezTo>
                <a:cubicBezTo>
                  <a:pt x="132" y="145"/>
                  <a:pt x="132" y="145"/>
                  <a:pt x="132" y="145"/>
                </a:cubicBezTo>
                <a:cubicBezTo>
                  <a:pt x="133" y="147"/>
                  <a:pt x="132" y="150"/>
                  <a:pt x="130" y="152"/>
                </a:cubicBezTo>
                <a:cubicBezTo>
                  <a:pt x="129" y="153"/>
                  <a:pt x="128" y="153"/>
                  <a:pt x="126" y="153"/>
                </a:cubicBezTo>
                <a:cubicBezTo>
                  <a:pt x="125" y="153"/>
                  <a:pt x="124" y="153"/>
                  <a:pt x="122" y="152"/>
                </a:cubicBezTo>
                <a:cubicBezTo>
                  <a:pt x="81" y="121"/>
                  <a:pt x="81" y="121"/>
                  <a:pt x="81" y="121"/>
                </a:cubicBezTo>
                <a:cubicBezTo>
                  <a:pt x="39" y="152"/>
                  <a:pt x="39" y="152"/>
                  <a:pt x="39" y="152"/>
                </a:cubicBezTo>
                <a:cubicBezTo>
                  <a:pt x="37" y="153"/>
                  <a:pt x="34" y="153"/>
                  <a:pt x="31" y="152"/>
                </a:cubicBezTo>
                <a:cubicBezTo>
                  <a:pt x="29" y="150"/>
                  <a:pt x="28" y="147"/>
                  <a:pt x="29" y="145"/>
                </a:cubicBezTo>
                <a:cubicBezTo>
                  <a:pt x="45" y="96"/>
                  <a:pt x="45" y="96"/>
                  <a:pt x="45" y="96"/>
                </a:cubicBezTo>
                <a:cubicBezTo>
                  <a:pt x="3" y="65"/>
                  <a:pt x="3" y="65"/>
                  <a:pt x="3" y="65"/>
                </a:cubicBezTo>
                <a:cubicBezTo>
                  <a:pt x="1" y="64"/>
                  <a:pt x="0" y="61"/>
                  <a:pt x="1" y="58"/>
                </a:cubicBezTo>
                <a:cubicBezTo>
                  <a:pt x="2" y="55"/>
                  <a:pt x="4" y="54"/>
                  <a:pt x="7" y="54"/>
                </a:cubicBezTo>
                <a:cubicBezTo>
                  <a:pt x="59" y="54"/>
                  <a:pt x="59" y="54"/>
                  <a:pt x="59" y="54"/>
                </a:cubicBezTo>
                <a:cubicBezTo>
                  <a:pt x="75" y="5"/>
                  <a:pt x="75" y="5"/>
                  <a:pt x="75" y="5"/>
                </a:cubicBezTo>
                <a:cubicBezTo>
                  <a:pt x="75" y="2"/>
                  <a:pt x="78" y="0"/>
                  <a:pt x="81" y="0"/>
                </a:cubicBezTo>
                <a:cubicBezTo>
                  <a:pt x="84" y="0"/>
                  <a:pt x="86" y="2"/>
                  <a:pt x="87" y="5"/>
                </a:cubicBezTo>
                <a:cubicBezTo>
                  <a:pt x="103" y="54"/>
                  <a:pt x="103" y="54"/>
                  <a:pt x="103" y="54"/>
                </a:cubicBezTo>
                <a:cubicBezTo>
                  <a:pt x="154" y="54"/>
                  <a:pt x="154" y="54"/>
                  <a:pt x="154" y="54"/>
                </a:cubicBezTo>
                <a:cubicBezTo>
                  <a:pt x="157" y="54"/>
                  <a:pt x="160" y="55"/>
                  <a:pt x="160" y="58"/>
                </a:cubicBezTo>
                <a:cubicBezTo>
                  <a:pt x="161" y="61"/>
                  <a:pt x="160" y="64"/>
                  <a:pt x="158" y="6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3" name="Freeform 71">
            <a:extLst>
              <a:ext uri="{FF2B5EF4-FFF2-40B4-BE49-F238E27FC236}">
                <a16:creationId xmlns:a16="http://schemas.microsoft.com/office/drawing/2014/main" id="{8EE8B78C-944A-4004-A3B9-C4DF1D8A6442}"/>
              </a:ext>
            </a:extLst>
          </p:cNvPr>
          <p:cNvSpPr>
            <a:spLocks/>
          </p:cNvSpPr>
          <p:nvPr/>
        </p:nvSpPr>
        <p:spPr bwMode="auto">
          <a:xfrm>
            <a:off x="7687375" y="5591905"/>
            <a:ext cx="189669" cy="180245"/>
          </a:xfrm>
          <a:custGeom>
            <a:avLst/>
            <a:gdLst>
              <a:gd name="T0" fmla="*/ 158 w 161"/>
              <a:gd name="T1" fmla="*/ 65 h 153"/>
              <a:gd name="T2" fmla="*/ 116 w 161"/>
              <a:gd name="T3" fmla="*/ 96 h 153"/>
              <a:gd name="T4" fmla="*/ 132 w 161"/>
              <a:gd name="T5" fmla="*/ 145 h 153"/>
              <a:gd name="T6" fmla="*/ 130 w 161"/>
              <a:gd name="T7" fmla="*/ 152 h 153"/>
              <a:gd name="T8" fmla="*/ 126 w 161"/>
              <a:gd name="T9" fmla="*/ 153 h 153"/>
              <a:gd name="T10" fmla="*/ 122 w 161"/>
              <a:gd name="T11" fmla="*/ 152 h 153"/>
              <a:gd name="T12" fmla="*/ 81 w 161"/>
              <a:gd name="T13" fmla="*/ 121 h 153"/>
              <a:gd name="T14" fmla="*/ 39 w 161"/>
              <a:gd name="T15" fmla="*/ 152 h 153"/>
              <a:gd name="T16" fmla="*/ 31 w 161"/>
              <a:gd name="T17" fmla="*/ 152 h 153"/>
              <a:gd name="T18" fmla="*/ 29 w 161"/>
              <a:gd name="T19" fmla="*/ 145 h 153"/>
              <a:gd name="T20" fmla="*/ 45 w 161"/>
              <a:gd name="T21" fmla="*/ 96 h 153"/>
              <a:gd name="T22" fmla="*/ 3 w 161"/>
              <a:gd name="T23" fmla="*/ 65 h 153"/>
              <a:gd name="T24" fmla="*/ 1 w 161"/>
              <a:gd name="T25" fmla="*/ 58 h 153"/>
              <a:gd name="T26" fmla="*/ 7 w 161"/>
              <a:gd name="T27" fmla="*/ 54 h 153"/>
              <a:gd name="T28" fmla="*/ 59 w 161"/>
              <a:gd name="T29" fmla="*/ 54 h 153"/>
              <a:gd name="T30" fmla="*/ 75 w 161"/>
              <a:gd name="T31" fmla="*/ 5 h 153"/>
              <a:gd name="T32" fmla="*/ 81 w 161"/>
              <a:gd name="T33" fmla="*/ 0 h 153"/>
              <a:gd name="T34" fmla="*/ 87 w 161"/>
              <a:gd name="T35" fmla="*/ 5 h 153"/>
              <a:gd name="T36" fmla="*/ 103 w 161"/>
              <a:gd name="T37" fmla="*/ 54 h 153"/>
              <a:gd name="T38" fmla="*/ 154 w 161"/>
              <a:gd name="T39" fmla="*/ 54 h 153"/>
              <a:gd name="T40" fmla="*/ 160 w 161"/>
              <a:gd name="T41" fmla="*/ 58 h 153"/>
              <a:gd name="T42" fmla="*/ 158 w 161"/>
              <a:gd name="T43" fmla="*/ 65 h 1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61" h="153">
                <a:moveTo>
                  <a:pt x="158" y="65"/>
                </a:moveTo>
                <a:cubicBezTo>
                  <a:pt x="116" y="96"/>
                  <a:pt x="116" y="96"/>
                  <a:pt x="116" y="96"/>
                </a:cubicBezTo>
                <a:cubicBezTo>
                  <a:pt x="132" y="145"/>
                  <a:pt x="132" y="145"/>
                  <a:pt x="132" y="145"/>
                </a:cubicBezTo>
                <a:cubicBezTo>
                  <a:pt x="133" y="147"/>
                  <a:pt x="132" y="150"/>
                  <a:pt x="130" y="152"/>
                </a:cubicBezTo>
                <a:cubicBezTo>
                  <a:pt x="129" y="153"/>
                  <a:pt x="128" y="153"/>
                  <a:pt x="126" y="153"/>
                </a:cubicBezTo>
                <a:cubicBezTo>
                  <a:pt x="125" y="153"/>
                  <a:pt x="124" y="153"/>
                  <a:pt x="122" y="152"/>
                </a:cubicBezTo>
                <a:cubicBezTo>
                  <a:pt x="81" y="121"/>
                  <a:pt x="81" y="121"/>
                  <a:pt x="81" y="121"/>
                </a:cubicBezTo>
                <a:cubicBezTo>
                  <a:pt x="39" y="152"/>
                  <a:pt x="39" y="152"/>
                  <a:pt x="39" y="152"/>
                </a:cubicBezTo>
                <a:cubicBezTo>
                  <a:pt x="37" y="153"/>
                  <a:pt x="34" y="153"/>
                  <a:pt x="31" y="152"/>
                </a:cubicBezTo>
                <a:cubicBezTo>
                  <a:pt x="29" y="150"/>
                  <a:pt x="28" y="147"/>
                  <a:pt x="29" y="145"/>
                </a:cubicBezTo>
                <a:cubicBezTo>
                  <a:pt x="45" y="96"/>
                  <a:pt x="45" y="96"/>
                  <a:pt x="45" y="96"/>
                </a:cubicBezTo>
                <a:cubicBezTo>
                  <a:pt x="3" y="65"/>
                  <a:pt x="3" y="65"/>
                  <a:pt x="3" y="65"/>
                </a:cubicBezTo>
                <a:cubicBezTo>
                  <a:pt x="1" y="64"/>
                  <a:pt x="0" y="61"/>
                  <a:pt x="1" y="58"/>
                </a:cubicBezTo>
                <a:cubicBezTo>
                  <a:pt x="2" y="55"/>
                  <a:pt x="4" y="54"/>
                  <a:pt x="7" y="54"/>
                </a:cubicBezTo>
                <a:cubicBezTo>
                  <a:pt x="59" y="54"/>
                  <a:pt x="59" y="54"/>
                  <a:pt x="59" y="54"/>
                </a:cubicBezTo>
                <a:cubicBezTo>
                  <a:pt x="75" y="5"/>
                  <a:pt x="75" y="5"/>
                  <a:pt x="75" y="5"/>
                </a:cubicBezTo>
                <a:cubicBezTo>
                  <a:pt x="75" y="2"/>
                  <a:pt x="78" y="0"/>
                  <a:pt x="81" y="0"/>
                </a:cubicBezTo>
                <a:cubicBezTo>
                  <a:pt x="84" y="0"/>
                  <a:pt x="86" y="2"/>
                  <a:pt x="87" y="5"/>
                </a:cubicBezTo>
                <a:cubicBezTo>
                  <a:pt x="103" y="54"/>
                  <a:pt x="103" y="54"/>
                  <a:pt x="103" y="54"/>
                </a:cubicBezTo>
                <a:cubicBezTo>
                  <a:pt x="154" y="54"/>
                  <a:pt x="154" y="54"/>
                  <a:pt x="154" y="54"/>
                </a:cubicBezTo>
                <a:cubicBezTo>
                  <a:pt x="157" y="54"/>
                  <a:pt x="160" y="55"/>
                  <a:pt x="160" y="58"/>
                </a:cubicBezTo>
                <a:cubicBezTo>
                  <a:pt x="161" y="61"/>
                  <a:pt x="160" y="64"/>
                  <a:pt x="158" y="6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4" name="Freeform 71">
            <a:extLst>
              <a:ext uri="{FF2B5EF4-FFF2-40B4-BE49-F238E27FC236}">
                <a16:creationId xmlns:a16="http://schemas.microsoft.com/office/drawing/2014/main" id="{796E0F9B-C8CB-46ED-B3EC-549F04A004ED}"/>
              </a:ext>
            </a:extLst>
          </p:cNvPr>
          <p:cNvSpPr>
            <a:spLocks/>
          </p:cNvSpPr>
          <p:nvPr/>
        </p:nvSpPr>
        <p:spPr bwMode="auto">
          <a:xfrm>
            <a:off x="7999509" y="5591905"/>
            <a:ext cx="189669" cy="180245"/>
          </a:xfrm>
          <a:custGeom>
            <a:avLst/>
            <a:gdLst>
              <a:gd name="T0" fmla="*/ 158 w 161"/>
              <a:gd name="T1" fmla="*/ 65 h 153"/>
              <a:gd name="T2" fmla="*/ 116 w 161"/>
              <a:gd name="T3" fmla="*/ 96 h 153"/>
              <a:gd name="T4" fmla="*/ 132 w 161"/>
              <a:gd name="T5" fmla="*/ 145 h 153"/>
              <a:gd name="T6" fmla="*/ 130 w 161"/>
              <a:gd name="T7" fmla="*/ 152 h 153"/>
              <a:gd name="T8" fmla="*/ 126 w 161"/>
              <a:gd name="T9" fmla="*/ 153 h 153"/>
              <a:gd name="T10" fmla="*/ 122 w 161"/>
              <a:gd name="T11" fmla="*/ 152 h 153"/>
              <a:gd name="T12" fmla="*/ 81 w 161"/>
              <a:gd name="T13" fmla="*/ 121 h 153"/>
              <a:gd name="T14" fmla="*/ 39 w 161"/>
              <a:gd name="T15" fmla="*/ 152 h 153"/>
              <a:gd name="T16" fmla="*/ 31 w 161"/>
              <a:gd name="T17" fmla="*/ 152 h 153"/>
              <a:gd name="T18" fmla="*/ 29 w 161"/>
              <a:gd name="T19" fmla="*/ 145 h 153"/>
              <a:gd name="T20" fmla="*/ 45 w 161"/>
              <a:gd name="T21" fmla="*/ 96 h 153"/>
              <a:gd name="T22" fmla="*/ 3 w 161"/>
              <a:gd name="T23" fmla="*/ 65 h 153"/>
              <a:gd name="T24" fmla="*/ 1 w 161"/>
              <a:gd name="T25" fmla="*/ 58 h 153"/>
              <a:gd name="T26" fmla="*/ 7 w 161"/>
              <a:gd name="T27" fmla="*/ 54 h 153"/>
              <a:gd name="T28" fmla="*/ 59 w 161"/>
              <a:gd name="T29" fmla="*/ 54 h 153"/>
              <a:gd name="T30" fmla="*/ 75 w 161"/>
              <a:gd name="T31" fmla="*/ 5 h 153"/>
              <a:gd name="T32" fmla="*/ 81 w 161"/>
              <a:gd name="T33" fmla="*/ 0 h 153"/>
              <a:gd name="T34" fmla="*/ 87 w 161"/>
              <a:gd name="T35" fmla="*/ 5 h 153"/>
              <a:gd name="T36" fmla="*/ 103 w 161"/>
              <a:gd name="T37" fmla="*/ 54 h 153"/>
              <a:gd name="T38" fmla="*/ 154 w 161"/>
              <a:gd name="T39" fmla="*/ 54 h 153"/>
              <a:gd name="T40" fmla="*/ 160 w 161"/>
              <a:gd name="T41" fmla="*/ 58 h 153"/>
              <a:gd name="T42" fmla="*/ 158 w 161"/>
              <a:gd name="T43" fmla="*/ 65 h 1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61" h="153">
                <a:moveTo>
                  <a:pt x="158" y="65"/>
                </a:moveTo>
                <a:cubicBezTo>
                  <a:pt x="116" y="96"/>
                  <a:pt x="116" y="96"/>
                  <a:pt x="116" y="96"/>
                </a:cubicBezTo>
                <a:cubicBezTo>
                  <a:pt x="132" y="145"/>
                  <a:pt x="132" y="145"/>
                  <a:pt x="132" y="145"/>
                </a:cubicBezTo>
                <a:cubicBezTo>
                  <a:pt x="133" y="147"/>
                  <a:pt x="132" y="150"/>
                  <a:pt x="130" y="152"/>
                </a:cubicBezTo>
                <a:cubicBezTo>
                  <a:pt x="129" y="153"/>
                  <a:pt x="128" y="153"/>
                  <a:pt x="126" y="153"/>
                </a:cubicBezTo>
                <a:cubicBezTo>
                  <a:pt x="125" y="153"/>
                  <a:pt x="124" y="153"/>
                  <a:pt x="122" y="152"/>
                </a:cubicBezTo>
                <a:cubicBezTo>
                  <a:pt x="81" y="121"/>
                  <a:pt x="81" y="121"/>
                  <a:pt x="81" y="121"/>
                </a:cubicBezTo>
                <a:cubicBezTo>
                  <a:pt x="39" y="152"/>
                  <a:pt x="39" y="152"/>
                  <a:pt x="39" y="152"/>
                </a:cubicBezTo>
                <a:cubicBezTo>
                  <a:pt x="37" y="153"/>
                  <a:pt x="34" y="153"/>
                  <a:pt x="31" y="152"/>
                </a:cubicBezTo>
                <a:cubicBezTo>
                  <a:pt x="29" y="150"/>
                  <a:pt x="28" y="147"/>
                  <a:pt x="29" y="145"/>
                </a:cubicBezTo>
                <a:cubicBezTo>
                  <a:pt x="45" y="96"/>
                  <a:pt x="45" y="96"/>
                  <a:pt x="45" y="96"/>
                </a:cubicBezTo>
                <a:cubicBezTo>
                  <a:pt x="3" y="65"/>
                  <a:pt x="3" y="65"/>
                  <a:pt x="3" y="65"/>
                </a:cubicBezTo>
                <a:cubicBezTo>
                  <a:pt x="1" y="64"/>
                  <a:pt x="0" y="61"/>
                  <a:pt x="1" y="58"/>
                </a:cubicBezTo>
                <a:cubicBezTo>
                  <a:pt x="2" y="55"/>
                  <a:pt x="4" y="54"/>
                  <a:pt x="7" y="54"/>
                </a:cubicBezTo>
                <a:cubicBezTo>
                  <a:pt x="59" y="54"/>
                  <a:pt x="59" y="54"/>
                  <a:pt x="59" y="54"/>
                </a:cubicBezTo>
                <a:cubicBezTo>
                  <a:pt x="75" y="5"/>
                  <a:pt x="75" y="5"/>
                  <a:pt x="75" y="5"/>
                </a:cubicBezTo>
                <a:cubicBezTo>
                  <a:pt x="75" y="2"/>
                  <a:pt x="78" y="0"/>
                  <a:pt x="81" y="0"/>
                </a:cubicBezTo>
                <a:cubicBezTo>
                  <a:pt x="84" y="0"/>
                  <a:pt x="86" y="2"/>
                  <a:pt x="87" y="5"/>
                </a:cubicBezTo>
                <a:cubicBezTo>
                  <a:pt x="103" y="54"/>
                  <a:pt x="103" y="54"/>
                  <a:pt x="103" y="54"/>
                </a:cubicBezTo>
                <a:cubicBezTo>
                  <a:pt x="154" y="54"/>
                  <a:pt x="154" y="54"/>
                  <a:pt x="154" y="54"/>
                </a:cubicBezTo>
                <a:cubicBezTo>
                  <a:pt x="157" y="54"/>
                  <a:pt x="160" y="55"/>
                  <a:pt x="160" y="58"/>
                </a:cubicBezTo>
                <a:cubicBezTo>
                  <a:pt x="161" y="61"/>
                  <a:pt x="160" y="64"/>
                  <a:pt x="158" y="6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57AE148-40C2-4CB1-A9C2-C7DD488E1683}"/>
              </a:ext>
            </a:extLst>
          </p:cNvPr>
          <p:cNvSpPr txBox="1"/>
          <p:nvPr/>
        </p:nvSpPr>
        <p:spPr>
          <a:xfrm>
            <a:off x="4211817" y="4418689"/>
            <a:ext cx="2181011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1000" i="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passages</a:t>
            </a:r>
          </a:p>
          <a:p>
            <a:pPr algn="ctr">
              <a:lnSpc>
                <a:spcPts val="2000"/>
              </a:lnSpc>
            </a:pPr>
            <a:r>
              <a:rPr lang="en-US" sz="1000" i="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Words don't look even slightly </a:t>
            </a:r>
          </a:p>
          <a:p>
            <a:pPr algn="ctr">
              <a:lnSpc>
                <a:spcPts val="2000"/>
              </a:lnSpc>
            </a:pPr>
            <a:r>
              <a:rPr lang="en-US" sz="1000" i="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isn't anything</a:t>
            </a:r>
            <a:endParaRPr lang="en-US" sz="10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CFEC604-1208-4B25-95F0-7B752E94D38F}"/>
              </a:ext>
            </a:extLst>
          </p:cNvPr>
          <p:cNvSpPr txBox="1"/>
          <p:nvPr/>
        </p:nvSpPr>
        <p:spPr>
          <a:xfrm>
            <a:off x="6691704" y="4418689"/>
            <a:ext cx="2181011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1000" i="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passages</a:t>
            </a:r>
          </a:p>
          <a:p>
            <a:pPr algn="ctr">
              <a:lnSpc>
                <a:spcPts val="2000"/>
              </a:lnSpc>
            </a:pPr>
            <a:r>
              <a:rPr lang="en-US" sz="1000" i="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Words don't look even slightly </a:t>
            </a:r>
          </a:p>
          <a:p>
            <a:pPr algn="ctr">
              <a:lnSpc>
                <a:spcPts val="2000"/>
              </a:lnSpc>
            </a:pPr>
            <a:r>
              <a:rPr lang="en-US" sz="1000" i="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isn't anything</a:t>
            </a:r>
            <a:endParaRPr lang="en-US" sz="1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731AE72-F96B-4698-B37F-CEA5A8C30131}"/>
              </a:ext>
            </a:extLst>
          </p:cNvPr>
          <p:cNvSpPr txBox="1"/>
          <p:nvPr/>
        </p:nvSpPr>
        <p:spPr>
          <a:xfrm>
            <a:off x="9167373" y="4418689"/>
            <a:ext cx="2181011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1000" i="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passages</a:t>
            </a:r>
          </a:p>
          <a:p>
            <a:pPr algn="ctr">
              <a:lnSpc>
                <a:spcPts val="2000"/>
              </a:lnSpc>
            </a:pPr>
            <a:r>
              <a:rPr lang="en-US" sz="1000" i="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Words don't look even slightly </a:t>
            </a:r>
          </a:p>
          <a:p>
            <a:pPr algn="ctr">
              <a:lnSpc>
                <a:spcPts val="2000"/>
              </a:lnSpc>
            </a:pPr>
            <a:r>
              <a:rPr lang="en-US" sz="1000" i="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isn't anything</a:t>
            </a:r>
            <a:endParaRPr lang="en-US" sz="10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0739880E-D459-4031-93AF-9B5A428F4041}"/>
              </a:ext>
            </a:extLst>
          </p:cNvPr>
          <p:cNvSpPr/>
          <p:nvPr/>
        </p:nvSpPr>
        <p:spPr>
          <a:xfrm>
            <a:off x="838914" y="5698613"/>
            <a:ext cx="1133117" cy="35165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A67227E-C9CA-4F22-9FD4-AB4143F4E509}"/>
              </a:ext>
            </a:extLst>
          </p:cNvPr>
          <p:cNvSpPr txBox="1"/>
          <p:nvPr/>
        </p:nvSpPr>
        <p:spPr>
          <a:xfrm>
            <a:off x="889988" y="5734245"/>
            <a:ext cx="1040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Poppins Medium" panose="00000600000000000000" pitchFamily="2" charset="0"/>
                <a:ea typeface="Jost" pitchFamily="2" charset="0"/>
                <a:cs typeface="Poppins Medium" panose="00000600000000000000" pitchFamily="2" charset="0"/>
              </a:rPr>
              <a:t>VISIT US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3C0C9FF-07B6-4B48-8514-ACA89F9FE1B9}"/>
              </a:ext>
            </a:extLst>
          </p:cNvPr>
          <p:cNvGrpSpPr/>
          <p:nvPr/>
        </p:nvGrpSpPr>
        <p:grpSpPr>
          <a:xfrm>
            <a:off x="5051421" y="5591905"/>
            <a:ext cx="501803" cy="180245"/>
            <a:chOff x="5021750" y="5591905"/>
            <a:chExt cx="501803" cy="180245"/>
          </a:xfrm>
        </p:grpSpPr>
        <p:sp>
          <p:nvSpPr>
            <p:cNvPr id="35" name="Freeform 71">
              <a:extLst>
                <a:ext uri="{FF2B5EF4-FFF2-40B4-BE49-F238E27FC236}">
                  <a16:creationId xmlns:a16="http://schemas.microsoft.com/office/drawing/2014/main" id="{EBF7E478-173E-4EF5-8DDA-B4B725826B3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1750" y="5591905"/>
              <a:ext cx="189669" cy="180245"/>
            </a:xfrm>
            <a:custGeom>
              <a:avLst/>
              <a:gdLst>
                <a:gd name="T0" fmla="*/ 158 w 161"/>
                <a:gd name="T1" fmla="*/ 65 h 153"/>
                <a:gd name="T2" fmla="*/ 116 w 161"/>
                <a:gd name="T3" fmla="*/ 96 h 153"/>
                <a:gd name="T4" fmla="*/ 132 w 161"/>
                <a:gd name="T5" fmla="*/ 145 h 153"/>
                <a:gd name="T6" fmla="*/ 130 w 161"/>
                <a:gd name="T7" fmla="*/ 152 h 153"/>
                <a:gd name="T8" fmla="*/ 126 w 161"/>
                <a:gd name="T9" fmla="*/ 153 h 153"/>
                <a:gd name="T10" fmla="*/ 122 w 161"/>
                <a:gd name="T11" fmla="*/ 152 h 153"/>
                <a:gd name="T12" fmla="*/ 81 w 161"/>
                <a:gd name="T13" fmla="*/ 121 h 153"/>
                <a:gd name="T14" fmla="*/ 39 w 161"/>
                <a:gd name="T15" fmla="*/ 152 h 153"/>
                <a:gd name="T16" fmla="*/ 31 w 161"/>
                <a:gd name="T17" fmla="*/ 152 h 153"/>
                <a:gd name="T18" fmla="*/ 29 w 161"/>
                <a:gd name="T19" fmla="*/ 145 h 153"/>
                <a:gd name="T20" fmla="*/ 45 w 161"/>
                <a:gd name="T21" fmla="*/ 96 h 153"/>
                <a:gd name="T22" fmla="*/ 3 w 161"/>
                <a:gd name="T23" fmla="*/ 65 h 153"/>
                <a:gd name="T24" fmla="*/ 1 w 161"/>
                <a:gd name="T25" fmla="*/ 58 h 153"/>
                <a:gd name="T26" fmla="*/ 7 w 161"/>
                <a:gd name="T27" fmla="*/ 54 h 153"/>
                <a:gd name="T28" fmla="*/ 59 w 161"/>
                <a:gd name="T29" fmla="*/ 54 h 153"/>
                <a:gd name="T30" fmla="*/ 75 w 161"/>
                <a:gd name="T31" fmla="*/ 5 h 153"/>
                <a:gd name="T32" fmla="*/ 81 w 161"/>
                <a:gd name="T33" fmla="*/ 0 h 153"/>
                <a:gd name="T34" fmla="*/ 87 w 161"/>
                <a:gd name="T35" fmla="*/ 5 h 153"/>
                <a:gd name="T36" fmla="*/ 103 w 161"/>
                <a:gd name="T37" fmla="*/ 54 h 153"/>
                <a:gd name="T38" fmla="*/ 154 w 161"/>
                <a:gd name="T39" fmla="*/ 54 h 153"/>
                <a:gd name="T40" fmla="*/ 160 w 161"/>
                <a:gd name="T41" fmla="*/ 58 h 153"/>
                <a:gd name="T42" fmla="*/ 158 w 161"/>
                <a:gd name="T43" fmla="*/ 65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1" h="153">
                  <a:moveTo>
                    <a:pt x="158" y="65"/>
                  </a:moveTo>
                  <a:cubicBezTo>
                    <a:pt x="116" y="96"/>
                    <a:pt x="116" y="96"/>
                    <a:pt x="116" y="96"/>
                  </a:cubicBezTo>
                  <a:cubicBezTo>
                    <a:pt x="132" y="145"/>
                    <a:pt x="132" y="145"/>
                    <a:pt x="132" y="145"/>
                  </a:cubicBezTo>
                  <a:cubicBezTo>
                    <a:pt x="133" y="147"/>
                    <a:pt x="132" y="150"/>
                    <a:pt x="130" y="152"/>
                  </a:cubicBezTo>
                  <a:cubicBezTo>
                    <a:pt x="129" y="153"/>
                    <a:pt x="128" y="153"/>
                    <a:pt x="126" y="153"/>
                  </a:cubicBezTo>
                  <a:cubicBezTo>
                    <a:pt x="125" y="153"/>
                    <a:pt x="124" y="153"/>
                    <a:pt x="122" y="152"/>
                  </a:cubicBezTo>
                  <a:cubicBezTo>
                    <a:pt x="81" y="121"/>
                    <a:pt x="81" y="121"/>
                    <a:pt x="81" y="121"/>
                  </a:cubicBezTo>
                  <a:cubicBezTo>
                    <a:pt x="39" y="152"/>
                    <a:pt x="39" y="152"/>
                    <a:pt x="39" y="152"/>
                  </a:cubicBezTo>
                  <a:cubicBezTo>
                    <a:pt x="37" y="153"/>
                    <a:pt x="34" y="153"/>
                    <a:pt x="31" y="152"/>
                  </a:cubicBezTo>
                  <a:cubicBezTo>
                    <a:pt x="29" y="150"/>
                    <a:pt x="28" y="147"/>
                    <a:pt x="29" y="145"/>
                  </a:cubicBezTo>
                  <a:cubicBezTo>
                    <a:pt x="45" y="96"/>
                    <a:pt x="45" y="96"/>
                    <a:pt x="45" y="96"/>
                  </a:cubicBezTo>
                  <a:cubicBezTo>
                    <a:pt x="3" y="65"/>
                    <a:pt x="3" y="65"/>
                    <a:pt x="3" y="65"/>
                  </a:cubicBezTo>
                  <a:cubicBezTo>
                    <a:pt x="1" y="64"/>
                    <a:pt x="0" y="61"/>
                    <a:pt x="1" y="58"/>
                  </a:cubicBezTo>
                  <a:cubicBezTo>
                    <a:pt x="2" y="55"/>
                    <a:pt x="4" y="54"/>
                    <a:pt x="7" y="54"/>
                  </a:cubicBezTo>
                  <a:cubicBezTo>
                    <a:pt x="59" y="54"/>
                    <a:pt x="59" y="54"/>
                    <a:pt x="59" y="54"/>
                  </a:cubicBezTo>
                  <a:cubicBezTo>
                    <a:pt x="75" y="5"/>
                    <a:pt x="75" y="5"/>
                    <a:pt x="75" y="5"/>
                  </a:cubicBezTo>
                  <a:cubicBezTo>
                    <a:pt x="75" y="2"/>
                    <a:pt x="78" y="0"/>
                    <a:pt x="81" y="0"/>
                  </a:cubicBezTo>
                  <a:cubicBezTo>
                    <a:pt x="84" y="0"/>
                    <a:pt x="86" y="2"/>
                    <a:pt x="87" y="5"/>
                  </a:cubicBezTo>
                  <a:cubicBezTo>
                    <a:pt x="103" y="54"/>
                    <a:pt x="103" y="54"/>
                    <a:pt x="103" y="54"/>
                  </a:cubicBezTo>
                  <a:cubicBezTo>
                    <a:pt x="154" y="54"/>
                    <a:pt x="154" y="54"/>
                    <a:pt x="154" y="54"/>
                  </a:cubicBezTo>
                  <a:cubicBezTo>
                    <a:pt x="157" y="54"/>
                    <a:pt x="160" y="55"/>
                    <a:pt x="160" y="58"/>
                  </a:cubicBezTo>
                  <a:cubicBezTo>
                    <a:pt x="161" y="61"/>
                    <a:pt x="160" y="64"/>
                    <a:pt x="158" y="6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1" name="Freeform 71">
              <a:extLst>
                <a:ext uri="{FF2B5EF4-FFF2-40B4-BE49-F238E27FC236}">
                  <a16:creationId xmlns:a16="http://schemas.microsoft.com/office/drawing/2014/main" id="{C7F4F920-E4E1-481E-922E-8ABDA5334B6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3884" y="5591905"/>
              <a:ext cx="189669" cy="180245"/>
            </a:xfrm>
            <a:custGeom>
              <a:avLst/>
              <a:gdLst>
                <a:gd name="T0" fmla="*/ 158 w 161"/>
                <a:gd name="T1" fmla="*/ 65 h 153"/>
                <a:gd name="T2" fmla="*/ 116 w 161"/>
                <a:gd name="T3" fmla="*/ 96 h 153"/>
                <a:gd name="T4" fmla="*/ 132 w 161"/>
                <a:gd name="T5" fmla="*/ 145 h 153"/>
                <a:gd name="T6" fmla="*/ 130 w 161"/>
                <a:gd name="T7" fmla="*/ 152 h 153"/>
                <a:gd name="T8" fmla="*/ 126 w 161"/>
                <a:gd name="T9" fmla="*/ 153 h 153"/>
                <a:gd name="T10" fmla="*/ 122 w 161"/>
                <a:gd name="T11" fmla="*/ 152 h 153"/>
                <a:gd name="T12" fmla="*/ 81 w 161"/>
                <a:gd name="T13" fmla="*/ 121 h 153"/>
                <a:gd name="T14" fmla="*/ 39 w 161"/>
                <a:gd name="T15" fmla="*/ 152 h 153"/>
                <a:gd name="T16" fmla="*/ 31 w 161"/>
                <a:gd name="T17" fmla="*/ 152 h 153"/>
                <a:gd name="T18" fmla="*/ 29 w 161"/>
                <a:gd name="T19" fmla="*/ 145 h 153"/>
                <a:gd name="T20" fmla="*/ 45 w 161"/>
                <a:gd name="T21" fmla="*/ 96 h 153"/>
                <a:gd name="T22" fmla="*/ 3 w 161"/>
                <a:gd name="T23" fmla="*/ 65 h 153"/>
                <a:gd name="T24" fmla="*/ 1 w 161"/>
                <a:gd name="T25" fmla="*/ 58 h 153"/>
                <a:gd name="T26" fmla="*/ 7 w 161"/>
                <a:gd name="T27" fmla="*/ 54 h 153"/>
                <a:gd name="T28" fmla="*/ 59 w 161"/>
                <a:gd name="T29" fmla="*/ 54 h 153"/>
                <a:gd name="T30" fmla="*/ 75 w 161"/>
                <a:gd name="T31" fmla="*/ 5 h 153"/>
                <a:gd name="T32" fmla="*/ 81 w 161"/>
                <a:gd name="T33" fmla="*/ 0 h 153"/>
                <a:gd name="T34" fmla="*/ 87 w 161"/>
                <a:gd name="T35" fmla="*/ 5 h 153"/>
                <a:gd name="T36" fmla="*/ 103 w 161"/>
                <a:gd name="T37" fmla="*/ 54 h 153"/>
                <a:gd name="T38" fmla="*/ 154 w 161"/>
                <a:gd name="T39" fmla="*/ 54 h 153"/>
                <a:gd name="T40" fmla="*/ 160 w 161"/>
                <a:gd name="T41" fmla="*/ 58 h 153"/>
                <a:gd name="T42" fmla="*/ 158 w 161"/>
                <a:gd name="T43" fmla="*/ 65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1" h="153">
                  <a:moveTo>
                    <a:pt x="158" y="65"/>
                  </a:moveTo>
                  <a:cubicBezTo>
                    <a:pt x="116" y="96"/>
                    <a:pt x="116" y="96"/>
                    <a:pt x="116" y="96"/>
                  </a:cubicBezTo>
                  <a:cubicBezTo>
                    <a:pt x="132" y="145"/>
                    <a:pt x="132" y="145"/>
                    <a:pt x="132" y="145"/>
                  </a:cubicBezTo>
                  <a:cubicBezTo>
                    <a:pt x="133" y="147"/>
                    <a:pt x="132" y="150"/>
                    <a:pt x="130" y="152"/>
                  </a:cubicBezTo>
                  <a:cubicBezTo>
                    <a:pt x="129" y="153"/>
                    <a:pt x="128" y="153"/>
                    <a:pt x="126" y="153"/>
                  </a:cubicBezTo>
                  <a:cubicBezTo>
                    <a:pt x="125" y="153"/>
                    <a:pt x="124" y="153"/>
                    <a:pt x="122" y="152"/>
                  </a:cubicBezTo>
                  <a:cubicBezTo>
                    <a:pt x="81" y="121"/>
                    <a:pt x="81" y="121"/>
                    <a:pt x="81" y="121"/>
                  </a:cubicBezTo>
                  <a:cubicBezTo>
                    <a:pt x="39" y="152"/>
                    <a:pt x="39" y="152"/>
                    <a:pt x="39" y="152"/>
                  </a:cubicBezTo>
                  <a:cubicBezTo>
                    <a:pt x="37" y="153"/>
                    <a:pt x="34" y="153"/>
                    <a:pt x="31" y="152"/>
                  </a:cubicBezTo>
                  <a:cubicBezTo>
                    <a:pt x="29" y="150"/>
                    <a:pt x="28" y="147"/>
                    <a:pt x="29" y="145"/>
                  </a:cubicBezTo>
                  <a:cubicBezTo>
                    <a:pt x="45" y="96"/>
                    <a:pt x="45" y="96"/>
                    <a:pt x="45" y="96"/>
                  </a:cubicBezTo>
                  <a:cubicBezTo>
                    <a:pt x="3" y="65"/>
                    <a:pt x="3" y="65"/>
                    <a:pt x="3" y="65"/>
                  </a:cubicBezTo>
                  <a:cubicBezTo>
                    <a:pt x="1" y="64"/>
                    <a:pt x="0" y="61"/>
                    <a:pt x="1" y="58"/>
                  </a:cubicBezTo>
                  <a:cubicBezTo>
                    <a:pt x="2" y="55"/>
                    <a:pt x="4" y="54"/>
                    <a:pt x="7" y="54"/>
                  </a:cubicBezTo>
                  <a:cubicBezTo>
                    <a:pt x="59" y="54"/>
                    <a:pt x="59" y="54"/>
                    <a:pt x="59" y="54"/>
                  </a:cubicBezTo>
                  <a:cubicBezTo>
                    <a:pt x="75" y="5"/>
                    <a:pt x="75" y="5"/>
                    <a:pt x="75" y="5"/>
                  </a:cubicBezTo>
                  <a:cubicBezTo>
                    <a:pt x="75" y="2"/>
                    <a:pt x="78" y="0"/>
                    <a:pt x="81" y="0"/>
                  </a:cubicBezTo>
                  <a:cubicBezTo>
                    <a:pt x="84" y="0"/>
                    <a:pt x="86" y="2"/>
                    <a:pt x="87" y="5"/>
                  </a:cubicBezTo>
                  <a:cubicBezTo>
                    <a:pt x="103" y="54"/>
                    <a:pt x="103" y="54"/>
                    <a:pt x="103" y="54"/>
                  </a:cubicBezTo>
                  <a:cubicBezTo>
                    <a:pt x="154" y="54"/>
                    <a:pt x="154" y="54"/>
                    <a:pt x="154" y="54"/>
                  </a:cubicBezTo>
                  <a:cubicBezTo>
                    <a:pt x="157" y="54"/>
                    <a:pt x="160" y="55"/>
                    <a:pt x="160" y="58"/>
                  </a:cubicBezTo>
                  <a:cubicBezTo>
                    <a:pt x="161" y="61"/>
                    <a:pt x="160" y="64"/>
                    <a:pt x="158" y="6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F16A406E-B392-42D8-99C1-0235A07A78BB}"/>
              </a:ext>
            </a:extLst>
          </p:cNvPr>
          <p:cNvGrpSpPr/>
          <p:nvPr/>
        </p:nvGrpSpPr>
        <p:grpSpPr>
          <a:xfrm>
            <a:off x="10006977" y="5591905"/>
            <a:ext cx="501803" cy="180245"/>
            <a:chOff x="10163043" y="5591905"/>
            <a:chExt cx="501803" cy="180245"/>
          </a:xfrm>
        </p:grpSpPr>
        <p:sp>
          <p:nvSpPr>
            <p:cNvPr id="51" name="Freeform 71">
              <a:extLst>
                <a:ext uri="{FF2B5EF4-FFF2-40B4-BE49-F238E27FC236}">
                  <a16:creationId xmlns:a16="http://schemas.microsoft.com/office/drawing/2014/main" id="{799E8DA7-9AF4-4A57-AA91-28EEAFB5AA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63043" y="5591905"/>
              <a:ext cx="189669" cy="180245"/>
            </a:xfrm>
            <a:custGeom>
              <a:avLst/>
              <a:gdLst>
                <a:gd name="T0" fmla="*/ 158 w 161"/>
                <a:gd name="T1" fmla="*/ 65 h 153"/>
                <a:gd name="T2" fmla="*/ 116 w 161"/>
                <a:gd name="T3" fmla="*/ 96 h 153"/>
                <a:gd name="T4" fmla="*/ 132 w 161"/>
                <a:gd name="T5" fmla="*/ 145 h 153"/>
                <a:gd name="T6" fmla="*/ 130 w 161"/>
                <a:gd name="T7" fmla="*/ 152 h 153"/>
                <a:gd name="T8" fmla="*/ 126 w 161"/>
                <a:gd name="T9" fmla="*/ 153 h 153"/>
                <a:gd name="T10" fmla="*/ 122 w 161"/>
                <a:gd name="T11" fmla="*/ 152 h 153"/>
                <a:gd name="T12" fmla="*/ 81 w 161"/>
                <a:gd name="T13" fmla="*/ 121 h 153"/>
                <a:gd name="T14" fmla="*/ 39 w 161"/>
                <a:gd name="T15" fmla="*/ 152 h 153"/>
                <a:gd name="T16" fmla="*/ 31 w 161"/>
                <a:gd name="T17" fmla="*/ 152 h 153"/>
                <a:gd name="T18" fmla="*/ 29 w 161"/>
                <a:gd name="T19" fmla="*/ 145 h 153"/>
                <a:gd name="T20" fmla="*/ 45 w 161"/>
                <a:gd name="T21" fmla="*/ 96 h 153"/>
                <a:gd name="T22" fmla="*/ 3 w 161"/>
                <a:gd name="T23" fmla="*/ 65 h 153"/>
                <a:gd name="T24" fmla="*/ 1 w 161"/>
                <a:gd name="T25" fmla="*/ 58 h 153"/>
                <a:gd name="T26" fmla="*/ 7 w 161"/>
                <a:gd name="T27" fmla="*/ 54 h 153"/>
                <a:gd name="T28" fmla="*/ 59 w 161"/>
                <a:gd name="T29" fmla="*/ 54 h 153"/>
                <a:gd name="T30" fmla="*/ 75 w 161"/>
                <a:gd name="T31" fmla="*/ 5 h 153"/>
                <a:gd name="T32" fmla="*/ 81 w 161"/>
                <a:gd name="T33" fmla="*/ 0 h 153"/>
                <a:gd name="T34" fmla="*/ 87 w 161"/>
                <a:gd name="T35" fmla="*/ 5 h 153"/>
                <a:gd name="T36" fmla="*/ 103 w 161"/>
                <a:gd name="T37" fmla="*/ 54 h 153"/>
                <a:gd name="T38" fmla="*/ 154 w 161"/>
                <a:gd name="T39" fmla="*/ 54 h 153"/>
                <a:gd name="T40" fmla="*/ 160 w 161"/>
                <a:gd name="T41" fmla="*/ 58 h 153"/>
                <a:gd name="T42" fmla="*/ 158 w 161"/>
                <a:gd name="T43" fmla="*/ 65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1" h="153">
                  <a:moveTo>
                    <a:pt x="158" y="65"/>
                  </a:moveTo>
                  <a:cubicBezTo>
                    <a:pt x="116" y="96"/>
                    <a:pt x="116" y="96"/>
                    <a:pt x="116" y="96"/>
                  </a:cubicBezTo>
                  <a:cubicBezTo>
                    <a:pt x="132" y="145"/>
                    <a:pt x="132" y="145"/>
                    <a:pt x="132" y="145"/>
                  </a:cubicBezTo>
                  <a:cubicBezTo>
                    <a:pt x="133" y="147"/>
                    <a:pt x="132" y="150"/>
                    <a:pt x="130" y="152"/>
                  </a:cubicBezTo>
                  <a:cubicBezTo>
                    <a:pt x="129" y="153"/>
                    <a:pt x="128" y="153"/>
                    <a:pt x="126" y="153"/>
                  </a:cubicBezTo>
                  <a:cubicBezTo>
                    <a:pt x="125" y="153"/>
                    <a:pt x="124" y="153"/>
                    <a:pt x="122" y="152"/>
                  </a:cubicBezTo>
                  <a:cubicBezTo>
                    <a:pt x="81" y="121"/>
                    <a:pt x="81" y="121"/>
                    <a:pt x="81" y="121"/>
                  </a:cubicBezTo>
                  <a:cubicBezTo>
                    <a:pt x="39" y="152"/>
                    <a:pt x="39" y="152"/>
                    <a:pt x="39" y="152"/>
                  </a:cubicBezTo>
                  <a:cubicBezTo>
                    <a:pt x="37" y="153"/>
                    <a:pt x="34" y="153"/>
                    <a:pt x="31" y="152"/>
                  </a:cubicBezTo>
                  <a:cubicBezTo>
                    <a:pt x="29" y="150"/>
                    <a:pt x="28" y="147"/>
                    <a:pt x="29" y="145"/>
                  </a:cubicBezTo>
                  <a:cubicBezTo>
                    <a:pt x="45" y="96"/>
                    <a:pt x="45" y="96"/>
                    <a:pt x="45" y="96"/>
                  </a:cubicBezTo>
                  <a:cubicBezTo>
                    <a:pt x="3" y="65"/>
                    <a:pt x="3" y="65"/>
                    <a:pt x="3" y="65"/>
                  </a:cubicBezTo>
                  <a:cubicBezTo>
                    <a:pt x="1" y="64"/>
                    <a:pt x="0" y="61"/>
                    <a:pt x="1" y="58"/>
                  </a:cubicBezTo>
                  <a:cubicBezTo>
                    <a:pt x="2" y="55"/>
                    <a:pt x="4" y="54"/>
                    <a:pt x="7" y="54"/>
                  </a:cubicBezTo>
                  <a:cubicBezTo>
                    <a:pt x="59" y="54"/>
                    <a:pt x="59" y="54"/>
                    <a:pt x="59" y="54"/>
                  </a:cubicBezTo>
                  <a:cubicBezTo>
                    <a:pt x="75" y="5"/>
                    <a:pt x="75" y="5"/>
                    <a:pt x="75" y="5"/>
                  </a:cubicBezTo>
                  <a:cubicBezTo>
                    <a:pt x="75" y="2"/>
                    <a:pt x="78" y="0"/>
                    <a:pt x="81" y="0"/>
                  </a:cubicBezTo>
                  <a:cubicBezTo>
                    <a:pt x="84" y="0"/>
                    <a:pt x="86" y="2"/>
                    <a:pt x="87" y="5"/>
                  </a:cubicBezTo>
                  <a:cubicBezTo>
                    <a:pt x="103" y="54"/>
                    <a:pt x="103" y="54"/>
                    <a:pt x="103" y="54"/>
                  </a:cubicBezTo>
                  <a:cubicBezTo>
                    <a:pt x="154" y="54"/>
                    <a:pt x="154" y="54"/>
                    <a:pt x="154" y="54"/>
                  </a:cubicBezTo>
                  <a:cubicBezTo>
                    <a:pt x="157" y="54"/>
                    <a:pt x="160" y="55"/>
                    <a:pt x="160" y="58"/>
                  </a:cubicBezTo>
                  <a:cubicBezTo>
                    <a:pt x="161" y="61"/>
                    <a:pt x="160" y="64"/>
                    <a:pt x="158" y="6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2" name="Freeform 71">
              <a:extLst>
                <a:ext uri="{FF2B5EF4-FFF2-40B4-BE49-F238E27FC236}">
                  <a16:creationId xmlns:a16="http://schemas.microsoft.com/office/drawing/2014/main" id="{7D91BB7C-C087-47A2-B1EB-886EAD18A9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75177" y="5591905"/>
              <a:ext cx="189669" cy="180245"/>
            </a:xfrm>
            <a:custGeom>
              <a:avLst/>
              <a:gdLst>
                <a:gd name="T0" fmla="*/ 158 w 161"/>
                <a:gd name="T1" fmla="*/ 65 h 153"/>
                <a:gd name="T2" fmla="*/ 116 w 161"/>
                <a:gd name="T3" fmla="*/ 96 h 153"/>
                <a:gd name="T4" fmla="*/ 132 w 161"/>
                <a:gd name="T5" fmla="*/ 145 h 153"/>
                <a:gd name="T6" fmla="*/ 130 w 161"/>
                <a:gd name="T7" fmla="*/ 152 h 153"/>
                <a:gd name="T8" fmla="*/ 126 w 161"/>
                <a:gd name="T9" fmla="*/ 153 h 153"/>
                <a:gd name="T10" fmla="*/ 122 w 161"/>
                <a:gd name="T11" fmla="*/ 152 h 153"/>
                <a:gd name="T12" fmla="*/ 81 w 161"/>
                <a:gd name="T13" fmla="*/ 121 h 153"/>
                <a:gd name="T14" fmla="*/ 39 w 161"/>
                <a:gd name="T15" fmla="*/ 152 h 153"/>
                <a:gd name="T16" fmla="*/ 31 w 161"/>
                <a:gd name="T17" fmla="*/ 152 h 153"/>
                <a:gd name="T18" fmla="*/ 29 w 161"/>
                <a:gd name="T19" fmla="*/ 145 h 153"/>
                <a:gd name="T20" fmla="*/ 45 w 161"/>
                <a:gd name="T21" fmla="*/ 96 h 153"/>
                <a:gd name="T22" fmla="*/ 3 w 161"/>
                <a:gd name="T23" fmla="*/ 65 h 153"/>
                <a:gd name="T24" fmla="*/ 1 w 161"/>
                <a:gd name="T25" fmla="*/ 58 h 153"/>
                <a:gd name="T26" fmla="*/ 7 w 161"/>
                <a:gd name="T27" fmla="*/ 54 h 153"/>
                <a:gd name="T28" fmla="*/ 59 w 161"/>
                <a:gd name="T29" fmla="*/ 54 h 153"/>
                <a:gd name="T30" fmla="*/ 75 w 161"/>
                <a:gd name="T31" fmla="*/ 5 h 153"/>
                <a:gd name="T32" fmla="*/ 81 w 161"/>
                <a:gd name="T33" fmla="*/ 0 h 153"/>
                <a:gd name="T34" fmla="*/ 87 w 161"/>
                <a:gd name="T35" fmla="*/ 5 h 153"/>
                <a:gd name="T36" fmla="*/ 103 w 161"/>
                <a:gd name="T37" fmla="*/ 54 h 153"/>
                <a:gd name="T38" fmla="*/ 154 w 161"/>
                <a:gd name="T39" fmla="*/ 54 h 153"/>
                <a:gd name="T40" fmla="*/ 160 w 161"/>
                <a:gd name="T41" fmla="*/ 58 h 153"/>
                <a:gd name="T42" fmla="*/ 158 w 161"/>
                <a:gd name="T43" fmla="*/ 65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1" h="153">
                  <a:moveTo>
                    <a:pt x="158" y="65"/>
                  </a:moveTo>
                  <a:cubicBezTo>
                    <a:pt x="116" y="96"/>
                    <a:pt x="116" y="96"/>
                    <a:pt x="116" y="96"/>
                  </a:cubicBezTo>
                  <a:cubicBezTo>
                    <a:pt x="132" y="145"/>
                    <a:pt x="132" y="145"/>
                    <a:pt x="132" y="145"/>
                  </a:cubicBezTo>
                  <a:cubicBezTo>
                    <a:pt x="133" y="147"/>
                    <a:pt x="132" y="150"/>
                    <a:pt x="130" y="152"/>
                  </a:cubicBezTo>
                  <a:cubicBezTo>
                    <a:pt x="129" y="153"/>
                    <a:pt x="128" y="153"/>
                    <a:pt x="126" y="153"/>
                  </a:cubicBezTo>
                  <a:cubicBezTo>
                    <a:pt x="125" y="153"/>
                    <a:pt x="124" y="153"/>
                    <a:pt x="122" y="152"/>
                  </a:cubicBezTo>
                  <a:cubicBezTo>
                    <a:pt x="81" y="121"/>
                    <a:pt x="81" y="121"/>
                    <a:pt x="81" y="121"/>
                  </a:cubicBezTo>
                  <a:cubicBezTo>
                    <a:pt x="39" y="152"/>
                    <a:pt x="39" y="152"/>
                    <a:pt x="39" y="152"/>
                  </a:cubicBezTo>
                  <a:cubicBezTo>
                    <a:pt x="37" y="153"/>
                    <a:pt x="34" y="153"/>
                    <a:pt x="31" y="152"/>
                  </a:cubicBezTo>
                  <a:cubicBezTo>
                    <a:pt x="29" y="150"/>
                    <a:pt x="28" y="147"/>
                    <a:pt x="29" y="145"/>
                  </a:cubicBezTo>
                  <a:cubicBezTo>
                    <a:pt x="45" y="96"/>
                    <a:pt x="45" y="96"/>
                    <a:pt x="45" y="96"/>
                  </a:cubicBezTo>
                  <a:cubicBezTo>
                    <a:pt x="3" y="65"/>
                    <a:pt x="3" y="65"/>
                    <a:pt x="3" y="65"/>
                  </a:cubicBezTo>
                  <a:cubicBezTo>
                    <a:pt x="1" y="64"/>
                    <a:pt x="0" y="61"/>
                    <a:pt x="1" y="58"/>
                  </a:cubicBezTo>
                  <a:cubicBezTo>
                    <a:pt x="2" y="55"/>
                    <a:pt x="4" y="54"/>
                    <a:pt x="7" y="54"/>
                  </a:cubicBezTo>
                  <a:cubicBezTo>
                    <a:pt x="59" y="54"/>
                    <a:pt x="59" y="54"/>
                    <a:pt x="59" y="54"/>
                  </a:cubicBezTo>
                  <a:cubicBezTo>
                    <a:pt x="75" y="5"/>
                    <a:pt x="75" y="5"/>
                    <a:pt x="75" y="5"/>
                  </a:cubicBezTo>
                  <a:cubicBezTo>
                    <a:pt x="75" y="2"/>
                    <a:pt x="78" y="0"/>
                    <a:pt x="81" y="0"/>
                  </a:cubicBezTo>
                  <a:cubicBezTo>
                    <a:pt x="84" y="0"/>
                    <a:pt x="86" y="2"/>
                    <a:pt x="87" y="5"/>
                  </a:cubicBezTo>
                  <a:cubicBezTo>
                    <a:pt x="103" y="54"/>
                    <a:pt x="103" y="54"/>
                    <a:pt x="103" y="54"/>
                  </a:cubicBezTo>
                  <a:cubicBezTo>
                    <a:pt x="154" y="54"/>
                    <a:pt x="154" y="54"/>
                    <a:pt x="154" y="54"/>
                  </a:cubicBezTo>
                  <a:cubicBezTo>
                    <a:pt x="157" y="54"/>
                    <a:pt x="160" y="55"/>
                    <a:pt x="160" y="58"/>
                  </a:cubicBezTo>
                  <a:cubicBezTo>
                    <a:pt x="161" y="61"/>
                    <a:pt x="160" y="64"/>
                    <a:pt x="158" y="6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93043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CCFA33-3EAF-4C7B-BB27-DC5D25D7CA9E}"/>
              </a:ext>
            </a:extLst>
          </p:cNvPr>
          <p:cNvSpPr txBox="1"/>
          <p:nvPr/>
        </p:nvSpPr>
        <p:spPr>
          <a:xfrm>
            <a:off x="717045" y="752762"/>
            <a:ext cx="3717190" cy="65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500" dirty="0">
                <a:solidFill>
                  <a:schemeClr val="accent2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Our</a:t>
            </a:r>
            <a:r>
              <a:rPr lang="en-US" sz="3500" dirty="0">
                <a:latin typeface="Poppins SemiBold" panose="00000700000000000000" pitchFamily="50" charset="0"/>
                <a:cs typeface="Poppins SemiBold" panose="00000700000000000000" pitchFamily="50" charset="0"/>
              </a:rPr>
              <a:t> Strategy</a:t>
            </a:r>
          </a:p>
        </p:txBody>
      </p:sp>
      <p:sp>
        <p:nvSpPr>
          <p:cNvPr id="90" name="Prevalence">
            <a:extLst>
              <a:ext uri="{FF2B5EF4-FFF2-40B4-BE49-F238E27FC236}">
                <a16:creationId xmlns:a16="http://schemas.microsoft.com/office/drawing/2014/main" id="{F5411E9D-3448-4FC1-9A4D-D9ACFE4108D2}"/>
              </a:ext>
            </a:extLst>
          </p:cNvPr>
          <p:cNvSpPr/>
          <p:nvPr/>
        </p:nvSpPr>
        <p:spPr>
          <a:xfrm>
            <a:off x="6267297" y="4499512"/>
            <a:ext cx="2096791" cy="1817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endParaRPr lang="af-ZA" sz="1300" dirty="0">
              <a:solidFill>
                <a:schemeClr val="tx1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3C96A5D7-264D-4FA1-BDD9-9AAA74B4D8D2}"/>
              </a:ext>
            </a:extLst>
          </p:cNvPr>
          <p:cNvSpPr/>
          <p:nvPr/>
        </p:nvSpPr>
        <p:spPr>
          <a:xfrm>
            <a:off x="4029832" y="2412510"/>
            <a:ext cx="1324463" cy="1324462"/>
          </a:xfrm>
          <a:prstGeom prst="arc">
            <a:avLst>
              <a:gd name="adj1" fmla="val 8531752"/>
              <a:gd name="adj2" fmla="val 2355782"/>
            </a:avLst>
          </a:prstGeom>
          <a:ln w="317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02EF1EA3-D664-41EF-BC00-D41D9099EA71}"/>
              </a:ext>
            </a:extLst>
          </p:cNvPr>
          <p:cNvSpPr/>
          <p:nvPr/>
        </p:nvSpPr>
        <p:spPr>
          <a:xfrm>
            <a:off x="4263588" y="2646266"/>
            <a:ext cx="856950" cy="85695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Freeform 46">
            <a:extLst>
              <a:ext uri="{FF2B5EF4-FFF2-40B4-BE49-F238E27FC236}">
                <a16:creationId xmlns:a16="http://schemas.microsoft.com/office/drawing/2014/main" id="{29AE075F-F714-4D40-A8F2-4874D6974626}"/>
              </a:ext>
            </a:extLst>
          </p:cNvPr>
          <p:cNvSpPr>
            <a:spLocks noEditPoints="1"/>
          </p:cNvSpPr>
          <p:nvPr/>
        </p:nvSpPr>
        <p:spPr bwMode="auto">
          <a:xfrm>
            <a:off x="4501505" y="2882992"/>
            <a:ext cx="381116" cy="383499"/>
          </a:xfrm>
          <a:custGeom>
            <a:avLst/>
            <a:gdLst>
              <a:gd name="T0" fmla="*/ 160 w 160"/>
              <a:gd name="T1" fmla="*/ 15 h 161"/>
              <a:gd name="T2" fmla="*/ 159 w 160"/>
              <a:gd name="T3" fmla="*/ 13 h 161"/>
              <a:gd name="T4" fmla="*/ 147 w 160"/>
              <a:gd name="T5" fmla="*/ 2 h 161"/>
              <a:gd name="T6" fmla="*/ 144 w 160"/>
              <a:gd name="T7" fmla="*/ 2 h 161"/>
              <a:gd name="T8" fmla="*/ 135 w 160"/>
              <a:gd name="T9" fmla="*/ 12 h 161"/>
              <a:gd name="T10" fmla="*/ 122 w 160"/>
              <a:gd name="T11" fmla="*/ 12 h 161"/>
              <a:gd name="T12" fmla="*/ 120 w 160"/>
              <a:gd name="T13" fmla="*/ 10 h 161"/>
              <a:gd name="T14" fmla="*/ 101 w 160"/>
              <a:gd name="T15" fmla="*/ 10 h 161"/>
              <a:gd name="T16" fmla="*/ 66 w 160"/>
              <a:gd name="T17" fmla="*/ 45 h 161"/>
              <a:gd name="T18" fmla="*/ 69 w 160"/>
              <a:gd name="T19" fmla="*/ 50 h 161"/>
              <a:gd name="T20" fmla="*/ 106 w 160"/>
              <a:gd name="T21" fmla="*/ 15 h 161"/>
              <a:gd name="T22" fmla="*/ 115 w 160"/>
              <a:gd name="T23" fmla="*/ 15 h 161"/>
              <a:gd name="T24" fmla="*/ 117 w 160"/>
              <a:gd name="T25" fmla="*/ 16 h 161"/>
              <a:gd name="T26" fmla="*/ 12 w 160"/>
              <a:gd name="T27" fmla="*/ 124 h 161"/>
              <a:gd name="T28" fmla="*/ 10 w 160"/>
              <a:gd name="T29" fmla="*/ 124 h 161"/>
              <a:gd name="T30" fmla="*/ 0 w 160"/>
              <a:gd name="T31" fmla="*/ 156 h 161"/>
              <a:gd name="T32" fmla="*/ 2 w 160"/>
              <a:gd name="T33" fmla="*/ 159 h 161"/>
              <a:gd name="T34" fmla="*/ 4 w 160"/>
              <a:gd name="T35" fmla="*/ 161 h 161"/>
              <a:gd name="T36" fmla="*/ 5 w 160"/>
              <a:gd name="T37" fmla="*/ 161 h 161"/>
              <a:gd name="T38" fmla="*/ 36 w 160"/>
              <a:gd name="T39" fmla="*/ 151 h 161"/>
              <a:gd name="T40" fmla="*/ 37 w 160"/>
              <a:gd name="T41" fmla="*/ 150 h 161"/>
              <a:gd name="T42" fmla="*/ 149 w 160"/>
              <a:gd name="T43" fmla="*/ 39 h 161"/>
              <a:gd name="T44" fmla="*/ 149 w 160"/>
              <a:gd name="T45" fmla="*/ 26 h 161"/>
              <a:gd name="T46" fmla="*/ 159 w 160"/>
              <a:gd name="T47" fmla="*/ 16 h 161"/>
              <a:gd name="T48" fmla="*/ 160 w 160"/>
              <a:gd name="T49" fmla="*/ 15 h 161"/>
              <a:gd name="T50" fmla="*/ 15 w 160"/>
              <a:gd name="T51" fmla="*/ 129 h 161"/>
              <a:gd name="T52" fmla="*/ 32 w 160"/>
              <a:gd name="T53" fmla="*/ 146 h 161"/>
              <a:gd name="T54" fmla="*/ 8 w 160"/>
              <a:gd name="T55" fmla="*/ 153 h 161"/>
              <a:gd name="T56" fmla="*/ 15 w 160"/>
              <a:gd name="T57" fmla="*/ 129 h 161"/>
              <a:gd name="T58" fmla="*/ 15 w 160"/>
              <a:gd name="T59" fmla="*/ 129 h 161"/>
              <a:gd name="T60" fmla="*/ 144 w 160"/>
              <a:gd name="T61" fmla="*/ 34 h 161"/>
              <a:gd name="T62" fmla="*/ 37 w 160"/>
              <a:gd name="T63" fmla="*/ 142 h 161"/>
              <a:gd name="T64" fmla="*/ 20 w 160"/>
              <a:gd name="T65" fmla="*/ 124 h 161"/>
              <a:gd name="T66" fmla="*/ 127 w 160"/>
              <a:gd name="T67" fmla="*/ 16 h 161"/>
              <a:gd name="T68" fmla="*/ 131 w 160"/>
              <a:gd name="T69" fmla="*/ 16 h 161"/>
              <a:gd name="T70" fmla="*/ 144 w 160"/>
              <a:gd name="T71" fmla="*/ 29 h 161"/>
              <a:gd name="T72" fmla="*/ 144 w 160"/>
              <a:gd name="T73" fmla="*/ 34 h 161"/>
              <a:gd name="T74" fmla="*/ 146 w 160"/>
              <a:gd name="T75" fmla="*/ 21 h 161"/>
              <a:gd name="T76" fmla="*/ 139 w 160"/>
              <a:gd name="T77" fmla="*/ 15 h 161"/>
              <a:gd name="T78" fmla="*/ 146 w 160"/>
              <a:gd name="T79" fmla="*/ 8 h 161"/>
              <a:gd name="T80" fmla="*/ 152 w 160"/>
              <a:gd name="T81" fmla="*/ 15 h 161"/>
              <a:gd name="T82" fmla="*/ 146 w 160"/>
              <a:gd name="T83" fmla="*/ 21 h 161"/>
              <a:gd name="T84" fmla="*/ 146 w 160"/>
              <a:gd name="T85" fmla="*/ 21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60" h="161">
                <a:moveTo>
                  <a:pt x="160" y="15"/>
                </a:moveTo>
                <a:cubicBezTo>
                  <a:pt x="160" y="13"/>
                  <a:pt x="160" y="13"/>
                  <a:pt x="159" y="13"/>
                </a:cubicBezTo>
                <a:cubicBezTo>
                  <a:pt x="147" y="2"/>
                  <a:pt x="147" y="2"/>
                  <a:pt x="147" y="2"/>
                </a:cubicBezTo>
                <a:cubicBezTo>
                  <a:pt x="147" y="0"/>
                  <a:pt x="144" y="0"/>
                  <a:pt x="144" y="2"/>
                </a:cubicBezTo>
                <a:cubicBezTo>
                  <a:pt x="135" y="12"/>
                  <a:pt x="135" y="12"/>
                  <a:pt x="135" y="12"/>
                </a:cubicBezTo>
                <a:cubicBezTo>
                  <a:pt x="130" y="8"/>
                  <a:pt x="125" y="8"/>
                  <a:pt x="122" y="12"/>
                </a:cubicBezTo>
                <a:cubicBezTo>
                  <a:pt x="120" y="10"/>
                  <a:pt x="120" y="10"/>
                  <a:pt x="120" y="10"/>
                </a:cubicBezTo>
                <a:cubicBezTo>
                  <a:pt x="115" y="5"/>
                  <a:pt x="107" y="5"/>
                  <a:pt x="101" y="10"/>
                </a:cubicBezTo>
                <a:cubicBezTo>
                  <a:pt x="66" y="45"/>
                  <a:pt x="66" y="45"/>
                  <a:pt x="66" y="45"/>
                </a:cubicBezTo>
                <a:cubicBezTo>
                  <a:pt x="69" y="50"/>
                  <a:pt x="69" y="50"/>
                  <a:pt x="69" y="50"/>
                </a:cubicBezTo>
                <a:cubicBezTo>
                  <a:pt x="106" y="15"/>
                  <a:pt x="106" y="15"/>
                  <a:pt x="106" y="15"/>
                </a:cubicBezTo>
                <a:cubicBezTo>
                  <a:pt x="109" y="12"/>
                  <a:pt x="112" y="12"/>
                  <a:pt x="115" y="15"/>
                </a:cubicBezTo>
                <a:cubicBezTo>
                  <a:pt x="117" y="16"/>
                  <a:pt x="117" y="16"/>
                  <a:pt x="117" y="16"/>
                </a:cubicBezTo>
                <a:cubicBezTo>
                  <a:pt x="12" y="124"/>
                  <a:pt x="12" y="124"/>
                  <a:pt x="12" y="124"/>
                </a:cubicBezTo>
                <a:cubicBezTo>
                  <a:pt x="10" y="124"/>
                  <a:pt x="10" y="124"/>
                  <a:pt x="10" y="124"/>
                </a:cubicBezTo>
                <a:cubicBezTo>
                  <a:pt x="0" y="156"/>
                  <a:pt x="0" y="156"/>
                  <a:pt x="0" y="156"/>
                </a:cubicBezTo>
                <a:cubicBezTo>
                  <a:pt x="0" y="158"/>
                  <a:pt x="0" y="159"/>
                  <a:pt x="2" y="159"/>
                </a:cubicBezTo>
                <a:cubicBezTo>
                  <a:pt x="2" y="161"/>
                  <a:pt x="2" y="161"/>
                  <a:pt x="4" y="161"/>
                </a:cubicBezTo>
                <a:cubicBezTo>
                  <a:pt x="4" y="161"/>
                  <a:pt x="4" y="161"/>
                  <a:pt x="5" y="161"/>
                </a:cubicBezTo>
                <a:cubicBezTo>
                  <a:pt x="36" y="151"/>
                  <a:pt x="36" y="151"/>
                  <a:pt x="36" y="151"/>
                </a:cubicBezTo>
                <a:cubicBezTo>
                  <a:pt x="37" y="151"/>
                  <a:pt x="37" y="151"/>
                  <a:pt x="37" y="150"/>
                </a:cubicBezTo>
                <a:cubicBezTo>
                  <a:pt x="149" y="39"/>
                  <a:pt x="149" y="39"/>
                  <a:pt x="149" y="39"/>
                </a:cubicBezTo>
                <a:cubicBezTo>
                  <a:pt x="152" y="36"/>
                  <a:pt x="152" y="31"/>
                  <a:pt x="149" y="26"/>
                </a:cubicBezTo>
                <a:cubicBezTo>
                  <a:pt x="159" y="16"/>
                  <a:pt x="159" y="16"/>
                  <a:pt x="159" y="16"/>
                </a:cubicBezTo>
                <a:cubicBezTo>
                  <a:pt x="160" y="16"/>
                  <a:pt x="160" y="15"/>
                  <a:pt x="160" y="15"/>
                </a:cubicBezTo>
                <a:moveTo>
                  <a:pt x="15" y="129"/>
                </a:moveTo>
                <a:cubicBezTo>
                  <a:pt x="32" y="146"/>
                  <a:pt x="32" y="146"/>
                  <a:pt x="32" y="146"/>
                </a:cubicBezTo>
                <a:cubicBezTo>
                  <a:pt x="8" y="153"/>
                  <a:pt x="8" y="153"/>
                  <a:pt x="8" y="153"/>
                </a:cubicBezTo>
                <a:cubicBezTo>
                  <a:pt x="15" y="129"/>
                  <a:pt x="15" y="129"/>
                  <a:pt x="15" y="129"/>
                </a:cubicBezTo>
                <a:cubicBezTo>
                  <a:pt x="15" y="129"/>
                  <a:pt x="15" y="129"/>
                  <a:pt x="15" y="129"/>
                </a:cubicBezTo>
                <a:close/>
                <a:moveTo>
                  <a:pt x="144" y="34"/>
                </a:moveTo>
                <a:cubicBezTo>
                  <a:pt x="37" y="142"/>
                  <a:pt x="37" y="142"/>
                  <a:pt x="37" y="142"/>
                </a:cubicBezTo>
                <a:cubicBezTo>
                  <a:pt x="20" y="124"/>
                  <a:pt x="20" y="124"/>
                  <a:pt x="20" y="124"/>
                </a:cubicBezTo>
                <a:cubicBezTo>
                  <a:pt x="127" y="16"/>
                  <a:pt x="127" y="16"/>
                  <a:pt x="127" y="16"/>
                </a:cubicBezTo>
                <a:cubicBezTo>
                  <a:pt x="128" y="15"/>
                  <a:pt x="130" y="15"/>
                  <a:pt x="131" y="16"/>
                </a:cubicBezTo>
                <a:cubicBezTo>
                  <a:pt x="144" y="29"/>
                  <a:pt x="144" y="29"/>
                  <a:pt x="144" y="29"/>
                </a:cubicBezTo>
                <a:cubicBezTo>
                  <a:pt x="146" y="31"/>
                  <a:pt x="146" y="33"/>
                  <a:pt x="144" y="34"/>
                </a:cubicBezTo>
                <a:moveTo>
                  <a:pt x="146" y="21"/>
                </a:moveTo>
                <a:cubicBezTo>
                  <a:pt x="139" y="15"/>
                  <a:pt x="139" y="15"/>
                  <a:pt x="139" y="15"/>
                </a:cubicBezTo>
                <a:cubicBezTo>
                  <a:pt x="146" y="8"/>
                  <a:pt x="146" y="8"/>
                  <a:pt x="146" y="8"/>
                </a:cubicBezTo>
                <a:cubicBezTo>
                  <a:pt x="152" y="15"/>
                  <a:pt x="152" y="15"/>
                  <a:pt x="152" y="15"/>
                </a:cubicBezTo>
                <a:cubicBezTo>
                  <a:pt x="146" y="21"/>
                  <a:pt x="146" y="21"/>
                  <a:pt x="146" y="21"/>
                </a:cubicBezTo>
                <a:cubicBezTo>
                  <a:pt x="146" y="21"/>
                  <a:pt x="146" y="21"/>
                  <a:pt x="146" y="2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9" name="Prevalence">
            <a:extLst>
              <a:ext uri="{FF2B5EF4-FFF2-40B4-BE49-F238E27FC236}">
                <a16:creationId xmlns:a16="http://schemas.microsoft.com/office/drawing/2014/main" id="{7BC34124-5F2F-46C8-924D-EFA249D1C584}"/>
              </a:ext>
            </a:extLst>
          </p:cNvPr>
          <p:cNvSpPr/>
          <p:nvPr/>
        </p:nvSpPr>
        <p:spPr>
          <a:xfrm>
            <a:off x="3862322" y="4456091"/>
            <a:ext cx="1659482" cy="417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500" dirty="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Analyzing the Market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09E5851B-E3C1-440B-8A04-339052BDC344}"/>
              </a:ext>
            </a:extLst>
          </p:cNvPr>
          <p:cNvSpPr txBox="1"/>
          <p:nvPr/>
        </p:nvSpPr>
        <p:spPr>
          <a:xfrm>
            <a:off x="3607830" y="5056021"/>
            <a:ext cx="2168467" cy="894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Shere are many variations of Lorem Ipsum available, but the or randomized </a:t>
            </a:r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which slightly believable</a:t>
            </a:r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4472587D-BCF6-4AC9-B0C5-36D0D8E06C8B}"/>
              </a:ext>
            </a:extLst>
          </p:cNvPr>
          <p:cNvSpPr/>
          <p:nvPr/>
        </p:nvSpPr>
        <p:spPr>
          <a:xfrm rot="5400000">
            <a:off x="6837704" y="2412508"/>
            <a:ext cx="1324461" cy="1324460"/>
          </a:xfrm>
          <a:prstGeom prst="arc">
            <a:avLst>
              <a:gd name="adj1" fmla="val 8942690"/>
              <a:gd name="adj2" fmla="val 3880279"/>
            </a:avLst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0F2AED71-9A7B-4BB9-9B92-FB39B38DFFD9}"/>
              </a:ext>
            </a:extLst>
          </p:cNvPr>
          <p:cNvSpPr/>
          <p:nvPr/>
        </p:nvSpPr>
        <p:spPr>
          <a:xfrm>
            <a:off x="7071459" y="2646263"/>
            <a:ext cx="856950" cy="8569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68" name="Freeform 30">
            <a:extLst>
              <a:ext uri="{FF2B5EF4-FFF2-40B4-BE49-F238E27FC236}">
                <a16:creationId xmlns:a16="http://schemas.microsoft.com/office/drawing/2014/main" id="{1D4456D7-3790-496A-845D-EBEEB6048B1B}"/>
              </a:ext>
            </a:extLst>
          </p:cNvPr>
          <p:cNvSpPr>
            <a:spLocks noEditPoints="1"/>
          </p:cNvSpPr>
          <p:nvPr/>
        </p:nvSpPr>
        <p:spPr bwMode="auto">
          <a:xfrm>
            <a:off x="7309376" y="2952065"/>
            <a:ext cx="381116" cy="245344"/>
          </a:xfrm>
          <a:custGeom>
            <a:avLst/>
            <a:gdLst>
              <a:gd name="T0" fmla="*/ 152 w 160"/>
              <a:gd name="T1" fmla="*/ 0 h 103"/>
              <a:gd name="T2" fmla="*/ 46 w 160"/>
              <a:gd name="T3" fmla="*/ 0 h 103"/>
              <a:gd name="T4" fmla="*/ 38 w 160"/>
              <a:gd name="T5" fmla="*/ 9 h 103"/>
              <a:gd name="T6" fmla="*/ 38 w 160"/>
              <a:gd name="T7" fmla="*/ 95 h 103"/>
              <a:gd name="T8" fmla="*/ 46 w 160"/>
              <a:gd name="T9" fmla="*/ 103 h 103"/>
              <a:gd name="T10" fmla="*/ 152 w 160"/>
              <a:gd name="T11" fmla="*/ 103 h 103"/>
              <a:gd name="T12" fmla="*/ 160 w 160"/>
              <a:gd name="T13" fmla="*/ 95 h 103"/>
              <a:gd name="T14" fmla="*/ 160 w 160"/>
              <a:gd name="T15" fmla="*/ 9 h 103"/>
              <a:gd name="T16" fmla="*/ 152 w 160"/>
              <a:gd name="T17" fmla="*/ 0 h 103"/>
              <a:gd name="T18" fmla="*/ 46 w 160"/>
              <a:gd name="T19" fmla="*/ 7 h 103"/>
              <a:gd name="T20" fmla="*/ 152 w 160"/>
              <a:gd name="T21" fmla="*/ 7 h 103"/>
              <a:gd name="T22" fmla="*/ 153 w 160"/>
              <a:gd name="T23" fmla="*/ 9 h 103"/>
              <a:gd name="T24" fmla="*/ 99 w 160"/>
              <a:gd name="T25" fmla="*/ 60 h 103"/>
              <a:gd name="T26" fmla="*/ 44 w 160"/>
              <a:gd name="T27" fmla="*/ 9 h 103"/>
              <a:gd name="T28" fmla="*/ 46 w 160"/>
              <a:gd name="T29" fmla="*/ 7 h 103"/>
              <a:gd name="T30" fmla="*/ 46 w 160"/>
              <a:gd name="T31" fmla="*/ 7 h 103"/>
              <a:gd name="T32" fmla="*/ 152 w 160"/>
              <a:gd name="T33" fmla="*/ 97 h 103"/>
              <a:gd name="T34" fmla="*/ 46 w 160"/>
              <a:gd name="T35" fmla="*/ 97 h 103"/>
              <a:gd name="T36" fmla="*/ 44 w 160"/>
              <a:gd name="T37" fmla="*/ 95 h 103"/>
              <a:gd name="T38" fmla="*/ 44 w 160"/>
              <a:gd name="T39" fmla="*/ 18 h 103"/>
              <a:gd name="T40" fmla="*/ 97 w 160"/>
              <a:gd name="T41" fmla="*/ 66 h 103"/>
              <a:gd name="T42" fmla="*/ 100 w 160"/>
              <a:gd name="T43" fmla="*/ 66 h 103"/>
              <a:gd name="T44" fmla="*/ 153 w 160"/>
              <a:gd name="T45" fmla="*/ 18 h 103"/>
              <a:gd name="T46" fmla="*/ 153 w 160"/>
              <a:gd name="T47" fmla="*/ 95 h 103"/>
              <a:gd name="T48" fmla="*/ 152 w 160"/>
              <a:gd name="T49" fmla="*/ 97 h 103"/>
              <a:gd name="T50" fmla="*/ 32 w 160"/>
              <a:gd name="T51" fmla="*/ 39 h 103"/>
              <a:gd name="T52" fmla="*/ 0 w 160"/>
              <a:gd name="T53" fmla="*/ 39 h 103"/>
              <a:gd name="T54" fmla="*/ 0 w 160"/>
              <a:gd name="T55" fmla="*/ 33 h 103"/>
              <a:gd name="T56" fmla="*/ 32 w 160"/>
              <a:gd name="T57" fmla="*/ 33 h 103"/>
              <a:gd name="T58" fmla="*/ 32 w 160"/>
              <a:gd name="T59" fmla="*/ 39 h 103"/>
              <a:gd name="T60" fmla="*/ 32 w 160"/>
              <a:gd name="T61" fmla="*/ 39 h 103"/>
              <a:gd name="T62" fmla="*/ 32 w 160"/>
              <a:gd name="T63" fmla="*/ 58 h 103"/>
              <a:gd name="T64" fmla="*/ 6 w 160"/>
              <a:gd name="T65" fmla="*/ 58 h 103"/>
              <a:gd name="T66" fmla="*/ 6 w 160"/>
              <a:gd name="T67" fmla="*/ 52 h 103"/>
              <a:gd name="T68" fmla="*/ 32 w 160"/>
              <a:gd name="T69" fmla="*/ 52 h 103"/>
              <a:gd name="T70" fmla="*/ 32 w 160"/>
              <a:gd name="T71" fmla="*/ 58 h 103"/>
              <a:gd name="T72" fmla="*/ 32 w 160"/>
              <a:gd name="T73" fmla="*/ 58 h 103"/>
              <a:gd name="T74" fmla="*/ 32 w 160"/>
              <a:gd name="T75" fmla="*/ 78 h 103"/>
              <a:gd name="T76" fmla="*/ 12 w 160"/>
              <a:gd name="T77" fmla="*/ 78 h 103"/>
              <a:gd name="T78" fmla="*/ 12 w 160"/>
              <a:gd name="T79" fmla="*/ 71 h 103"/>
              <a:gd name="T80" fmla="*/ 32 w 160"/>
              <a:gd name="T81" fmla="*/ 71 h 103"/>
              <a:gd name="T82" fmla="*/ 32 w 160"/>
              <a:gd name="T83" fmla="*/ 78 h 103"/>
              <a:gd name="T84" fmla="*/ 32 w 160"/>
              <a:gd name="T85" fmla="*/ 78 h 1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60" h="103">
                <a:moveTo>
                  <a:pt x="152" y="0"/>
                </a:moveTo>
                <a:cubicBezTo>
                  <a:pt x="46" y="0"/>
                  <a:pt x="46" y="0"/>
                  <a:pt x="46" y="0"/>
                </a:cubicBezTo>
                <a:cubicBezTo>
                  <a:pt x="41" y="0"/>
                  <a:pt x="38" y="4"/>
                  <a:pt x="38" y="9"/>
                </a:cubicBezTo>
                <a:cubicBezTo>
                  <a:pt x="38" y="95"/>
                  <a:pt x="38" y="95"/>
                  <a:pt x="38" y="95"/>
                </a:cubicBezTo>
                <a:cubicBezTo>
                  <a:pt x="38" y="100"/>
                  <a:pt x="41" y="103"/>
                  <a:pt x="46" y="103"/>
                </a:cubicBezTo>
                <a:cubicBezTo>
                  <a:pt x="152" y="103"/>
                  <a:pt x="152" y="103"/>
                  <a:pt x="152" y="103"/>
                </a:cubicBezTo>
                <a:cubicBezTo>
                  <a:pt x="156" y="103"/>
                  <a:pt x="160" y="100"/>
                  <a:pt x="160" y="95"/>
                </a:cubicBezTo>
                <a:cubicBezTo>
                  <a:pt x="160" y="9"/>
                  <a:pt x="160" y="9"/>
                  <a:pt x="160" y="9"/>
                </a:cubicBezTo>
                <a:cubicBezTo>
                  <a:pt x="160" y="4"/>
                  <a:pt x="156" y="0"/>
                  <a:pt x="152" y="0"/>
                </a:cubicBezTo>
                <a:moveTo>
                  <a:pt x="46" y="7"/>
                </a:moveTo>
                <a:cubicBezTo>
                  <a:pt x="152" y="7"/>
                  <a:pt x="152" y="7"/>
                  <a:pt x="152" y="7"/>
                </a:cubicBezTo>
                <a:cubicBezTo>
                  <a:pt x="153" y="7"/>
                  <a:pt x="153" y="7"/>
                  <a:pt x="153" y="9"/>
                </a:cubicBezTo>
                <a:cubicBezTo>
                  <a:pt x="99" y="60"/>
                  <a:pt x="99" y="60"/>
                  <a:pt x="99" y="60"/>
                </a:cubicBezTo>
                <a:cubicBezTo>
                  <a:pt x="44" y="9"/>
                  <a:pt x="44" y="9"/>
                  <a:pt x="44" y="9"/>
                </a:cubicBezTo>
                <a:cubicBezTo>
                  <a:pt x="44" y="9"/>
                  <a:pt x="44" y="7"/>
                  <a:pt x="46" y="7"/>
                </a:cubicBezTo>
                <a:cubicBezTo>
                  <a:pt x="46" y="7"/>
                  <a:pt x="46" y="7"/>
                  <a:pt x="46" y="7"/>
                </a:cubicBezTo>
                <a:moveTo>
                  <a:pt x="152" y="97"/>
                </a:moveTo>
                <a:cubicBezTo>
                  <a:pt x="46" y="97"/>
                  <a:pt x="46" y="97"/>
                  <a:pt x="46" y="97"/>
                </a:cubicBezTo>
                <a:cubicBezTo>
                  <a:pt x="44" y="97"/>
                  <a:pt x="44" y="97"/>
                  <a:pt x="44" y="95"/>
                </a:cubicBezTo>
                <a:cubicBezTo>
                  <a:pt x="44" y="18"/>
                  <a:pt x="44" y="18"/>
                  <a:pt x="44" y="18"/>
                </a:cubicBezTo>
                <a:cubicBezTo>
                  <a:pt x="97" y="66"/>
                  <a:pt x="97" y="66"/>
                  <a:pt x="97" y="66"/>
                </a:cubicBezTo>
                <a:cubicBezTo>
                  <a:pt x="97" y="68"/>
                  <a:pt x="100" y="68"/>
                  <a:pt x="100" y="66"/>
                </a:cubicBezTo>
                <a:cubicBezTo>
                  <a:pt x="153" y="18"/>
                  <a:pt x="153" y="18"/>
                  <a:pt x="153" y="18"/>
                </a:cubicBezTo>
                <a:cubicBezTo>
                  <a:pt x="153" y="95"/>
                  <a:pt x="153" y="95"/>
                  <a:pt x="153" y="95"/>
                </a:cubicBezTo>
                <a:cubicBezTo>
                  <a:pt x="153" y="97"/>
                  <a:pt x="153" y="97"/>
                  <a:pt x="152" y="97"/>
                </a:cubicBezTo>
                <a:moveTo>
                  <a:pt x="32" y="39"/>
                </a:moveTo>
                <a:cubicBezTo>
                  <a:pt x="0" y="39"/>
                  <a:pt x="0" y="39"/>
                  <a:pt x="0" y="39"/>
                </a:cubicBezTo>
                <a:cubicBezTo>
                  <a:pt x="0" y="33"/>
                  <a:pt x="0" y="33"/>
                  <a:pt x="0" y="33"/>
                </a:cubicBezTo>
                <a:cubicBezTo>
                  <a:pt x="32" y="33"/>
                  <a:pt x="32" y="33"/>
                  <a:pt x="32" y="33"/>
                </a:cubicBezTo>
                <a:cubicBezTo>
                  <a:pt x="32" y="39"/>
                  <a:pt x="32" y="39"/>
                  <a:pt x="32" y="39"/>
                </a:cubicBezTo>
                <a:cubicBezTo>
                  <a:pt x="32" y="39"/>
                  <a:pt x="32" y="39"/>
                  <a:pt x="32" y="39"/>
                </a:cubicBezTo>
                <a:close/>
                <a:moveTo>
                  <a:pt x="32" y="58"/>
                </a:moveTo>
                <a:cubicBezTo>
                  <a:pt x="6" y="58"/>
                  <a:pt x="6" y="58"/>
                  <a:pt x="6" y="58"/>
                </a:cubicBezTo>
                <a:cubicBezTo>
                  <a:pt x="6" y="52"/>
                  <a:pt x="6" y="52"/>
                  <a:pt x="6" y="52"/>
                </a:cubicBezTo>
                <a:cubicBezTo>
                  <a:pt x="32" y="52"/>
                  <a:pt x="32" y="52"/>
                  <a:pt x="32" y="52"/>
                </a:cubicBezTo>
                <a:cubicBezTo>
                  <a:pt x="32" y="58"/>
                  <a:pt x="32" y="58"/>
                  <a:pt x="32" y="58"/>
                </a:cubicBezTo>
                <a:cubicBezTo>
                  <a:pt x="32" y="58"/>
                  <a:pt x="32" y="58"/>
                  <a:pt x="32" y="58"/>
                </a:cubicBezTo>
                <a:close/>
                <a:moveTo>
                  <a:pt x="32" y="78"/>
                </a:moveTo>
                <a:cubicBezTo>
                  <a:pt x="12" y="78"/>
                  <a:pt x="12" y="78"/>
                  <a:pt x="12" y="78"/>
                </a:cubicBezTo>
                <a:cubicBezTo>
                  <a:pt x="12" y="71"/>
                  <a:pt x="12" y="71"/>
                  <a:pt x="12" y="71"/>
                </a:cubicBezTo>
                <a:cubicBezTo>
                  <a:pt x="32" y="71"/>
                  <a:pt x="32" y="71"/>
                  <a:pt x="32" y="71"/>
                </a:cubicBezTo>
                <a:cubicBezTo>
                  <a:pt x="32" y="78"/>
                  <a:pt x="32" y="78"/>
                  <a:pt x="32" y="78"/>
                </a:cubicBezTo>
                <a:cubicBezTo>
                  <a:pt x="32" y="78"/>
                  <a:pt x="32" y="78"/>
                  <a:pt x="32" y="7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r"/>
            <a:endParaRPr lang="en-US" dirty="0"/>
          </a:p>
        </p:txBody>
      </p:sp>
      <p:sp>
        <p:nvSpPr>
          <p:cNvPr id="94" name="Prevalence">
            <a:extLst>
              <a:ext uri="{FF2B5EF4-FFF2-40B4-BE49-F238E27FC236}">
                <a16:creationId xmlns:a16="http://schemas.microsoft.com/office/drawing/2014/main" id="{7B3DC933-21A0-4571-A218-C77C1A7AC6E8}"/>
              </a:ext>
            </a:extLst>
          </p:cNvPr>
          <p:cNvSpPr/>
          <p:nvPr/>
        </p:nvSpPr>
        <p:spPr>
          <a:xfrm>
            <a:off x="6670194" y="4456090"/>
            <a:ext cx="1659482" cy="417422"/>
          </a:xfrm>
          <a:prstGeom prst="rect">
            <a:avLst/>
          </a:prstGeom>
          <a:noFill/>
          <a:ln w="12700">
            <a:noFill/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500" dirty="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Competitive Assessment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3B71AFA1-A63F-46E8-BE28-F2A59DA4F5A3}"/>
              </a:ext>
            </a:extLst>
          </p:cNvPr>
          <p:cNvSpPr txBox="1"/>
          <p:nvPr/>
        </p:nvSpPr>
        <p:spPr>
          <a:xfrm>
            <a:off x="6415702" y="5056021"/>
            <a:ext cx="2168467" cy="1100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Shere are many variations of Lorem Ipsum available, but </a:t>
            </a:r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have suffered alteration in some, </a:t>
            </a: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or randomized </a:t>
            </a:r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which slightly believable</a:t>
            </a:r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0ADE1FF6-43F9-4A06-8165-066FE57C646D}"/>
              </a:ext>
            </a:extLst>
          </p:cNvPr>
          <p:cNvSpPr/>
          <p:nvPr/>
        </p:nvSpPr>
        <p:spPr>
          <a:xfrm rot="10800000">
            <a:off x="9645578" y="2412508"/>
            <a:ext cx="1324461" cy="1324460"/>
          </a:xfrm>
          <a:prstGeom prst="arc">
            <a:avLst>
              <a:gd name="adj1" fmla="val 6555736"/>
              <a:gd name="adj2" fmla="val 482720"/>
            </a:avLst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B8F291F4-F602-432E-BC4E-840709953981}"/>
              </a:ext>
            </a:extLst>
          </p:cNvPr>
          <p:cNvSpPr/>
          <p:nvPr/>
        </p:nvSpPr>
        <p:spPr>
          <a:xfrm>
            <a:off x="9879333" y="2646263"/>
            <a:ext cx="856950" cy="856950"/>
          </a:xfrm>
          <a:prstGeom prst="ellipse">
            <a:avLst/>
          </a:prstGeom>
          <a:solidFill>
            <a:schemeClr val="accent4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64" name="Freeform 19">
            <a:extLst>
              <a:ext uri="{FF2B5EF4-FFF2-40B4-BE49-F238E27FC236}">
                <a16:creationId xmlns:a16="http://schemas.microsoft.com/office/drawing/2014/main" id="{D652E629-E73A-4944-811F-2B9F7182C18F}"/>
              </a:ext>
            </a:extLst>
          </p:cNvPr>
          <p:cNvSpPr>
            <a:spLocks noEditPoints="1"/>
          </p:cNvSpPr>
          <p:nvPr/>
        </p:nvSpPr>
        <p:spPr bwMode="auto">
          <a:xfrm>
            <a:off x="10132733" y="2884180"/>
            <a:ext cx="350151" cy="381116"/>
          </a:xfrm>
          <a:custGeom>
            <a:avLst/>
            <a:gdLst>
              <a:gd name="T0" fmla="*/ 73 w 147"/>
              <a:gd name="T1" fmla="*/ 45 h 160"/>
              <a:gd name="T2" fmla="*/ 51 w 147"/>
              <a:gd name="T3" fmla="*/ 22 h 160"/>
              <a:gd name="T4" fmla="*/ 73 w 147"/>
              <a:gd name="T5" fmla="*/ 0 h 160"/>
              <a:gd name="T6" fmla="*/ 96 w 147"/>
              <a:gd name="T7" fmla="*/ 22 h 160"/>
              <a:gd name="T8" fmla="*/ 73 w 147"/>
              <a:gd name="T9" fmla="*/ 45 h 160"/>
              <a:gd name="T10" fmla="*/ 73 w 147"/>
              <a:gd name="T11" fmla="*/ 6 h 160"/>
              <a:gd name="T12" fmla="*/ 57 w 147"/>
              <a:gd name="T13" fmla="*/ 22 h 160"/>
              <a:gd name="T14" fmla="*/ 73 w 147"/>
              <a:gd name="T15" fmla="*/ 38 h 160"/>
              <a:gd name="T16" fmla="*/ 89 w 147"/>
              <a:gd name="T17" fmla="*/ 22 h 160"/>
              <a:gd name="T18" fmla="*/ 73 w 147"/>
              <a:gd name="T19" fmla="*/ 6 h 160"/>
              <a:gd name="T20" fmla="*/ 73 w 147"/>
              <a:gd name="T21" fmla="*/ 160 h 160"/>
              <a:gd name="T22" fmla="*/ 51 w 147"/>
              <a:gd name="T23" fmla="*/ 137 h 160"/>
              <a:gd name="T24" fmla="*/ 73 w 147"/>
              <a:gd name="T25" fmla="*/ 115 h 160"/>
              <a:gd name="T26" fmla="*/ 96 w 147"/>
              <a:gd name="T27" fmla="*/ 137 h 160"/>
              <a:gd name="T28" fmla="*/ 73 w 147"/>
              <a:gd name="T29" fmla="*/ 160 h 160"/>
              <a:gd name="T30" fmla="*/ 73 w 147"/>
              <a:gd name="T31" fmla="*/ 121 h 160"/>
              <a:gd name="T32" fmla="*/ 57 w 147"/>
              <a:gd name="T33" fmla="*/ 137 h 160"/>
              <a:gd name="T34" fmla="*/ 73 w 147"/>
              <a:gd name="T35" fmla="*/ 153 h 160"/>
              <a:gd name="T36" fmla="*/ 89 w 147"/>
              <a:gd name="T37" fmla="*/ 137 h 160"/>
              <a:gd name="T38" fmla="*/ 73 w 147"/>
              <a:gd name="T39" fmla="*/ 121 h 160"/>
              <a:gd name="T40" fmla="*/ 124 w 147"/>
              <a:gd name="T41" fmla="*/ 134 h 160"/>
              <a:gd name="T42" fmla="*/ 102 w 147"/>
              <a:gd name="T43" fmla="*/ 112 h 160"/>
              <a:gd name="T44" fmla="*/ 124 w 147"/>
              <a:gd name="T45" fmla="*/ 89 h 160"/>
              <a:gd name="T46" fmla="*/ 147 w 147"/>
              <a:gd name="T47" fmla="*/ 112 h 160"/>
              <a:gd name="T48" fmla="*/ 124 w 147"/>
              <a:gd name="T49" fmla="*/ 134 h 160"/>
              <a:gd name="T50" fmla="*/ 124 w 147"/>
              <a:gd name="T51" fmla="*/ 96 h 160"/>
              <a:gd name="T52" fmla="*/ 108 w 147"/>
              <a:gd name="T53" fmla="*/ 112 h 160"/>
              <a:gd name="T54" fmla="*/ 124 w 147"/>
              <a:gd name="T55" fmla="*/ 128 h 160"/>
              <a:gd name="T56" fmla="*/ 140 w 147"/>
              <a:gd name="T57" fmla="*/ 112 h 160"/>
              <a:gd name="T58" fmla="*/ 124 w 147"/>
              <a:gd name="T59" fmla="*/ 96 h 160"/>
              <a:gd name="T60" fmla="*/ 124 w 147"/>
              <a:gd name="T61" fmla="*/ 77 h 160"/>
              <a:gd name="T62" fmla="*/ 102 w 147"/>
              <a:gd name="T63" fmla="*/ 54 h 160"/>
              <a:gd name="T64" fmla="*/ 124 w 147"/>
              <a:gd name="T65" fmla="*/ 32 h 160"/>
              <a:gd name="T66" fmla="*/ 147 w 147"/>
              <a:gd name="T67" fmla="*/ 54 h 160"/>
              <a:gd name="T68" fmla="*/ 124 w 147"/>
              <a:gd name="T69" fmla="*/ 77 h 160"/>
              <a:gd name="T70" fmla="*/ 124 w 147"/>
              <a:gd name="T71" fmla="*/ 38 h 160"/>
              <a:gd name="T72" fmla="*/ 108 w 147"/>
              <a:gd name="T73" fmla="*/ 54 h 160"/>
              <a:gd name="T74" fmla="*/ 124 w 147"/>
              <a:gd name="T75" fmla="*/ 70 h 160"/>
              <a:gd name="T76" fmla="*/ 140 w 147"/>
              <a:gd name="T77" fmla="*/ 54 h 160"/>
              <a:gd name="T78" fmla="*/ 124 w 147"/>
              <a:gd name="T79" fmla="*/ 38 h 160"/>
              <a:gd name="T80" fmla="*/ 22 w 147"/>
              <a:gd name="T81" fmla="*/ 134 h 160"/>
              <a:gd name="T82" fmla="*/ 0 w 147"/>
              <a:gd name="T83" fmla="*/ 112 h 160"/>
              <a:gd name="T84" fmla="*/ 22 w 147"/>
              <a:gd name="T85" fmla="*/ 89 h 160"/>
              <a:gd name="T86" fmla="*/ 45 w 147"/>
              <a:gd name="T87" fmla="*/ 112 h 160"/>
              <a:gd name="T88" fmla="*/ 22 w 147"/>
              <a:gd name="T89" fmla="*/ 134 h 160"/>
              <a:gd name="T90" fmla="*/ 22 w 147"/>
              <a:gd name="T91" fmla="*/ 96 h 160"/>
              <a:gd name="T92" fmla="*/ 6 w 147"/>
              <a:gd name="T93" fmla="*/ 112 h 160"/>
              <a:gd name="T94" fmla="*/ 22 w 147"/>
              <a:gd name="T95" fmla="*/ 128 h 160"/>
              <a:gd name="T96" fmla="*/ 38 w 147"/>
              <a:gd name="T97" fmla="*/ 112 h 160"/>
              <a:gd name="T98" fmla="*/ 22 w 147"/>
              <a:gd name="T99" fmla="*/ 96 h 160"/>
              <a:gd name="T100" fmla="*/ 22 w 147"/>
              <a:gd name="T101" fmla="*/ 77 h 160"/>
              <a:gd name="T102" fmla="*/ 0 w 147"/>
              <a:gd name="T103" fmla="*/ 54 h 160"/>
              <a:gd name="T104" fmla="*/ 22 w 147"/>
              <a:gd name="T105" fmla="*/ 32 h 160"/>
              <a:gd name="T106" fmla="*/ 45 w 147"/>
              <a:gd name="T107" fmla="*/ 54 h 160"/>
              <a:gd name="T108" fmla="*/ 22 w 147"/>
              <a:gd name="T109" fmla="*/ 77 h 160"/>
              <a:gd name="T110" fmla="*/ 22 w 147"/>
              <a:gd name="T111" fmla="*/ 38 h 160"/>
              <a:gd name="T112" fmla="*/ 6 w 147"/>
              <a:gd name="T113" fmla="*/ 54 h 160"/>
              <a:gd name="T114" fmla="*/ 22 w 147"/>
              <a:gd name="T115" fmla="*/ 70 h 160"/>
              <a:gd name="T116" fmla="*/ 38 w 147"/>
              <a:gd name="T117" fmla="*/ 54 h 160"/>
              <a:gd name="T118" fmla="*/ 22 w 147"/>
              <a:gd name="T119" fmla="*/ 38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47" h="160">
                <a:moveTo>
                  <a:pt x="73" y="45"/>
                </a:moveTo>
                <a:cubicBezTo>
                  <a:pt x="61" y="45"/>
                  <a:pt x="51" y="35"/>
                  <a:pt x="51" y="22"/>
                </a:cubicBezTo>
                <a:cubicBezTo>
                  <a:pt x="51" y="9"/>
                  <a:pt x="61" y="0"/>
                  <a:pt x="73" y="0"/>
                </a:cubicBezTo>
                <a:cubicBezTo>
                  <a:pt x="86" y="0"/>
                  <a:pt x="96" y="9"/>
                  <a:pt x="96" y="22"/>
                </a:cubicBezTo>
                <a:cubicBezTo>
                  <a:pt x="96" y="35"/>
                  <a:pt x="86" y="45"/>
                  <a:pt x="73" y="45"/>
                </a:cubicBezTo>
                <a:moveTo>
                  <a:pt x="73" y="6"/>
                </a:moveTo>
                <a:cubicBezTo>
                  <a:pt x="64" y="6"/>
                  <a:pt x="57" y="13"/>
                  <a:pt x="57" y="22"/>
                </a:cubicBezTo>
                <a:cubicBezTo>
                  <a:pt x="57" y="32"/>
                  <a:pt x="64" y="38"/>
                  <a:pt x="73" y="38"/>
                </a:cubicBezTo>
                <a:cubicBezTo>
                  <a:pt x="83" y="38"/>
                  <a:pt x="89" y="32"/>
                  <a:pt x="89" y="22"/>
                </a:cubicBezTo>
                <a:cubicBezTo>
                  <a:pt x="89" y="13"/>
                  <a:pt x="83" y="6"/>
                  <a:pt x="73" y="6"/>
                </a:cubicBezTo>
                <a:moveTo>
                  <a:pt x="73" y="160"/>
                </a:moveTo>
                <a:cubicBezTo>
                  <a:pt x="61" y="160"/>
                  <a:pt x="51" y="150"/>
                  <a:pt x="51" y="137"/>
                </a:cubicBezTo>
                <a:cubicBezTo>
                  <a:pt x="51" y="125"/>
                  <a:pt x="61" y="115"/>
                  <a:pt x="73" y="115"/>
                </a:cubicBezTo>
                <a:cubicBezTo>
                  <a:pt x="86" y="115"/>
                  <a:pt x="96" y="125"/>
                  <a:pt x="96" y="137"/>
                </a:cubicBezTo>
                <a:cubicBezTo>
                  <a:pt x="96" y="150"/>
                  <a:pt x="86" y="160"/>
                  <a:pt x="73" y="160"/>
                </a:cubicBezTo>
                <a:moveTo>
                  <a:pt x="73" y="121"/>
                </a:moveTo>
                <a:cubicBezTo>
                  <a:pt x="64" y="121"/>
                  <a:pt x="57" y="128"/>
                  <a:pt x="57" y="137"/>
                </a:cubicBezTo>
                <a:cubicBezTo>
                  <a:pt x="57" y="147"/>
                  <a:pt x="64" y="153"/>
                  <a:pt x="73" y="153"/>
                </a:cubicBezTo>
                <a:cubicBezTo>
                  <a:pt x="83" y="153"/>
                  <a:pt x="89" y="147"/>
                  <a:pt x="89" y="137"/>
                </a:cubicBezTo>
                <a:cubicBezTo>
                  <a:pt x="89" y="128"/>
                  <a:pt x="83" y="121"/>
                  <a:pt x="73" y="121"/>
                </a:cubicBezTo>
                <a:moveTo>
                  <a:pt x="124" y="134"/>
                </a:moveTo>
                <a:cubicBezTo>
                  <a:pt x="112" y="134"/>
                  <a:pt x="102" y="125"/>
                  <a:pt x="102" y="112"/>
                </a:cubicBezTo>
                <a:cubicBezTo>
                  <a:pt x="102" y="99"/>
                  <a:pt x="112" y="89"/>
                  <a:pt x="124" y="89"/>
                </a:cubicBezTo>
                <a:cubicBezTo>
                  <a:pt x="137" y="89"/>
                  <a:pt x="147" y="99"/>
                  <a:pt x="147" y="112"/>
                </a:cubicBezTo>
                <a:cubicBezTo>
                  <a:pt x="147" y="125"/>
                  <a:pt x="137" y="134"/>
                  <a:pt x="124" y="134"/>
                </a:cubicBezTo>
                <a:moveTo>
                  <a:pt x="124" y="96"/>
                </a:moveTo>
                <a:cubicBezTo>
                  <a:pt x="115" y="96"/>
                  <a:pt x="108" y="102"/>
                  <a:pt x="108" y="112"/>
                </a:cubicBezTo>
                <a:cubicBezTo>
                  <a:pt x="108" y="121"/>
                  <a:pt x="115" y="128"/>
                  <a:pt x="124" y="128"/>
                </a:cubicBezTo>
                <a:cubicBezTo>
                  <a:pt x="134" y="128"/>
                  <a:pt x="140" y="121"/>
                  <a:pt x="140" y="112"/>
                </a:cubicBezTo>
                <a:cubicBezTo>
                  <a:pt x="140" y="102"/>
                  <a:pt x="134" y="96"/>
                  <a:pt x="124" y="96"/>
                </a:cubicBezTo>
                <a:moveTo>
                  <a:pt x="124" y="77"/>
                </a:moveTo>
                <a:cubicBezTo>
                  <a:pt x="112" y="77"/>
                  <a:pt x="102" y="67"/>
                  <a:pt x="102" y="54"/>
                </a:cubicBezTo>
                <a:cubicBezTo>
                  <a:pt x="102" y="41"/>
                  <a:pt x="112" y="32"/>
                  <a:pt x="124" y="32"/>
                </a:cubicBezTo>
                <a:cubicBezTo>
                  <a:pt x="137" y="32"/>
                  <a:pt x="147" y="41"/>
                  <a:pt x="147" y="54"/>
                </a:cubicBezTo>
                <a:cubicBezTo>
                  <a:pt x="147" y="67"/>
                  <a:pt x="137" y="77"/>
                  <a:pt x="124" y="77"/>
                </a:cubicBezTo>
                <a:moveTo>
                  <a:pt x="124" y="38"/>
                </a:moveTo>
                <a:cubicBezTo>
                  <a:pt x="115" y="38"/>
                  <a:pt x="108" y="45"/>
                  <a:pt x="108" y="54"/>
                </a:cubicBezTo>
                <a:cubicBezTo>
                  <a:pt x="108" y="64"/>
                  <a:pt x="115" y="70"/>
                  <a:pt x="124" y="70"/>
                </a:cubicBezTo>
                <a:cubicBezTo>
                  <a:pt x="134" y="70"/>
                  <a:pt x="140" y="64"/>
                  <a:pt x="140" y="54"/>
                </a:cubicBezTo>
                <a:cubicBezTo>
                  <a:pt x="140" y="45"/>
                  <a:pt x="134" y="38"/>
                  <a:pt x="124" y="38"/>
                </a:cubicBezTo>
                <a:moveTo>
                  <a:pt x="22" y="134"/>
                </a:moveTo>
                <a:cubicBezTo>
                  <a:pt x="10" y="134"/>
                  <a:pt x="0" y="125"/>
                  <a:pt x="0" y="112"/>
                </a:cubicBezTo>
                <a:cubicBezTo>
                  <a:pt x="0" y="99"/>
                  <a:pt x="10" y="89"/>
                  <a:pt x="22" y="89"/>
                </a:cubicBezTo>
                <a:cubicBezTo>
                  <a:pt x="35" y="89"/>
                  <a:pt x="45" y="99"/>
                  <a:pt x="45" y="112"/>
                </a:cubicBezTo>
                <a:cubicBezTo>
                  <a:pt x="45" y="125"/>
                  <a:pt x="35" y="134"/>
                  <a:pt x="22" y="134"/>
                </a:cubicBezTo>
                <a:moveTo>
                  <a:pt x="22" y="96"/>
                </a:moveTo>
                <a:cubicBezTo>
                  <a:pt x="13" y="96"/>
                  <a:pt x="6" y="102"/>
                  <a:pt x="6" y="112"/>
                </a:cubicBezTo>
                <a:cubicBezTo>
                  <a:pt x="6" y="121"/>
                  <a:pt x="13" y="128"/>
                  <a:pt x="22" y="128"/>
                </a:cubicBezTo>
                <a:cubicBezTo>
                  <a:pt x="32" y="128"/>
                  <a:pt x="38" y="121"/>
                  <a:pt x="38" y="112"/>
                </a:cubicBezTo>
                <a:cubicBezTo>
                  <a:pt x="38" y="102"/>
                  <a:pt x="32" y="96"/>
                  <a:pt x="22" y="96"/>
                </a:cubicBezTo>
                <a:moveTo>
                  <a:pt x="22" y="77"/>
                </a:moveTo>
                <a:cubicBezTo>
                  <a:pt x="10" y="77"/>
                  <a:pt x="0" y="67"/>
                  <a:pt x="0" y="54"/>
                </a:cubicBezTo>
                <a:cubicBezTo>
                  <a:pt x="0" y="41"/>
                  <a:pt x="10" y="32"/>
                  <a:pt x="22" y="32"/>
                </a:cubicBezTo>
                <a:cubicBezTo>
                  <a:pt x="35" y="32"/>
                  <a:pt x="45" y="41"/>
                  <a:pt x="45" y="54"/>
                </a:cubicBezTo>
                <a:cubicBezTo>
                  <a:pt x="45" y="67"/>
                  <a:pt x="35" y="77"/>
                  <a:pt x="22" y="77"/>
                </a:cubicBezTo>
                <a:moveTo>
                  <a:pt x="22" y="38"/>
                </a:moveTo>
                <a:cubicBezTo>
                  <a:pt x="13" y="38"/>
                  <a:pt x="6" y="45"/>
                  <a:pt x="6" y="54"/>
                </a:cubicBezTo>
                <a:cubicBezTo>
                  <a:pt x="6" y="64"/>
                  <a:pt x="13" y="70"/>
                  <a:pt x="22" y="70"/>
                </a:cubicBezTo>
                <a:cubicBezTo>
                  <a:pt x="32" y="70"/>
                  <a:pt x="38" y="64"/>
                  <a:pt x="38" y="54"/>
                </a:cubicBezTo>
                <a:cubicBezTo>
                  <a:pt x="38" y="45"/>
                  <a:pt x="32" y="38"/>
                  <a:pt x="22" y="38"/>
                </a:cubicBezTo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r"/>
            <a:endParaRPr lang="en-US" dirty="0"/>
          </a:p>
        </p:txBody>
      </p:sp>
      <p:sp>
        <p:nvSpPr>
          <p:cNvPr id="91" name="Prevalence">
            <a:extLst>
              <a:ext uri="{FF2B5EF4-FFF2-40B4-BE49-F238E27FC236}">
                <a16:creationId xmlns:a16="http://schemas.microsoft.com/office/drawing/2014/main" id="{7246D30D-7FB7-4E87-9F1F-CF7BD12C74E1}"/>
              </a:ext>
            </a:extLst>
          </p:cNvPr>
          <p:cNvSpPr/>
          <p:nvPr/>
        </p:nvSpPr>
        <p:spPr>
          <a:xfrm>
            <a:off x="9644988" y="4456090"/>
            <a:ext cx="1325640" cy="417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500" dirty="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Strategic planning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A7DD35BF-F8FF-4D4D-945A-0CC8357AD377}"/>
              </a:ext>
            </a:extLst>
          </p:cNvPr>
          <p:cNvSpPr txBox="1"/>
          <p:nvPr/>
        </p:nvSpPr>
        <p:spPr>
          <a:xfrm>
            <a:off x="9223575" y="5056021"/>
            <a:ext cx="2168467" cy="894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Shere are many variations of Lorem Ipsum available, but the have suffered alteration in </a:t>
            </a:r>
          </a:p>
          <a:p>
            <a:pPr algn="ctr"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some </a:t>
            </a:r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believable</a:t>
            </a:r>
          </a:p>
        </p:txBody>
      </p:sp>
      <p:sp>
        <p:nvSpPr>
          <p:cNvPr id="78" name="Prevalence">
            <a:extLst>
              <a:ext uri="{FF2B5EF4-FFF2-40B4-BE49-F238E27FC236}">
                <a16:creationId xmlns:a16="http://schemas.microsoft.com/office/drawing/2014/main" id="{AB1637FA-C161-4C49-908B-CF211645117D}"/>
              </a:ext>
            </a:extLst>
          </p:cNvPr>
          <p:cNvSpPr/>
          <p:nvPr/>
        </p:nvSpPr>
        <p:spPr>
          <a:xfrm>
            <a:off x="1054450" y="4456090"/>
            <a:ext cx="1659482" cy="417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500" dirty="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Identify The Opportunity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BDC29251-A0ED-4349-AF55-82F23832EB37}"/>
              </a:ext>
            </a:extLst>
          </p:cNvPr>
          <p:cNvSpPr txBox="1"/>
          <p:nvPr/>
        </p:nvSpPr>
        <p:spPr>
          <a:xfrm>
            <a:off x="799958" y="5056021"/>
            <a:ext cx="2168467" cy="894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Shere are many variations of Lorem Ipsum available, but the have suffered alteration in some, or randomized </a:t>
            </a:r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believable.</a:t>
            </a:r>
          </a:p>
        </p:txBody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44D97E59-525D-4CA5-A4FC-A46668216117}"/>
              </a:ext>
            </a:extLst>
          </p:cNvPr>
          <p:cNvSpPr/>
          <p:nvPr/>
        </p:nvSpPr>
        <p:spPr>
          <a:xfrm rot="16200000">
            <a:off x="1221959" y="2412508"/>
            <a:ext cx="1324463" cy="1324462"/>
          </a:xfrm>
          <a:prstGeom prst="arc">
            <a:avLst>
              <a:gd name="adj1" fmla="val 10337033"/>
              <a:gd name="adj2" fmla="val 4246455"/>
            </a:avLst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945D903C-BF43-4AFB-931D-6CCE752FB3B7}"/>
              </a:ext>
            </a:extLst>
          </p:cNvPr>
          <p:cNvSpPr/>
          <p:nvPr/>
        </p:nvSpPr>
        <p:spPr>
          <a:xfrm>
            <a:off x="1455715" y="2646264"/>
            <a:ext cx="856950" cy="8569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Freeform 8">
            <a:extLst>
              <a:ext uri="{FF2B5EF4-FFF2-40B4-BE49-F238E27FC236}">
                <a16:creationId xmlns:a16="http://schemas.microsoft.com/office/drawing/2014/main" id="{661BC4EC-FAAE-4ACC-8BE5-B5A6FAB99C2B}"/>
              </a:ext>
            </a:extLst>
          </p:cNvPr>
          <p:cNvSpPr>
            <a:spLocks/>
          </p:cNvSpPr>
          <p:nvPr/>
        </p:nvSpPr>
        <p:spPr bwMode="auto">
          <a:xfrm>
            <a:off x="1700473" y="2884001"/>
            <a:ext cx="367434" cy="381476"/>
          </a:xfrm>
          <a:custGeom>
            <a:avLst/>
            <a:gdLst>
              <a:gd name="T0" fmla="*/ 46 w 157"/>
              <a:gd name="T1" fmla="*/ 163 h 163"/>
              <a:gd name="T2" fmla="*/ 14 w 157"/>
              <a:gd name="T3" fmla="*/ 150 h 163"/>
              <a:gd name="T4" fmla="*/ 13 w 157"/>
              <a:gd name="T5" fmla="*/ 150 h 163"/>
              <a:gd name="T6" fmla="*/ 0 w 157"/>
              <a:gd name="T7" fmla="*/ 120 h 163"/>
              <a:gd name="T8" fmla="*/ 13 w 157"/>
              <a:gd name="T9" fmla="*/ 89 h 163"/>
              <a:gd name="T10" fmla="*/ 99 w 157"/>
              <a:gd name="T11" fmla="*/ 11 h 163"/>
              <a:gd name="T12" fmla="*/ 143 w 157"/>
              <a:gd name="T13" fmla="*/ 11 h 163"/>
              <a:gd name="T14" fmla="*/ 153 w 157"/>
              <a:gd name="T15" fmla="*/ 34 h 163"/>
              <a:gd name="T16" fmla="*/ 143 w 157"/>
              <a:gd name="T17" fmla="*/ 54 h 163"/>
              <a:gd name="T18" fmla="*/ 64 w 157"/>
              <a:gd name="T19" fmla="*/ 126 h 163"/>
              <a:gd name="T20" fmla="*/ 38 w 157"/>
              <a:gd name="T21" fmla="*/ 126 h 163"/>
              <a:gd name="T22" fmla="*/ 33 w 157"/>
              <a:gd name="T23" fmla="*/ 115 h 163"/>
              <a:gd name="T24" fmla="*/ 38 w 157"/>
              <a:gd name="T25" fmla="*/ 102 h 163"/>
              <a:gd name="T26" fmla="*/ 113 w 157"/>
              <a:gd name="T27" fmla="*/ 35 h 163"/>
              <a:gd name="T28" fmla="*/ 118 w 157"/>
              <a:gd name="T29" fmla="*/ 40 h 163"/>
              <a:gd name="T30" fmla="*/ 43 w 157"/>
              <a:gd name="T31" fmla="*/ 107 h 163"/>
              <a:gd name="T32" fmla="*/ 40 w 157"/>
              <a:gd name="T33" fmla="*/ 115 h 163"/>
              <a:gd name="T34" fmla="*/ 43 w 157"/>
              <a:gd name="T35" fmla="*/ 121 h 163"/>
              <a:gd name="T36" fmla="*/ 59 w 157"/>
              <a:gd name="T37" fmla="*/ 121 h 163"/>
              <a:gd name="T38" fmla="*/ 138 w 157"/>
              <a:gd name="T39" fmla="*/ 50 h 163"/>
              <a:gd name="T40" fmla="*/ 146 w 157"/>
              <a:gd name="T41" fmla="*/ 34 h 163"/>
              <a:gd name="T42" fmla="*/ 138 w 157"/>
              <a:gd name="T43" fmla="*/ 18 h 163"/>
              <a:gd name="T44" fmla="*/ 103 w 157"/>
              <a:gd name="T45" fmla="*/ 16 h 163"/>
              <a:gd name="T46" fmla="*/ 17 w 157"/>
              <a:gd name="T47" fmla="*/ 94 h 163"/>
              <a:gd name="T48" fmla="*/ 6 w 157"/>
              <a:gd name="T49" fmla="*/ 120 h 163"/>
              <a:gd name="T50" fmla="*/ 17 w 157"/>
              <a:gd name="T51" fmla="*/ 145 h 163"/>
              <a:gd name="T52" fmla="*/ 19 w 157"/>
              <a:gd name="T53" fmla="*/ 145 h 163"/>
              <a:gd name="T54" fmla="*/ 73 w 157"/>
              <a:gd name="T55" fmla="*/ 145 h 163"/>
              <a:gd name="T56" fmla="*/ 154 w 157"/>
              <a:gd name="T57" fmla="*/ 73 h 163"/>
              <a:gd name="T58" fmla="*/ 157 w 157"/>
              <a:gd name="T59" fmla="*/ 78 h 163"/>
              <a:gd name="T60" fmla="*/ 78 w 157"/>
              <a:gd name="T61" fmla="*/ 150 h 163"/>
              <a:gd name="T62" fmla="*/ 46 w 157"/>
              <a:gd name="T63" fmla="*/ 163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57" h="163">
                <a:moveTo>
                  <a:pt x="46" y="163"/>
                </a:moveTo>
                <a:cubicBezTo>
                  <a:pt x="35" y="163"/>
                  <a:pt x="22" y="158"/>
                  <a:pt x="14" y="150"/>
                </a:cubicBezTo>
                <a:cubicBezTo>
                  <a:pt x="13" y="150"/>
                  <a:pt x="13" y="150"/>
                  <a:pt x="13" y="150"/>
                </a:cubicBezTo>
                <a:cubicBezTo>
                  <a:pt x="5" y="142"/>
                  <a:pt x="0" y="131"/>
                  <a:pt x="0" y="120"/>
                </a:cubicBezTo>
                <a:cubicBezTo>
                  <a:pt x="0" y="109"/>
                  <a:pt x="5" y="97"/>
                  <a:pt x="13" y="89"/>
                </a:cubicBezTo>
                <a:cubicBezTo>
                  <a:pt x="99" y="11"/>
                  <a:pt x="99" y="11"/>
                  <a:pt x="99" y="11"/>
                </a:cubicBezTo>
                <a:cubicBezTo>
                  <a:pt x="111" y="0"/>
                  <a:pt x="130" y="0"/>
                  <a:pt x="143" y="11"/>
                </a:cubicBezTo>
                <a:cubicBezTo>
                  <a:pt x="149" y="18"/>
                  <a:pt x="153" y="26"/>
                  <a:pt x="153" y="34"/>
                </a:cubicBezTo>
                <a:cubicBezTo>
                  <a:pt x="153" y="42"/>
                  <a:pt x="149" y="50"/>
                  <a:pt x="143" y="54"/>
                </a:cubicBezTo>
                <a:cubicBezTo>
                  <a:pt x="64" y="126"/>
                  <a:pt x="64" y="126"/>
                  <a:pt x="64" y="126"/>
                </a:cubicBezTo>
                <a:cubicBezTo>
                  <a:pt x="56" y="133"/>
                  <a:pt x="46" y="133"/>
                  <a:pt x="38" y="126"/>
                </a:cubicBezTo>
                <a:cubicBezTo>
                  <a:pt x="35" y="123"/>
                  <a:pt x="33" y="120"/>
                  <a:pt x="33" y="115"/>
                </a:cubicBezTo>
                <a:cubicBezTo>
                  <a:pt x="33" y="110"/>
                  <a:pt x="35" y="105"/>
                  <a:pt x="38" y="102"/>
                </a:cubicBezTo>
                <a:cubicBezTo>
                  <a:pt x="113" y="35"/>
                  <a:pt x="113" y="35"/>
                  <a:pt x="113" y="35"/>
                </a:cubicBezTo>
                <a:cubicBezTo>
                  <a:pt x="118" y="40"/>
                  <a:pt x="118" y="40"/>
                  <a:pt x="118" y="40"/>
                </a:cubicBezTo>
                <a:cubicBezTo>
                  <a:pt x="43" y="107"/>
                  <a:pt x="43" y="107"/>
                  <a:pt x="43" y="107"/>
                </a:cubicBezTo>
                <a:cubicBezTo>
                  <a:pt x="41" y="110"/>
                  <a:pt x="40" y="112"/>
                  <a:pt x="40" y="115"/>
                </a:cubicBezTo>
                <a:cubicBezTo>
                  <a:pt x="40" y="117"/>
                  <a:pt x="41" y="120"/>
                  <a:pt x="43" y="121"/>
                </a:cubicBezTo>
                <a:cubicBezTo>
                  <a:pt x="48" y="126"/>
                  <a:pt x="54" y="126"/>
                  <a:pt x="59" y="121"/>
                </a:cubicBezTo>
                <a:cubicBezTo>
                  <a:pt x="138" y="50"/>
                  <a:pt x="138" y="50"/>
                  <a:pt x="138" y="50"/>
                </a:cubicBezTo>
                <a:cubicBezTo>
                  <a:pt x="143" y="45"/>
                  <a:pt x="146" y="40"/>
                  <a:pt x="146" y="34"/>
                </a:cubicBezTo>
                <a:cubicBezTo>
                  <a:pt x="146" y="27"/>
                  <a:pt x="143" y="21"/>
                  <a:pt x="138" y="18"/>
                </a:cubicBezTo>
                <a:cubicBezTo>
                  <a:pt x="129" y="8"/>
                  <a:pt x="113" y="8"/>
                  <a:pt x="103" y="16"/>
                </a:cubicBezTo>
                <a:cubicBezTo>
                  <a:pt x="17" y="94"/>
                  <a:pt x="17" y="94"/>
                  <a:pt x="17" y="94"/>
                </a:cubicBezTo>
                <a:cubicBezTo>
                  <a:pt x="11" y="101"/>
                  <a:pt x="6" y="110"/>
                  <a:pt x="6" y="120"/>
                </a:cubicBezTo>
                <a:cubicBezTo>
                  <a:pt x="6" y="129"/>
                  <a:pt x="11" y="139"/>
                  <a:pt x="17" y="145"/>
                </a:cubicBezTo>
                <a:cubicBezTo>
                  <a:pt x="19" y="145"/>
                  <a:pt x="19" y="145"/>
                  <a:pt x="19" y="145"/>
                </a:cubicBezTo>
                <a:cubicBezTo>
                  <a:pt x="33" y="160"/>
                  <a:pt x="59" y="160"/>
                  <a:pt x="73" y="145"/>
                </a:cubicBezTo>
                <a:cubicBezTo>
                  <a:pt x="154" y="73"/>
                  <a:pt x="154" y="73"/>
                  <a:pt x="154" y="73"/>
                </a:cubicBezTo>
                <a:cubicBezTo>
                  <a:pt x="157" y="78"/>
                  <a:pt x="157" y="78"/>
                  <a:pt x="157" y="78"/>
                </a:cubicBezTo>
                <a:cubicBezTo>
                  <a:pt x="78" y="150"/>
                  <a:pt x="78" y="150"/>
                  <a:pt x="78" y="150"/>
                </a:cubicBezTo>
                <a:cubicBezTo>
                  <a:pt x="68" y="158"/>
                  <a:pt x="57" y="163"/>
                  <a:pt x="46" y="16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20AC9B-C618-40E7-9AAF-32F010B2D59E}"/>
              </a:ext>
            </a:extLst>
          </p:cNvPr>
          <p:cNvSpPr txBox="1"/>
          <p:nvPr/>
        </p:nvSpPr>
        <p:spPr>
          <a:xfrm>
            <a:off x="7377298" y="822639"/>
            <a:ext cx="3939489" cy="580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20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variations of passages of Lorem Ipsum available, the or randomized words which</a:t>
            </a:r>
            <a:endParaRPr lang="en-US" sz="1200" i="1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377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E56DE1-BE68-4561-99A7-7DD354334678}"/>
              </a:ext>
            </a:extLst>
          </p:cNvPr>
          <p:cNvSpPr txBox="1"/>
          <p:nvPr/>
        </p:nvSpPr>
        <p:spPr>
          <a:xfrm>
            <a:off x="717043" y="665678"/>
            <a:ext cx="6961013" cy="65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500" dirty="0">
                <a:solidFill>
                  <a:schemeClr val="accent2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Work</a:t>
            </a:r>
            <a:r>
              <a:rPr lang="en-US" sz="3500" dirty="0">
                <a:latin typeface="Poppins SemiBold" panose="00000700000000000000" pitchFamily="50" charset="0"/>
                <a:cs typeface="Poppins SemiBold" panose="00000700000000000000" pitchFamily="50" charset="0"/>
              </a:rPr>
              <a:t> Breakdown Structure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A5C968-C27F-4A0C-BB09-0CBA5B5DFA83}"/>
              </a:ext>
            </a:extLst>
          </p:cNvPr>
          <p:cNvSpPr/>
          <p:nvPr/>
        </p:nvSpPr>
        <p:spPr>
          <a:xfrm>
            <a:off x="4862070" y="3081121"/>
            <a:ext cx="2252918" cy="580928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62E8CF-D48D-4F44-9093-B13CBFE2279A}"/>
              </a:ext>
            </a:extLst>
          </p:cNvPr>
          <p:cNvSpPr/>
          <p:nvPr/>
        </p:nvSpPr>
        <p:spPr>
          <a:xfrm>
            <a:off x="4862070" y="4166841"/>
            <a:ext cx="2252918" cy="580928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6CC470-2979-4CBF-B5E2-28383455D20A}"/>
              </a:ext>
            </a:extLst>
          </p:cNvPr>
          <p:cNvSpPr/>
          <p:nvPr/>
        </p:nvSpPr>
        <p:spPr>
          <a:xfrm>
            <a:off x="8382588" y="4166841"/>
            <a:ext cx="2252918" cy="580928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65A395-0FCF-4934-87DE-5D48C394FCD1}"/>
              </a:ext>
            </a:extLst>
          </p:cNvPr>
          <p:cNvSpPr/>
          <p:nvPr/>
        </p:nvSpPr>
        <p:spPr>
          <a:xfrm>
            <a:off x="1343834" y="4166841"/>
            <a:ext cx="2252918" cy="580928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0E4D15E-18FE-4EC1-A080-8608294F94A1}"/>
              </a:ext>
            </a:extLst>
          </p:cNvPr>
          <p:cNvCxnSpPr>
            <a:cxnSpLocks/>
          </p:cNvCxnSpPr>
          <p:nvPr/>
        </p:nvCxnSpPr>
        <p:spPr>
          <a:xfrm>
            <a:off x="5988529" y="2561677"/>
            <a:ext cx="0" cy="381974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3625AD3-66E9-4359-81CE-26A23C97C71A}"/>
              </a:ext>
            </a:extLst>
          </p:cNvPr>
          <p:cNvCxnSpPr>
            <a:cxnSpLocks/>
          </p:cNvCxnSpPr>
          <p:nvPr/>
        </p:nvCxnSpPr>
        <p:spPr>
          <a:xfrm>
            <a:off x="5988529" y="3658739"/>
            <a:ext cx="0" cy="381974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6F5578F-F015-4782-9A65-4F4F662289E8}"/>
              </a:ext>
            </a:extLst>
          </p:cNvPr>
          <p:cNvCxnSpPr>
            <a:cxnSpLocks/>
          </p:cNvCxnSpPr>
          <p:nvPr/>
        </p:nvCxnSpPr>
        <p:spPr>
          <a:xfrm>
            <a:off x="5988529" y="4884425"/>
            <a:ext cx="0" cy="381974"/>
          </a:xfrm>
          <a:prstGeom prst="line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885D8C8-EF1A-4478-9169-4E2A9ECB8F03}"/>
              </a:ext>
            </a:extLst>
          </p:cNvPr>
          <p:cNvCxnSpPr>
            <a:cxnSpLocks/>
          </p:cNvCxnSpPr>
          <p:nvPr/>
        </p:nvCxnSpPr>
        <p:spPr>
          <a:xfrm flipH="1">
            <a:off x="3816067" y="4457305"/>
            <a:ext cx="729573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1C34318B-E005-45A3-9586-84911001BFF7}"/>
              </a:ext>
            </a:extLst>
          </p:cNvPr>
          <p:cNvSpPr/>
          <p:nvPr/>
        </p:nvSpPr>
        <p:spPr>
          <a:xfrm>
            <a:off x="4860930" y="1994205"/>
            <a:ext cx="2255199" cy="5635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7D1A714-90D1-481D-B067-39B5B45CB873}"/>
              </a:ext>
            </a:extLst>
          </p:cNvPr>
          <p:cNvCxnSpPr>
            <a:cxnSpLocks/>
          </p:cNvCxnSpPr>
          <p:nvPr/>
        </p:nvCxnSpPr>
        <p:spPr>
          <a:xfrm flipH="1">
            <a:off x="7376848" y="4457305"/>
            <a:ext cx="729573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Prevalence">
            <a:extLst>
              <a:ext uri="{FF2B5EF4-FFF2-40B4-BE49-F238E27FC236}">
                <a16:creationId xmlns:a16="http://schemas.microsoft.com/office/drawing/2014/main" id="{7341C2DE-485D-495E-9F74-5B29BE679315}"/>
              </a:ext>
            </a:extLst>
          </p:cNvPr>
          <p:cNvSpPr/>
          <p:nvPr/>
        </p:nvSpPr>
        <p:spPr>
          <a:xfrm>
            <a:off x="5220141" y="3280727"/>
            <a:ext cx="1536776" cy="1817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3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Project Schedule</a:t>
            </a:r>
          </a:p>
        </p:txBody>
      </p:sp>
      <p:sp>
        <p:nvSpPr>
          <p:cNvPr id="16" name="Prevalence">
            <a:extLst>
              <a:ext uri="{FF2B5EF4-FFF2-40B4-BE49-F238E27FC236}">
                <a16:creationId xmlns:a16="http://schemas.microsoft.com/office/drawing/2014/main" id="{EAC45C19-A09E-40E9-976C-38EF907BBCD7}"/>
              </a:ext>
            </a:extLst>
          </p:cNvPr>
          <p:cNvSpPr/>
          <p:nvPr/>
        </p:nvSpPr>
        <p:spPr>
          <a:xfrm>
            <a:off x="1662010" y="4366447"/>
            <a:ext cx="1616566" cy="1817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3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Project Feasibillity</a:t>
            </a:r>
            <a:endParaRPr sz="1300" dirty="0">
              <a:solidFill>
                <a:schemeClr val="tx1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17" name="Prevalence">
            <a:extLst>
              <a:ext uri="{FF2B5EF4-FFF2-40B4-BE49-F238E27FC236}">
                <a16:creationId xmlns:a16="http://schemas.microsoft.com/office/drawing/2014/main" id="{23754FB8-48A0-439C-9275-1F92289AE496}"/>
              </a:ext>
            </a:extLst>
          </p:cNvPr>
          <p:cNvSpPr/>
          <p:nvPr/>
        </p:nvSpPr>
        <p:spPr>
          <a:xfrm>
            <a:off x="5254745" y="4377417"/>
            <a:ext cx="1558012" cy="1817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3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Staff the project</a:t>
            </a:r>
          </a:p>
        </p:txBody>
      </p:sp>
      <p:sp>
        <p:nvSpPr>
          <p:cNvPr id="18" name="Prevalence">
            <a:extLst>
              <a:ext uri="{FF2B5EF4-FFF2-40B4-BE49-F238E27FC236}">
                <a16:creationId xmlns:a16="http://schemas.microsoft.com/office/drawing/2014/main" id="{2C2FCE4C-188E-4433-A589-A599750FC4FE}"/>
              </a:ext>
            </a:extLst>
          </p:cNvPr>
          <p:cNvSpPr/>
          <p:nvPr/>
        </p:nvSpPr>
        <p:spPr>
          <a:xfrm>
            <a:off x="8673082" y="4378948"/>
            <a:ext cx="1671930" cy="1817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3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Launch the project</a:t>
            </a:r>
          </a:p>
        </p:txBody>
      </p:sp>
      <p:sp>
        <p:nvSpPr>
          <p:cNvPr id="20" name="Prevalence">
            <a:extLst>
              <a:ext uri="{FF2B5EF4-FFF2-40B4-BE49-F238E27FC236}">
                <a16:creationId xmlns:a16="http://schemas.microsoft.com/office/drawing/2014/main" id="{A5F3BFD4-44B0-44F2-9F21-1FF91A6EA456}"/>
              </a:ext>
            </a:extLst>
          </p:cNvPr>
          <p:cNvSpPr/>
          <p:nvPr/>
        </p:nvSpPr>
        <p:spPr>
          <a:xfrm>
            <a:off x="5220141" y="2185108"/>
            <a:ext cx="1627221" cy="1817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3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Define the problem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A9C74BE-6ADC-471B-85CC-45E79D718184}"/>
              </a:ext>
            </a:extLst>
          </p:cNvPr>
          <p:cNvCxnSpPr>
            <a:cxnSpLocks/>
          </p:cNvCxnSpPr>
          <p:nvPr/>
        </p:nvCxnSpPr>
        <p:spPr>
          <a:xfrm>
            <a:off x="2470293" y="4884425"/>
            <a:ext cx="0" cy="381974"/>
          </a:xfrm>
          <a:prstGeom prst="line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05D6C8F-9520-47FB-A1DB-BA0FD5479857}"/>
              </a:ext>
            </a:extLst>
          </p:cNvPr>
          <p:cNvCxnSpPr>
            <a:cxnSpLocks/>
          </p:cNvCxnSpPr>
          <p:nvPr/>
        </p:nvCxnSpPr>
        <p:spPr>
          <a:xfrm>
            <a:off x="9509047" y="4884425"/>
            <a:ext cx="0" cy="381974"/>
          </a:xfrm>
          <a:prstGeom prst="line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B7EAB3F2-D6E6-484B-99CA-D65687E2B89D}"/>
              </a:ext>
            </a:extLst>
          </p:cNvPr>
          <p:cNvSpPr txBox="1"/>
          <p:nvPr/>
        </p:nvSpPr>
        <p:spPr>
          <a:xfrm>
            <a:off x="1231001" y="5371156"/>
            <a:ext cx="2447857" cy="6896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Shere are many variations of Lorem alteration in some, or randomized </a:t>
            </a:r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slightly believable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BD15ED6-7F40-4348-88D8-05B9154F461D}"/>
              </a:ext>
            </a:extLst>
          </p:cNvPr>
          <p:cNvSpPr txBox="1"/>
          <p:nvPr/>
        </p:nvSpPr>
        <p:spPr>
          <a:xfrm>
            <a:off x="4764600" y="5424317"/>
            <a:ext cx="2447857" cy="6896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Shere are many variations of Lorem alteration in some, or randomized </a:t>
            </a:r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slightly believable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BF9F125-E1A7-46A2-B83B-55986508EDEF}"/>
              </a:ext>
            </a:extLst>
          </p:cNvPr>
          <p:cNvSpPr txBox="1"/>
          <p:nvPr/>
        </p:nvSpPr>
        <p:spPr>
          <a:xfrm>
            <a:off x="8382588" y="5424317"/>
            <a:ext cx="2447857" cy="6896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Shere are many variations of Lorem alteration in some, or randomized </a:t>
            </a:r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slightly believable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934A98-4C64-4AF2-B8D2-32C024461AE1}"/>
              </a:ext>
            </a:extLst>
          </p:cNvPr>
          <p:cNvSpPr/>
          <p:nvPr/>
        </p:nvSpPr>
        <p:spPr>
          <a:xfrm>
            <a:off x="8382588" y="3082364"/>
            <a:ext cx="2252918" cy="5809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Prevalence">
            <a:extLst>
              <a:ext uri="{FF2B5EF4-FFF2-40B4-BE49-F238E27FC236}">
                <a16:creationId xmlns:a16="http://schemas.microsoft.com/office/drawing/2014/main" id="{3816DD75-C21E-447B-8B7A-8CAACF9A7DF8}"/>
              </a:ext>
            </a:extLst>
          </p:cNvPr>
          <p:cNvSpPr/>
          <p:nvPr/>
        </p:nvSpPr>
        <p:spPr>
          <a:xfrm>
            <a:off x="8673082" y="3294471"/>
            <a:ext cx="1671930" cy="1817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3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Our project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5256FB9-5AC2-47E9-8C81-16085BA4FCE3}"/>
              </a:ext>
            </a:extLst>
          </p:cNvPr>
          <p:cNvCxnSpPr>
            <a:cxnSpLocks/>
          </p:cNvCxnSpPr>
          <p:nvPr/>
        </p:nvCxnSpPr>
        <p:spPr>
          <a:xfrm>
            <a:off x="9509047" y="3658739"/>
            <a:ext cx="0" cy="381974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863EC4A-7286-4F1F-BB9D-EAC877FB4FAC}"/>
              </a:ext>
            </a:extLst>
          </p:cNvPr>
          <p:cNvCxnSpPr>
            <a:cxnSpLocks/>
          </p:cNvCxnSpPr>
          <p:nvPr/>
        </p:nvCxnSpPr>
        <p:spPr>
          <a:xfrm flipH="1">
            <a:off x="7376848" y="3382976"/>
            <a:ext cx="729573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8897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410C4F0E-84AF-4F97-9A84-E478491E92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78505533"/>
              </p:ext>
            </p:extLst>
          </p:nvPr>
        </p:nvGraphicFramePr>
        <p:xfrm>
          <a:off x="5251469" y="2247855"/>
          <a:ext cx="6088742" cy="37664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79A24A5-D687-4F8C-AEE0-082EE5B82906}"/>
              </a:ext>
            </a:extLst>
          </p:cNvPr>
          <p:cNvCxnSpPr>
            <a:cxnSpLocks/>
          </p:cNvCxnSpPr>
          <p:nvPr/>
        </p:nvCxnSpPr>
        <p:spPr>
          <a:xfrm>
            <a:off x="6090637" y="2729436"/>
            <a:ext cx="507175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2DFBA17-1549-4BEF-8D37-7BB3AA6BBFD1}"/>
              </a:ext>
            </a:extLst>
          </p:cNvPr>
          <p:cNvCxnSpPr>
            <a:cxnSpLocks/>
          </p:cNvCxnSpPr>
          <p:nvPr/>
        </p:nvCxnSpPr>
        <p:spPr>
          <a:xfrm>
            <a:off x="6090637" y="3016595"/>
            <a:ext cx="507175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F15F4CD-EBD2-40DE-ABB7-40CBEBC546B6}"/>
              </a:ext>
            </a:extLst>
          </p:cNvPr>
          <p:cNvCxnSpPr>
            <a:cxnSpLocks/>
          </p:cNvCxnSpPr>
          <p:nvPr/>
        </p:nvCxnSpPr>
        <p:spPr>
          <a:xfrm>
            <a:off x="6090637" y="3537510"/>
            <a:ext cx="507175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09FA625-D91B-47F1-A0EC-28AAAFA9DD28}"/>
              </a:ext>
            </a:extLst>
          </p:cNvPr>
          <p:cNvCxnSpPr>
            <a:cxnSpLocks/>
          </p:cNvCxnSpPr>
          <p:nvPr/>
        </p:nvCxnSpPr>
        <p:spPr>
          <a:xfrm>
            <a:off x="6090637" y="3824353"/>
            <a:ext cx="507175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BC316C6-FE3D-4E0E-ACD5-4C2D0A5C6CDA}"/>
              </a:ext>
            </a:extLst>
          </p:cNvPr>
          <p:cNvCxnSpPr>
            <a:cxnSpLocks/>
          </p:cNvCxnSpPr>
          <p:nvPr/>
        </p:nvCxnSpPr>
        <p:spPr>
          <a:xfrm>
            <a:off x="6090637" y="4345584"/>
            <a:ext cx="507175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A4B8EAF-4492-4644-86F8-D03BF65943E3}"/>
              </a:ext>
            </a:extLst>
          </p:cNvPr>
          <p:cNvCxnSpPr>
            <a:cxnSpLocks/>
          </p:cNvCxnSpPr>
          <p:nvPr/>
        </p:nvCxnSpPr>
        <p:spPr>
          <a:xfrm>
            <a:off x="6090637" y="4636976"/>
            <a:ext cx="507175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9E3F65C-82BD-486C-B8FC-02EA45C46BE5}"/>
              </a:ext>
            </a:extLst>
          </p:cNvPr>
          <p:cNvCxnSpPr>
            <a:cxnSpLocks/>
          </p:cNvCxnSpPr>
          <p:nvPr/>
        </p:nvCxnSpPr>
        <p:spPr>
          <a:xfrm>
            <a:off x="6090637" y="5157259"/>
            <a:ext cx="507175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1036FC3-1005-432A-A50C-AB8DA0561379}"/>
              </a:ext>
            </a:extLst>
          </p:cNvPr>
          <p:cNvCxnSpPr>
            <a:cxnSpLocks/>
          </p:cNvCxnSpPr>
          <p:nvPr/>
        </p:nvCxnSpPr>
        <p:spPr>
          <a:xfrm>
            <a:off x="6090637" y="5444734"/>
            <a:ext cx="507175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39A16C1-8254-4F0C-8400-CAB6359C64E6}"/>
              </a:ext>
            </a:extLst>
          </p:cNvPr>
          <p:cNvSpPr txBox="1"/>
          <p:nvPr/>
        </p:nvSpPr>
        <p:spPr>
          <a:xfrm>
            <a:off x="717043" y="752762"/>
            <a:ext cx="4304899" cy="65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500" dirty="0">
                <a:solidFill>
                  <a:schemeClr val="accent2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Project </a:t>
            </a:r>
            <a:r>
              <a:rPr lang="en-US" sz="3500" dirty="0">
                <a:latin typeface="Poppins SemiBold" panose="00000700000000000000" pitchFamily="50" charset="0"/>
                <a:cs typeface="Poppins SemiBold" panose="00000700000000000000" pitchFamily="50" charset="0"/>
              </a:rPr>
              <a:t>Timeline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A8239D-B617-43AC-837B-3E51818D2A53}"/>
              </a:ext>
            </a:extLst>
          </p:cNvPr>
          <p:cNvSpPr txBox="1"/>
          <p:nvPr/>
        </p:nvSpPr>
        <p:spPr>
          <a:xfrm>
            <a:off x="8808413" y="1069195"/>
            <a:ext cx="25317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spc="4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www.example.com</a:t>
            </a:r>
          </a:p>
        </p:txBody>
      </p:sp>
      <p:sp>
        <p:nvSpPr>
          <p:cNvPr id="22" name="Prevalence">
            <a:extLst>
              <a:ext uri="{FF2B5EF4-FFF2-40B4-BE49-F238E27FC236}">
                <a16:creationId xmlns:a16="http://schemas.microsoft.com/office/drawing/2014/main" id="{0CA9D42C-7C94-4BBB-8EC3-E25E42EAF191}"/>
              </a:ext>
            </a:extLst>
          </p:cNvPr>
          <p:cNvSpPr/>
          <p:nvPr/>
        </p:nvSpPr>
        <p:spPr>
          <a:xfrm>
            <a:off x="10640045" y="5246433"/>
            <a:ext cx="518793" cy="146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050" dirty="0">
                <a:solidFill>
                  <a:schemeClr val="tx1"/>
                </a:solidFill>
                <a:latin typeface="Poppins regular" panose="00000500000000000000" pitchFamily="2" charset="0"/>
                <a:cs typeface="Poppins regular" panose="00000500000000000000" pitchFamily="2" charset="0"/>
              </a:rPr>
              <a:t>2014</a:t>
            </a:r>
            <a:endParaRPr sz="1050" dirty="0">
              <a:solidFill>
                <a:schemeClr val="tx1"/>
              </a:solidFill>
              <a:latin typeface="Poppins regular" panose="00000500000000000000" pitchFamily="2" charset="0"/>
              <a:cs typeface="Poppins regular" panose="00000500000000000000" pitchFamily="2" charset="0"/>
            </a:endParaRPr>
          </a:p>
        </p:txBody>
      </p:sp>
      <p:sp>
        <p:nvSpPr>
          <p:cNvPr id="23" name="Prevalence">
            <a:extLst>
              <a:ext uri="{FF2B5EF4-FFF2-40B4-BE49-F238E27FC236}">
                <a16:creationId xmlns:a16="http://schemas.microsoft.com/office/drawing/2014/main" id="{D1B59601-5A3C-433C-B39F-F5C4A88213A6}"/>
              </a:ext>
            </a:extLst>
          </p:cNvPr>
          <p:cNvSpPr/>
          <p:nvPr/>
        </p:nvSpPr>
        <p:spPr>
          <a:xfrm>
            <a:off x="10640045" y="4432414"/>
            <a:ext cx="518793" cy="146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050" dirty="0">
                <a:solidFill>
                  <a:schemeClr val="tx1"/>
                </a:solidFill>
                <a:latin typeface="Poppins regular" panose="00000500000000000000" pitchFamily="2" charset="0"/>
                <a:cs typeface="Poppins regular" panose="00000500000000000000" pitchFamily="2" charset="0"/>
              </a:rPr>
              <a:t>2017</a:t>
            </a:r>
            <a:endParaRPr sz="1050" dirty="0">
              <a:solidFill>
                <a:schemeClr val="tx1"/>
              </a:solidFill>
              <a:latin typeface="Poppins regular" panose="00000500000000000000" pitchFamily="2" charset="0"/>
              <a:cs typeface="Poppins regular" panose="00000500000000000000" pitchFamily="2" charset="0"/>
            </a:endParaRPr>
          </a:p>
        </p:txBody>
      </p:sp>
      <p:sp>
        <p:nvSpPr>
          <p:cNvPr id="24" name="Prevalence">
            <a:extLst>
              <a:ext uri="{FF2B5EF4-FFF2-40B4-BE49-F238E27FC236}">
                <a16:creationId xmlns:a16="http://schemas.microsoft.com/office/drawing/2014/main" id="{BC9B00F0-BB54-49D3-BF5D-DA3ABE9149E9}"/>
              </a:ext>
            </a:extLst>
          </p:cNvPr>
          <p:cNvSpPr/>
          <p:nvPr/>
        </p:nvSpPr>
        <p:spPr>
          <a:xfrm>
            <a:off x="10640045" y="3617020"/>
            <a:ext cx="518793" cy="146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050" dirty="0">
                <a:solidFill>
                  <a:schemeClr val="tx1"/>
                </a:solidFill>
                <a:latin typeface="Poppins regular" panose="00000500000000000000" pitchFamily="2" charset="0"/>
                <a:cs typeface="Poppins regular" panose="00000500000000000000" pitchFamily="2" charset="0"/>
              </a:rPr>
              <a:t>2019</a:t>
            </a:r>
            <a:endParaRPr sz="1050" dirty="0">
              <a:solidFill>
                <a:schemeClr val="tx1"/>
              </a:solidFill>
              <a:latin typeface="Poppins regular" panose="00000500000000000000" pitchFamily="2" charset="0"/>
              <a:cs typeface="Poppins regular" panose="00000500000000000000" pitchFamily="2" charset="0"/>
            </a:endParaRPr>
          </a:p>
        </p:txBody>
      </p:sp>
      <p:sp>
        <p:nvSpPr>
          <p:cNvPr id="25" name="Prevalence">
            <a:extLst>
              <a:ext uri="{FF2B5EF4-FFF2-40B4-BE49-F238E27FC236}">
                <a16:creationId xmlns:a16="http://schemas.microsoft.com/office/drawing/2014/main" id="{CBE5AF57-6651-4E60-A4D4-AB118B9BC279}"/>
              </a:ext>
            </a:extLst>
          </p:cNvPr>
          <p:cNvSpPr/>
          <p:nvPr/>
        </p:nvSpPr>
        <p:spPr>
          <a:xfrm>
            <a:off x="10640045" y="2814967"/>
            <a:ext cx="518793" cy="146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050" dirty="0">
                <a:solidFill>
                  <a:schemeClr val="tx1"/>
                </a:solidFill>
                <a:latin typeface="Poppins regular" panose="00000500000000000000" pitchFamily="2" charset="0"/>
                <a:cs typeface="Poppins regular" panose="00000500000000000000" pitchFamily="2" charset="0"/>
              </a:rPr>
              <a:t>2024</a:t>
            </a:r>
            <a:endParaRPr sz="1050" dirty="0">
              <a:solidFill>
                <a:schemeClr val="tx1"/>
              </a:solidFill>
              <a:latin typeface="Poppins regular" panose="00000500000000000000" pitchFamily="2" charset="0"/>
              <a:cs typeface="Poppins regular" panose="00000500000000000000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8A3BDD-3539-4228-940B-BB69B21D9B20}"/>
              </a:ext>
            </a:extLst>
          </p:cNvPr>
          <p:cNvSpPr txBox="1"/>
          <p:nvPr/>
        </p:nvSpPr>
        <p:spPr>
          <a:xfrm>
            <a:off x="746186" y="3590026"/>
            <a:ext cx="2613702" cy="1100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Shere are many variations of passages</a:t>
            </a:r>
          </a:p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of Lorem Ipsum available, but the have suffered alteration in some form, by injected humor, or randomized  which don't look  slightly believable.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B98012A-6FB0-4056-AAD3-0B4638452CD5}"/>
              </a:ext>
            </a:extLst>
          </p:cNvPr>
          <p:cNvSpPr txBox="1"/>
          <p:nvPr/>
        </p:nvSpPr>
        <p:spPr>
          <a:xfrm>
            <a:off x="733414" y="2452064"/>
            <a:ext cx="2764696" cy="598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6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Explain Your Product unique selling point brief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0ADD637-FDE6-45E7-AD33-9E1C22F909AC}"/>
              </a:ext>
            </a:extLst>
          </p:cNvPr>
          <p:cNvSpPr/>
          <p:nvPr/>
        </p:nvSpPr>
        <p:spPr>
          <a:xfrm>
            <a:off x="838914" y="5698613"/>
            <a:ext cx="1133117" cy="35165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8698FDA-C180-4403-A4EF-62F0F59A03AF}"/>
              </a:ext>
            </a:extLst>
          </p:cNvPr>
          <p:cNvSpPr txBox="1"/>
          <p:nvPr/>
        </p:nvSpPr>
        <p:spPr>
          <a:xfrm>
            <a:off x="889988" y="5734245"/>
            <a:ext cx="1040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Poppins Medium" panose="00000600000000000000" pitchFamily="2" charset="0"/>
                <a:ea typeface="Jost" pitchFamily="2" charset="0"/>
                <a:cs typeface="Poppins Medium" panose="00000600000000000000" pitchFamily="2" charset="0"/>
              </a:rPr>
              <a:t>VISIT US</a:t>
            </a:r>
          </a:p>
        </p:txBody>
      </p:sp>
    </p:spTree>
    <p:extLst>
      <p:ext uri="{BB962C8B-B14F-4D97-AF65-F5344CB8AC3E}">
        <p14:creationId xmlns:p14="http://schemas.microsoft.com/office/powerpoint/2010/main" val="1981433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E2C0CD9-4F9C-443E-99ED-7CB8403CD659}"/>
              </a:ext>
            </a:extLst>
          </p:cNvPr>
          <p:cNvSpPr/>
          <p:nvPr/>
        </p:nvSpPr>
        <p:spPr>
          <a:xfrm>
            <a:off x="0" y="3429000"/>
            <a:ext cx="4397829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86D9A7-87BA-4991-8D74-859D418239E4}"/>
              </a:ext>
            </a:extLst>
          </p:cNvPr>
          <p:cNvSpPr txBox="1"/>
          <p:nvPr/>
        </p:nvSpPr>
        <p:spPr>
          <a:xfrm>
            <a:off x="717045" y="752762"/>
            <a:ext cx="5756326" cy="65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500" dirty="0">
                <a:solidFill>
                  <a:schemeClr val="accent2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Project</a:t>
            </a:r>
            <a:r>
              <a:rPr lang="en-US" sz="3500" dirty="0">
                <a:latin typeface="Poppins SemiBold" panose="00000700000000000000" pitchFamily="50" charset="0"/>
                <a:cs typeface="Poppins SemiBold" panose="00000700000000000000" pitchFamily="50" charset="0"/>
              </a:rPr>
              <a:t> Budget Results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1467B04-0AD7-484C-A67A-58D5AF0CFC40}"/>
              </a:ext>
            </a:extLst>
          </p:cNvPr>
          <p:cNvSpPr/>
          <p:nvPr/>
        </p:nvSpPr>
        <p:spPr>
          <a:xfrm>
            <a:off x="6771076" y="4720177"/>
            <a:ext cx="1327174" cy="56207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A29A830-245A-4F02-B71A-C2C0689CD18B}"/>
              </a:ext>
            </a:extLst>
          </p:cNvPr>
          <p:cNvSpPr/>
          <p:nvPr/>
        </p:nvSpPr>
        <p:spPr>
          <a:xfrm>
            <a:off x="8318113" y="4720177"/>
            <a:ext cx="1327174" cy="5620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3B0663D-00B4-479A-AD16-0B3EC30BCB28}"/>
              </a:ext>
            </a:extLst>
          </p:cNvPr>
          <p:cNvSpPr/>
          <p:nvPr/>
        </p:nvSpPr>
        <p:spPr>
          <a:xfrm>
            <a:off x="9865149" y="4720177"/>
            <a:ext cx="1327174" cy="56207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B356AF0-46AE-4EDA-A3C6-81A8C8BA9508}"/>
              </a:ext>
            </a:extLst>
          </p:cNvPr>
          <p:cNvSpPr txBox="1"/>
          <p:nvPr/>
        </p:nvSpPr>
        <p:spPr>
          <a:xfrm>
            <a:off x="6675393" y="3504048"/>
            <a:ext cx="4166055" cy="6896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variations of passages of Lorem Ipsum available, but the have suffered alteration in some form, by injected humor, or randomized  which don't look  slightly believable.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9FE2D3-D8D8-4843-83B7-8FBECF0C5F05}"/>
              </a:ext>
            </a:extLst>
          </p:cNvPr>
          <p:cNvSpPr txBox="1"/>
          <p:nvPr/>
        </p:nvSpPr>
        <p:spPr>
          <a:xfrm>
            <a:off x="6675393" y="2755463"/>
            <a:ext cx="4609297" cy="580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20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variations of passages of Lorem Ipsum available, but the or randomized words which</a:t>
            </a:r>
            <a:endParaRPr lang="en-US" sz="1200" i="1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1F60F1B-FB10-41FB-A206-B093E802C601}"/>
              </a:ext>
            </a:extLst>
          </p:cNvPr>
          <p:cNvSpPr txBox="1"/>
          <p:nvPr/>
        </p:nvSpPr>
        <p:spPr>
          <a:xfrm>
            <a:off x="6675392" y="5942710"/>
            <a:ext cx="25317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400" dirty="0">
                <a:solidFill>
                  <a:schemeClr val="accent1"/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www.example.com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BEF3765-E0A7-4F8F-9812-A7305446D23A}"/>
              </a:ext>
            </a:extLst>
          </p:cNvPr>
          <p:cNvSpPr txBox="1"/>
          <p:nvPr/>
        </p:nvSpPr>
        <p:spPr>
          <a:xfrm>
            <a:off x="6675392" y="2224535"/>
            <a:ext cx="3730122" cy="342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6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Business Customer : Analysis</a:t>
            </a:r>
          </a:p>
        </p:txBody>
      </p:sp>
      <p:sp>
        <p:nvSpPr>
          <p:cNvPr id="33" name="Prevalence">
            <a:extLst>
              <a:ext uri="{FF2B5EF4-FFF2-40B4-BE49-F238E27FC236}">
                <a16:creationId xmlns:a16="http://schemas.microsoft.com/office/drawing/2014/main" id="{B2767B7E-C7EB-4A04-A9CD-FC063BC620FD}"/>
              </a:ext>
            </a:extLst>
          </p:cNvPr>
          <p:cNvSpPr/>
          <p:nvPr/>
        </p:nvSpPr>
        <p:spPr>
          <a:xfrm>
            <a:off x="6967890" y="4886342"/>
            <a:ext cx="968077" cy="2935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rPr lang="af-ZA" sz="2100" dirty="0">
                <a:solidFill>
                  <a:schemeClr val="bg1"/>
                </a:solidFill>
                <a:latin typeface="Poppins regular" panose="00000500000000000000" pitchFamily="2" charset="0"/>
                <a:cs typeface="Poppins regular" panose="00000500000000000000" pitchFamily="2" charset="0"/>
              </a:rPr>
              <a:t>$54.3M</a:t>
            </a:r>
            <a:endParaRPr sz="2100" dirty="0">
              <a:solidFill>
                <a:schemeClr val="bg1"/>
              </a:solidFill>
              <a:latin typeface="Poppins regular" panose="00000500000000000000" pitchFamily="2" charset="0"/>
              <a:cs typeface="Poppins regular" panose="00000500000000000000" pitchFamily="2" charset="0"/>
            </a:endParaRPr>
          </a:p>
        </p:txBody>
      </p:sp>
      <p:sp>
        <p:nvSpPr>
          <p:cNvPr id="34" name="Prevalence">
            <a:extLst>
              <a:ext uri="{FF2B5EF4-FFF2-40B4-BE49-F238E27FC236}">
                <a16:creationId xmlns:a16="http://schemas.microsoft.com/office/drawing/2014/main" id="{0C73EBA6-09C7-409D-BD2C-A13F2C3A3FAE}"/>
              </a:ext>
            </a:extLst>
          </p:cNvPr>
          <p:cNvSpPr/>
          <p:nvPr/>
        </p:nvSpPr>
        <p:spPr>
          <a:xfrm>
            <a:off x="8639731" y="4886342"/>
            <a:ext cx="780023" cy="2935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rPr lang="af-ZA" sz="2100" dirty="0">
                <a:solidFill>
                  <a:schemeClr val="bg1"/>
                </a:solidFill>
                <a:latin typeface="Poppins regular" panose="00000500000000000000" pitchFamily="2" charset="0"/>
                <a:cs typeface="Poppins regular" panose="00000500000000000000" pitchFamily="2" charset="0"/>
              </a:rPr>
              <a:t>$2.6M</a:t>
            </a:r>
            <a:endParaRPr sz="2100" dirty="0">
              <a:solidFill>
                <a:schemeClr val="bg1"/>
              </a:solidFill>
              <a:latin typeface="Poppins regular" panose="00000500000000000000" pitchFamily="2" charset="0"/>
              <a:cs typeface="Poppins regular" panose="00000500000000000000" pitchFamily="2" charset="0"/>
            </a:endParaRPr>
          </a:p>
        </p:txBody>
      </p:sp>
      <p:sp>
        <p:nvSpPr>
          <p:cNvPr id="35" name="Prevalence">
            <a:extLst>
              <a:ext uri="{FF2B5EF4-FFF2-40B4-BE49-F238E27FC236}">
                <a16:creationId xmlns:a16="http://schemas.microsoft.com/office/drawing/2014/main" id="{29729C18-7776-4513-9E1E-D4D851677A09}"/>
              </a:ext>
            </a:extLst>
          </p:cNvPr>
          <p:cNvSpPr/>
          <p:nvPr/>
        </p:nvSpPr>
        <p:spPr>
          <a:xfrm>
            <a:off x="10150425" y="4886342"/>
            <a:ext cx="854052" cy="2935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rPr lang="af-ZA" sz="21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regular" panose="00000500000000000000" pitchFamily="2" charset="0"/>
                <a:cs typeface="Poppins regular" panose="00000500000000000000" pitchFamily="2" charset="0"/>
              </a:rPr>
              <a:t>$3.8M</a:t>
            </a:r>
            <a:endParaRPr sz="2100" dirty="0">
              <a:solidFill>
                <a:schemeClr val="tx1">
                  <a:lumMod val="85000"/>
                  <a:lumOff val="15000"/>
                </a:schemeClr>
              </a:solidFill>
              <a:latin typeface="Poppins regular" panose="00000500000000000000" pitchFamily="2" charset="0"/>
              <a:cs typeface="Poppins regular" panose="00000500000000000000" pitchFamily="2" charset="0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B538D5-AD76-4919-A66E-C2DBE6F5FE7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3598036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BA7A93F0-5A26-4869-92CC-B43E749796DB}"/>
              </a:ext>
            </a:extLst>
          </p:cNvPr>
          <p:cNvSpPr/>
          <p:nvPr/>
        </p:nvSpPr>
        <p:spPr>
          <a:xfrm>
            <a:off x="4305481" y="1642163"/>
            <a:ext cx="7066400" cy="5455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48C4CC2-AF4B-45EC-BCE3-0CDFFD9D4E53}"/>
              </a:ext>
            </a:extLst>
          </p:cNvPr>
          <p:cNvSpPr/>
          <p:nvPr/>
        </p:nvSpPr>
        <p:spPr>
          <a:xfrm>
            <a:off x="9235347" y="2190098"/>
            <a:ext cx="2136533" cy="8873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FD97D8C-635F-4BAD-AE83-F405E5B4ED7A}"/>
              </a:ext>
            </a:extLst>
          </p:cNvPr>
          <p:cNvSpPr/>
          <p:nvPr/>
        </p:nvSpPr>
        <p:spPr>
          <a:xfrm>
            <a:off x="9235347" y="3235084"/>
            <a:ext cx="2136533" cy="8873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37DC5A7-E98E-4776-8CF4-F0E45E0F0326}"/>
              </a:ext>
            </a:extLst>
          </p:cNvPr>
          <p:cNvSpPr/>
          <p:nvPr/>
        </p:nvSpPr>
        <p:spPr>
          <a:xfrm>
            <a:off x="9235347" y="4277402"/>
            <a:ext cx="2136533" cy="88737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3F07094-781A-466D-B502-5E8D9D873ED9}"/>
              </a:ext>
            </a:extLst>
          </p:cNvPr>
          <p:cNvSpPr/>
          <p:nvPr/>
        </p:nvSpPr>
        <p:spPr>
          <a:xfrm>
            <a:off x="9235347" y="5306708"/>
            <a:ext cx="2136533" cy="88737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3D6695-84FD-4D98-93FD-E1ABC02D55B4}"/>
              </a:ext>
            </a:extLst>
          </p:cNvPr>
          <p:cNvSpPr txBox="1"/>
          <p:nvPr/>
        </p:nvSpPr>
        <p:spPr>
          <a:xfrm>
            <a:off x="717044" y="538170"/>
            <a:ext cx="5567641" cy="65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500" dirty="0">
                <a:solidFill>
                  <a:schemeClr val="accent2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Project</a:t>
            </a:r>
            <a:r>
              <a:rPr lang="en-US" sz="3500" dirty="0">
                <a:latin typeface="Poppins SemiBold" panose="00000700000000000000" pitchFamily="50" charset="0"/>
                <a:cs typeface="Poppins SemiBold" panose="00000700000000000000" pitchFamily="50" charset="0"/>
              </a:rPr>
              <a:t> Budget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FBF15F7-8E96-480C-AE93-249338032EB9}"/>
              </a:ext>
            </a:extLst>
          </p:cNvPr>
          <p:cNvSpPr/>
          <p:nvPr/>
        </p:nvSpPr>
        <p:spPr>
          <a:xfrm>
            <a:off x="829102" y="2190098"/>
            <a:ext cx="3515272" cy="8873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1395640-3919-427D-9549-F40C5BFDF918}"/>
              </a:ext>
            </a:extLst>
          </p:cNvPr>
          <p:cNvSpPr/>
          <p:nvPr/>
        </p:nvSpPr>
        <p:spPr>
          <a:xfrm>
            <a:off x="829102" y="3227605"/>
            <a:ext cx="3515272" cy="8873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8F5611D-6A43-41AA-AD3D-D59FC491E3A4}"/>
              </a:ext>
            </a:extLst>
          </p:cNvPr>
          <p:cNvSpPr/>
          <p:nvPr/>
        </p:nvSpPr>
        <p:spPr>
          <a:xfrm>
            <a:off x="829102" y="4265112"/>
            <a:ext cx="3515272" cy="88737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C06B1A9-A647-4637-8300-75B5FAEC30B6}"/>
              </a:ext>
            </a:extLst>
          </p:cNvPr>
          <p:cNvSpPr/>
          <p:nvPr/>
        </p:nvSpPr>
        <p:spPr>
          <a:xfrm>
            <a:off x="829102" y="5302619"/>
            <a:ext cx="3515272" cy="88737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87BE6E0-1312-494B-90C4-CA4D86378F84}"/>
              </a:ext>
            </a:extLst>
          </p:cNvPr>
          <p:cNvCxnSpPr>
            <a:cxnSpLocks/>
          </p:cNvCxnSpPr>
          <p:nvPr/>
        </p:nvCxnSpPr>
        <p:spPr>
          <a:xfrm>
            <a:off x="4327456" y="3077474"/>
            <a:ext cx="704442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22E8A5A8-6B22-4B6C-9111-527BD90ECA82}"/>
              </a:ext>
            </a:extLst>
          </p:cNvPr>
          <p:cNvCxnSpPr>
            <a:cxnSpLocks/>
          </p:cNvCxnSpPr>
          <p:nvPr/>
        </p:nvCxnSpPr>
        <p:spPr>
          <a:xfrm>
            <a:off x="4327456" y="3227605"/>
            <a:ext cx="704442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1D17600-6364-4CE5-A6F5-EF1E1DDD524E}"/>
              </a:ext>
            </a:extLst>
          </p:cNvPr>
          <p:cNvCxnSpPr>
            <a:cxnSpLocks/>
          </p:cNvCxnSpPr>
          <p:nvPr/>
        </p:nvCxnSpPr>
        <p:spPr>
          <a:xfrm>
            <a:off x="4327456" y="4114981"/>
            <a:ext cx="704442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D6279D99-E7B8-4B7D-9F78-61834F62E630}"/>
              </a:ext>
            </a:extLst>
          </p:cNvPr>
          <p:cNvCxnSpPr>
            <a:cxnSpLocks/>
          </p:cNvCxnSpPr>
          <p:nvPr/>
        </p:nvCxnSpPr>
        <p:spPr>
          <a:xfrm>
            <a:off x="4327456" y="4265112"/>
            <a:ext cx="704442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F660E41-B5B9-45CA-82B3-3D26DFD9E045}"/>
              </a:ext>
            </a:extLst>
          </p:cNvPr>
          <p:cNvCxnSpPr>
            <a:cxnSpLocks/>
          </p:cNvCxnSpPr>
          <p:nvPr/>
        </p:nvCxnSpPr>
        <p:spPr>
          <a:xfrm>
            <a:off x="4327456" y="5152488"/>
            <a:ext cx="704442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2E7C91F1-6F41-4820-B0B1-107B71A0B01B}"/>
              </a:ext>
            </a:extLst>
          </p:cNvPr>
          <p:cNvCxnSpPr>
            <a:cxnSpLocks/>
          </p:cNvCxnSpPr>
          <p:nvPr/>
        </p:nvCxnSpPr>
        <p:spPr>
          <a:xfrm>
            <a:off x="4327456" y="5304292"/>
            <a:ext cx="704442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8B8CFCC4-5CBC-47C8-91BD-1098F7D70B3E}"/>
              </a:ext>
            </a:extLst>
          </p:cNvPr>
          <p:cNvCxnSpPr>
            <a:cxnSpLocks/>
          </p:cNvCxnSpPr>
          <p:nvPr/>
        </p:nvCxnSpPr>
        <p:spPr>
          <a:xfrm>
            <a:off x="4327456" y="6191668"/>
            <a:ext cx="704442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009EA992-A850-4AC0-8C59-501E76DE9828}"/>
              </a:ext>
            </a:extLst>
          </p:cNvPr>
          <p:cNvCxnSpPr>
            <a:cxnSpLocks/>
          </p:cNvCxnSpPr>
          <p:nvPr/>
        </p:nvCxnSpPr>
        <p:spPr>
          <a:xfrm>
            <a:off x="6964328" y="1642163"/>
            <a:ext cx="0" cy="1435311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Prevalence">
            <a:extLst>
              <a:ext uri="{FF2B5EF4-FFF2-40B4-BE49-F238E27FC236}">
                <a16:creationId xmlns:a16="http://schemas.microsoft.com/office/drawing/2014/main" id="{5FD93FBE-FE28-4BC3-871F-6065A6E3787E}"/>
              </a:ext>
            </a:extLst>
          </p:cNvPr>
          <p:cNvSpPr/>
          <p:nvPr/>
        </p:nvSpPr>
        <p:spPr>
          <a:xfrm>
            <a:off x="4874439" y="1839467"/>
            <a:ext cx="1558012" cy="1817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3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Phases</a:t>
            </a:r>
          </a:p>
        </p:txBody>
      </p:sp>
      <p:sp>
        <p:nvSpPr>
          <p:cNvPr id="78" name="Prevalence">
            <a:extLst>
              <a:ext uri="{FF2B5EF4-FFF2-40B4-BE49-F238E27FC236}">
                <a16:creationId xmlns:a16="http://schemas.microsoft.com/office/drawing/2014/main" id="{4E967478-BADC-4702-B917-15D405859542}"/>
              </a:ext>
            </a:extLst>
          </p:cNvPr>
          <p:cNvSpPr/>
          <p:nvPr/>
        </p:nvSpPr>
        <p:spPr>
          <a:xfrm>
            <a:off x="7314388" y="1839467"/>
            <a:ext cx="1558012" cy="1817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3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Duration</a:t>
            </a:r>
          </a:p>
        </p:txBody>
      </p:sp>
      <p:sp>
        <p:nvSpPr>
          <p:cNvPr id="79" name="Prevalence">
            <a:extLst>
              <a:ext uri="{FF2B5EF4-FFF2-40B4-BE49-F238E27FC236}">
                <a16:creationId xmlns:a16="http://schemas.microsoft.com/office/drawing/2014/main" id="{D736CC3D-4FF5-4FD6-8ED5-88013414ABF2}"/>
              </a:ext>
            </a:extLst>
          </p:cNvPr>
          <p:cNvSpPr/>
          <p:nvPr/>
        </p:nvSpPr>
        <p:spPr>
          <a:xfrm>
            <a:off x="9537406" y="1839467"/>
            <a:ext cx="1558012" cy="1817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3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Number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14394DB-68A3-4A44-9608-2241BDFD2E72}"/>
              </a:ext>
            </a:extLst>
          </p:cNvPr>
          <p:cNvSpPr txBox="1"/>
          <p:nvPr/>
        </p:nvSpPr>
        <p:spPr>
          <a:xfrm>
            <a:off x="4889265" y="2323933"/>
            <a:ext cx="157979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ts val="2000"/>
              </a:lnSpc>
              <a:buFont typeface="Wingdings" panose="05000000000000000000" pitchFamily="2" charset="2"/>
              <a:buChar char="ü"/>
            </a:pPr>
            <a:r>
              <a:rPr lang="en-US" sz="1000" i="0" dirty="0">
                <a:effectLst/>
                <a:latin typeface="Poppins regular" panose="00000500000000000000" pitchFamily="2" charset="0"/>
                <a:ea typeface="Open Sans" panose="020B0606030504020204" pitchFamily="34" charset="0"/>
                <a:cs typeface="Poppins regular" panose="00000500000000000000" pitchFamily="2" charset="0"/>
              </a:rPr>
              <a:t>Kick off meeting</a:t>
            </a:r>
          </a:p>
          <a:p>
            <a:pPr marL="171450" indent="-171450">
              <a:lnSpc>
                <a:spcPts val="2000"/>
              </a:lnSpc>
              <a:buFont typeface="Wingdings" panose="05000000000000000000" pitchFamily="2" charset="2"/>
              <a:buChar char="ü"/>
            </a:pPr>
            <a:r>
              <a:rPr lang="en-US" sz="1000" i="0" dirty="0">
                <a:effectLst/>
                <a:latin typeface="Poppins regular" panose="00000500000000000000" pitchFamily="2" charset="0"/>
                <a:ea typeface="Open Sans" panose="020B0606030504020204" pitchFamily="34" charset="0"/>
                <a:cs typeface="Poppins regular" panose="00000500000000000000" pitchFamily="2" charset="0"/>
              </a:rPr>
              <a:t>Strategy session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C7ABF02-6013-4F91-9C77-33F1D7A03112}"/>
              </a:ext>
            </a:extLst>
          </p:cNvPr>
          <p:cNvSpPr txBox="1"/>
          <p:nvPr/>
        </p:nvSpPr>
        <p:spPr>
          <a:xfrm>
            <a:off x="4889265" y="3345837"/>
            <a:ext cx="157979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ts val="2000"/>
              </a:lnSpc>
              <a:buFont typeface="Wingdings" panose="05000000000000000000" pitchFamily="2" charset="2"/>
              <a:buChar char="ü"/>
            </a:pPr>
            <a:r>
              <a:rPr lang="en-US" sz="1000" i="0" dirty="0">
                <a:effectLst/>
                <a:latin typeface="Poppins regular" panose="00000500000000000000" pitchFamily="2" charset="0"/>
                <a:ea typeface="Open Sans" panose="020B0606030504020204" pitchFamily="34" charset="0"/>
                <a:cs typeface="Poppins regular" panose="00000500000000000000" pitchFamily="2" charset="0"/>
              </a:rPr>
              <a:t>Web development</a:t>
            </a:r>
          </a:p>
          <a:p>
            <a:pPr marL="171450" indent="-171450">
              <a:lnSpc>
                <a:spcPts val="2000"/>
              </a:lnSpc>
              <a:buFont typeface="Wingdings" panose="05000000000000000000" pitchFamily="2" charset="2"/>
              <a:buChar char="ü"/>
            </a:pPr>
            <a:r>
              <a:rPr lang="en-US" sz="1000" i="0" dirty="0">
                <a:effectLst/>
                <a:latin typeface="Poppins regular" panose="00000500000000000000" pitchFamily="2" charset="0"/>
                <a:ea typeface="Open Sans" panose="020B0606030504020204" pitchFamily="34" charset="0"/>
                <a:cs typeface="Poppins regular" panose="00000500000000000000" pitchFamily="2" charset="0"/>
              </a:rPr>
              <a:t>UI/UX design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D784AE9-89D4-4F84-A211-46B21CBEA6D7}"/>
              </a:ext>
            </a:extLst>
          </p:cNvPr>
          <p:cNvSpPr txBox="1"/>
          <p:nvPr/>
        </p:nvSpPr>
        <p:spPr>
          <a:xfrm>
            <a:off x="4889265" y="4389832"/>
            <a:ext cx="157979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ts val="2000"/>
              </a:lnSpc>
              <a:buFont typeface="Wingdings" panose="05000000000000000000" pitchFamily="2" charset="2"/>
              <a:buChar char="ü"/>
            </a:pPr>
            <a:r>
              <a:rPr lang="en-US" sz="1000" i="0" dirty="0">
                <a:effectLst/>
                <a:latin typeface="Poppins regular" panose="00000500000000000000" pitchFamily="2" charset="0"/>
                <a:ea typeface="Open Sans" panose="020B0606030504020204" pitchFamily="34" charset="0"/>
                <a:cs typeface="Poppins regular" panose="00000500000000000000" pitchFamily="2" charset="0"/>
              </a:rPr>
              <a:t>Demo</a:t>
            </a:r>
          </a:p>
          <a:p>
            <a:pPr marL="171450" indent="-171450">
              <a:lnSpc>
                <a:spcPts val="2000"/>
              </a:lnSpc>
              <a:buFont typeface="Wingdings" panose="05000000000000000000" pitchFamily="2" charset="2"/>
              <a:buChar char="ü"/>
            </a:pPr>
            <a:r>
              <a:rPr lang="en-US" sz="1000" i="0" dirty="0">
                <a:effectLst/>
                <a:latin typeface="Poppins regular" panose="00000500000000000000" pitchFamily="2" charset="0"/>
                <a:ea typeface="Open Sans" panose="020B0606030504020204" pitchFamily="34" charset="0"/>
                <a:cs typeface="Poppins regular" panose="00000500000000000000" pitchFamily="2" charset="0"/>
              </a:rPr>
              <a:t>Launch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302EAB4-9248-40A4-AE59-25CB713A7175}"/>
              </a:ext>
            </a:extLst>
          </p:cNvPr>
          <p:cNvSpPr txBox="1"/>
          <p:nvPr/>
        </p:nvSpPr>
        <p:spPr>
          <a:xfrm>
            <a:off x="4889265" y="5420063"/>
            <a:ext cx="157979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ts val="2000"/>
              </a:lnSpc>
              <a:buFont typeface="Wingdings" panose="05000000000000000000" pitchFamily="2" charset="2"/>
              <a:buChar char="ü"/>
            </a:pPr>
            <a:r>
              <a:rPr lang="en-US" sz="1000" i="0" dirty="0">
                <a:effectLst/>
                <a:latin typeface="Poppins regular" panose="00000500000000000000" pitchFamily="2" charset="0"/>
                <a:ea typeface="Open Sans" panose="020B0606030504020204" pitchFamily="34" charset="0"/>
                <a:cs typeface="Poppins regular" panose="00000500000000000000" pitchFamily="2" charset="0"/>
              </a:rPr>
              <a:t>Client Feedback</a:t>
            </a:r>
          </a:p>
          <a:p>
            <a:pPr marL="171450" indent="-171450">
              <a:lnSpc>
                <a:spcPts val="2000"/>
              </a:lnSpc>
              <a:buFont typeface="Wingdings" panose="05000000000000000000" pitchFamily="2" charset="2"/>
              <a:buChar char="ü"/>
            </a:pPr>
            <a:r>
              <a:rPr lang="en-US" sz="1000" i="0" dirty="0">
                <a:effectLst/>
                <a:latin typeface="Poppins regular" panose="00000500000000000000" pitchFamily="2" charset="0"/>
                <a:ea typeface="Open Sans" panose="020B0606030504020204" pitchFamily="34" charset="0"/>
                <a:cs typeface="Poppins regular" panose="00000500000000000000" pitchFamily="2" charset="0"/>
              </a:rPr>
              <a:t>Modification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6282DE2-9436-47E1-BCD7-14CD77D28267}"/>
              </a:ext>
            </a:extLst>
          </p:cNvPr>
          <p:cNvSpPr txBox="1"/>
          <p:nvPr/>
        </p:nvSpPr>
        <p:spPr>
          <a:xfrm>
            <a:off x="7303499" y="2353574"/>
            <a:ext cx="157979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1000" i="0" dirty="0">
                <a:effectLst/>
                <a:latin typeface="Poppins regular" panose="00000500000000000000" pitchFamily="2" charset="0"/>
                <a:ea typeface="Open Sans" panose="020B0606030504020204" pitchFamily="34" charset="0"/>
                <a:cs typeface="Poppins regular" panose="00000500000000000000" pitchFamily="2" charset="0"/>
              </a:rPr>
              <a:t>2 days</a:t>
            </a:r>
          </a:p>
          <a:p>
            <a:pPr algn="ctr">
              <a:lnSpc>
                <a:spcPts val="2000"/>
              </a:lnSpc>
            </a:pPr>
            <a:r>
              <a:rPr lang="en-US" sz="1000" i="0" dirty="0">
                <a:effectLst/>
                <a:latin typeface="Poppins regular" panose="00000500000000000000" pitchFamily="2" charset="0"/>
                <a:ea typeface="Open Sans" panose="020B0606030504020204" pitchFamily="34" charset="0"/>
                <a:cs typeface="Poppins regular" panose="00000500000000000000" pitchFamily="2" charset="0"/>
              </a:rPr>
              <a:t>2 Days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EAA8ADA-E792-4D92-AB10-C76FA0C26A4A}"/>
              </a:ext>
            </a:extLst>
          </p:cNvPr>
          <p:cNvSpPr txBox="1"/>
          <p:nvPr/>
        </p:nvSpPr>
        <p:spPr>
          <a:xfrm>
            <a:off x="7303499" y="3373546"/>
            <a:ext cx="157979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1000" i="0" dirty="0">
                <a:effectLst/>
                <a:latin typeface="Poppins regular" panose="00000500000000000000" pitchFamily="2" charset="0"/>
                <a:ea typeface="Open Sans" panose="020B0606030504020204" pitchFamily="34" charset="0"/>
                <a:cs typeface="Poppins regular" panose="00000500000000000000" pitchFamily="2" charset="0"/>
              </a:rPr>
              <a:t>5 days</a:t>
            </a:r>
          </a:p>
          <a:p>
            <a:pPr algn="ctr">
              <a:lnSpc>
                <a:spcPts val="2000"/>
              </a:lnSpc>
            </a:pPr>
            <a:r>
              <a:rPr lang="en-US" sz="1000" i="0" dirty="0">
                <a:effectLst/>
                <a:latin typeface="Poppins regular" panose="00000500000000000000" pitchFamily="2" charset="0"/>
                <a:ea typeface="Open Sans" panose="020B0606030504020204" pitchFamily="34" charset="0"/>
                <a:cs typeface="Poppins regular" panose="00000500000000000000" pitchFamily="2" charset="0"/>
              </a:rPr>
              <a:t>7 Days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3D4916C-39F5-4B8F-9274-C50F4FB57525}"/>
              </a:ext>
            </a:extLst>
          </p:cNvPr>
          <p:cNvSpPr txBox="1"/>
          <p:nvPr/>
        </p:nvSpPr>
        <p:spPr>
          <a:xfrm>
            <a:off x="7303499" y="4421339"/>
            <a:ext cx="157979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1000" i="0" dirty="0">
                <a:effectLst/>
                <a:latin typeface="Poppins regular" panose="00000500000000000000" pitchFamily="2" charset="0"/>
                <a:ea typeface="Open Sans" panose="020B0606030504020204" pitchFamily="34" charset="0"/>
                <a:cs typeface="Poppins regular" panose="00000500000000000000" pitchFamily="2" charset="0"/>
              </a:rPr>
              <a:t>2 days</a:t>
            </a:r>
          </a:p>
          <a:p>
            <a:pPr algn="ctr">
              <a:lnSpc>
                <a:spcPts val="2000"/>
              </a:lnSpc>
            </a:pPr>
            <a:r>
              <a:rPr lang="en-US" sz="1000" i="0" dirty="0">
                <a:effectLst/>
                <a:latin typeface="Poppins regular" panose="00000500000000000000" pitchFamily="2" charset="0"/>
                <a:ea typeface="Open Sans" panose="020B0606030504020204" pitchFamily="34" charset="0"/>
                <a:cs typeface="Poppins regular" panose="00000500000000000000" pitchFamily="2" charset="0"/>
              </a:rPr>
              <a:t>2 Days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C89F57C-C49E-441E-846D-DC43C7F03E20}"/>
              </a:ext>
            </a:extLst>
          </p:cNvPr>
          <p:cNvSpPr txBox="1"/>
          <p:nvPr/>
        </p:nvSpPr>
        <p:spPr>
          <a:xfrm>
            <a:off x="7303499" y="5466390"/>
            <a:ext cx="157979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1000" i="0" dirty="0">
                <a:effectLst/>
                <a:latin typeface="Poppins regular" panose="00000500000000000000" pitchFamily="2" charset="0"/>
                <a:ea typeface="Open Sans" panose="020B0606030504020204" pitchFamily="34" charset="0"/>
                <a:cs typeface="Poppins regular" panose="00000500000000000000" pitchFamily="2" charset="0"/>
              </a:rPr>
              <a:t>5 days</a:t>
            </a:r>
          </a:p>
          <a:p>
            <a:pPr algn="ctr">
              <a:lnSpc>
                <a:spcPts val="2000"/>
              </a:lnSpc>
            </a:pPr>
            <a:r>
              <a:rPr lang="en-US" sz="1000" i="0" dirty="0">
                <a:effectLst/>
                <a:latin typeface="Poppins regular" panose="00000500000000000000" pitchFamily="2" charset="0"/>
                <a:ea typeface="Open Sans" panose="020B0606030504020204" pitchFamily="34" charset="0"/>
                <a:cs typeface="Poppins regular" panose="00000500000000000000" pitchFamily="2" charset="0"/>
              </a:rPr>
              <a:t>7 Days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165098CF-F8B8-49EC-8BA1-C291BBA612F0}"/>
              </a:ext>
            </a:extLst>
          </p:cNvPr>
          <p:cNvSpPr txBox="1"/>
          <p:nvPr/>
        </p:nvSpPr>
        <p:spPr>
          <a:xfrm>
            <a:off x="9879353" y="2328495"/>
            <a:ext cx="846704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1000" i="0" dirty="0">
                <a:solidFill>
                  <a:schemeClr val="bg1"/>
                </a:solidFill>
                <a:effectLst/>
                <a:latin typeface="Poppins regular" panose="00000500000000000000" pitchFamily="2" charset="0"/>
                <a:ea typeface="Open Sans" panose="020B0606030504020204" pitchFamily="34" charset="0"/>
                <a:cs typeface="Poppins regular" panose="00000500000000000000" pitchFamily="2" charset="0"/>
              </a:rPr>
              <a:t>28</a:t>
            </a:r>
          </a:p>
          <a:p>
            <a:pPr algn="ctr">
              <a:lnSpc>
                <a:spcPts val="2000"/>
              </a:lnSpc>
            </a:pPr>
            <a:r>
              <a:rPr lang="en-US" sz="1000" i="0" dirty="0">
                <a:solidFill>
                  <a:schemeClr val="bg1"/>
                </a:solidFill>
                <a:effectLst/>
                <a:latin typeface="Poppins regular" panose="00000500000000000000" pitchFamily="2" charset="0"/>
                <a:ea typeface="Open Sans" panose="020B0606030504020204" pitchFamily="34" charset="0"/>
                <a:cs typeface="Poppins regular" panose="00000500000000000000" pitchFamily="2" charset="0"/>
              </a:rPr>
              <a:t>25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10982AB-6DD4-455C-BF55-E2D00E8D4359}"/>
              </a:ext>
            </a:extLst>
          </p:cNvPr>
          <p:cNvSpPr txBox="1"/>
          <p:nvPr/>
        </p:nvSpPr>
        <p:spPr>
          <a:xfrm>
            <a:off x="9879353" y="3384179"/>
            <a:ext cx="846704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1000" i="0" dirty="0">
                <a:solidFill>
                  <a:schemeClr val="bg1"/>
                </a:solidFill>
                <a:effectLst/>
                <a:latin typeface="Poppins regular" panose="00000500000000000000" pitchFamily="2" charset="0"/>
                <a:ea typeface="Open Sans" panose="020B0606030504020204" pitchFamily="34" charset="0"/>
                <a:cs typeface="Poppins regular" panose="00000500000000000000" pitchFamily="2" charset="0"/>
              </a:rPr>
              <a:t>09</a:t>
            </a:r>
          </a:p>
          <a:p>
            <a:pPr algn="ctr">
              <a:lnSpc>
                <a:spcPts val="2000"/>
              </a:lnSpc>
            </a:pPr>
            <a:r>
              <a:rPr lang="en-US" sz="1000" i="0" dirty="0">
                <a:solidFill>
                  <a:schemeClr val="bg1"/>
                </a:solidFill>
                <a:effectLst/>
                <a:latin typeface="Poppins regular" panose="00000500000000000000" pitchFamily="2" charset="0"/>
                <a:ea typeface="Open Sans" panose="020B0606030504020204" pitchFamily="34" charset="0"/>
                <a:cs typeface="Poppins regular" panose="00000500000000000000" pitchFamily="2" charset="0"/>
              </a:rPr>
              <a:t>13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CB28B68-55C6-4769-884F-03B50EFA2662}"/>
              </a:ext>
            </a:extLst>
          </p:cNvPr>
          <p:cNvSpPr txBox="1"/>
          <p:nvPr/>
        </p:nvSpPr>
        <p:spPr>
          <a:xfrm>
            <a:off x="9879353" y="4442605"/>
            <a:ext cx="846704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1000" i="0" dirty="0">
                <a:effectLst/>
                <a:latin typeface="Poppins regular" panose="00000500000000000000" pitchFamily="2" charset="0"/>
                <a:ea typeface="Open Sans" panose="020B0606030504020204" pitchFamily="34" charset="0"/>
                <a:cs typeface="Poppins regular" panose="00000500000000000000" pitchFamily="2" charset="0"/>
              </a:rPr>
              <a:t>85</a:t>
            </a:r>
          </a:p>
          <a:p>
            <a:pPr algn="ctr">
              <a:lnSpc>
                <a:spcPts val="2000"/>
              </a:lnSpc>
            </a:pPr>
            <a:r>
              <a:rPr lang="en-US" sz="1000" i="0" dirty="0">
                <a:effectLst/>
                <a:latin typeface="Poppins regular" panose="00000500000000000000" pitchFamily="2" charset="0"/>
                <a:ea typeface="Open Sans" panose="020B0606030504020204" pitchFamily="34" charset="0"/>
                <a:cs typeface="Poppins regular" panose="00000500000000000000" pitchFamily="2" charset="0"/>
              </a:rPr>
              <a:t>14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B7F1869-73B6-49DA-9AF2-1381DCF057E3}"/>
              </a:ext>
            </a:extLst>
          </p:cNvPr>
          <p:cNvSpPr txBox="1"/>
          <p:nvPr/>
        </p:nvSpPr>
        <p:spPr>
          <a:xfrm>
            <a:off x="9879353" y="5466390"/>
            <a:ext cx="846704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1000" i="0" dirty="0">
                <a:effectLst/>
                <a:latin typeface="Poppins regular" panose="00000500000000000000" pitchFamily="2" charset="0"/>
                <a:ea typeface="Open Sans" panose="020B0606030504020204" pitchFamily="34" charset="0"/>
                <a:cs typeface="Poppins regular" panose="00000500000000000000" pitchFamily="2" charset="0"/>
              </a:rPr>
              <a:t>24</a:t>
            </a:r>
          </a:p>
          <a:p>
            <a:pPr algn="ctr">
              <a:lnSpc>
                <a:spcPts val="2000"/>
              </a:lnSpc>
            </a:pPr>
            <a:r>
              <a:rPr lang="en-US" sz="1000" i="0" dirty="0">
                <a:effectLst/>
                <a:latin typeface="Poppins regular" panose="00000500000000000000" pitchFamily="2" charset="0"/>
                <a:ea typeface="Open Sans" panose="020B0606030504020204" pitchFamily="34" charset="0"/>
                <a:cs typeface="Poppins regular" panose="00000500000000000000" pitchFamily="2" charset="0"/>
              </a:rPr>
              <a:t>21</a:t>
            </a:r>
          </a:p>
        </p:txBody>
      </p:sp>
      <p:sp>
        <p:nvSpPr>
          <p:cNvPr id="97" name="Freeform 110">
            <a:extLst>
              <a:ext uri="{FF2B5EF4-FFF2-40B4-BE49-F238E27FC236}">
                <a16:creationId xmlns:a16="http://schemas.microsoft.com/office/drawing/2014/main" id="{418DBAD4-703F-4954-A8D4-6C7FD58E9E53}"/>
              </a:ext>
            </a:extLst>
          </p:cNvPr>
          <p:cNvSpPr>
            <a:spLocks noEditPoints="1"/>
          </p:cNvSpPr>
          <p:nvPr/>
        </p:nvSpPr>
        <p:spPr bwMode="auto">
          <a:xfrm>
            <a:off x="1236262" y="3544293"/>
            <a:ext cx="225425" cy="254000"/>
          </a:xfrm>
          <a:custGeom>
            <a:avLst/>
            <a:gdLst>
              <a:gd name="T0" fmla="*/ 9 w 142"/>
              <a:gd name="T1" fmla="*/ 9 h 160"/>
              <a:gd name="T2" fmla="*/ 105 w 142"/>
              <a:gd name="T3" fmla="*/ 9 h 160"/>
              <a:gd name="T4" fmla="*/ 105 w 142"/>
              <a:gd name="T5" fmla="*/ 43 h 160"/>
              <a:gd name="T6" fmla="*/ 110 w 142"/>
              <a:gd name="T7" fmla="*/ 43 h 160"/>
              <a:gd name="T8" fmla="*/ 113 w 142"/>
              <a:gd name="T9" fmla="*/ 43 h 160"/>
              <a:gd name="T10" fmla="*/ 113 w 142"/>
              <a:gd name="T11" fmla="*/ 0 h 160"/>
              <a:gd name="T12" fmla="*/ 0 w 142"/>
              <a:gd name="T13" fmla="*/ 0 h 160"/>
              <a:gd name="T14" fmla="*/ 0 w 142"/>
              <a:gd name="T15" fmla="*/ 129 h 160"/>
              <a:gd name="T16" fmla="*/ 72 w 142"/>
              <a:gd name="T17" fmla="*/ 129 h 160"/>
              <a:gd name="T18" fmla="*/ 72 w 142"/>
              <a:gd name="T19" fmla="*/ 121 h 160"/>
              <a:gd name="T20" fmla="*/ 9 w 142"/>
              <a:gd name="T21" fmla="*/ 121 h 160"/>
              <a:gd name="T22" fmla="*/ 9 w 142"/>
              <a:gd name="T23" fmla="*/ 9 h 160"/>
              <a:gd name="T24" fmla="*/ 21 w 142"/>
              <a:gd name="T25" fmla="*/ 70 h 160"/>
              <a:gd name="T26" fmla="*/ 80 w 142"/>
              <a:gd name="T27" fmla="*/ 70 h 160"/>
              <a:gd name="T28" fmla="*/ 83 w 142"/>
              <a:gd name="T29" fmla="*/ 60 h 160"/>
              <a:gd name="T30" fmla="*/ 21 w 142"/>
              <a:gd name="T31" fmla="*/ 60 h 160"/>
              <a:gd name="T32" fmla="*/ 21 w 142"/>
              <a:gd name="T33" fmla="*/ 70 h 160"/>
              <a:gd name="T34" fmla="*/ 93 w 142"/>
              <a:gd name="T35" fmla="*/ 31 h 160"/>
              <a:gd name="T36" fmla="*/ 21 w 142"/>
              <a:gd name="T37" fmla="*/ 31 h 160"/>
              <a:gd name="T38" fmla="*/ 21 w 142"/>
              <a:gd name="T39" fmla="*/ 39 h 160"/>
              <a:gd name="T40" fmla="*/ 93 w 142"/>
              <a:gd name="T41" fmla="*/ 39 h 160"/>
              <a:gd name="T42" fmla="*/ 93 w 142"/>
              <a:gd name="T43" fmla="*/ 31 h 160"/>
              <a:gd name="T44" fmla="*/ 21 w 142"/>
              <a:gd name="T45" fmla="*/ 99 h 160"/>
              <a:gd name="T46" fmla="*/ 82 w 142"/>
              <a:gd name="T47" fmla="*/ 99 h 160"/>
              <a:gd name="T48" fmla="*/ 88 w 142"/>
              <a:gd name="T49" fmla="*/ 97 h 160"/>
              <a:gd name="T50" fmla="*/ 84 w 142"/>
              <a:gd name="T51" fmla="*/ 90 h 160"/>
              <a:gd name="T52" fmla="*/ 21 w 142"/>
              <a:gd name="T53" fmla="*/ 90 h 160"/>
              <a:gd name="T54" fmla="*/ 21 w 142"/>
              <a:gd name="T55" fmla="*/ 99 h 160"/>
              <a:gd name="T56" fmla="*/ 88 w 142"/>
              <a:gd name="T57" fmla="*/ 75 h 160"/>
              <a:gd name="T58" fmla="*/ 110 w 142"/>
              <a:gd name="T59" fmla="*/ 100 h 160"/>
              <a:gd name="T60" fmla="*/ 134 w 142"/>
              <a:gd name="T61" fmla="*/ 75 h 160"/>
              <a:gd name="T62" fmla="*/ 110 w 142"/>
              <a:gd name="T63" fmla="*/ 51 h 160"/>
              <a:gd name="T64" fmla="*/ 88 w 142"/>
              <a:gd name="T65" fmla="*/ 75 h 160"/>
              <a:gd name="T66" fmla="*/ 129 w 142"/>
              <a:gd name="T67" fmla="*/ 104 h 160"/>
              <a:gd name="T68" fmla="*/ 91 w 142"/>
              <a:gd name="T69" fmla="*/ 104 h 160"/>
              <a:gd name="T70" fmla="*/ 80 w 142"/>
              <a:gd name="T71" fmla="*/ 119 h 160"/>
              <a:gd name="T72" fmla="*/ 80 w 142"/>
              <a:gd name="T73" fmla="*/ 160 h 160"/>
              <a:gd name="T74" fmla="*/ 140 w 142"/>
              <a:gd name="T75" fmla="*/ 160 h 160"/>
              <a:gd name="T76" fmla="*/ 142 w 142"/>
              <a:gd name="T77" fmla="*/ 160 h 160"/>
              <a:gd name="T78" fmla="*/ 142 w 142"/>
              <a:gd name="T79" fmla="*/ 119 h 160"/>
              <a:gd name="T80" fmla="*/ 129 w 142"/>
              <a:gd name="T81" fmla="*/ 104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142" h="160">
                <a:moveTo>
                  <a:pt x="9" y="9"/>
                </a:moveTo>
                <a:cubicBezTo>
                  <a:pt x="105" y="9"/>
                  <a:pt x="105" y="9"/>
                  <a:pt x="105" y="9"/>
                </a:cubicBezTo>
                <a:cubicBezTo>
                  <a:pt x="105" y="43"/>
                  <a:pt x="105" y="43"/>
                  <a:pt x="105" y="43"/>
                </a:cubicBezTo>
                <a:cubicBezTo>
                  <a:pt x="107" y="43"/>
                  <a:pt x="108" y="43"/>
                  <a:pt x="110" y="43"/>
                </a:cubicBezTo>
                <a:cubicBezTo>
                  <a:pt x="111" y="43"/>
                  <a:pt x="111" y="43"/>
                  <a:pt x="113" y="43"/>
                </a:cubicBezTo>
                <a:cubicBezTo>
                  <a:pt x="113" y="0"/>
                  <a:pt x="113" y="0"/>
                  <a:pt x="11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29"/>
                  <a:pt x="0" y="129"/>
                  <a:pt x="0" y="129"/>
                </a:cubicBezTo>
                <a:cubicBezTo>
                  <a:pt x="72" y="129"/>
                  <a:pt x="72" y="129"/>
                  <a:pt x="72" y="129"/>
                </a:cubicBezTo>
                <a:cubicBezTo>
                  <a:pt x="72" y="121"/>
                  <a:pt x="72" y="121"/>
                  <a:pt x="72" y="121"/>
                </a:cubicBezTo>
                <a:cubicBezTo>
                  <a:pt x="9" y="121"/>
                  <a:pt x="9" y="121"/>
                  <a:pt x="9" y="121"/>
                </a:cubicBezTo>
                <a:cubicBezTo>
                  <a:pt x="9" y="9"/>
                  <a:pt x="9" y="9"/>
                  <a:pt x="9" y="9"/>
                </a:cubicBezTo>
                <a:close/>
                <a:moveTo>
                  <a:pt x="21" y="70"/>
                </a:moveTo>
                <a:cubicBezTo>
                  <a:pt x="80" y="70"/>
                  <a:pt x="80" y="70"/>
                  <a:pt x="80" y="70"/>
                </a:cubicBezTo>
                <a:cubicBezTo>
                  <a:pt x="80" y="67"/>
                  <a:pt x="81" y="63"/>
                  <a:pt x="83" y="60"/>
                </a:cubicBezTo>
                <a:cubicBezTo>
                  <a:pt x="21" y="60"/>
                  <a:pt x="21" y="60"/>
                  <a:pt x="21" y="60"/>
                </a:cubicBezTo>
                <a:lnTo>
                  <a:pt x="21" y="70"/>
                </a:lnTo>
                <a:close/>
                <a:moveTo>
                  <a:pt x="93" y="31"/>
                </a:moveTo>
                <a:cubicBezTo>
                  <a:pt x="21" y="31"/>
                  <a:pt x="21" y="31"/>
                  <a:pt x="21" y="31"/>
                </a:cubicBezTo>
                <a:cubicBezTo>
                  <a:pt x="21" y="39"/>
                  <a:pt x="21" y="39"/>
                  <a:pt x="21" y="39"/>
                </a:cubicBezTo>
                <a:cubicBezTo>
                  <a:pt x="93" y="39"/>
                  <a:pt x="93" y="39"/>
                  <a:pt x="93" y="39"/>
                </a:cubicBezTo>
                <a:lnTo>
                  <a:pt x="93" y="31"/>
                </a:lnTo>
                <a:close/>
                <a:moveTo>
                  <a:pt x="21" y="99"/>
                </a:moveTo>
                <a:cubicBezTo>
                  <a:pt x="82" y="99"/>
                  <a:pt x="82" y="99"/>
                  <a:pt x="82" y="99"/>
                </a:cubicBezTo>
                <a:cubicBezTo>
                  <a:pt x="84" y="99"/>
                  <a:pt x="85" y="97"/>
                  <a:pt x="88" y="97"/>
                </a:cubicBezTo>
                <a:cubicBezTo>
                  <a:pt x="85" y="95"/>
                  <a:pt x="85" y="92"/>
                  <a:pt x="84" y="90"/>
                </a:cubicBezTo>
                <a:cubicBezTo>
                  <a:pt x="21" y="90"/>
                  <a:pt x="21" y="90"/>
                  <a:pt x="21" y="90"/>
                </a:cubicBezTo>
                <a:lnTo>
                  <a:pt x="21" y="99"/>
                </a:lnTo>
                <a:close/>
                <a:moveTo>
                  <a:pt x="88" y="75"/>
                </a:moveTo>
                <a:cubicBezTo>
                  <a:pt x="88" y="88"/>
                  <a:pt x="98" y="100"/>
                  <a:pt x="110" y="100"/>
                </a:cubicBezTo>
                <a:cubicBezTo>
                  <a:pt x="123" y="100"/>
                  <a:pt x="134" y="88"/>
                  <a:pt x="134" y="75"/>
                </a:cubicBezTo>
                <a:cubicBezTo>
                  <a:pt x="134" y="61"/>
                  <a:pt x="123" y="51"/>
                  <a:pt x="110" y="51"/>
                </a:cubicBezTo>
                <a:cubicBezTo>
                  <a:pt x="98" y="51"/>
                  <a:pt x="88" y="61"/>
                  <a:pt x="88" y="75"/>
                </a:cubicBezTo>
                <a:close/>
                <a:moveTo>
                  <a:pt x="129" y="104"/>
                </a:moveTo>
                <a:cubicBezTo>
                  <a:pt x="91" y="104"/>
                  <a:pt x="91" y="104"/>
                  <a:pt x="91" y="104"/>
                </a:cubicBezTo>
                <a:cubicBezTo>
                  <a:pt x="85" y="104"/>
                  <a:pt x="80" y="111"/>
                  <a:pt x="80" y="119"/>
                </a:cubicBezTo>
                <a:cubicBezTo>
                  <a:pt x="80" y="160"/>
                  <a:pt x="80" y="160"/>
                  <a:pt x="80" y="160"/>
                </a:cubicBezTo>
                <a:cubicBezTo>
                  <a:pt x="140" y="160"/>
                  <a:pt x="140" y="160"/>
                  <a:pt x="140" y="160"/>
                </a:cubicBezTo>
                <a:cubicBezTo>
                  <a:pt x="142" y="160"/>
                  <a:pt x="142" y="160"/>
                  <a:pt x="142" y="160"/>
                </a:cubicBezTo>
                <a:cubicBezTo>
                  <a:pt x="142" y="119"/>
                  <a:pt x="142" y="119"/>
                  <a:pt x="142" y="119"/>
                </a:cubicBezTo>
                <a:cubicBezTo>
                  <a:pt x="142" y="111"/>
                  <a:pt x="136" y="104"/>
                  <a:pt x="129" y="10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8" name="Freeform 159">
            <a:extLst>
              <a:ext uri="{FF2B5EF4-FFF2-40B4-BE49-F238E27FC236}">
                <a16:creationId xmlns:a16="http://schemas.microsoft.com/office/drawing/2014/main" id="{7EAF6486-5487-4FAF-B8D8-5040A0EC82F6}"/>
              </a:ext>
            </a:extLst>
          </p:cNvPr>
          <p:cNvSpPr>
            <a:spLocks noEditPoints="1"/>
          </p:cNvSpPr>
          <p:nvPr/>
        </p:nvSpPr>
        <p:spPr bwMode="auto">
          <a:xfrm>
            <a:off x="1221974" y="4584181"/>
            <a:ext cx="254000" cy="249238"/>
          </a:xfrm>
          <a:custGeom>
            <a:avLst/>
            <a:gdLst>
              <a:gd name="T0" fmla="*/ 133 w 160"/>
              <a:gd name="T1" fmla="*/ 3 h 157"/>
              <a:gd name="T2" fmla="*/ 31 w 160"/>
              <a:gd name="T3" fmla="*/ 0 h 157"/>
              <a:gd name="T4" fmla="*/ 0 w 160"/>
              <a:gd name="T5" fmla="*/ 50 h 157"/>
              <a:gd name="T6" fmla="*/ 0 w 160"/>
              <a:gd name="T7" fmla="*/ 50 h 157"/>
              <a:gd name="T8" fmla="*/ 0 w 160"/>
              <a:gd name="T9" fmla="*/ 52 h 157"/>
              <a:gd name="T10" fmla="*/ 0 w 160"/>
              <a:gd name="T11" fmla="*/ 52 h 157"/>
              <a:gd name="T12" fmla="*/ 0 w 160"/>
              <a:gd name="T13" fmla="*/ 54 h 157"/>
              <a:gd name="T14" fmla="*/ 0 w 160"/>
              <a:gd name="T15" fmla="*/ 54 h 157"/>
              <a:gd name="T16" fmla="*/ 77 w 160"/>
              <a:gd name="T17" fmla="*/ 155 h 157"/>
              <a:gd name="T18" fmla="*/ 77 w 160"/>
              <a:gd name="T19" fmla="*/ 155 h 157"/>
              <a:gd name="T20" fmla="*/ 77 w 160"/>
              <a:gd name="T21" fmla="*/ 155 h 157"/>
              <a:gd name="T22" fmla="*/ 80 w 160"/>
              <a:gd name="T23" fmla="*/ 157 h 157"/>
              <a:gd name="T24" fmla="*/ 80 w 160"/>
              <a:gd name="T25" fmla="*/ 157 h 157"/>
              <a:gd name="T26" fmla="*/ 80 w 160"/>
              <a:gd name="T27" fmla="*/ 157 h 157"/>
              <a:gd name="T28" fmla="*/ 80 w 160"/>
              <a:gd name="T29" fmla="*/ 157 h 157"/>
              <a:gd name="T30" fmla="*/ 82 w 160"/>
              <a:gd name="T31" fmla="*/ 157 h 157"/>
              <a:gd name="T32" fmla="*/ 82 w 160"/>
              <a:gd name="T33" fmla="*/ 155 h 157"/>
              <a:gd name="T34" fmla="*/ 82 w 160"/>
              <a:gd name="T35" fmla="*/ 155 h 157"/>
              <a:gd name="T36" fmla="*/ 84 w 160"/>
              <a:gd name="T37" fmla="*/ 155 h 157"/>
              <a:gd name="T38" fmla="*/ 159 w 160"/>
              <a:gd name="T39" fmla="*/ 54 h 157"/>
              <a:gd name="T40" fmla="*/ 89 w 160"/>
              <a:gd name="T41" fmla="*/ 9 h 157"/>
              <a:gd name="T42" fmla="*/ 56 w 160"/>
              <a:gd name="T43" fmla="*/ 46 h 157"/>
              <a:gd name="T44" fmla="*/ 89 w 160"/>
              <a:gd name="T45" fmla="*/ 9 h 157"/>
              <a:gd name="T46" fmla="*/ 33 w 160"/>
              <a:gd name="T47" fmla="*/ 9 h 157"/>
              <a:gd name="T48" fmla="*/ 47 w 160"/>
              <a:gd name="T49" fmla="*/ 46 h 157"/>
              <a:gd name="T50" fmla="*/ 33 w 160"/>
              <a:gd name="T51" fmla="*/ 9 h 157"/>
              <a:gd name="T52" fmla="*/ 13 w 160"/>
              <a:gd name="T53" fmla="*/ 56 h 157"/>
              <a:gd name="T54" fmla="*/ 67 w 160"/>
              <a:gd name="T55" fmla="*/ 130 h 157"/>
              <a:gd name="T56" fmla="*/ 13 w 160"/>
              <a:gd name="T57" fmla="*/ 56 h 157"/>
              <a:gd name="T58" fmla="*/ 56 w 160"/>
              <a:gd name="T59" fmla="*/ 56 h 157"/>
              <a:gd name="T60" fmla="*/ 80 w 160"/>
              <a:gd name="T61" fmla="*/ 135 h 157"/>
              <a:gd name="T62" fmla="*/ 91 w 160"/>
              <a:gd name="T63" fmla="*/ 130 h 157"/>
              <a:gd name="T64" fmla="*/ 146 w 160"/>
              <a:gd name="T65" fmla="*/ 56 h 157"/>
              <a:gd name="T66" fmla="*/ 91 w 160"/>
              <a:gd name="T67" fmla="*/ 130 h 157"/>
              <a:gd name="T68" fmla="*/ 98 w 160"/>
              <a:gd name="T69" fmla="*/ 9 h 157"/>
              <a:gd name="T70" fmla="*/ 148 w 160"/>
              <a:gd name="T71" fmla="*/ 46 h 157"/>
              <a:gd name="T72" fmla="*/ 113 w 160"/>
              <a:gd name="T73" fmla="*/ 46 h 157"/>
              <a:gd name="T74" fmla="*/ 113 w 160"/>
              <a:gd name="T75" fmla="*/ 46 h 1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60" h="157">
                <a:moveTo>
                  <a:pt x="159" y="50"/>
                </a:moveTo>
                <a:cubicBezTo>
                  <a:pt x="133" y="3"/>
                  <a:pt x="133" y="3"/>
                  <a:pt x="133" y="3"/>
                </a:cubicBezTo>
                <a:cubicBezTo>
                  <a:pt x="131" y="2"/>
                  <a:pt x="129" y="0"/>
                  <a:pt x="129" y="0"/>
                </a:cubicBezTo>
                <a:cubicBezTo>
                  <a:pt x="31" y="0"/>
                  <a:pt x="31" y="0"/>
                  <a:pt x="31" y="0"/>
                </a:cubicBezTo>
                <a:cubicBezTo>
                  <a:pt x="29" y="0"/>
                  <a:pt x="27" y="2"/>
                  <a:pt x="27" y="3"/>
                </a:cubicBezTo>
                <a:cubicBezTo>
                  <a:pt x="0" y="50"/>
                  <a:pt x="0" y="50"/>
                  <a:pt x="0" y="50"/>
                </a:cubicBezTo>
                <a:cubicBezTo>
                  <a:pt x="0" y="50"/>
                  <a:pt x="0" y="50"/>
                  <a:pt x="0" y="50"/>
                </a:cubicBezTo>
                <a:cubicBezTo>
                  <a:pt x="0" y="50"/>
                  <a:pt x="0" y="50"/>
                  <a:pt x="0" y="50"/>
                </a:cubicBezTo>
                <a:cubicBezTo>
                  <a:pt x="0" y="50"/>
                  <a:pt x="0" y="50"/>
                  <a:pt x="0" y="50"/>
                </a:cubicBezTo>
                <a:cubicBezTo>
                  <a:pt x="0" y="52"/>
                  <a:pt x="0" y="52"/>
                  <a:pt x="0" y="52"/>
                </a:cubicBezTo>
                <a:cubicBezTo>
                  <a:pt x="0" y="52"/>
                  <a:pt x="0" y="52"/>
                  <a:pt x="0" y="52"/>
                </a:cubicBezTo>
                <a:cubicBezTo>
                  <a:pt x="0" y="52"/>
                  <a:pt x="0" y="52"/>
                  <a:pt x="0" y="52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77" y="155"/>
                  <a:pt x="77" y="155"/>
                  <a:pt x="77" y="155"/>
                </a:cubicBezTo>
                <a:cubicBezTo>
                  <a:pt x="77" y="155"/>
                  <a:pt x="77" y="155"/>
                  <a:pt x="77" y="155"/>
                </a:cubicBezTo>
                <a:cubicBezTo>
                  <a:pt x="77" y="155"/>
                  <a:pt x="77" y="155"/>
                  <a:pt x="77" y="155"/>
                </a:cubicBezTo>
                <a:cubicBezTo>
                  <a:pt x="77" y="155"/>
                  <a:pt x="77" y="155"/>
                  <a:pt x="77" y="155"/>
                </a:cubicBezTo>
                <a:cubicBezTo>
                  <a:pt x="77" y="155"/>
                  <a:pt x="77" y="155"/>
                  <a:pt x="77" y="155"/>
                </a:cubicBezTo>
                <a:cubicBezTo>
                  <a:pt x="77" y="155"/>
                  <a:pt x="77" y="155"/>
                  <a:pt x="77" y="155"/>
                </a:cubicBezTo>
                <a:cubicBezTo>
                  <a:pt x="78" y="155"/>
                  <a:pt x="78" y="157"/>
                  <a:pt x="78" y="157"/>
                </a:cubicBezTo>
                <a:cubicBezTo>
                  <a:pt x="78" y="157"/>
                  <a:pt x="78" y="157"/>
                  <a:pt x="80" y="157"/>
                </a:cubicBezTo>
                <a:cubicBezTo>
                  <a:pt x="80" y="157"/>
                  <a:pt x="80" y="157"/>
                  <a:pt x="80" y="157"/>
                </a:cubicBezTo>
                <a:cubicBezTo>
                  <a:pt x="80" y="157"/>
                  <a:pt x="80" y="157"/>
                  <a:pt x="80" y="157"/>
                </a:cubicBezTo>
                <a:cubicBezTo>
                  <a:pt x="80" y="157"/>
                  <a:pt x="80" y="157"/>
                  <a:pt x="80" y="157"/>
                </a:cubicBezTo>
                <a:cubicBezTo>
                  <a:pt x="80" y="157"/>
                  <a:pt x="80" y="157"/>
                  <a:pt x="80" y="157"/>
                </a:cubicBezTo>
                <a:cubicBezTo>
                  <a:pt x="80" y="157"/>
                  <a:pt x="80" y="157"/>
                  <a:pt x="80" y="157"/>
                </a:cubicBezTo>
                <a:cubicBezTo>
                  <a:pt x="80" y="157"/>
                  <a:pt x="80" y="157"/>
                  <a:pt x="80" y="157"/>
                </a:cubicBezTo>
                <a:cubicBezTo>
                  <a:pt x="80" y="157"/>
                  <a:pt x="80" y="157"/>
                  <a:pt x="80" y="157"/>
                </a:cubicBezTo>
                <a:cubicBezTo>
                  <a:pt x="82" y="157"/>
                  <a:pt x="82" y="157"/>
                  <a:pt x="82" y="157"/>
                </a:cubicBezTo>
                <a:cubicBezTo>
                  <a:pt x="82" y="157"/>
                  <a:pt x="82" y="157"/>
                  <a:pt x="82" y="155"/>
                </a:cubicBezTo>
                <a:cubicBezTo>
                  <a:pt x="82" y="155"/>
                  <a:pt x="82" y="155"/>
                  <a:pt x="82" y="155"/>
                </a:cubicBezTo>
                <a:cubicBezTo>
                  <a:pt x="82" y="155"/>
                  <a:pt x="82" y="155"/>
                  <a:pt x="82" y="155"/>
                </a:cubicBezTo>
                <a:cubicBezTo>
                  <a:pt x="82" y="155"/>
                  <a:pt x="82" y="155"/>
                  <a:pt x="82" y="155"/>
                </a:cubicBezTo>
                <a:cubicBezTo>
                  <a:pt x="82" y="155"/>
                  <a:pt x="82" y="155"/>
                  <a:pt x="84" y="155"/>
                </a:cubicBezTo>
                <a:cubicBezTo>
                  <a:pt x="84" y="155"/>
                  <a:pt x="84" y="155"/>
                  <a:pt x="84" y="155"/>
                </a:cubicBezTo>
                <a:cubicBezTo>
                  <a:pt x="84" y="155"/>
                  <a:pt x="84" y="155"/>
                  <a:pt x="84" y="155"/>
                </a:cubicBezTo>
                <a:cubicBezTo>
                  <a:pt x="159" y="54"/>
                  <a:pt x="159" y="54"/>
                  <a:pt x="159" y="54"/>
                </a:cubicBezTo>
                <a:cubicBezTo>
                  <a:pt x="160" y="54"/>
                  <a:pt x="160" y="52"/>
                  <a:pt x="159" y="50"/>
                </a:cubicBezTo>
                <a:close/>
                <a:moveTo>
                  <a:pt x="89" y="9"/>
                </a:moveTo>
                <a:cubicBezTo>
                  <a:pt x="104" y="46"/>
                  <a:pt x="104" y="46"/>
                  <a:pt x="104" y="46"/>
                </a:cubicBezTo>
                <a:cubicBezTo>
                  <a:pt x="56" y="46"/>
                  <a:pt x="56" y="46"/>
                  <a:pt x="56" y="46"/>
                </a:cubicBezTo>
                <a:cubicBezTo>
                  <a:pt x="71" y="9"/>
                  <a:pt x="71" y="9"/>
                  <a:pt x="71" y="9"/>
                </a:cubicBezTo>
                <a:cubicBezTo>
                  <a:pt x="89" y="9"/>
                  <a:pt x="89" y="9"/>
                  <a:pt x="89" y="9"/>
                </a:cubicBezTo>
                <a:cubicBezTo>
                  <a:pt x="89" y="9"/>
                  <a:pt x="89" y="9"/>
                  <a:pt x="89" y="9"/>
                </a:cubicBezTo>
                <a:close/>
                <a:moveTo>
                  <a:pt x="33" y="9"/>
                </a:moveTo>
                <a:cubicBezTo>
                  <a:pt x="60" y="9"/>
                  <a:pt x="60" y="9"/>
                  <a:pt x="60" y="9"/>
                </a:cubicBezTo>
                <a:cubicBezTo>
                  <a:pt x="47" y="46"/>
                  <a:pt x="47" y="46"/>
                  <a:pt x="47" y="46"/>
                </a:cubicBezTo>
                <a:cubicBezTo>
                  <a:pt x="11" y="46"/>
                  <a:pt x="11" y="46"/>
                  <a:pt x="11" y="46"/>
                </a:cubicBezTo>
                <a:cubicBezTo>
                  <a:pt x="33" y="9"/>
                  <a:pt x="33" y="9"/>
                  <a:pt x="33" y="9"/>
                </a:cubicBezTo>
                <a:cubicBezTo>
                  <a:pt x="33" y="9"/>
                  <a:pt x="33" y="9"/>
                  <a:pt x="33" y="9"/>
                </a:cubicBezTo>
                <a:close/>
                <a:moveTo>
                  <a:pt x="13" y="56"/>
                </a:moveTo>
                <a:cubicBezTo>
                  <a:pt x="46" y="56"/>
                  <a:pt x="46" y="56"/>
                  <a:pt x="46" y="56"/>
                </a:cubicBezTo>
                <a:cubicBezTo>
                  <a:pt x="67" y="130"/>
                  <a:pt x="67" y="130"/>
                  <a:pt x="67" y="130"/>
                </a:cubicBezTo>
                <a:cubicBezTo>
                  <a:pt x="13" y="56"/>
                  <a:pt x="13" y="56"/>
                  <a:pt x="13" y="56"/>
                </a:cubicBezTo>
                <a:cubicBezTo>
                  <a:pt x="13" y="56"/>
                  <a:pt x="13" y="56"/>
                  <a:pt x="13" y="56"/>
                </a:cubicBezTo>
                <a:close/>
                <a:moveTo>
                  <a:pt x="80" y="135"/>
                </a:moveTo>
                <a:cubicBezTo>
                  <a:pt x="56" y="56"/>
                  <a:pt x="56" y="56"/>
                  <a:pt x="56" y="56"/>
                </a:cubicBezTo>
                <a:cubicBezTo>
                  <a:pt x="104" y="56"/>
                  <a:pt x="104" y="56"/>
                  <a:pt x="104" y="56"/>
                </a:cubicBezTo>
                <a:cubicBezTo>
                  <a:pt x="80" y="135"/>
                  <a:pt x="80" y="135"/>
                  <a:pt x="80" y="135"/>
                </a:cubicBezTo>
                <a:cubicBezTo>
                  <a:pt x="80" y="135"/>
                  <a:pt x="80" y="135"/>
                  <a:pt x="80" y="135"/>
                </a:cubicBezTo>
                <a:close/>
                <a:moveTo>
                  <a:pt x="91" y="130"/>
                </a:moveTo>
                <a:cubicBezTo>
                  <a:pt x="113" y="56"/>
                  <a:pt x="113" y="56"/>
                  <a:pt x="113" y="56"/>
                </a:cubicBezTo>
                <a:cubicBezTo>
                  <a:pt x="146" y="56"/>
                  <a:pt x="146" y="56"/>
                  <a:pt x="146" y="56"/>
                </a:cubicBezTo>
                <a:cubicBezTo>
                  <a:pt x="91" y="130"/>
                  <a:pt x="91" y="130"/>
                  <a:pt x="91" y="130"/>
                </a:cubicBezTo>
                <a:cubicBezTo>
                  <a:pt x="91" y="130"/>
                  <a:pt x="91" y="130"/>
                  <a:pt x="91" y="130"/>
                </a:cubicBezTo>
                <a:close/>
                <a:moveTo>
                  <a:pt x="113" y="46"/>
                </a:moveTo>
                <a:cubicBezTo>
                  <a:pt x="98" y="9"/>
                  <a:pt x="98" y="9"/>
                  <a:pt x="98" y="9"/>
                </a:cubicBezTo>
                <a:cubicBezTo>
                  <a:pt x="126" y="9"/>
                  <a:pt x="126" y="9"/>
                  <a:pt x="126" y="9"/>
                </a:cubicBezTo>
                <a:cubicBezTo>
                  <a:pt x="148" y="46"/>
                  <a:pt x="148" y="46"/>
                  <a:pt x="148" y="46"/>
                </a:cubicBezTo>
                <a:cubicBezTo>
                  <a:pt x="113" y="46"/>
                  <a:pt x="113" y="46"/>
                  <a:pt x="113" y="46"/>
                </a:cubicBezTo>
                <a:cubicBezTo>
                  <a:pt x="113" y="46"/>
                  <a:pt x="113" y="46"/>
                  <a:pt x="113" y="46"/>
                </a:cubicBezTo>
                <a:close/>
                <a:moveTo>
                  <a:pt x="113" y="46"/>
                </a:moveTo>
                <a:cubicBezTo>
                  <a:pt x="113" y="46"/>
                  <a:pt x="113" y="46"/>
                  <a:pt x="113" y="46"/>
                </a:cubicBezTo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9" name="Freeform 162">
            <a:extLst>
              <a:ext uri="{FF2B5EF4-FFF2-40B4-BE49-F238E27FC236}">
                <a16:creationId xmlns:a16="http://schemas.microsoft.com/office/drawing/2014/main" id="{10F3ED1B-FDD3-4318-BA66-A6CE8DACED1D}"/>
              </a:ext>
            </a:extLst>
          </p:cNvPr>
          <p:cNvSpPr>
            <a:spLocks noEditPoints="1"/>
          </p:cNvSpPr>
          <p:nvPr/>
        </p:nvSpPr>
        <p:spPr bwMode="auto">
          <a:xfrm>
            <a:off x="1228324" y="2506786"/>
            <a:ext cx="241300" cy="254000"/>
          </a:xfrm>
          <a:custGeom>
            <a:avLst/>
            <a:gdLst>
              <a:gd name="T0" fmla="*/ 142 w 152"/>
              <a:gd name="T1" fmla="*/ 33 h 160"/>
              <a:gd name="T2" fmla="*/ 125 w 152"/>
              <a:gd name="T3" fmla="*/ 30 h 160"/>
              <a:gd name="T4" fmla="*/ 131 w 152"/>
              <a:gd name="T5" fmla="*/ 44 h 160"/>
              <a:gd name="T6" fmla="*/ 121 w 152"/>
              <a:gd name="T7" fmla="*/ 42 h 160"/>
              <a:gd name="T8" fmla="*/ 123 w 152"/>
              <a:gd name="T9" fmla="*/ 52 h 160"/>
              <a:gd name="T10" fmla="*/ 108 w 152"/>
              <a:gd name="T11" fmla="*/ 49 h 160"/>
              <a:gd name="T12" fmla="*/ 114 w 152"/>
              <a:gd name="T13" fmla="*/ 62 h 160"/>
              <a:gd name="T14" fmla="*/ 104 w 152"/>
              <a:gd name="T15" fmla="*/ 59 h 160"/>
              <a:gd name="T16" fmla="*/ 111 w 152"/>
              <a:gd name="T17" fmla="*/ 76 h 160"/>
              <a:gd name="T18" fmla="*/ 121 w 152"/>
              <a:gd name="T19" fmla="*/ 0 h 160"/>
              <a:gd name="T20" fmla="*/ 86 w 152"/>
              <a:gd name="T21" fmla="*/ 50 h 160"/>
              <a:gd name="T22" fmla="*/ 63 w 152"/>
              <a:gd name="T23" fmla="*/ 99 h 160"/>
              <a:gd name="T24" fmla="*/ 66 w 152"/>
              <a:gd name="T25" fmla="*/ 112 h 160"/>
              <a:gd name="T26" fmla="*/ 51 w 152"/>
              <a:gd name="T27" fmla="*/ 106 h 160"/>
              <a:gd name="T28" fmla="*/ 57 w 152"/>
              <a:gd name="T29" fmla="*/ 122 h 160"/>
              <a:gd name="T30" fmla="*/ 47 w 152"/>
              <a:gd name="T31" fmla="*/ 117 h 160"/>
              <a:gd name="T32" fmla="*/ 48 w 152"/>
              <a:gd name="T33" fmla="*/ 131 h 160"/>
              <a:gd name="T34" fmla="*/ 34 w 152"/>
              <a:gd name="T35" fmla="*/ 122 h 160"/>
              <a:gd name="T36" fmla="*/ 40 w 152"/>
              <a:gd name="T37" fmla="*/ 138 h 160"/>
              <a:gd name="T38" fmla="*/ 29 w 152"/>
              <a:gd name="T39" fmla="*/ 136 h 160"/>
              <a:gd name="T40" fmla="*/ 31 w 152"/>
              <a:gd name="T41" fmla="*/ 148 h 160"/>
              <a:gd name="T42" fmla="*/ 54 w 152"/>
              <a:gd name="T43" fmla="*/ 81 h 160"/>
              <a:gd name="T44" fmla="*/ 0 w 152"/>
              <a:gd name="T45" fmla="*/ 127 h 160"/>
              <a:gd name="T46" fmla="*/ 79 w 152"/>
              <a:gd name="T47" fmla="*/ 108 h 160"/>
              <a:gd name="T48" fmla="*/ 63 w 152"/>
              <a:gd name="T49" fmla="*/ 99 h 160"/>
              <a:gd name="T50" fmla="*/ 42 w 152"/>
              <a:gd name="T51" fmla="*/ 10 h 160"/>
              <a:gd name="T52" fmla="*/ 38 w 152"/>
              <a:gd name="T53" fmla="*/ 56 h 160"/>
              <a:gd name="T54" fmla="*/ 138 w 152"/>
              <a:gd name="T55" fmla="*/ 142 h 160"/>
              <a:gd name="T56" fmla="*/ 61 w 152"/>
              <a:gd name="T57" fmla="*/ 31 h 160"/>
              <a:gd name="T58" fmla="*/ 27 w 152"/>
              <a:gd name="T59" fmla="*/ 34 h 160"/>
              <a:gd name="T60" fmla="*/ 48 w 152"/>
              <a:gd name="T61" fmla="*/ 26 h 160"/>
              <a:gd name="T62" fmla="*/ 124 w 152"/>
              <a:gd name="T63" fmla="*/ 131 h 160"/>
              <a:gd name="T64" fmla="*/ 99 w 152"/>
              <a:gd name="T65" fmla="*/ 117 h 160"/>
              <a:gd name="T66" fmla="*/ 110 w 152"/>
              <a:gd name="T67" fmla="*/ 109 h 160"/>
              <a:gd name="T68" fmla="*/ 119 w 152"/>
              <a:gd name="T69" fmla="*/ 98 h 160"/>
              <a:gd name="T70" fmla="*/ 130 w 152"/>
              <a:gd name="T71" fmla="*/ 124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52" h="160">
                <a:moveTo>
                  <a:pt x="121" y="11"/>
                </a:moveTo>
                <a:lnTo>
                  <a:pt x="142" y="33"/>
                </a:lnTo>
                <a:lnTo>
                  <a:pt x="134" y="39"/>
                </a:lnTo>
                <a:lnTo>
                  <a:pt x="125" y="30"/>
                </a:lnTo>
                <a:lnTo>
                  <a:pt x="121" y="35"/>
                </a:lnTo>
                <a:lnTo>
                  <a:pt x="131" y="44"/>
                </a:lnTo>
                <a:lnTo>
                  <a:pt x="127" y="49"/>
                </a:lnTo>
                <a:lnTo>
                  <a:pt x="121" y="42"/>
                </a:lnTo>
                <a:lnTo>
                  <a:pt x="117" y="45"/>
                </a:lnTo>
                <a:lnTo>
                  <a:pt x="123" y="52"/>
                </a:lnTo>
                <a:lnTo>
                  <a:pt x="117" y="58"/>
                </a:lnTo>
                <a:lnTo>
                  <a:pt x="108" y="49"/>
                </a:lnTo>
                <a:lnTo>
                  <a:pt x="104" y="52"/>
                </a:lnTo>
                <a:lnTo>
                  <a:pt x="114" y="62"/>
                </a:lnTo>
                <a:lnTo>
                  <a:pt x="110" y="67"/>
                </a:lnTo>
                <a:lnTo>
                  <a:pt x="104" y="59"/>
                </a:lnTo>
                <a:lnTo>
                  <a:pt x="99" y="64"/>
                </a:lnTo>
                <a:lnTo>
                  <a:pt x="111" y="76"/>
                </a:lnTo>
                <a:lnTo>
                  <a:pt x="152" y="33"/>
                </a:lnTo>
                <a:lnTo>
                  <a:pt x="121" y="0"/>
                </a:lnTo>
                <a:lnTo>
                  <a:pt x="80" y="44"/>
                </a:lnTo>
                <a:lnTo>
                  <a:pt x="86" y="50"/>
                </a:lnTo>
                <a:lnTo>
                  <a:pt x="121" y="11"/>
                </a:lnTo>
                <a:close/>
                <a:moveTo>
                  <a:pt x="63" y="99"/>
                </a:moveTo>
                <a:lnTo>
                  <a:pt x="70" y="108"/>
                </a:lnTo>
                <a:lnTo>
                  <a:pt x="66" y="112"/>
                </a:lnTo>
                <a:lnTo>
                  <a:pt x="55" y="101"/>
                </a:lnTo>
                <a:lnTo>
                  <a:pt x="51" y="106"/>
                </a:lnTo>
                <a:lnTo>
                  <a:pt x="61" y="117"/>
                </a:lnTo>
                <a:lnTo>
                  <a:pt x="57" y="122"/>
                </a:lnTo>
                <a:lnTo>
                  <a:pt x="49" y="113"/>
                </a:lnTo>
                <a:lnTo>
                  <a:pt x="47" y="117"/>
                </a:lnTo>
                <a:lnTo>
                  <a:pt x="53" y="124"/>
                </a:lnTo>
                <a:lnTo>
                  <a:pt x="48" y="131"/>
                </a:lnTo>
                <a:lnTo>
                  <a:pt x="38" y="120"/>
                </a:lnTo>
                <a:lnTo>
                  <a:pt x="34" y="122"/>
                </a:lnTo>
                <a:lnTo>
                  <a:pt x="44" y="136"/>
                </a:lnTo>
                <a:lnTo>
                  <a:pt x="40" y="138"/>
                </a:lnTo>
                <a:lnTo>
                  <a:pt x="32" y="132"/>
                </a:lnTo>
                <a:lnTo>
                  <a:pt x="29" y="136"/>
                </a:lnTo>
                <a:lnTo>
                  <a:pt x="35" y="143"/>
                </a:lnTo>
                <a:lnTo>
                  <a:pt x="31" y="148"/>
                </a:lnTo>
                <a:lnTo>
                  <a:pt x="10" y="127"/>
                </a:lnTo>
                <a:lnTo>
                  <a:pt x="54" y="81"/>
                </a:lnTo>
                <a:lnTo>
                  <a:pt x="49" y="76"/>
                </a:lnTo>
                <a:lnTo>
                  <a:pt x="0" y="127"/>
                </a:lnTo>
                <a:lnTo>
                  <a:pt x="31" y="160"/>
                </a:lnTo>
                <a:lnTo>
                  <a:pt x="79" y="108"/>
                </a:lnTo>
                <a:lnTo>
                  <a:pt x="67" y="94"/>
                </a:lnTo>
                <a:lnTo>
                  <a:pt x="63" y="99"/>
                </a:lnTo>
                <a:close/>
                <a:moveTo>
                  <a:pt x="61" y="31"/>
                </a:moveTo>
                <a:lnTo>
                  <a:pt x="42" y="10"/>
                </a:lnTo>
                <a:lnTo>
                  <a:pt x="18" y="34"/>
                </a:lnTo>
                <a:lnTo>
                  <a:pt x="38" y="56"/>
                </a:lnTo>
                <a:lnTo>
                  <a:pt x="101" y="123"/>
                </a:lnTo>
                <a:lnTo>
                  <a:pt x="138" y="142"/>
                </a:lnTo>
                <a:lnTo>
                  <a:pt x="124" y="98"/>
                </a:lnTo>
                <a:lnTo>
                  <a:pt x="61" y="31"/>
                </a:lnTo>
                <a:close/>
                <a:moveTo>
                  <a:pt x="34" y="43"/>
                </a:moveTo>
                <a:lnTo>
                  <a:pt x="27" y="34"/>
                </a:lnTo>
                <a:lnTo>
                  <a:pt x="42" y="19"/>
                </a:lnTo>
                <a:lnTo>
                  <a:pt x="48" y="26"/>
                </a:lnTo>
                <a:lnTo>
                  <a:pt x="34" y="43"/>
                </a:lnTo>
                <a:close/>
                <a:moveTo>
                  <a:pt x="124" y="131"/>
                </a:moveTo>
                <a:lnTo>
                  <a:pt x="102" y="120"/>
                </a:lnTo>
                <a:lnTo>
                  <a:pt x="99" y="117"/>
                </a:lnTo>
                <a:lnTo>
                  <a:pt x="112" y="118"/>
                </a:lnTo>
                <a:lnTo>
                  <a:pt x="110" y="109"/>
                </a:lnTo>
                <a:lnTo>
                  <a:pt x="119" y="110"/>
                </a:lnTo>
                <a:lnTo>
                  <a:pt x="119" y="98"/>
                </a:lnTo>
                <a:lnTo>
                  <a:pt x="121" y="99"/>
                </a:lnTo>
                <a:lnTo>
                  <a:pt x="130" y="124"/>
                </a:lnTo>
                <a:lnTo>
                  <a:pt x="124" y="13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0" name="Freeform 97">
            <a:extLst>
              <a:ext uri="{FF2B5EF4-FFF2-40B4-BE49-F238E27FC236}">
                <a16:creationId xmlns:a16="http://schemas.microsoft.com/office/drawing/2014/main" id="{562A461D-EAE4-4BFC-B5F7-D9B51EFD75C2}"/>
              </a:ext>
            </a:extLst>
          </p:cNvPr>
          <p:cNvSpPr>
            <a:spLocks noEditPoints="1"/>
          </p:cNvSpPr>
          <p:nvPr/>
        </p:nvSpPr>
        <p:spPr bwMode="auto">
          <a:xfrm>
            <a:off x="1221974" y="5619307"/>
            <a:ext cx="254000" cy="254000"/>
          </a:xfrm>
          <a:custGeom>
            <a:avLst/>
            <a:gdLst>
              <a:gd name="T0" fmla="*/ 87 w 160"/>
              <a:gd name="T1" fmla="*/ 73 h 160"/>
              <a:gd name="T2" fmla="*/ 90 w 160"/>
              <a:gd name="T3" fmla="*/ 80 h 160"/>
              <a:gd name="T4" fmla="*/ 87 w 160"/>
              <a:gd name="T5" fmla="*/ 88 h 160"/>
              <a:gd name="T6" fmla="*/ 78 w 160"/>
              <a:gd name="T7" fmla="*/ 90 h 160"/>
              <a:gd name="T8" fmla="*/ 71 w 160"/>
              <a:gd name="T9" fmla="*/ 86 h 160"/>
              <a:gd name="T10" fmla="*/ 70 w 160"/>
              <a:gd name="T11" fmla="*/ 78 h 160"/>
              <a:gd name="T12" fmla="*/ 74 w 160"/>
              <a:gd name="T13" fmla="*/ 72 h 160"/>
              <a:gd name="T14" fmla="*/ 82 w 160"/>
              <a:gd name="T15" fmla="*/ 70 h 160"/>
              <a:gd name="T16" fmla="*/ 64 w 160"/>
              <a:gd name="T17" fmla="*/ 62 h 160"/>
              <a:gd name="T18" fmla="*/ 39 w 160"/>
              <a:gd name="T19" fmla="*/ 113 h 160"/>
              <a:gd name="T20" fmla="*/ 41 w 160"/>
              <a:gd name="T21" fmla="*/ 120 h 160"/>
              <a:gd name="T22" fmla="*/ 48 w 160"/>
              <a:gd name="T23" fmla="*/ 121 h 160"/>
              <a:gd name="T24" fmla="*/ 99 w 160"/>
              <a:gd name="T25" fmla="*/ 96 h 160"/>
              <a:gd name="T26" fmla="*/ 121 w 160"/>
              <a:gd name="T27" fmla="*/ 44 h 160"/>
              <a:gd name="T28" fmla="*/ 116 w 160"/>
              <a:gd name="T29" fmla="*/ 39 h 160"/>
              <a:gd name="T30" fmla="*/ 87 w 160"/>
              <a:gd name="T31" fmla="*/ 16 h 160"/>
              <a:gd name="T32" fmla="*/ 111 w 160"/>
              <a:gd name="T33" fmla="*/ 24 h 160"/>
              <a:gd name="T34" fmla="*/ 130 w 160"/>
              <a:gd name="T35" fmla="*/ 39 h 160"/>
              <a:gd name="T36" fmla="*/ 142 w 160"/>
              <a:gd name="T37" fmla="*/ 61 h 160"/>
              <a:gd name="T38" fmla="*/ 144 w 160"/>
              <a:gd name="T39" fmla="*/ 87 h 160"/>
              <a:gd name="T40" fmla="*/ 137 w 160"/>
              <a:gd name="T41" fmla="*/ 111 h 160"/>
              <a:gd name="T42" fmla="*/ 121 w 160"/>
              <a:gd name="T43" fmla="*/ 130 h 160"/>
              <a:gd name="T44" fmla="*/ 99 w 160"/>
              <a:gd name="T45" fmla="*/ 142 h 160"/>
              <a:gd name="T46" fmla="*/ 73 w 160"/>
              <a:gd name="T47" fmla="*/ 144 h 160"/>
              <a:gd name="T48" fmla="*/ 49 w 160"/>
              <a:gd name="T49" fmla="*/ 137 h 160"/>
              <a:gd name="T50" fmla="*/ 30 w 160"/>
              <a:gd name="T51" fmla="*/ 121 h 160"/>
              <a:gd name="T52" fmla="*/ 18 w 160"/>
              <a:gd name="T53" fmla="*/ 100 h 160"/>
              <a:gd name="T54" fmla="*/ 16 w 160"/>
              <a:gd name="T55" fmla="*/ 74 h 160"/>
              <a:gd name="T56" fmla="*/ 23 w 160"/>
              <a:gd name="T57" fmla="*/ 49 h 160"/>
              <a:gd name="T58" fmla="*/ 39 w 160"/>
              <a:gd name="T59" fmla="*/ 31 h 160"/>
              <a:gd name="T60" fmla="*/ 61 w 160"/>
              <a:gd name="T61" fmla="*/ 19 h 160"/>
              <a:gd name="T62" fmla="*/ 80 w 160"/>
              <a:gd name="T63" fmla="*/ 16 h 160"/>
              <a:gd name="T64" fmla="*/ 64 w 160"/>
              <a:gd name="T65" fmla="*/ 2 h 160"/>
              <a:gd name="T66" fmla="*/ 35 w 160"/>
              <a:gd name="T67" fmla="*/ 14 h 160"/>
              <a:gd name="T68" fmla="*/ 14 w 160"/>
              <a:gd name="T69" fmla="*/ 35 h 160"/>
              <a:gd name="T70" fmla="*/ 2 w 160"/>
              <a:gd name="T71" fmla="*/ 64 h 160"/>
              <a:gd name="T72" fmla="*/ 2 w 160"/>
              <a:gd name="T73" fmla="*/ 97 h 160"/>
              <a:gd name="T74" fmla="*/ 14 w 160"/>
              <a:gd name="T75" fmla="*/ 125 h 160"/>
              <a:gd name="T76" fmla="*/ 35 w 160"/>
              <a:gd name="T77" fmla="*/ 147 h 160"/>
              <a:gd name="T78" fmla="*/ 64 w 160"/>
              <a:gd name="T79" fmla="*/ 159 h 160"/>
              <a:gd name="T80" fmla="*/ 96 w 160"/>
              <a:gd name="T81" fmla="*/ 159 h 160"/>
              <a:gd name="T82" fmla="*/ 125 w 160"/>
              <a:gd name="T83" fmla="*/ 147 h 160"/>
              <a:gd name="T84" fmla="*/ 147 w 160"/>
              <a:gd name="T85" fmla="*/ 125 h 160"/>
              <a:gd name="T86" fmla="*/ 158 w 160"/>
              <a:gd name="T87" fmla="*/ 97 h 160"/>
              <a:gd name="T88" fmla="*/ 158 w 160"/>
              <a:gd name="T89" fmla="*/ 64 h 160"/>
              <a:gd name="T90" fmla="*/ 147 w 160"/>
              <a:gd name="T91" fmla="*/ 35 h 160"/>
              <a:gd name="T92" fmla="*/ 125 w 160"/>
              <a:gd name="T93" fmla="*/ 14 h 160"/>
              <a:gd name="T94" fmla="*/ 96 w 160"/>
              <a:gd name="T95" fmla="*/ 2 h 160"/>
              <a:gd name="T96" fmla="*/ 80 w 160"/>
              <a:gd name="T97" fmla="*/ 0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60" h="160">
                <a:moveTo>
                  <a:pt x="82" y="70"/>
                </a:moveTo>
                <a:lnTo>
                  <a:pt x="84" y="71"/>
                </a:lnTo>
                <a:lnTo>
                  <a:pt x="86" y="72"/>
                </a:lnTo>
                <a:lnTo>
                  <a:pt x="87" y="73"/>
                </a:lnTo>
                <a:lnTo>
                  <a:pt x="89" y="75"/>
                </a:lnTo>
                <a:lnTo>
                  <a:pt x="89" y="76"/>
                </a:lnTo>
                <a:lnTo>
                  <a:pt x="90" y="78"/>
                </a:lnTo>
                <a:lnTo>
                  <a:pt x="90" y="80"/>
                </a:lnTo>
                <a:lnTo>
                  <a:pt x="90" y="82"/>
                </a:lnTo>
                <a:lnTo>
                  <a:pt x="89" y="84"/>
                </a:lnTo>
                <a:lnTo>
                  <a:pt x="89" y="86"/>
                </a:lnTo>
                <a:lnTo>
                  <a:pt x="87" y="88"/>
                </a:lnTo>
                <a:lnTo>
                  <a:pt x="86" y="89"/>
                </a:lnTo>
                <a:lnTo>
                  <a:pt x="84" y="90"/>
                </a:lnTo>
                <a:lnTo>
                  <a:pt x="82" y="90"/>
                </a:lnTo>
                <a:lnTo>
                  <a:pt x="78" y="90"/>
                </a:lnTo>
                <a:lnTo>
                  <a:pt x="76" y="90"/>
                </a:lnTo>
                <a:lnTo>
                  <a:pt x="74" y="89"/>
                </a:lnTo>
                <a:lnTo>
                  <a:pt x="73" y="88"/>
                </a:lnTo>
                <a:lnTo>
                  <a:pt x="71" y="86"/>
                </a:lnTo>
                <a:lnTo>
                  <a:pt x="71" y="84"/>
                </a:lnTo>
                <a:lnTo>
                  <a:pt x="70" y="82"/>
                </a:lnTo>
                <a:lnTo>
                  <a:pt x="70" y="80"/>
                </a:lnTo>
                <a:lnTo>
                  <a:pt x="70" y="78"/>
                </a:lnTo>
                <a:lnTo>
                  <a:pt x="71" y="76"/>
                </a:lnTo>
                <a:lnTo>
                  <a:pt x="71" y="75"/>
                </a:lnTo>
                <a:lnTo>
                  <a:pt x="73" y="73"/>
                </a:lnTo>
                <a:lnTo>
                  <a:pt x="74" y="72"/>
                </a:lnTo>
                <a:lnTo>
                  <a:pt x="76" y="71"/>
                </a:lnTo>
                <a:lnTo>
                  <a:pt x="78" y="70"/>
                </a:lnTo>
                <a:lnTo>
                  <a:pt x="82" y="70"/>
                </a:lnTo>
                <a:lnTo>
                  <a:pt x="82" y="70"/>
                </a:lnTo>
                <a:close/>
                <a:moveTo>
                  <a:pt x="114" y="39"/>
                </a:moveTo>
                <a:lnTo>
                  <a:pt x="112" y="40"/>
                </a:lnTo>
                <a:lnTo>
                  <a:pt x="66" y="61"/>
                </a:lnTo>
                <a:lnTo>
                  <a:pt x="64" y="62"/>
                </a:lnTo>
                <a:lnTo>
                  <a:pt x="63" y="63"/>
                </a:lnTo>
                <a:lnTo>
                  <a:pt x="61" y="64"/>
                </a:lnTo>
                <a:lnTo>
                  <a:pt x="61" y="66"/>
                </a:lnTo>
                <a:lnTo>
                  <a:pt x="39" y="113"/>
                </a:lnTo>
                <a:lnTo>
                  <a:pt x="39" y="115"/>
                </a:lnTo>
                <a:lnTo>
                  <a:pt x="39" y="116"/>
                </a:lnTo>
                <a:lnTo>
                  <a:pt x="40" y="118"/>
                </a:lnTo>
                <a:lnTo>
                  <a:pt x="41" y="120"/>
                </a:lnTo>
                <a:lnTo>
                  <a:pt x="42" y="121"/>
                </a:lnTo>
                <a:lnTo>
                  <a:pt x="44" y="121"/>
                </a:lnTo>
                <a:lnTo>
                  <a:pt x="46" y="121"/>
                </a:lnTo>
                <a:lnTo>
                  <a:pt x="48" y="121"/>
                </a:lnTo>
                <a:lnTo>
                  <a:pt x="95" y="100"/>
                </a:lnTo>
                <a:lnTo>
                  <a:pt x="96" y="99"/>
                </a:lnTo>
                <a:lnTo>
                  <a:pt x="97" y="98"/>
                </a:lnTo>
                <a:lnTo>
                  <a:pt x="99" y="96"/>
                </a:lnTo>
                <a:lnTo>
                  <a:pt x="99" y="94"/>
                </a:lnTo>
                <a:lnTo>
                  <a:pt x="121" y="48"/>
                </a:lnTo>
                <a:lnTo>
                  <a:pt x="122" y="46"/>
                </a:lnTo>
                <a:lnTo>
                  <a:pt x="121" y="44"/>
                </a:lnTo>
                <a:lnTo>
                  <a:pt x="121" y="42"/>
                </a:lnTo>
                <a:lnTo>
                  <a:pt x="120" y="41"/>
                </a:lnTo>
                <a:lnTo>
                  <a:pt x="118" y="40"/>
                </a:lnTo>
                <a:lnTo>
                  <a:pt x="116" y="39"/>
                </a:lnTo>
                <a:lnTo>
                  <a:pt x="114" y="39"/>
                </a:lnTo>
                <a:lnTo>
                  <a:pt x="114" y="39"/>
                </a:lnTo>
                <a:close/>
                <a:moveTo>
                  <a:pt x="80" y="16"/>
                </a:moveTo>
                <a:lnTo>
                  <a:pt x="87" y="16"/>
                </a:lnTo>
                <a:lnTo>
                  <a:pt x="93" y="17"/>
                </a:lnTo>
                <a:lnTo>
                  <a:pt x="99" y="19"/>
                </a:lnTo>
                <a:lnTo>
                  <a:pt x="105" y="21"/>
                </a:lnTo>
                <a:lnTo>
                  <a:pt x="111" y="24"/>
                </a:lnTo>
                <a:lnTo>
                  <a:pt x="116" y="27"/>
                </a:lnTo>
                <a:lnTo>
                  <a:pt x="121" y="31"/>
                </a:lnTo>
                <a:lnTo>
                  <a:pt x="126" y="35"/>
                </a:lnTo>
                <a:lnTo>
                  <a:pt x="130" y="39"/>
                </a:lnTo>
                <a:lnTo>
                  <a:pt x="134" y="44"/>
                </a:lnTo>
                <a:lnTo>
                  <a:pt x="137" y="49"/>
                </a:lnTo>
                <a:lnTo>
                  <a:pt x="140" y="55"/>
                </a:lnTo>
                <a:lnTo>
                  <a:pt x="142" y="61"/>
                </a:lnTo>
                <a:lnTo>
                  <a:pt x="143" y="68"/>
                </a:lnTo>
                <a:lnTo>
                  <a:pt x="144" y="74"/>
                </a:lnTo>
                <a:lnTo>
                  <a:pt x="144" y="80"/>
                </a:lnTo>
                <a:lnTo>
                  <a:pt x="144" y="87"/>
                </a:lnTo>
                <a:lnTo>
                  <a:pt x="143" y="93"/>
                </a:lnTo>
                <a:lnTo>
                  <a:pt x="142" y="100"/>
                </a:lnTo>
                <a:lnTo>
                  <a:pt x="140" y="105"/>
                </a:lnTo>
                <a:lnTo>
                  <a:pt x="137" y="111"/>
                </a:lnTo>
                <a:lnTo>
                  <a:pt x="134" y="116"/>
                </a:lnTo>
                <a:lnTo>
                  <a:pt x="130" y="121"/>
                </a:lnTo>
                <a:lnTo>
                  <a:pt x="126" y="126"/>
                </a:lnTo>
                <a:lnTo>
                  <a:pt x="121" y="130"/>
                </a:lnTo>
                <a:lnTo>
                  <a:pt x="116" y="134"/>
                </a:lnTo>
                <a:lnTo>
                  <a:pt x="111" y="137"/>
                </a:lnTo>
                <a:lnTo>
                  <a:pt x="105" y="140"/>
                </a:lnTo>
                <a:lnTo>
                  <a:pt x="99" y="142"/>
                </a:lnTo>
                <a:lnTo>
                  <a:pt x="93" y="144"/>
                </a:lnTo>
                <a:lnTo>
                  <a:pt x="87" y="144"/>
                </a:lnTo>
                <a:lnTo>
                  <a:pt x="80" y="145"/>
                </a:lnTo>
                <a:lnTo>
                  <a:pt x="73" y="144"/>
                </a:lnTo>
                <a:lnTo>
                  <a:pt x="67" y="144"/>
                </a:lnTo>
                <a:lnTo>
                  <a:pt x="61" y="142"/>
                </a:lnTo>
                <a:lnTo>
                  <a:pt x="55" y="140"/>
                </a:lnTo>
                <a:lnTo>
                  <a:pt x="49" y="137"/>
                </a:lnTo>
                <a:lnTo>
                  <a:pt x="44" y="134"/>
                </a:lnTo>
                <a:lnTo>
                  <a:pt x="39" y="130"/>
                </a:lnTo>
                <a:lnTo>
                  <a:pt x="34" y="126"/>
                </a:lnTo>
                <a:lnTo>
                  <a:pt x="30" y="121"/>
                </a:lnTo>
                <a:lnTo>
                  <a:pt x="27" y="116"/>
                </a:lnTo>
                <a:lnTo>
                  <a:pt x="23" y="111"/>
                </a:lnTo>
                <a:lnTo>
                  <a:pt x="20" y="105"/>
                </a:lnTo>
                <a:lnTo>
                  <a:pt x="18" y="100"/>
                </a:lnTo>
                <a:lnTo>
                  <a:pt x="17" y="93"/>
                </a:lnTo>
                <a:lnTo>
                  <a:pt x="16" y="87"/>
                </a:lnTo>
                <a:lnTo>
                  <a:pt x="16" y="80"/>
                </a:lnTo>
                <a:lnTo>
                  <a:pt x="16" y="74"/>
                </a:lnTo>
                <a:lnTo>
                  <a:pt x="17" y="68"/>
                </a:lnTo>
                <a:lnTo>
                  <a:pt x="18" y="61"/>
                </a:lnTo>
                <a:lnTo>
                  <a:pt x="20" y="55"/>
                </a:lnTo>
                <a:lnTo>
                  <a:pt x="23" y="49"/>
                </a:lnTo>
                <a:lnTo>
                  <a:pt x="27" y="44"/>
                </a:lnTo>
                <a:lnTo>
                  <a:pt x="30" y="39"/>
                </a:lnTo>
                <a:lnTo>
                  <a:pt x="34" y="35"/>
                </a:lnTo>
                <a:lnTo>
                  <a:pt x="39" y="31"/>
                </a:lnTo>
                <a:lnTo>
                  <a:pt x="44" y="27"/>
                </a:lnTo>
                <a:lnTo>
                  <a:pt x="49" y="24"/>
                </a:lnTo>
                <a:lnTo>
                  <a:pt x="55" y="21"/>
                </a:lnTo>
                <a:lnTo>
                  <a:pt x="61" y="19"/>
                </a:lnTo>
                <a:lnTo>
                  <a:pt x="67" y="17"/>
                </a:lnTo>
                <a:lnTo>
                  <a:pt x="73" y="16"/>
                </a:lnTo>
                <a:lnTo>
                  <a:pt x="80" y="16"/>
                </a:lnTo>
                <a:lnTo>
                  <a:pt x="80" y="16"/>
                </a:lnTo>
                <a:lnTo>
                  <a:pt x="80" y="16"/>
                </a:lnTo>
                <a:close/>
                <a:moveTo>
                  <a:pt x="80" y="0"/>
                </a:moveTo>
                <a:lnTo>
                  <a:pt x="72" y="1"/>
                </a:lnTo>
                <a:lnTo>
                  <a:pt x="64" y="2"/>
                </a:lnTo>
                <a:lnTo>
                  <a:pt x="56" y="4"/>
                </a:lnTo>
                <a:lnTo>
                  <a:pt x="49" y="6"/>
                </a:lnTo>
                <a:lnTo>
                  <a:pt x="42" y="10"/>
                </a:lnTo>
                <a:lnTo>
                  <a:pt x="35" y="14"/>
                </a:lnTo>
                <a:lnTo>
                  <a:pt x="29" y="18"/>
                </a:lnTo>
                <a:lnTo>
                  <a:pt x="23" y="24"/>
                </a:lnTo>
                <a:lnTo>
                  <a:pt x="18" y="29"/>
                </a:lnTo>
                <a:lnTo>
                  <a:pt x="14" y="35"/>
                </a:lnTo>
                <a:lnTo>
                  <a:pt x="9" y="42"/>
                </a:lnTo>
                <a:lnTo>
                  <a:pt x="6" y="49"/>
                </a:lnTo>
                <a:lnTo>
                  <a:pt x="4" y="57"/>
                </a:lnTo>
                <a:lnTo>
                  <a:pt x="2" y="64"/>
                </a:lnTo>
                <a:lnTo>
                  <a:pt x="0" y="72"/>
                </a:lnTo>
                <a:lnTo>
                  <a:pt x="0" y="80"/>
                </a:lnTo>
                <a:lnTo>
                  <a:pt x="0" y="88"/>
                </a:lnTo>
                <a:lnTo>
                  <a:pt x="2" y="97"/>
                </a:lnTo>
                <a:lnTo>
                  <a:pt x="4" y="104"/>
                </a:lnTo>
                <a:lnTo>
                  <a:pt x="6" y="112"/>
                </a:lnTo>
                <a:lnTo>
                  <a:pt x="9" y="118"/>
                </a:lnTo>
                <a:lnTo>
                  <a:pt x="14" y="125"/>
                </a:lnTo>
                <a:lnTo>
                  <a:pt x="18" y="131"/>
                </a:lnTo>
                <a:lnTo>
                  <a:pt x="23" y="137"/>
                </a:lnTo>
                <a:lnTo>
                  <a:pt x="29" y="142"/>
                </a:lnTo>
                <a:lnTo>
                  <a:pt x="35" y="147"/>
                </a:lnTo>
                <a:lnTo>
                  <a:pt x="42" y="150"/>
                </a:lnTo>
                <a:lnTo>
                  <a:pt x="49" y="154"/>
                </a:lnTo>
                <a:lnTo>
                  <a:pt x="56" y="157"/>
                </a:lnTo>
                <a:lnTo>
                  <a:pt x="64" y="159"/>
                </a:lnTo>
                <a:lnTo>
                  <a:pt x="72" y="160"/>
                </a:lnTo>
                <a:lnTo>
                  <a:pt x="80" y="160"/>
                </a:lnTo>
                <a:lnTo>
                  <a:pt x="88" y="160"/>
                </a:lnTo>
                <a:lnTo>
                  <a:pt x="96" y="159"/>
                </a:lnTo>
                <a:lnTo>
                  <a:pt x="104" y="157"/>
                </a:lnTo>
                <a:lnTo>
                  <a:pt x="111" y="154"/>
                </a:lnTo>
                <a:lnTo>
                  <a:pt x="119" y="150"/>
                </a:lnTo>
                <a:lnTo>
                  <a:pt x="125" y="147"/>
                </a:lnTo>
                <a:lnTo>
                  <a:pt x="131" y="142"/>
                </a:lnTo>
                <a:lnTo>
                  <a:pt x="137" y="137"/>
                </a:lnTo>
                <a:lnTo>
                  <a:pt x="142" y="131"/>
                </a:lnTo>
                <a:lnTo>
                  <a:pt x="147" y="125"/>
                </a:lnTo>
                <a:lnTo>
                  <a:pt x="151" y="118"/>
                </a:lnTo>
                <a:lnTo>
                  <a:pt x="154" y="112"/>
                </a:lnTo>
                <a:lnTo>
                  <a:pt x="156" y="104"/>
                </a:lnTo>
                <a:lnTo>
                  <a:pt x="158" y="97"/>
                </a:lnTo>
                <a:lnTo>
                  <a:pt x="160" y="88"/>
                </a:lnTo>
                <a:lnTo>
                  <a:pt x="160" y="80"/>
                </a:lnTo>
                <a:lnTo>
                  <a:pt x="160" y="72"/>
                </a:lnTo>
                <a:lnTo>
                  <a:pt x="158" y="64"/>
                </a:lnTo>
                <a:lnTo>
                  <a:pt x="156" y="57"/>
                </a:lnTo>
                <a:lnTo>
                  <a:pt x="154" y="49"/>
                </a:lnTo>
                <a:lnTo>
                  <a:pt x="151" y="42"/>
                </a:lnTo>
                <a:lnTo>
                  <a:pt x="147" y="35"/>
                </a:lnTo>
                <a:lnTo>
                  <a:pt x="142" y="29"/>
                </a:lnTo>
                <a:lnTo>
                  <a:pt x="137" y="24"/>
                </a:lnTo>
                <a:lnTo>
                  <a:pt x="131" y="18"/>
                </a:lnTo>
                <a:lnTo>
                  <a:pt x="125" y="14"/>
                </a:lnTo>
                <a:lnTo>
                  <a:pt x="119" y="10"/>
                </a:lnTo>
                <a:lnTo>
                  <a:pt x="111" y="6"/>
                </a:lnTo>
                <a:lnTo>
                  <a:pt x="104" y="4"/>
                </a:lnTo>
                <a:lnTo>
                  <a:pt x="96" y="2"/>
                </a:lnTo>
                <a:lnTo>
                  <a:pt x="88" y="1"/>
                </a:lnTo>
                <a:lnTo>
                  <a:pt x="80" y="0"/>
                </a:lnTo>
                <a:lnTo>
                  <a:pt x="80" y="0"/>
                </a:lnTo>
                <a:lnTo>
                  <a:pt x="8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1" name="Prevalence">
            <a:extLst>
              <a:ext uri="{FF2B5EF4-FFF2-40B4-BE49-F238E27FC236}">
                <a16:creationId xmlns:a16="http://schemas.microsoft.com/office/drawing/2014/main" id="{1FE76F9D-769F-497E-A47D-5F8DDD29A678}"/>
              </a:ext>
            </a:extLst>
          </p:cNvPr>
          <p:cNvSpPr/>
          <p:nvPr/>
        </p:nvSpPr>
        <p:spPr>
          <a:xfrm>
            <a:off x="1886620" y="2550515"/>
            <a:ext cx="1067523" cy="19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rPr lang="af-ZA" sz="14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Planning</a:t>
            </a:r>
          </a:p>
        </p:txBody>
      </p:sp>
      <p:sp>
        <p:nvSpPr>
          <p:cNvPr id="103" name="Prevalence">
            <a:extLst>
              <a:ext uri="{FF2B5EF4-FFF2-40B4-BE49-F238E27FC236}">
                <a16:creationId xmlns:a16="http://schemas.microsoft.com/office/drawing/2014/main" id="{351ECDC3-C0DC-4585-BF76-B74B64E8B182}"/>
              </a:ext>
            </a:extLst>
          </p:cNvPr>
          <p:cNvSpPr/>
          <p:nvPr/>
        </p:nvSpPr>
        <p:spPr>
          <a:xfrm>
            <a:off x="1886620" y="3573446"/>
            <a:ext cx="1067523" cy="19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rPr lang="af-ZA" sz="14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Design</a:t>
            </a:r>
          </a:p>
        </p:txBody>
      </p:sp>
      <p:sp>
        <p:nvSpPr>
          <p:cNvPr id="104" name="Prevalence">
            <a:extLst>
              <a:ext uri="{FF2B5EF4-FFF2-40B4-BE49-F238E27FC236}">
                <a16:creationId xmlns:a16="http://schemas.microsoft.com/office/drawing/2014/main" id="{5DE249B7-C55F-46B0-8356-54D549FDDF39}"/>
              </a:ext>
            </a:extLst>
          </p:cNvPr>
          <p:cNvSpPr/>
          <p:nvPr/>
        </p:nvSpPr>
        <p:spPr>
          <a:xfrm>
            <a:off x="1886620" y="4610953"/>
            <a:ext cx="1471396" cy="19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rPr lang="af-ZA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Presentation</a:t>
            </a:r>
          </a:p>
        </p:txBody>
      </p:sp>
      <p:sp>
        <p:nvSpPr>
          <p:cNvPr id="105" name="Prevalence">
            <a:extLst>
              <a:ext uri="{FF2B5EF4-FFF2-40B4-BE49-F238E27FC236}">
                <a16:creationId xmlns:a16="http://schemas.microsoft.com/office/drawing/2014/main" id="{33DF01BF-7241-487D-B3CE-481FB0CD17F2}"/>
              </a:ext>
            </a:extLst>
          </p:cNvPr>
          <p:cNvSpPr/>
          <p:nvPr/>
        </p:nvSpPr>
        <p:spPr>
          <a:xfrm>
            <a:off x="1886620" y="5648460"/>
            <a:ext cx="1471396" cy="19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rPr lang="af-ZA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Post Review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06BC38B-2B9C-46B7-AACA-D0446CD03B18}"/>
              </a:ext>
            </a:extLst>
          </p:cNvPr>
          <p:cNvCxnSpPr>
            <a:cxnSpLocks/>
          </p:cNvCxnSpPr>
          <p:nvPr/>
        </p:nvCxnSpPr>
        <p:spPr>
          <a:xfrm>
            <a:off x="6964328" y="3227605"/>
            <a:ext cx="0" cy="887376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7071645-4D85-455A-8227-F12CE3EFE9F4}"/>
              </a:ext>
            </a:extLst>
          </p:cNvPr>
          <p:cNvCxnSpPr>
            <a:cxnSpLocks/>
          </p:cNvCxnSpPr>
          <p:nvPr/>
        </p:nvCxnSpPr>
        <p:spPr>
          <a:xfrm>
            <a:off x="6964328" y="4265112"/>
            <a:ext cx="0" cy="887376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FA68D8A-4B1E-4CE5-9141-A742BC8DDEDC}"/>
              </a:ext>
            </a:extLst>
          </p:cNvPr>
          <p:cNvCxnSpPr>
            <a:cxnSpLocks/>
          </p:cNvCxnSpPr>
          <p:nvPr/>
        </p:nvCxnSpPr>
        <p:spPr>
          <a:xfrm>
            <a:off x="6964328" y="5302619"/>
            <a:ext cx="0" cy="887376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3327BD6C-4645-4015-AEDB-EDC9E9236DEB}"/>
              </a:ext>
            </a:extLst>
          </p:cNvPr>
          <p:cNvCxnSpPr>
            <a:cxnSpLocks/>
          </p:cNvCxnSpPr>
          <p:nvPr/>
        </p:nvCxnSpPr>
        <p:spPr>
          <a:xfrm>
            <a:off x="9220503" y="1642163"/>
            <a:ext cx="0" cy="54552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139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12865E0-4791-4F75-9E2A-C6C244963D96}"/>
              </a:ext>
            </a:extLst>
          </p:cNvPr>
          <p:cNvSpPr txBox="1"/>
          <p:nvPr/>
        </p:nvSpPr>
        <p:spPr>
          <a:xfrm>
            <a:off x="3535624" y="579950"/>
            <a:ext cx="5120753" cy="65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3500" dirty="0">
                <a:solidFill>
                  <a:schemeClr val="accent2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Project </a:t>
            </a:r>
            <a:r>
              <a:rPr lang="en-US" sz="3500" dirty="0">
                <a:latin typeface="Poppins SemiBold" panose="00000700000000000000" pitchFamily="50" charset="0"/>
                <a:cs typeface="Poppins SemiBold" panose="00000700000000000000" pitchFamily="50" charset="0"/>
              </a:rPr>
              <a:t>Benefits</a:t>
            </a:r>
          </a:p>
        </p:txBody>
      </p:sp>
      <p:sp>
        <p:nvSpPr>
          <p:cNvPr id="25" name="Prevalence">
            <a:extLst>
              <a:ext uri="{FF2B5EF4-FFF2-40B4-BE49-F238E27FC236}">
                <a16:creationId xmlns:a16="http://schemas.microsoft.com/office/drawing/2014/main" id="{E0537389-9FE3-403C-87C3-C7EF962016D6}"/>
              </a:ext>
            </a:extLst>
          </p:cNvPr>
          <p:cNvSpPr/>
          <p:nvPr/>
        </p:nvSpPr>
        <p:spPr>
          <a:xfrm>
            <a:off x="1895962" y="2653694"/>
            <a:ext cx="2005578" cy="19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rPr lang="af-ZA" sz="1400" dirty="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Purpose</a:t>
            </a:r>
            <a:endParaRPr sz="1400" dirty="0">
              <a:solidFill>
                <a:schemeClr val="tx1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C12DD8E-2F4E-4792-AF1B-A3E9A469681C}"/>
              </a:ext>
            </a:extLst>
          </p:cNvPr>
          <p:cNvSpPr/>
          <p:nvPr/>
        </p:nvSpPr>
        <p:spPr>
          <a:xfrm>
            <a:off x="916526" y="2660683"/>
            <a:ext cx="420624" cy="42106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93C6FEF-9423-48A7-94D2-C0A156878191}"/>
              </a:ext>
            </a:extLst>
          </p:cNvPr>
          <p:cNvSpPr/>
          <p:nvPr/>
        </p:nvSpPr>
        <p:spPr>
          <a:xfrm>
            <a:off x="916526" y="3923727"/>
            <a:ext cx="420624" cy="4210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D20832E8-BEA2-4DFA-83C6-A792EE5B328B}"/>
              </a:ext>
            </a:extLst>
          </p:cNvPr>
          <p:cNvSpPr/>
          <p:nvPr/>
        </p:nvSpPr>
        <p:spPr>
          <a:xfrm>
            <a:off x="916526" y="5213967"/>
            <a:ext cx="420624" cy="42106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C19AEAC-88DD-4CB7-B020-4819E5B0D3D0}"/>
              </a:ext>
            </a:extLst>
          </p:cNvPr>
          <p:cNvSpPr txBox="1"/>
          <p:nvPr/>
        </p:nvSpPr>
        <p:spPr>
          <a:xfrm>
            <a:off x="1797248" y="2967715"/>
            <a:ext cx="2466408" cy="484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variations of passages randomized  believable.</a:t>
            </a:r>
            <a:endParaRPr lang="en-US" sz="1000" dirty="0">
              <a:solidFill>
                <a:schemeClr val="tx1">
                  <a:lumMod val="95000"/>
                  <a:lumOff val="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9" name="Prevalence">
            <a:extLst>
              <a:ext uri="{FF2B5EF4-FFF2-40B4-BE49-F238E27FC236}">
                <a16:creationId xmlns:a16="http://schemas.microsoft.com/office/drawing/2014/main" id="{C1AB3703-1F9B-4E3F-BA76-B8C77882EF54}"/>
              </a:ext>
            </a:extLst>
          </p:cNvPr>
          <p:cNvSpPr/>
          <p:nvPr/>
        </p:nvSpPr>
        <p:spPr>
          <a:xfrm>
            <a:off x="1895962" y="3916738"/>
            <a:ext cx="2005578" cy="19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rPr lang="af-ZA" sz="1400" dirty="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Problem Statement</a:t>
            </a:r>
            <a:endParaRPr sz="1400" dirty="0">
              <a:solidFill>
                <a:schemeClr val="tx1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2318E16-CBAF-4F38-80DC-EDA9ECD31684}"/>
              </a:ext>
            </a:extLst>
          </p:cNvPr>
          <p:cNvSpPr txBox="1"/>
          <p:nvPr/>
        </p:nvSpPr>
        <p:spPr>
          <a:xfrm>
            <a:off x="1797248" y="4256577"/>
            <a:ext cx="2466408" cy="484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variations of passages randomized  believable.</a:t>
            </a:r>
            <a:endParaRPr lang="en-US" sz="1000" dirty="0">
              <a:solidFill>
                <a:schemeClr val="tx1">
                  <a:lumMod val="95000"/>
                  <a:lumOff val="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1" name="Prevalence">
            <a:extLst>
              <a:ext uri="{FF2B5EF4-FFF2-40B4-BE49-F238E27FC236}">
                <a16:creationId xmlns:a16="http://schemas.microsoft.com/office/drawing/2014/main" id="{350F837D-4C8C-4093-AFFC-B418DD83ECEE}"/>
              </a:ext>
            </a:extLst>
          </p:cNvPr>
          <p:cNvSpPr/>
          <p:nvPr/>
        </p:nvSpPr>
        <p:spPr>
          <a:xfrm>
            <a:off x="1895962" y="5206978"/>
            <a:ext cx="2005578" cy="19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rPr lang="af-ZA" sz="1400" dirty="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Background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C5B60C2-F03F-4C81-9D55-EA71E4FD7309}"/>
              </a:ext>
            </a:extLst>
          </p:cNvPr>
          <p:cNvSpPr txBox="1"/>
          <p:nvPr/>
        </p:nvSpPr>
        <p:spPr>
          <a:xfrm>
            <a:off x="1797248" y="5520999"/>
            <a:ext cx="2466408" cy="484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variations of passages randomized  believable.</a:t>
            </a:r>
            <a:endParaRPr lang="en-US" sz="1000" dirty="0">
              <a:solidFill>
                <a:schemeClr val="tx1">
                  <a:lumMod val="95000"/>
                  <a:lumOff val="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8" name="Prevalence">
            <a:extLst>
              <a:ext uri="{FF2B5EF4-FFF2-40B4-BE49-F238E27FC236}">
                <a16:creationId xmlns:a16="http://schemas.microsoft.com/office/drawing/2014/main" id="{4EC6F512-D572-4F95-A62A-7A12D7FD7188}"/>
              </a:ext>
            </a:extLst>
          </p:cNvPr>
          <p:cNvSpPr/>
          <p:nvPr/>
        </p:nvSpPr>
        <p:spPr>
          <a:xfrm>
            <a:off x="8332651" y="2653694"/>
            <a:ext cx="2005578" cy="19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r"/>
            <a:r>
              <a:rPr lang="af-ZA" sz="1400" dirty="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Benefits</a:t>
            </a:r>
            <a:endParaRPr sz="1400" dirty="0">
              <a:solidFill>
                <a:schemeClr val="tx1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703C3C0E-5636-4FC1-B696-7D5A6BF988F0}"/>
              </a:ext>
            </a:extLst>
          </p:cNvPr>
          <p:cNvSpPr/>
          <p:nvPr/>
        </p:nvSpPr>
        <p:spPr>
          <a:xfrm rot="10800000">
            <a:off x="10914339" y="2660684"/>
            <a:ext cx="420624" cy="42106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0648ECCF-9357-4130-A171-DBD5E586A15D}"/>
              </a:ext>
            </a:extLst>
          </p:cNvPr>
          <p:cNvSpPr/>
          <p:nvPr/>
        </p:nvSpPr>
        <p:spPr>
          <a:xfrm rot="10800000">
            <a:off x="10914339" y="3923728"/>
            <a:ext cx="420624" cy="4210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1F8C84E8-C49D-43FA-AFEA-905855FAB95D}"/>
              </a:ext>
            </a:extLst>
          </p:cNvPr>
          <p:cNvSpPr/>
          <p:nvPr/>
        </p:nvSpPr>
        <p:spPr>
          <a:xfrm rot="10800000">
            <a:off x="10914339" y="5213967"/>
            <a:ext cx="420624" cy="42106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FF610A8-BC15-46CF-A906-7A45A1AEA18B}"/>
              </a:ext>
            </a:extLst>
          </p:cNvPr>
          <p:cNvSpPr txBox="1"/>
          <p:nvPr/>
        </p:nvSpPr>
        <p:spPr>
          <a:xfrm>
            <a:off x="7967517" y="2967715"/>
            <a:ext cx="2466409" cy="484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variations of passages randomized  believable</a:t>
            </a:r>
            <a:endParaRPr lang="en-US" sz="1000" dirty="0">
              <a:solidFill>
                <a:schemeClr val="tx1">
                  <a:lumMod val="95000"/>
                  <a:lumOff val="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3" name="Prevalence">
            <a:extLst>
              <a:ext uri="{FF2B5EF4-FFF2-40B4-BE49-F238E27FC236}">
                <a16:creationId xmlns:a16="http://schemas.microsoft.com/office/drawing/2014/main" id="{0928A844-2220-4EB2-8D4B-72A6EC4FF91F}"/>
              </a:ext>
            </a:extLst>
          </p:cNvPr>
          <p:cNvSpPr/>
          <p:nvPr/>
        </p:nvSpPr>
        <p:spPr>
          <a:xfrm>
            <a:off x="8144541" y="3916738"/>
            <a:ext cx="2193688" cy="19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r"/>
            <a:r>
              <a:rPr lang="af-ZA" sz="1400" dirty="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Description &amp; ement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EC3A237-CA13-4033-9C05-9477DD555DB3}"/>
              </a:ext>
            </a:extLst>
          </p:cNvPr>
          <p:cNvSpPr txBox="1"/>
          <p:nvPr/>
        </p:nvSpPr>
        <p:spPr>
          <a:xfrm>
            <a:off x="7967517" y="4256577"/>
            <a:ext cx="2466409" cy="484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variations of passages randomized  believable</a:t>
            </a:r>
            <a:endParaRPr lang="en-US" sz="1000" dirty="0">
              <a:solidFill>
                <a:schemeClr val="tx1">
                  <a:lumMod val="95000"/>
                  <a:lumOff val="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5" name="Prevalence">
            <a:extLst>
              <a:ext uri="{FF2B5EF4-FFF2-40B4-BE49-F238E27FC236}">
                <a16:creationId xmlns:a16="http://schemas.microsoft.com/office/drawing/2014/main" id="{6E46D71D-69BE-4C09-B3F4-5927890ECC50}"/>
              </a:ext>
            </a:extLst>
          </p:cNvPr>
          <p:cNvSpPr/>
          <p:nvPr/>
        </p:nvSpPr>
        <p:spPr>
          <a:xfrm>
            <a:off x="8332651" y="5206978"/>
            <a:ext cx="2005578" cy="19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r"/>
            <a:r>
              <a:rPr lang="af-ZA" sz="1400" dirty="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Scope</a:t>
            </a:r>
            <a:endParaRPr sz="1400" dirty="0">
              <a:solidFill>
                <a:schemeClr val="tx1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B8C0685-A47D-4FE5-A291-0E53F458A41B}"/>
              </a:ext>
            </a:extLst>
          </p:cNvPr>
          <p:cNvSpPr txBox="1"/>
          <p:nvPr/>
        </p:nvSpPr>
        <p:spPr>
          <a:xfrm>
            <a:off x="7967517" y="5520999"/>
            <a:ext cx="2466409" cy="484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variations of passages randomized  believable</a:t>
            </a:r>
            <a:endParaRPr lang="en-US" sz="1000" dirty="0">
              <a:solidFill>
                <a:schemeClr val="tx1">
                  <a:lumMod val="95000"/>
                  <a:lumOff val="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aphicFrame>
        <p:nvGraphicFramePr>
          <p:cNvPr id="2051" name="Chart 2050">
            <a:extLst>
              <a:ext uri="{FF2B5EF4-FFF2-40B4-BE49-F238E27FC236}">
                <a16:creationId xmlns:a16="http://schemas.microsoft.com/office/drawing/2014/main" id="{B2E31BB7-C05F-4C3E-9C60-574E37B061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7732150"/>
              </p:ext>
            </p:extLst>
          </p:nvPr>
        </p:nvGraphicFramePr>
        <p:xfrm>
          <a:off x="3609288" y="2459240"/>
          <a:ext cx="5120753" cy="34138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2" name="Prevalence">
            <a:extLst>
              <a:ext uri="{FF2B5EF4-FFF2-40B4-BE49-F238E27FC236}">
                <a16:creationId xmlns:a16="http://schemas.microsoft.com/office/drawing/2014/main" id="{7F42E4FD-5F76-4256-8776-0D8B7124ECE6}"/>
              </a:ext>
            </a:extLst>
          </p:cNvPr>
          <p:cNvSpPr/>
          <p:nvPr/>
        </p:nvSpPr>
        <p:spPr>
          <a:xfrm>
            <a:off x="5547809" y="4134259"/>
            <a:ext cx="1359401" cy="559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4000" dirty="0">
                <a:solidFill>
                  <a:schemeClr val="tx1"/>
                </a:solidFill>
                <a:latin typeface="Poppins regular" panose="00000500000000000000" pitchFamily="2" charset="0"/>
                <a:cs typeface="Poppins regular" panose="00000500000000000000" pitchFamily="2" charset="0"/>
              </a:rPr>
              <a:t>87%</a:t>
            </a:r>
            <a:endParaRPr sz="4000" dirty="0">
              <a:solidFill>
                <a:schemeClr val="tx1"/>
              </a:solidFill>
              <a:latin typeface="Poppins regular" panose="00000500000000000000" pitchFamily="2" charset="0"/>
              <a:cs typeface="Poppins regular" panose="00000500000000000000" pitchFamily="2" charset="0"/>
            </a:endParaRPr>
          </a:p>
        </p:txBody>
      </p:sp>
      <p:sp>
        <p:nvSpPr>
          <p:cNvPr id="83" name="Prevalence">
            <a:extLst>
              <a:ext uri="{FF2B5EF4-FFF2-40B4-BE49-F238E27FC236}">
                <a16:creationId xmlns:a16="http://schemas.microsoft.com/office/drawing/2014/main" id="{16874277-8C7A-47D6-80A9-5ADF2E6D3F29}"/>
              </a:ext>
            </a:extLst>
          </p:cNvPr>
          <p:cNvSpPr/>
          <p:nvPr/>
        </p:nvSpPr>
        <p:spPr>
          <a:xfrm>
            <a:off x="998505" y="2781036"/>
            <a:ext cx="256666" cy="19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4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01</a:t>
            </a:r>
            <a:endParaRPr sz="1400" dirty="0">
              <a:solidFill>
                <a:schemeClr val="bg1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26" name="Prevalence">
            <a:extLst>
              <a:ext uri="{FF2B5EF4-FFF2-40B4-BE49-F238E27FC236}">
                <a16:creationId xmlns:a16="http://schemas.microsoft.com/office/drawing/2014/main" id="{79F14344-C63C-4C21-A3A9-21A280023EEA}"/>
              </a:ext>
            </a:extLst>
          </p:cNvPr>
          <p:cNvSpPr/>
          <p:nvPr/>
        </p:nvSpPr>
        <p:spPr>
          <a:xfrm>
            <a:off x="998505" y="4050009"/>
            <a:ext cx="256666" cy="19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4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02</a:t>
            </a:r>
            <a:endParaRPr sz="1400" dirty="0">
              <a:solidFill>
                <a:schemeClr val="bg1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27" name="Prevalence">
            <a:extLst>
              <a:ext uri="{FF2B5EF4-FFF2-40B4-BE49-F238E27FC236}">
                <a16:creationId xmlns:a16="http://schemas.microsoft.com/office/drawing/2014/main" id="{1A65A61D-B8AB-4FA8-8E10-9C25C5E4C456}"/>
              </a:ext>
            </a:extLst>
          </p:cNvPr>
          <p:cNvSpPr/>
          <p:nvPr/>
        </p:nvSpPr>
        <p:spPr>
          <a:xfrm>
            <a:off x="998505" y="5337284"/>
            <a:ext cx="256666" cy="19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4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03</a:t>
            </a:r>
            <a:endParaRPr sz="1400" dirty="0">
              <a:solidFill>
                <a:schemeClr val="tx1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28" name="Prevalence">
            <a:extLst>
              <a:ext uri="{FF2B5EF4-FFF2-40B4-BE49-F238E27FC236}">
                <a16:creationId xmlns:a16="http://schemas.microsoft.com/office/drawing/2014/main" id="{6E3A7EAA-338E-46DA-9F0D-97E388CEAEF0}"/>
              </a:ext>
            </a:extLst>
          </p:cNvPr>
          <p:cNvSpPr/>
          <p:nvPr/>
        </p:nvSpPr>
        <p:spPr>
          <a:xfrm>
            <a:off x="10996318" y="2782519"/>
            <a:ext cx="256666" cy="19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4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04</a:t>
            </a:r>
            <a:endParaRPr sz="1400" dirty="0">
              <a:solidFill>
                <a:schemeClr val="bg1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29" name="Prevalence">
            <a:extLst>
              <a:ext uri="{FF2B5EF4-FFF2-40B4-BE49-F238E27FC236}">
                <a16:creationId xmlns:a16="http://schemas.microsoft.com/office/drawing/2014/main" id="{AE41F116-CBE6-42D9-9C49-2101A9DAA9FC}"/>
              </a:ext>
            </a:extLst>
          </p:cNvPr>
          <p:cNvSpPr/>
          <p:nvPr/>
        </p:nvSpPr>
        <p:spPr>
          <a:xfrm>
            <a:off x="10996318" y="4051492"/>
            <a:ext cx="256666" cy="19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4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05</a:t>
            </a:r>
            <a:endParaRPr sz="1400" dirty="0">
              <a:solidFill>
                <a:schemeClr val="bg1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0" name="Prevalence">
            <a:extLst>
              <a:ext uri="{FF2B5EF4-FFF2-40B4-BE49-F238E27FC236}">
                <a16:creationId xmlns:a16="http://schemas.microsoft.com/office/drawing/2014/main" id="{7073E4A1-EC81-4A06-9FDA-6B88D7EAE8E9}"/>
              </a:ext>
            </a:extLst>
          </p:cNvPr>
          <p:cNvSpPr/>
          <p:nvPr/>
        </p:nvSpPr>
        <p:spPr>
          <a:xfrm>
            <a:off x="10996318" y="5338767"/>
            <a:ext cx="256666" cy="19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4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06</a:t>
            </a:r>
            <a:endParaRPr sz="1400" dirty="0">
              <a:solidFill>
                <a:schemeClr val="tx1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25EF126-95DB-4867-A33B-420CF1F3D00C}"/>
              </a:ext>
            </a:extLst>
          </p:cNvPr>
          <p:cNvSpPr txBox="1"/>
          <p:nvPr/>
        </p:nvSpPr>
        <p:spPr>
          <a:xfrm>
            <a:off x="3036430" y="1276660"/>
            <a:ext cx="611914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variations of passages of, the or randomized words</a:t>
            </a:r>
            <a:r>
              <a:rPr lang="en-US" sz="11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There are many variations of passages of, the or randomized words.</a:t>
            </a:r>
          </a:p>
        </p:txBody>
      </p:sp>
    </p:spTree>
    <p:extLst>
      <p:ext uri="{BB962C8B-B14F-4D97-AF65-F5344CB8AC3E}">
        <p14:creationId xmlns:p14="http://schemas.microsoft.com/office/powerpoint/2010/main" val="3104830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78543460-E347-4AB0-8323-C6499FABA93B}"/>
              </a:ext>
            </a:extLst>
          </p:cNvPr>
          <p:cNvSpPr/>
          <p:nvPr/>
        </p:nvSpPr>
        <p:spPr>
          <a:xfrm flipV="1">
            <a:off x="6241255" y="4343199"/>
            <a:ext cx="2573875" cy="168569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D4A828-FFCA-4AB9-8746-493AE032C893}"/>
              </a:ext>
            </a:extLst>
          </p:cNvPr>
          <p:cNvSpPr txBox="1"/>
          <p:nvPr/>
        </p:nvSpPr>
        <p:spPr>
          <a:xfrm>
            <a:off x="714289" y="776213"/>
            <a:ext cx="4014874" cy="65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500" dirty="0">
                <a:solidFill>
                  <a:schemeClr val="accent2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Projects </a:t>
            </a:r>
            <a:r>
              <a:rPr lang="en-US" sz="3500" dirty="0">
                <a:latin typeface="Poppins SemiBold" panose="00000700000000000000" pitchFamily="50" charset="0"/>
                <a:cs typeface="Poppins SemiBold" panose="00000700000000000000" pitchFamily="50" charset="0"/>
              </a:rPr>
              <a:t>sample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8483D2-C03C-4EF5-97E4-BD83F233B831}"/>
              </a:ext>
            </a:extLst>
          </p:cNvPr>
          <p:cNvSpPr txBox="1"/>
          <p:nvPr/>
        </p:nvSpPr>
        <p:spPr>
          <a:xfrm>
            <a:off x="767451" y="2198917"/>
            <a:ext cx="2883006" cy="342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6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Summary Purpose Profile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2B3022-3814-4EE7-9FDD-839D54F9500D}"/>
              </a:ext>
            </a:extLst>
          </p:cNvPr>
          <p:cNvSpPr txBox="1"/>
          <p:nvPr/>
        </p:nvSpPr>
        <p:spPr>
          <a:xfrm>
            <a:off x="767451" y="3887594"/>
            <a:ext cx="4166055" cy="6896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variations of passages of Lorem Ipsum available, but the have suffered alteration in some form, by injected humor, or randomized  which don't look  slightly believable.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9660D8-6913-40FD-97F5-660AD96E07EE}"/>
              </a:ext>
            </a:extLst>
          </p:cNvPr>
          <p:cNvSpPr txBox="1"/>
          <p:nvPr/>
        </p:nvSpPr>
        <p:spPr>
          <a:xfrm>
            <a:off x="767452" y="3128376"/>
            <a:ext cx="4203582" cy="580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20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variations of passages of Lorem Ipsum available, but the or randomized words.</a:t>
            </a:r>
            <a:endParaRPr lang="en-US" sz="1200" i="1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01808F-387A-455F-9AA9-97D040052F84}"/>
              </a:ext>
            </a:extLst>
          </p:cNvPr>
          <p:cNvSpPr txBox="1"/>
          <p:nvPr/>
        </p:nvSpPr>
        <p:spPr>
          <a:xfrm>
            <a:off x="765402" y="5751898"/>
            <a:ext cx="25317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400" dirty="0">
                <a:solidFill>
                  <a:schemeClr val="accent1"/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www.example.com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F8E79CB-8830-48F3-B898-9061CB7BAD4F}"/>
              </a:ext>
            </a:extLst>
          </p:cNvPr>
          <p:cNvSpPr txBox="1"/>
          <p:nvPr/>
        </p:nvSpPr>
        <p:spPr>
          <a:xfrm>
            <a:off x="767451" y="4675929"/>
            <a:ext cx="4166055" cy="6896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Shere are many variations of passages of Lorem Ipsum available, but the have suffered alteration in some form, by injected humor, or randomized  which don't look  slightly believable.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757D1DC-143B-477F-8E68-FA92DFC8E59D}"/>
              </a:ext>
            </a:extLst>
          </p:cNvPr>
          <p:cNvSpPr/>
          <p:nvPr/>
        </p:nvSpPr>
        <p:spPr>
          <a:xfrm flipV="1">
            <a:off x="8815131" y="808112"/>
            <a:ext cx="2590438" cy="18622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55EF8EF-F61F-4BCB-A5DD-CC6014B88E4A}"/>
              </a:ext>
            </a:extLst>
          </p:cNvPr>
          <p:cNvSpPr txBox="1"/>
          <p:nvPr/>
        </p:nvSpPr>
        <p:spPr>
          <a:xfrm>
            <a:off x="6487205" y="4566512"/>
            <a:ext cx="1646191" cy="327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ts val="2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Project Overview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020C801-9C33-4996-9984-96EB862EB9E2}"/>
              </a:ext>
            </a:extLst>
          </p:cNvPr>
          <p:cNvSpPr txBox="1"/>
          <p:nvPr/>
        </p:nvSpPr>
        <p:spPr>
          <a:xfrm>
            <a:off x="6487205" y="4866140"/>
            <a:ext cx="2037907" cy="334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ts val="2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Statement of need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880F2CC-C1A7-4911-B296-8609561685F7}"/>
              </a:ext>
            </a:extLst>
          </p:cNvPr>
          <p:cNvSpPr txBox="1"/>
          <p:nvPr/>
        </p:nvSpPr>
        <p:spPr>
          <a:xfrm>
            <a:off x="6487205" y="5165768"/>
            <a:ext cx="1857050" cy="334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ts val="2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Project Scope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753A59C-79FE-45BB-A95F-4964FF27FC99}"/>
              </a:ext>
            </a:extLst>
          </p:cNvPr>
          <p:cNvSpPr txBox="1"/>
          <p:nvPr/>
        </p:nvSpPr>
        <p:spPr>
          <a:xfrm>
            <a:off x="6487205" y="5465396"/>
            <a:ext cx="2037907" cy="334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ts val="2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Selection Criteria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DEA2FA1-7F75-4BB7-8667-B66BAF2916DE}"/>
              </a:ext>
            </a:extLst>
          </p:cNvPr>
          <p:cNvSpPr txBox="1"/>
          <p:nvPr/>
        </p:nvSpPr>
        <p:spPr>
          <a:xfrm>
            <a:off x="9189016" y="1874488"/>
            <a:ext cx="1864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pc="400" dirty="0">
                <a:solidFill>
                  <a:schemeClr val="bg1"/>
                </a:solidFill>
                <a:latin typeface="Poppins regular" panose="00000500000000000000" pitchFamily="2" charset="0"/>
                <a:ea typeface="Jost" pitchFamily="2" charset="0"/>
                <a:cs typeface="Poppins regular" panose="00000500000000000000" pitchFamily="2" charset="0"/>
              </a:rPr>
              <a:t>Products</a:t>
            </a:r>
            <a:endParaRPr lang="en-US" sz="1600" spc="400" dirty="0">
              <a:solidFill>
                <a:schemeClr val="bg1"/>
              </a:solidFill>
              <a:latin typeface="Poppins regular" panose="00000500000000000000" pitchFamily="2" charset="0"/>
              <a:ea typeface="Jost" pitchFamily="2" charset="0"/>
              <a:cs typeface="Poppins regular" panose="00000500000000000000" pitchFamily="2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2C77D4F-6ED8-479B-95B3-1BE1AF2F5978}"/>
              </a:ext>
            </a:extLst>
          </p:cNvPr>
          <p:cNvSpPr txBox="1"/>
          <p:nvPr/>
        </p:nvSpPr>
        <p:spPr>
          <a:xfrm>
            <a:off x="9480703" y="1278346"/>
            <a:ext cx="12377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Poppins regular" panose="00000500000000000000" pitchFamily="2" charset="0"/>
                <a:ea typeface="Jost" pitchFamily="2" charset="0"/>
                <a:cs typeface="Poppins regular" panose="00000500000000000000" pitchFamily="2" charset="0"/>
              </a:rPr>
              <a:t>10K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38AF5C-B3AD-440B-9A6F-844FCF8C22C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CC149F-3B20-4309-B18F-A1FA6E8839D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</p:spTree>
    <p:extLst>
      <p:ext uri="{BB962C8B-B14F-4D97-AF65-F5344CB8AC3E}">
        <p14:creationId xmlns:p14="http://schemas.microsoft.com/office/powerpoint/2010/main" val="2266559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983A3EF3-41D3-4218-A61C-A930156F5A34}"/>
              </a:ext>
            </a:extLst>
          </p:cNvPr>
          <p:cNvSpPr/>
          <p:nvPr/>
        </p:nvSpPr>
        <p:spPr>
          <a:xfrm>
            <a:off x="7329730" y="2535075"/>
            <a:ext cx="4862270" cy="356144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8C92C41-BB40-4DA2-85DB-BFDA2819A862}"/>
              </a:ext>
            </a:extLst>
          </p:cNvPr>
          <p:cNvSpPr/>
          <p:nvPr/>
        </p:nvSpPr>
        <p:spPr>
          <a:xfrm>
            <a:off x="899940" y="2535075"/>
            <a:ext cx="3033471" cy="35614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754A44-C8F9-4D3D-B519-2D8C667A56F5}"/>
              </a:ext>
            </a:extLst>
          </p:cNvPr>
          <p:cNvSpPr txBox="1"/>
          <p:nvPr/>
        </p:nvSpPr>
        <p:spPr>
          <a:xfrm>
            <a:off x="717045" y="634446"/>
            <a:ext cx="4269293" cy="65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500" dirty="0">
                <a:solidFill>
                  <a:schemeClr val="accent2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Projects</a:t>
            </a:r>
            <a:r>
              <a:rPr lang="en-US" sz="3500" dirty="0">
                <a:latin typeface="Poppins SemiBold" panose="00000700000000000000" pitchFamily="50" charset="0"/>
                <a:cs typeface="Poppins SemiBold" panose="00000700000000000000" pitchFamily="50" charset="0"/>
              </a:rPr>
              <a:t> sample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1135B8-0AAD-4B8C-85E7-4053BF97528B}"/>
              </a:ext>
            </a:extLst>
          </p:cNvPr>
          <p:cNvSpPr txBox="1"/>
          <p:nvPr/>
        </p:nvSpPr>
        <p:spPr>
          <a:xfrm>
            <a:off x="1835326" y="3184571"/>
            <a:ext cx="14796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Opportunities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92C3B6-4F58-4488-8B52-680DEA94BD3C}"/>
              </a:ext>
            </a:extLst>
          </p:cNvPr>
          <p:cNvSpPr txBox="1"/>
          <p:nvPr/>
        </p:nvSpPr>
        <p:spPr>
          <a:xfrm>
            <a:off x="1311454" y="3617823"/>
            <a:ext cx="2327350" cy="484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variations but don't look even believable.</a:t>
            </a:r>
            <a:endParaRPr lang="en-US" sz="10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FBC6C6-6A81-415D-809A-734DEFA01391}"/>
              </a:ext>
            </a:extLst>
          </p:cNvPr>
          <p:cNvSpPr txBox="1"/>
          <p:nvPr/>
        </p:nvSpPr>
        <p:spPr>
          <a:xfrm>
            <a:off x="1520481" y="4439241"/>
            <a:ext cx="20202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0" dirty="0">
                <a:solidFill>
                  <a:schemeClr val="bg1"/>
                </a:solidFill>
                <a:effectLst/>
                <a:latin typeface="Poppins" panose="00000500000000000000" pitchFamily="50" charset="0"/>
                <a:ea typeface="Open Sans" panose="020B0606030504020204" pitchFamily="34" charset="0"/>
                <a:cs typeface="Poppins" panose="00000500000000000000" pitchFamily="50" charset="0"/>
              </a:rPr>
              <a:t>There are many variations</a:t>
            </a:r>
            <a:endParaRPr lang="en-US" sz="1000" dirty="0">
              <a:solidFill>
                <a:schemeClr val="bg1"/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FFD1F19-F762-447C-ACDC-6987CC3894CD}"/>
              </a:ext>
            </a:extLst>
          </p:cNvPr>
          <p:cNvSpPr/>
          <p:nvPr/>
        </p:nvSpPr>
        <p:spPr>
          <a:xfrm>
            <a:off x="1348030" y="4486901"/>
            <a:ext cx="119150" cy="11915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8E8310-93F2-4064-A440-3B731EA1E855}"/>
              </a:ext>
            </a:extLst>
          </p:cNvPr>
          <p:cNvSpPr txBox="1"/>
          <p:nvPr/>
        </p:nvSpPr>
        <p:spPr>
          <a:xfrm>
            <a:off x="1520481" y="4902820"/>
            <a:ext cx="17945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0" dirty="0">
                <a:solidFill>
                  <a:schemeClr val="bg1"/>
                </a:solidFill>
                <a:effectLst/>
                <a:latin typeface="Poppins" panose="00000500000000000000" pitchFamily="50" charset="0"/>
                <a:ea typeface="Open Sans" panose="020B0606030504020204" pitchFamily="34" charset="0"/>
                <a:cs typeface="Poppins" panose="00000500000000000000" pitchFamily="50" charset="0"/>
              </a:rPr>
              <a:t>Majority have suffered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636C9EA-E037-4A09-9A6C-CE8216C1E01C}"/>
              </a:ext>
            </a:extLst>
          </p:cNvPr>
          <p:cNvSpPr/>
          <p:nvPr/>
        </p:nvSpPr>
        <p:spPr>
          <a:xfrm>
            <a:off x="1348030" y="4950480"/>
            <a:ext cx="119150" cy="1191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7919BC1-796B-4CB2-895A-61E01C721B6C}"/>
              </a:ext>
            </a:extLst>
          </p:cNvPr>
          <p:cNvSpPr txBox="1"/>
          <p:nvPr/>
        </p:nvSpPr>
        <p:spPr>
          <a:xfrm>
            <a:off x="1520481" y="5366399"/>
            <a:ext cx="20202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0" dirty="0">
                <a:solidFill>
                  <a:schemeClr val="bg1"/>
                </a:solidFill>
                <a:effectLst/>
                <a:latin typeface="Poppins" panose="00000500000000000000" pitchFamily="50" charset="0"/>
                <a:ea typeface="Open Sans" panose="020B0606030504020204" pitchFamily="34" charset="0"/>
                <a:cs typeface="Poppins" panose="00000500000000000000" pitchFamily="50" charset="0"/>
              </a:rPr>
              <a:t>There are many variations</a:t>
            </a:r>
            <a:endParaRPr lang="en-US" sz="1000" dirty="0">
              <a:solidFill>
                <a:schemeClr val="bg1"/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2B0203A-D44A-4125-91F7-C491C08F4143}"/>
              </a:ext>
            </a:extLst>
          </p:cNvPr>
          <p:cNvSpPr/>
          <p:nvPr/>
        </p:nvSpPr>
        <p:spPr>
          <a:xfrm>
            <a:off x="1348030" y="5414059"/>
            <a:ext cx="119150" cy="11915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BD71324-E830-4D40-840B-1BB93079678E}"/>
              </a:ext>
            </a:extLst>
          </p:cNvPr>
          <p:cNvSpPr txBox="1"/>
          <p:nvPr/>
        </p:nvSpPr>
        <p:spPr>
          <a:xfrm>
            <a:off x="8499735" y="3810192"/>
            <a:ext cx="2311158" cy="6896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variations of passages of Lorem Ipsum available, but the majority</a:t>
            </a:r>
            <a:endParaRPr lang="en-US" sz="10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8F7F41A-D7B4-49AE-B1A8-2AD3024E2E67}"/>
              </a:ext>
            </a:extLst>
          </p:cNvPr>
          <p:cNvSpPr/>
          <p:nvPr/>
        </p:nvSpPr>
        <p:spPr>
          <a:xfrm>
            <a:off x="7828751" y="3901884"/>
            <a:ext cx="506293" cy="506293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85ECC3F-2FA7-4325-B2CF-F2102E77C1B2}"/>
              </a:ext>
            </a:extLst>
          </p:cNvPr>
          <p:cNvSpPr txBox="1"/>
          <p:nvPr/>
        </p:nvSpPr>
        <p:spPr>
          <a:xfrm>
            <a:off x="8508284" y="4886123"/>
            <a:ext cx="2311158" cy="6896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variations of passages of Lorem Ipsum available, but the majority</a:t>
            </a:r>
            <a:endParaRPr lang="en-US" sz="10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64FBC84-1575-4D3A-8D69-7D8DB24C44DD}"/>
              </a:ext>
            </a:extLst>
          </p:cNvPr>
          <p:cNvSpPr/>
          <p:nvPr/>
        </p:nvSpPr>
        <p:spPr>
          <a:xfrm>
            <a:off x="7828751" y="4977815"/>
            <a:ext cx="506293" cy="506293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C01DA63-86FE-4D0B-B2D0-238719FC9FFE}"/>
              </a:ext>
            </a:extLst>
          </p:cNvPr>
          <p:cNvSpPr txBox="1"/>
          <p:nvPr/>
        </p:nvSpPr>
        <p:spPr>
          <a:xfrm>
            <a:off x="7752550" y="3135249"/>
            <a:ext cx="303346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Sample Project Plan Outline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5218928-B5CA-459C-83C5-BB83B93A25EC}"/>
              </a:ext>
            </a:extLst>
          </p:cNvPr>
          <p:cNvSpPr txBox="1"/>
          <p:nvPr/>
        </p:nvSpPr>
        <p:spPr>
          <a:xfrm>
            <a:off x="7774496" y="4039964"/>
            <a:ext cx="61480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01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F890BA5-B94A-4929-A978-02977FA18039}"/>
              </a:ext>
            </a:extLst>
          </p:cNvPr>
          <p:cNvSpPr txBox="1"/>
          <p:nvPr/>
        </p:nvSpPr>
        <p:spPr>
          <a:xfrm>
            <a:off x="7774496" y="5114952"/>
            <a:ext cx="61480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02</a:t>
            </a:r>
          </a:p>
        </p:txBody>
      </p:sp>
      <p:sp>
        <p:nvSpPr>
          <p:cNvPr id="44" name="Freeform 49">
            <a:extLst>
              <a:ext uri="{FF2B5EF4-FFF2-40B4-BE49-F238E27FC236}">
                <a16:creationId xmlns:a16="http://schemas.microsoft.com/office/drawing/2014/main" id="{5E9BF038-FB82-4A81-B02F-10CE1B033537}"/>
              </a:ext>
            </a:extLst>
          </p:cNvPr>
          <p:cNvSpPr>
            <a:spLocks noEditPoints="1"/>
          </p:cNvSpPr>
          <p:nvPr/>
        </p:nvSpPr>
        <p:spPr bwMode="auto">
          <a:xfrm>
            <a:off x="1406020" y="3011347"/>
            <a:ext cx="357937" cy="414183"/>
          </a:xfrm>
          <a:custGeom>
            <a:avLst/>
            <a:gdLst>
              <a:gd name="T0" fmla="*/ 8 w 140"/>
              <a:gd name="T1" fmla="*/ 65 h 162"/>
              <a:gd name="T2" fmla="*/ 8 w 140"/>
              <a:gd name="T3" fmla="*/ 114 h 162"/>
              <a:gd name="T4" fmla="*/ 13 w 140"/>
              <a:gd name="T5" fmla="*/ 128 h 162"/>
              <a:gd name="T6" fmla="*/ 19 w 140"/>
              <a:gd name="T7" fmla="*/ 138 h 162"/>
              <a:gd name="T8" fmla="*/ 60 w 140"/>
              <a:gd name="T9" fmla="*/ 162 h 162"/>
              <a:gd name="T10" fmla="*/ 118 w 140"/>
              <a:gd name="T11" fmla="*/ 125 h 162"/>
              <a:gd name="T12" fmla="*/ 60 w 140"/>
              <a:gd name="T13" fmla="*/ 145 h 162"/>
              <a:gd name="T14" fmla="*/ 24 w 140"/>
              <a:gd name="T15" fmla="*/ 139 h 162"/>
              <a:gd name="T16" fmla="*/ 22 w 140"/>
              <a:gd name="T17" fmla="*/ 124 h 162"/>
              <a:gd name="T18" fmla="*/ 9 w 140"/>
              <a:gd name="T19" fmla="*/ 109 h 162"/>
              <a:gd name="T20" fmla="*/ 25 w 140"/>
              <a:gd name="T21" fmla="*/ 69 h 162"/>
              <a:gd name="T22" fmla="*/ 14 w 140"/>
              <a:gd name="T23" fmla="*/ 69 h 162"/>
              <a:gd name="T24" fmla="*/ 130 w 140"/>
              <a:gd name="T25" fmla="*/ 79 h 162"/>
              <a:gd name="T26" fmla="*/ 118 w 140"/>
              <a:gd name="T27" fmla="*/ 86 h 162"/>
              <a:gd name="T28" fmla="*/ 121 w 140"/>
              <a:gd name="T29" fmla="*/ 68 h 162"/>
              <a:gd name="T30" fmla="*/ 106 w 140"/>
              <a:gd name="T31" fmla="*/ 33 h 162"/>
              <a:gd name="T32" fmla="*/ 80 w 140"/>
              <a:gd name="T33" fmla="*/ 19 h 162"/>
              <a:gd name="T34" fmla="*/ 42 w 140"/>
              <a:gd name="T35" fmla="*/ 30 h 162"/>
              <a:gd name="T36" fmla="*/ 39 w 140"/>
              <a:gd name="T37" fmla="*/ 72 h 162"/>
              <a:gd name="T38" fmla="*/ 85 w 140"/>
              <a:gd name="T39" fmla="*/ 90 h 162"/>
              <a:gd name="T40" fmla="*/ 110 w 140"/>
              <a:gd name="T41" fmla="*/ 93 h 162"/>
              <a:gd name="T42" fmla="*/ 115 w 140"/>
              <a:gd name="T43" fmla="*/ 62 h 162"/>
              <a:gd name="T44" fmla="*/ 38 w 140"/>
              <a:gd name="T45" fmla="*/ 48 h 162"/>
              <a:gd name="T46" fmla="*/ 107 w 140"/>
              <a:gd name="T47" fmla="*/ 39 h 162"/>
              <a:gd name="T48" fmla="*/ 109 w 140"/>
              <a:gd name="T49" fmla="*/ 42 h 162"/>
              <a:gd name="T50" fmla="*/ 91 w 140"/>
              <a:gd name="T51" fmla="*/ 51 h 162"/>
              <a:gd name="T52" fmla="*/ 99 w 140"/>
              <a:gd name="T53" fmla="*/ 69 h 162"/>
              <a:gd name="T54" fmla="*/ 100 w 140"/>
              <a:gd name="T55" fmla="*/ 64 h 162"/>
              <a:gd name="T56" fmla="*/ 91 w 140"/>
              <a:gd name="T57" fmla="*/ 26 h 162"/>
              <a:gd name="T58" fmla="*/ 94 w 140"/>
              <a:gd name="T59" fmla="*/ 34 h 162"/>
              <a:gd name="T60" fmla="*/ 93 w 140"/>
              <a:gd name="T61" fmla="*/ 42 h 162"/>
              <a:gd name="T62" fmla="*/ 86 w 140"/>
              <a:gd name="T63" fmla="*/ 48 h 162"/>
              <a:gd name="T64" fmla="*/ 75 w 140"/>
              <a:gd name="T65" fmla="*/ 21 h 162"/>
              <a:gd name="T66" fmla="*/ 65 w 140"/>
              <a:gd name="T67" fmla="*/ 24 h 162"/>
              <a:gd name="T68" fmla="*/ 57 w 140"/>
              <a:gd name="T69" fmla="*/ 26 h 162"/>
              <a:gd name="T70" fmla="*/ 67 w 140"/>
              <a:gd name="T71" fmla="*/ 45 h 162"/>
              <a:gd name="T72" fmla="*/ 49 w 140"/>
              <a:gd name="T73" fmla="*/ 24 h 162"/>
              <a:gd name="T74" fmla="*/ 45 w 140"/>
              <a:gd name="T75" fmla="*/ 42 h 162"/>
              <a:gd name="T76" fmla="*/ 46 w 140"/>
              <a:gd name="T77" fmla="*/ 66 h 162"/>
              <a:gd name="T78" fmla="*/ 45 w 140"/>
              <a:gd name="T79" fmla="*/ 61 h 162"/>
              <a:gd name="T80" fmla="*/ 47 w 140"/>
              <a:gd name="T81" fmla="*/ 61 h 162"/>
              <a:gd name="T82" fmla="*/ 70 w 140"/>
              <a:gd name="T83" fmla="*/ 63 h 162"/>
              <a:gd name="T84" fmla="*/ 78 w 140"/>
              <a:gd name="T85" fmla="*/ 42 h 162"/>
              <a:gd name="T86" fmla="*/ 82 w 140"/>
              <a:gd name="T87" fmla="*/ 52 h 162"/>
              <a:gd name="T88" fmla="*/ 72 w 140"/>
              <a:gd name="T89" fmla="*/ 48 h 162"/>
              <a:gd name="T90" fmla="*/ 75 w 140"/>
              <a:gd name="T91" fmla="*/ 72 h 162"/>
              <a:gd name="T92" fmla="*/ 81 w 140"/>
              <a:gd name="T93" fmla="*/ 64 h 162"/>
              <a:gd name="T94" fmla="*/ 94 w 140"/>
              <a:gd name="T95" fmla="*/ 96 h 162"/>
              <a:gd name="T96" fmla="*/ 90 w 140"/>
              <a:gd name="T97" fmla="*/ 88 h 162"/>
              <a:gd name="T98" fmla="*/ 106 w 140"/>
              <a:gd name="T99" fmla="*/ 78 h 162"/>
              <a:gd name="T100" fmla="*/ 111 w 140"/>
              <a:gd name="T101" fmla="*/ 48 h 162"/>
              <a:gd name="T102" fmla="*/ 105 w 140"/>
              <a:gd name="T103" fmla="*/ 60 h 162"/>
              <a:gd name="T104" fmla="*/ 110 w 140"/>
              <a:gd name="T105" fmla="*/ 88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40" h="162">
                <a:moveTo>
                  <a:pt x="135" y="80"/>
                </a:moveTo>
                <a:cubicBezTo>
                  <a:pt x="140" y="57"/>
                  <a:pt x="133" y="26"/>
                  <a:pt x="108" y="11"/>
                </a:cubicBezTo>
                <a:cubicBezTo>
                  <a:pt x="92" y="2"/>
                  <a:pt x="74" y="0"/>
                  <a:pt x="57" y="5"/>
                </a:cubicBezTo>
                <a:cubicBezTo>
                  <a:pt x="33" y="11"/>
                  <a:pt x="15" y="28"/>
                  <a:pt x="9" y="51"/>
                </a:cubicBezTo>
                <a:cubicBezTo>
                  <a:pt x="8" y="55"/>
                  <a:pt x="8" y="60"/>
                  <a:pt x="8" y="65"/>
                </a:cubicBezTo>
                <a:cubicBezTo>
                  <a:pt x="8" y="68"/>
                  <a:pt x="9" y="71"/>
                  <a:pt x="9" y="73"/>
                </a:cubicBezTo>
                <a:cubicBezTo>
                  <a:pt x="10" y="77"/>
                  <a:pt x="11" y="81"/>
                  <a:pt x="11" y="84"/>
                </a:cubicBezTo>
                <a:cubicBezTo>
                  <a:pt x="11" y="89"/>
                  <a:pt x="8" y="94"/>
                  <a:pt x="5" y="98"/>
                </a:cubicBezTo>
                <a:cubicBezTo>
                  <a:pt x="2" y="102"/>
                  <a:pt x="0" y="106"/>
                  <a:pt x="1" y="110"/>
                </a:cubicBezTo>
                <a:cubicBezTo>
                  <a:pt x="2" y="112"/>
                  <a:pt x="5" y="114"/>
                  <a:pt x="8" y="114"/>
                </a:cubicBezTo>
                <a:cubicBezTo>
                  <a:pt x="8" y="114"/>
                  <a:pt x="8" y="114"/>
                  <a:pt x="8" y="114"/>
                </a:cubicBezTo>
                <a:cubicBezTo>
                  <a:pt x="9" y="114"/>
                  <a:pt x="10" y="114"/>
                  <a:pt x="10" y="115"/>
                </a:cubicBezTo>
                <a:cubicBezTo>
                  <a:pt x="11" y="115"/>
                  <a:pt x="11" y="116"/>
                  <a:pt x="11" y="117"/>
                </a:cubicBezTo>
                <a:cubicBezTo>
                  <a:pt x="11" y="122"/>
                  <a:pt x="11" y="125"/>
                  <a:pt x="13" y="126"/>
                </a:cubicBezTo>
                <a:cubicBezTo>
                  <a:pt x="13" y="127"/>
                  <a:pt x="13" y="127"/>
                  <a:pt x="13" y="128"/>
                </a:cubicBezTo>
                <a:cubicBezTo>
                  <a:pt x="13" y="129"/>
                  <a:pt x="13" y="131"/>
                  <a:pt x="14" y="132"/>
                </a:cubicBezTo>
                <a:cubicBezTo>
                  <a:pt x="16" y="133"/>
                  <a:pt x="17" y="134"/>
                  <a:pt x="19" y="134"/>
                </a:cubicBezTo>
                <a:cubicBezTo>
                  <a:pt x="19" y="134"/>
                  <a:pt x="19" y="134"/>
                  <a:pt x="19" y="134"/>
                </a:cubicBezTo>
                <a:cubicBezTo>
                  <a:pt x="19" y="134"/>
                  <a:pt x="19" y="135"/>
                  <a:pt x="19" y="135"/>
                </a:cubicBezTo>
                <a:cubicBezTo>
                  <a:pt x="19" y="136"/>
                  <a:pt x="19" y="137"/>
                  <a:pt x="19" y="138"/>
                </a:cubicBezTo>
                <a:cubicBezTo>
                  <a:pt x="18" y="142"/>
                  <a:pt x="18" y="148"/>
                  <a:pt x="26" y="151"/>
                </a:cubicBezTo>
                <a:cubicBezTo>
                  <a:pt x="28" y="151"/>
                  <a:pt x="30" y="152"/>
                  <a:pt x="32" y="152"/>
                </a:cubicBezTo>
                <a:cubicBezTo>
                  <a:pt x="40" y="151"/>
                  <a:pt x="48" y="150"/>
                  <a:pt x="55" y="147"/>
                </a:cubicBezTo>
                <a:cubicBezTo>
                  <a:pt x="58" y="151"/>
                  <a:pt x="59" y="155"/>
                  <a:pt x="59" y="160"/>
                </a:cubicBezTo>
                <a:cubicBezTo>
                  <a:pt x="59" y="160"/>
                  <a:pt x="60" y="161"/>
                  <a:pt x="60" y="162"/>
                </a:cubicBezTo>
                <a:cubicBezTo>
                  <a:pt x="61" y="162"/>
                  <a:pt x="61" y="162"/>
                  <a:pt x="62" y="162"/>
                </a:cubicBezTo>
                <a:cubicBezTo>
                  <a:pt x="129" y="162"/>
                  <a:pt x="129" y="162"/>
                  <a:pt x="129" y="162"/>
                </a:cubicBezTo>
                <a:cubicBezTo>
                  <a:pt x="130" y="162"/>
                  <a:pt x="131" y="162"/>
                  <a:pt x="131" y="160"/>
                </a:cubicBezTo>
                <a:cubicBezTo>
                  <a:pt x="131" y="159"/>
                  <a:pt x="131" y="158"/>
                  <a:pt x="130" y="157"/>
                </a:cubicBezTo>
                <a:cubicBezTo>
                  <a:pt x="127" y="155"/>
                  <a:pt x="118" y="133"/>
                  <a:pt x="118" y="125"/>
                </a:cubicBezTo>
                <a:cubicBezTo>
                  <a:pt x="119" y="124"/>
                  <a:pt x="120" y="122"/>
                  <a:pt x="121" y="119"/>
                </a:cubicBezTo>
                <a:cubicBezTo>
                  <a:pt x="128" y="107"/>
                  <a:pt x="133" y="94"/>
                  <a:pt x="135" y="80"/>
                </a:cubicBezTo>
                <a:close/>
                <a:moveTo>
                  <a:pt x="123" y="157"/>
                </a:moveTo>
                <a:cubicBezTo>
                  <a:pt x="64" y="157"/>
                  <a:pt x="64" y="157"/>
                  <a:pt x="64" y="157"/>
                </a:cubicBezTo>
                <a:cubicBezTo>
                  <a:pt x="64" y="153"/>
                  <a:pt x="62" y="149"/>
                  <a:pt x="60" y="145"/>
                </a:cubicBezTo>
                <a:cubicBezTo>
                  <a:pt x="68" y="142"/>
                  <a:pt x="75" y="138"/>
                  <a:pt x="78" y="134"/>
                </a:cubicBezTo>
                <a:cubicBezTo>
                  <a:pt x="79" y="133"/>
                  <a:pt x="79" y="131"/>
                  <a:pt x="78" y="130"/>
                </a:cubicBezTo>
                <a:cubicBezTo>
                  <a:pt x="77" y="129"/>
                  <a:pt x="75" y="130"/>
                  <a:pt x="74" y="131"/>
                </a:cubicBezTo>
                <a:cubicBezTo>
                  <a:pt x="66" y="141"/>
                  <a:pt x="35" y="148"/>
                  <a:pt x="28" y="146"/>
                </a:cubicBezTo>
                <a:cubicBezTo>
                  <a:pt x="24" y="144"/>
                  <a:pt x="24" y="143"/>
                  <a:pt x="24" y="139"/>
                </a:cubicBezTo>
                <a:cubicBezTo>
                  <a:pt x="24" y="138"/>
                  <a:pt x="24" y="136"/>
                  <a:pt x="24" y="135"/>
                </a:cubicBezTo>
                <a:cubicBezTo>
                  <a:pt x="24" y="131"/>
                  <a:pt x="23" y="129"/>
                  <a:pt x="20" y="129"/>
                </a:cubicBezTo>
                <a:cubicBezTo>
                  <a:pt x="19" y="129"/>
                  <a:pt x="19" y="128"/>
                  <a:pt x="18" y="128"/>
                </a:cubicBezTo>
                <a:cubicBezTo>
                  <a:pt x="19" y="128"/>
                  <a:pt x="20" y="127"/>
                  <a:pt x="20" y="127"/>
                </a:cubicBezTo>
                <a:cubicBezTo>
                  <a:pt x="21" y="126"/>
                  <a:pt x="22" y="125"/>
                  <a:pt x="22" y="124"/>
                </a:cubicBezTo>
                <a:cubicBezTo>
                  <a:pt x="21" y="123"/>
                  <a:pt x="20" y="122"/>
                  <a:pt x="19" y="122"/>
                </a:cubicBezTo>
                <a:cubicBezTo>
                  <a:pt x="18" y="122"/>
                  <a:pt x="17" y="122"/>
                  <a:pt x="16" y="122"/>
                </a:cubicBezTo>
                <a:cubicBezTo>
                  <a:pt x="16" y="120"/>
                  <a:pt x="16" y="118"/>
                  <a:pt x="16" y="117"/>
                </a:cubicBezTo>
                <a:cubicBezTo>
                  <a:pt x="16" y="114"/>
                  <a:pt x="16" y="112"/>
                  <a:pt x="14" y="111"/>
                </a:cubicBezTo>
                <a:cubicBezTo>
                  <a:pt x="13" y="109"/>
                  <a:pt x="11" y="109"/>
                  <a:pt x="9" y="109"/>
                </a:cubicBezTo>
                <a:cubicBezTo>
                  <a:pt x="7" y="108"/>
                  <a:pt x="6" y="108"/>
                  <a:pt x="6" y="107"/>
                </a:cubicBezTo>
                <a:cubicBezTo>
                  <a:pt x="6" y="107"/>
                  <a:pt x="8" y="103"/>
                  <a:pt x="10" y="101"/>
                </a:cubicBezTo>
                <a:cubicBezTo>
                  <a:pt x="12" y="96"/>
                  <a:pt x="16" y="91"/>
                  <a:pt x="16" y="85"/>
                </a:cubicBezTo>
                <a:cubicBezTo>
                  <a:pt x="16" y="81"/>
                  <a:pt x="16" y="78"/>
                  <a:pt x="15" y="75"/>
                </a:cubicBezTo>
                <a:cubicBezTo>
                  <a:pt x="18" y="72"/>
                  <a:pt x="22" y="70"/>
                  <a:pt x="25" y="69"/>
                </a:cubicBezTo>
                <a:cubicBezTo>
                  <a:pt x="27" y="69"/>
                  <a:pt x="28" y="69"/>
                  <a:pt x="29" y="69"/>
                </a:cubicBezTo>
                <a:cubicBezTo>
                  <a:pt x="31" y="70"/>
                  <a:pt x="32" y="69"/>
                  <a:pt x="32" y="68"/>
                </a:cubicBezTo>
                <a:cubicBezTo>
                  <a:pt x="33" y="66"/>
                  <a:pt x="32" y="65"/>
                  <a:pt x="31" y="64"/>
                </a:cubicBezTo>
                <a:cubicBezTo>
                  <a:pt x="29" y="64"/>
                  <a:pt x="26" y="64"/>
                  <a:pt x="24" y="64"/>
                </a:cubicBezTo>
                <a:cubicBezTo>
                  <a:pt x="20" y="65"/>
                  <a:pt x="17" y="67"/>
                  <a:pt x="14" y="69"/>
                </a:cubicBezTo>
                <a:cubicBezTo>
                  <a:pt x="13" y="68"/>
                  <a:pt x="13" y="66"/>
                  <a:pt x="13" y="64"/>
                </a:cubicBezTo>
                <a:cubicBezTo>
                  <a:pt x="13" y="60"/>
                  <a:pt x="13" y="56"/>
                  <a:pt x="14" y="52"/>
                </a:cubicBezTo>
                <a:cubicBezTo>
                  <a:pt x="20" y="31"/>
                  <a:pt x="35" y="16"/>
                  <a:pt x="58" y="10"/>
                </a:cubicBezTo>
                <a:cubicBezTo>
                  <a:pt x="74" y="6"/>
                  <a:pt x="91" y="8"/>
                  <a:pt x="105" y="16"/>
                </a:cubicBezTo>
                <a:cubicBezTo>
                  <a:pt x="128" y="29"/>
                  <a:pt x="134" y="58"/>
                  <a:pt x="130" y="79"/>
                </a:cubicBezTo>
                <a:cubicBezTo>
                  <a:pt x="128" y="92"/>
                  <a:pt x="123" y="105"/>
                  <a:pt x="116" y="117"/>
                </a:cubicBezTo>
                <a:cubicBezTo>
                  <a:pt x="115" y="119"/>
                  <a:pt x="114" y="122"/>
                  <a:pt x="113" y="124"/>
                </a:cubicBezTo>
                <a:cubicBezTo>
                  <a:pt x="113" y="124"/>
                  <a:pt x="113" y="125"/>
                  <a:pt x="113" y="125"/>
                </a:cubicBezTo>
                <a:cubicBezTo>
                  <a:pt x="113" y="132"/>
                  <a:pt x="118" y="148"/>
                  <a:pt x="123" y="157"/>
                </a:cubicBezTo>
                <a:close/>
                <a:moveTo>
                  <a:pt x="118" y="86"/>
                </a:moveTo>
                <a:cubicBezTo>
                  <a:pt x="118" y="82"/>
                  <a:pt x="115" y="78"/>
                  <a:pt x="111" y="77"/>
                </a:cubicBezTo>
                <a:cubicBezTo>
                  <a:pt x="106" y="70"/>
                  <a:pt x="106" y="70"/>
                  <a:pt x="106" y="70"/>
                </a:cubicBezTo>
                <a:cubicBezTo>
                  <a:pt x="107" y="70"/>
                  <a:pt x="107" y="69"/>
                  <a:pt x="107" y="68"/>
                </a:cubicBezTo>
                <a:cubicBezTo>
                  <a:pt x="112" y="66"/>
                  <a:pt x="112" y="66"/>
                  <a:pt x="112" y="66"/>
                </a:cubicBezTo>
                <a:cubicBezTo>
                  <a:pt x="114" y="69"/>
                  <a:pt x="118" y="70"/>
                  <a:pt x="121" y="68"/>
                </a:cubicBezTo>
                <a:cubicBezTo>
                  <a:pt x="124" y="67"/>
                  <a:pt x="126" y="64"/>
                  <a:pt x="126" y="60"/>
                </a:cubicBezTo>
                <a:cubicBezTo>
                  <a:pt x="126" y="57"/>
                  <a:pt x="123" y="54"/>
                  <a:pt x="120" y="53"/>
                </a:cubicBezTo>
                <a:cubicBezTo>
                  <a:pt x="116" y="45"/>
                  <a:pt x="116" y="45"/>
                  <a:pt x="116" y="45"/>
                </a:cubicBezTo>
                <a:cubicBezTo>
                  <a:pt x="118" y="42"/>
                  <a:pt x="119" y="38"/>
                  <a:pt x="116" y="35"/>
                </a:cubicBezTo>
                <a:cubicBezTo>
                  <a:pt x="114" y="32"/>
                  <a:pt x="109" y="31"/>
                  <a:pt x="106" y="33"/>
                </a:cubicBezTo>
                <a:cubicBezTo>
                  <a:pt x="101" y="29"/>
                  <a:pt x="101" y="29"/>
                  <a:pt x="101" y="29"/>
                </a:cubicBezTo>
                <a:cubicBezTo>
                  <a:pt x="102" y="28"/>
                  <a:pt x="102" y="27"/>
                  <a:pt x="102" y="26"/>
                </a:cubicBezTo>
                <a:cubicBezTo>
                  <a:pt x="102" y="23"/>
                  <a:pt x="100" y="20"/>
                  <a:pt x="97" y="19"/>
                </a:cubicBezTo>
                <a:cubicBezTo>
                  <a:pt x="94" y="18"/>
                  <a:pt x="90" y="18"/>
                  <a:pt x="88" y="21"/>
                </a:cubicBezTo>
                <a:cubicBezTo>
                  <a:pt x="80" y="19"/>
                  <a:pt x="80" y="19"/>
                  <a:pt x="80" y="19"/>
                </a:cubicBezTo>
                <a:cubicBezTo>
                  <a:pt x="79" y="15"/>
                  <a:pt x="76" y="13"/>
                  <a:pt x="73" y="13"/>
                </a:cubicBezTo>
                <a:cubicBezTo>
                  <a:pt x="69" y="13"/>
                  <a:pt x="66" y="15"/>
                  <a:pt x="65" y="19"/>
                </a:cubicBezTo>
                <a:cubicBezTo>
                  <a:pt x="54" y="21"/>
                  <a:pt x="54" y="21"/>
                  <a:pt x="54" y="21"/>
                </a:cubicBezTo>
                <a:cubicBezTo>
                  <a:pt x="52" y="18"/>
                  <a:pt x="47" y="17"/>
                  <a:pt x="44" y="20"/>
                </a:cubicBezTo>
                <a:cubicBezTo>
                  <a:pt x="41" y="22"/>
                  <a:pt x="40" y="27"/>
                  <a:pt x="42" y="30"/>
                </a:cubicBezTo>
                <a:cubicBezTo>
                  <a:pt x="36" y="37"/>
                  <a:pt x="36" y="37"/>
                  <a:pt x="36" y="37"/>
                </a:cubicBezTo>
                <a:cubicBezTo>
                  <a:pt x="33" y="38"/>
                  <a:pt x="30" y="41"/>
                  <a:pt x="30" y="45"/>
                </a:cubicBezTo>
                <a:cubicBezTo>
                  <a:pt x="30" y="49"/>
                  <a:pt x="32" y="52"/>
                  <a:pt x="36" y="53"/>
                </a:cubicBezTo>
                <a:cubicBezTo>
                  <a:pt x="40" y="63"/>
                  <a:pt x="40" y="63"/>
                  <a:pt x="40" y="63"/>
                </a:cubicBezTo>
                <a:cubicBezTo>
                  <a:pt x="38" y="66"/>
                  <a:pt x="37" y="69"/>
                  <a:pt x="39" y="72"/>
                </a:cubicBezTo>
                <a:cubicBezTo>
                  <a:pt x="40" y="75"/>
                  <a:pt x="43" y="77"/>
                  <a:pt x="46" y="77"/>
                </a:cubicBezTo>
                <a:cubicBezTo>
                  <a:pt x="49" y="77"/>
                  <a:pt x="52" y="75"/>
                  <a:pt x="53" y="72"/>
                </a:cubicBezTo>
                <a:cubicBezTo>
                  <a:pt x="68" y="72"/>
                  <a:pt x="68" y="72"/>
                  <a:pt x="68" y="72"/>
                </a:cubicBezTo>
                <a:cubicBezTo>
                  <a:pt x="69" y="75"/>
                  <a:pt x="73" y="78"/>
                  <a:pt x="76" y="77"/>
                </a:cubicBezTo>
                <a:cubicBezTo>
                  <a:pt x="85" y="90"/>
                  <a:pt x="85" y="90"/>
                  <a:pt x="85" y="90"/>
                </a:cubicBezTo>
                <a:cubicBezTo>
                  <a:pt x="83" y="93"/>
                  <a:pt x="83" y="97"/>
                  <a:pt x="84" y="100"/>
                </a:cubicBezTo>
                <a:cubicBezTo>
                  <a:pt x="86" y="103"/>
                  <a:pt x="89" y="104"/>
                  <a:pt x="93" y="104"/>
                </a:cubicBezTo>
                <a:cubicBezTo>
                  <a:pt x="96" y="103"/>
                  <a:pt x="99" y="100"/>
                  <a:pt x="99" y="97"/>
                </a:cubicBezTo>
                <a:cubicBezTo>
                  <a:pt x="106" y="92"/>
                  <a:pt x="106" y="92"/>
                  <a:pt x="106" y="92"/>
                </a:cubicBezTo>
                <a:cubicBezTo>
                  <a:pt x="107" y="93"/>
                  <a:pt x="108" y="93"/>
                  <a:pt x="110" y="93"/>
                </a:cubicBezTo>
                <a:cubicBezTo>
                  <a:pt x="114" y="93"/>
                  <a:pt x="117" y="90"/>
                  <a:pt x="118" y="86"/>
                </a:cubicBezTo>
                <a:close/>
                <a:moveTo>
                  <a:pt x="118" y="58"/>
                </a:moveTo>
                <a:cubicBezTo>
                  <a:pt x="119" y="58"/>
                  <a:pt x="120" y="59"/>
                  <a:pt x="121" y="61"/>
                </a:cubicBezTo>
                <a:cubicBezTo>
                  <a:pt x="121" y="62"/>
                  <a:pt x="120" y="63"/>
                  <a:pt x="119" y="64"/>
                </a:cubicBezTo>
                <a:cubicBezTo>
                  <a:pt x="117" y="64"/>
                  <a:pt x="116" y="63"/>
                  <a:pt x="115" y="62"/>
                </a:cubicBezTo>
                <a:cubicBezTo>
                  <a:pt x="115" y="62"/>
                  <a:pt x="115" y="62"/>
                  <a:pt x="115" y="62"/>
                </a:cubicBezTo>
                <a:cubicBezTo>
                  <a:pt x="115" y="62"/>
                  <a:pt x="115" y="62"/>
                  <a:pt x="115" y="62"/>
                </a:cubicBezTo>
                <a:cubicBezTo>
                  <a:pt x="115" y="62"/>
                  <a:pt x="115" y="61"/>
                  <a:pt x="115" y="61"/>
                </a:cubicBezTo>
                <a:cubicBezTo>
                  <a:pt x="115" y="60"/>
                  <a:pt x="116" y="58"/>
                  <a:pt x="118" y="58"/>
                </a:cubicBezTo>
                <a:close/>
                <a:moveTo>
                  <a:pt x="38" y="48"/>
                </a:moveTo>
                <a:cubicBezTo>
                  <a:pt x="36" y="48"/>
                  <a:pt x="35" y="47"/>
                  <a:pt x="35" y="45"/>
                </a:cubicBezTo>
                <a:cubicBezTo>
                  <a:pt x="35" y="44"/>
                  <a:pt x="36" y="42"/>
                  <a:pt x="38" y="42"/>
                </a:cubicBezTo>
                <a:cubicBezTo>
                  <a:pt x="39" y="42"/>
                  <a:pt x="41" y="44"/>
                  <a:pt x="41" y="45"/>
                </a:cubicBezTo>
                <a:cubicBezTo>
                  <a:pt x="41" y="47"/>
                  <a:pt x="39" y="48"/>
                  <a:pt x="38" y="48"/>
                </a:cubicBezTo>
                <a:close/>
                <a:moveTo>
                  <a:pt x="107" y="39"/>
                </a:moveTo>
                <a:cubicBezTo>
                  <a:pt x="108" y="38"/>
                  <a:pt x="109" y="37"/>
                  <a:pt x="110" y="37"/>
                </a:cubicBezTo>
                <a:cubicBezTo>
                  <a:pt x="111" y="37"/>
                  <a:pt x="113" y="38"/>
                  <a:pt x="113" y="40"/>
                </a:cubicBezTo>
                <a:cubicBezTo>
                  <a:pt x="113" y="41"/>
                  <a:pt x="111" y="42"/>
                  <a:pt x="110" y="42"/>
                </a:cubicBezTo>
                <a:cubicBezTo>
                  <a:pt x="110" y="42"/>
                  <a:pt x="109" y="42"/>
                  <a:pt x="109" y="42"/>
                </a:cubicBezTo>
                <a:cubicBezTo>
                  <a:pt x="109" y="42"/>
                  <a:pt x="109" y="42"/>
                  <a:pt x="109" y="42"/>
                </a:cubicBezTo>
                <a:cubicBezTo>
                  <a:pt x="109" y="42"/>
                  <a:pt x="109" y="42"/>
                  <a:pt x="109" y="42"/>
                </a:cubicBezTo>
                <a:cubicBezTo>
                  <a:pt x="108" y="42"/>
                  <a:pt x="107" y="40"/>
                  <a:pt x="107" y="39"/>
                </a:cubicBezTo>
                <a:close/>
                <a:moveTo>
                  <a:pt x="105" y="46"/>
                </a:moveTo>
                <a:cubicBezTo>
                  <a:pt x="100" y="58"/>
                  <a:pt x="100" y="58"/>
                  <a:pt x="100" y="58"/>
                </a:cubicBezTo>
                <a:cubicBezTo>
                  <a:pt x="91" y="51"/>
                  <a:pt x="91" y="51"/>
                  <a:pt x="91" y="51"/>
                </a:cubicBezTo>
                <a:cubicBezTo>
                  <a:pt x="92" y="50"/>
                  <a:pt x="93" y="49"/>
                  <a:pt x="94" y="47"/>
                </a:cubicBezTo>
                <a:cubicBezTo>
                  <a:pt x="104" y="45"/>
                  <a:pt x="104" y="45"/>
                  <a:pt x="104" y="45"/>
                </a:cubicBezTo>
                <a:cubicBezTo>
                  <a:pt x="104" y="45"/>
                  <a:pt x="104" y="46"/>
                  <a:pt x="105" y="46"/>
                </a:cubicBezTo>
                <a:close/>
                <a:moveTo>
                  <a:pt x="102" y="67"/>
                </a:moveTo>
                <a:cubicBezTo>
                  <a:pt x="101" y="68"/>
                  <a:pt x="100" y="69"/>
                  <a:pt x="99" y="69"/>
                </a:cubicBezTo>
                <a:cubicBezTo>
                  <a:pt x="98" y="69"/>
                  <a:pt x="97" y="68"/>
                  <a:pt x="97" y="66"/>
                </a:cubicBezTo>
                <a:cubicBezTo>
                  <a:pt x="97" y="65"/>
                  <a:pt x="98" y="64"/>
                  <a:pt x="99" y="64"/>
                </a:cubicBezTo>
                <a:cubicBezTo>
                  <a:pt x="100" y="64"/>
                  <a:pt x="100" y="64"/>
                  <a:pt x="100" y="64"/>
                </a:cubicBezTo>
                <a:cubicBezTo>
                  <a:pt x="100" y="64"/>
                  <a:pt x="100" y="64"/>
                  <a:pt x="100" y="64"/>
                </a:cubicBezTo>
                <a:cubicBezTo>
                  <a:pt x="100" y="64"/>
                  <a:pt x="100" y="64"/>
                  <a:pt x="100" y="64"/>
                </a:cubicBezTo>
                <a:cubicBezTo>
                  <a:pt x="102" y="64"/>
                  <a:pt x="102" y="66"/>
                  <a:pt x="102" y="67"/>
                </a:cubicBezTo>
                <a:close/>
                <a:moveTo>
                  <a:pt x="94" y="24"/>
                </a:moveTo>
                <a:cubicBezTo>
                  <a:pt x="95" y="24"/>
                  <a:pt x="97" y="25"/>
                  <a:pt x="97" y="26"/>
                </a:cubicBezTo>
                <a:cubicBezTo>
                  <a:pt x="97" y="28"/>
                  <a:pt x="95" y="29"/>
                  <a:pt x="94" y="29"/>
                </a:cubicBezTo>
                <a:cubicBezTo>
                  <a:pt x="92" y="29"/>
                  <a:pt x="91" y="28"/>
                  <a:pt x="91" y="26"/>
                </a:cubicBezTo>
                <a:cubicBezTo>
                  <a:pt x="91" y="25"/>
                  <a:pt x="92" y="24"/>
                  <a:pt x="94" y="24"/>
                </a:cubicBezTo>
                <a:close/>
                <a:moveTo>
                  <a:pt x="80" y="24"/>
                </a:moveTo>
                <a:cubicBezTo>
                  <a:pt x="86" y="26"/>
                  <a:pt x="86" y="26"/>
                  <a:pt x="86" y="26"/>
                </a:cubicBezTo>
                <a:cubicBezTo>
                  <a:pt x="86" y="26"/>
                  <a:pt x="86" y="26"/>
                  <a:pt x="86" y="26"/>
                </a:cubicBezTo>
                <a:cubicBezTo>
                  <a:pt x="86" y="31"/>
                  <a:pt x="89" y="34"/>
                  <a:pt x="94" y="34"/>
                </a:cubicBezTo>
                <a:cubicBezTo>
                  <a:pt x="95" y="34"/>
                  <a:pt x="97" y="34"/>
                  <a:pt x="98" y="33"/>
                </a:cubicBezTo>
                <a:cubicBezTo>
                  <a:pt x="102" y="37"/>
                  <a:pt x="102" y="37"/>
                  <a:pt x="102" y="37"/>
                </a:cubicBezTo>
                <a:cubicBezTo>
                  <a:pt x="102" y="38"/>
                  <a:pt x="102" y="39"/>
                  <a:pt x="102" y="40"/>
                </a:cubicBezTo>
                <a:cubicBezTo>
                  <a:pt x="102" y="40"/>
                  <a:pt x="102" y="40"/>
                  <a:pt x="102" y="40"/>
                </a:cubicBezTo>
                <a:cubicBezTo>
                  <a:pt x="93" y="42"/>
                  <a:pt x="93" y="42"/>
                  <a:pt x="93" y="42"/>
                </a:cubicBezTo>
                <a:cubicBezTo>
                  <a:pt x="92" y="39"/>
                  <a:pt x="90" y="38"/>
                  <a:pt x="87" y="37"/>
                </a:cubicBezTo>
                <a:cubicBezTo>
                  <a:pt x="77" y="27"/>
                  <a:pt x="77" y="27"/>
                  <a:pt x="77" y="27"/>
                </a:cubicBezTo>
                <a:cubicBezTo>
                  <a:pt x="78" y="27"/>
                  <a:pt x="79" y="26"/>
                  <a:pt x="80" y="24"/>
                </a:cubicBezTo>
                <a:close/>
                <a:moveTo>
                  <a:pt x="89" y="45"/>
                </a:moveTo>
                <a:cubicBezTo>
                  <a:pt x="89" y="47"/>
                  <a:pt x="87" y="48"/>
                  <a:pt x="86" y="48"/>
                </a:cubicBezTo>
                <a:cubicBezTo>
                  <a:pt x="84" y="48"/>
                  <a:pt x="83" y="47"/>
                  <a:pt x="83" y="45"/>
                </a:cubicBezTo>
                <a:cubicBezTo>
                  <a:pt x="83" y="44"/>
                  <a:pt x="84" y="42"/>
                  <a:pt x="86" y="42"/>
                </a:cubicBezTo>
                <a:cubicBezTo>
                  <a:pt x="87" y="42"/>
                  <a:pt x="89" y="44"/>
                  <a:pt x="89" y="45"/>
                </a:cubicBezTo>
                <a:close/>
                <a:moveTo>
                  <a:pt x="73" y="18"/>
                </a:moveTo>
                <a:cubicBezTo>
                  <a:pt x="74" y="18"/>
                  <a:pt x="75" y="20"/>
                  <a:pt x="75" y="21"/>
                </a:cubicBezTo>
                <a:cubicBezTo>
                  <a:pt x="75" y="23"/>
                  <a:pt x="74" y="24"/>
                  <a:pt x="73" y="24"/>
                </a:cubicBezTo>
                <a:cubicBezTo>
                  <a:pt x="71" y="24"/>
                  <a:pt x="70" y="23"/>
                  <a:pt x="70" y="21"/>
                </a:cubicBezTo>
                <a:cubicBezTo>
                  <a:pt x="70" y="20"/>
                  <a:pt x="71" y="18"/>
                  <a:pt x="73" y="18"/>
                </a:cubicBezTo>
                <a:close/>
                <a:moveTo>
                  <a:pt x="57" y="26"/>
                </a:moveTo>
                <a:cubicBezTo>
                  <a:pt x="65" y="24"/>
                  <a:pt x="65" y="24"/>
                  <a:pt x="65" y="24"/>
                </a:cubicBezTo>
                <a:cubicBezTo>
                  <a:pt x="66" y="26"/>
                  <a:pt x="67" y="27"/>
                  <a:pt x="69" y="28"/>
                </a:cubicBezTo>
                <a:cubicBezTo>
                  <a:pt x="64" y="36"/>
                  <a:pt x="64" y="36"/>
                  <a:pt x="64" y="36"/>
                </a:cubicBezTo>
                <a:cubicBezTo>
                  <a:pt x="55" y="31"/>
                  <a:pt x="55" y="31"/>
                  <a:pt x="55" y="31"/>
                </a:cubicBezTo>
                <a:cubicBezTo>
                  <a:pt x="56" y="29"/>
                  <a:pt x="57" y="28"/>
                  <a:pt x="57" y="26"/>
                </a:cubicBezTo>
                <a:cubicBezTo>
                  <a:pt x="57" y="26"/>
                  <a:pt x="57" y="26"/>
                  <a:pt x="57" y="26"/>
                </a:cubicBezTo>
                <a:close/>
                <a:moveTo>
                  <a:pt x="67" y="45"/>
                </a:moveTo>
                <a:cubicBezTo>
                  <a:pt x="67" y="47"/>
                  <a:pt x="66" y="48"/>
                  <a:pt x="65" y="48"/>
                </a:cubicBezTo>
                <a:cubicBezTo>
                  <a:pt x="63" y="48"/>
                  <a:pt x="62" y="47"/>
                  <a:pt x="62" y="45"/>
                </a:cubicBezTo>
                <a:cubicBezTo>
                  <a:pt x="62" y="44"/>
                  <a:pt x="63" y="42"/>
                  <a:pt x="65" y="42"/>
                </a:cubicBezTo>
                <a:cubicBezTo>
                  <a:pt x="66" y="42"/>
                  <a:pt x="67" y="44"/>
                  <a:pt x="67" y="45"/>
                </a:cubicBezTo>
                <a:close/>
                <a:moveTo>
                  <a:pt x="49" y="24"/>
                </a:moveTo>
                <a:cubicBezTo>
                  <a:pt x="50" y="24"/>
                  <a:pt x="51" y="25"/>
                  <a:pt x="51" y="26"/>
                </a:cubicBezTo>
                <a:cubicBezTo>
                  <a:pt x="51" y="28"/>
                  <a:pt x="50" y="29"/>
                  <a:pt x="49" y="29"/>
                </a:cubicBezTo>
                <a:cubicBezTo>
                  <a:pt x="47" y="29"/>
                  <a:pt x="46" y="28"/>
                  <a:pt x="46" y="26"/>
                </a:cubicBezTo>
                <a:cubicBezTo>
                  <a:pt x="46" y="25"/>
                  <a:pt x="47" y="24"/>
                  <a:pt x="49" y="24"/>
                </a:cubicBezTo>
                <a:close/>
                <a:moveTo>
                  <a:pt x="46" y="34"/>
                </a:moveTo>
                <a:cubicBezTo>
                  <a:pt x="47" y="34"/>
                  <a:pt x="49" y="35"/>
                  <a:pt x="51" y="34"/>
                </a:cubicBezTo>
                <a:cubicBezTo>
                  <a:pt x="59" y="39"/>
                  <a:pt x="59" y="39"/>
                  <a:pt x="59" y="39"/>
                </a:cubicBezTo>
                <a:cubicBezTo>
                  <a:pt x="58" y="40"/>
                  <a:pt x="57" y="41"/>
                  <a:pt x="57" y="42"/>
                </a:cubicBezTo>
                <a:cubicBezTo>
                  <a:pt x="45" y="42"/>
                  <a:pt x="45" y="42"/>
                  <a:pt x="45" y="42"/>
                </a:cubicBezTo>
                <a:cubicBezTo>
                  <a:pt x="45" y="41"/>
                  <a:pt x="44" y="39"/>
                  <a:pt x="42" y="38"/>
                </a:cubicBezTo>
                <a:lnTo>
                  <a:pt x="46" y="34"/>
                </a:lnTo>
                <a:close/>
                <a:moveTo>
                  <a:pt x="46" y="72"/>
                </a:moveTo>
                <a:cubicBezTo>
                  <a:pt x="44" y="72"/>
                  <a:pt x="43" y="70"/>
                  <a:pt x="43" y="69"/>
                </a:cubicBezTo>
                <a:cubicBezTo>
                  <a:pt x="43" y="68"/>
                  <a:pt x="44" y="66"/>
                  <a:pt x="46" y="66"/>
                </a:cubicBezTo>
                <a:cubicBezTo>
                  <a:pt x="47" y="66"/>
                  <a:pt x="49" y="68"/>
                  <a:pt x="49" y="69"/>
                </a:cubicBezTo>
                <a:cubicBezTo>
                  <a:pt x="49" y="70"/>
                  <a:pt x="47" y="72"/>
                  <a:pt x="46" y="72"/>
                </a:cubicBezTo>
                <a:close/>
                <a:moveTo>
                  <a:pt x="47" y="61"/>
                </a:moveTo>
                <a:cubicBezTo>
                  <a:pt x="47" y="61"/>
                  <a:pt x="46" y="61"/>
                  <a:pt x="46" y="61"/>
                </a:cubicBezTo>
                <a:cubicBezTo>
                  <a:pt x="46" y="61"/>
                  <a:pt x="45" y="61"/>
                  <a:pt x="45" y="61"/>
                </a:cubicBezTo>
                <a:cubicBezTo>
                  <a:pt x="42" y="52"/>
                  <a:pt x="42" y="52"/>
                  <a:pt x="42" y="52"/>
                </a:cubicBezTo>
                <a:cubicBezTo>
                  <a:pt x="43" y="51"/>
                  <a:pt x="45" y="50"/>
                  <a:pt x="45" y="48"/>
                </a:cubicBezTo>
                <a:cubicBezTo>
                  <a:pt x="57" y="48"/>
                  <a:pt x="57" y="48"/>
                  <a:pt x="57" y="48"/>
                </a:cubicBezTo>
                <a:cubicBezTo>
                  <a:pt x="58" y="49"/>
                  <a:pt x="58" y="50"/>
                  <a:pt x="59" y="51"/>
                </a:cubicBezTo>
                <a:lnTo>
                  <a:pt x="47" y="61"/>
                </a:lnTo>
                <a:close/>
                <a:moveTo>
                  <a:pt x="68" y="66"/>
                </a:moveTo>
                <a:cubicBezTo>
                  <a:pt x="53" y="66"/>
                  <a:pt x="53" y="66"/>
                  <a:pt x="53" y="66"/>
                </a:cubicBezTo>
                <a:cubicBezTo>
                  <a:pt x="53" y="66"/>
                  <a:pt x="53" y="65"/>
                  <a:pt x="52" y="64"/>
                </a:cubicBezTo>
                <a:cubicBezTo>
                  <a:pt x="65" y="53"/>
                  <a:pt x="65" y="53"/>
                  <a:pt x="65" y="53"/>
                </a:cubicBezTo>
                <a:cubicBezTo>
                  <a:pt x="70" y="63"/>
                  <a:pt x="70" y="63"/>
                  <a:pt x="70" y="63"/>
                </a:cubicBezTo>
                <a:cubicBezTo>
                  <a:pt x="69" y="64"/>
                  <a:pt x="68" y="65"/>
                  <a:pt x="68" y="66"/>
                </a:cubicBezTo>
                <a:close/>
                <a:moveTo>
                  <a:pt x="69" y="38"/>
                </a:moveTo>
                <a:cubicBezTo>
                  <a:pt x="73" y="31"/>
                  <a:pt x="73" y="31"/>
                  <a:pt x="73" y="31"/>
                </a:cubicBezTo>
                <a:cubicBezTo>
                  <a:pt x="81" y="39"/>
                  <a:pt x="81" y="39"/>
                  <a:pt x="81" y="39"/>
                </a:cubicBezTo>
                <a:cubicBezTo>
                  <a:pt x="80" y="40"/>
                  <a:pt x="79" y="41"/>
                  <a:pt x="78" y="42"/>
                </a:cubicBezTo>
                <a:cubicBezTo>
                  <a:pt x="72" y="42"/>
                  <a:pt x="72" y="42"/>
                  <a:pt x="72" y="42"/>
                </a:cubicBezTo>
                <a:cubicBezTo>
                  <a:pt x="71" y="41"/>
                  <a:pt x="70" y="39"/>
                  <a:pt x="69" y="38"/>
                </a:cubicBezTo>
                <a:close/>
                <a:moveTo>
                  <a:pt x="72" y="48"/>
                </a:moveTo>
                <a:cubicBezTo>
                  <a:pt x="78" y="48"/>
                  <a:pt x="78" y="48"/>
                  <a:pt x="78" y="48"/>
                </a:cubicBezTo>
                <a:cubicBezTo>
                  <a:pt x="79" y="49"/>
                  <a:pt x="80" y="51"/>
                  <a:pt x="82" y="52"/>
                </a:cubicBezTo>
                <a:cubicBezTo>
                  <a:pt x="76" y="61"/>
                  <a:pt x="76" y="61"/>
                  <a:pt x="76" y="61"/>
                </a:cubicBezTo>
                <a:cubicBezTo>
                  <a:pt x="76" y="61"/>
                  <a:pt x="76" y="61"/>
                  <a:pt x="75" y="61"/>
                </a:cubicBezTo>
                <a:cubicBezTo>
                  <a:pt x="75" y="61"/>
                  <a:pt x="75" y="61"/>
                  <a:pt x="75" y="61"/>
                </a:cubicBezTo>
                <a:cubicBezTo>
                  <a:pt x="70" y="51"/>
                  <a:pt x="70" y="51"/>
                  <a:pt x="70" y="51"/>
                </a:cubicBezTo>
                <a:cubicBezTo>
                  <a:pt x="71" y="50"/>
                  <a:pt x="72" y="49"/>
                  <a:pt x="72" y="48"/>
                </a:cubicBezTo>
                <a:close/>
                <a:moveTo>
                  <a:pt x="75" y="72"/>
                </a:moveTo>
                <a:cubicBezTo>
                  <a:pt x="74" y="72"/>
                  <a:pt x="73" y="70"/>
                  <a:pt x="73" y="69"/>
                </a:cubicBezTo>
                <a:cubicBezTo>
                  <a:pt x="73" y="68"/>
                  <a:pt x="74" y="66"/>
                  <a:pt x="75" y="66"/>
                </a:cubicBezTo>
                <a:cubicBezTo>
                  <a:pt x="77" y="66"/>
                  <a:pt x="78" y="68"/>
                  <a:pt x="78" y="69"/>
                </a:cubicBezTo>
                <a:cubicBezTo>
                  <a:pt x="78" y="70"/>
                  <a:pt x="77" y="72"/>
                  <a:pt x="75" y="72"/>
                </a:cubicBezTo>
                <a:close/>
                <a:moveTo>
                  <a:pt x="87" y="54"/>
                </a:moveTo>
                <a:cubicBezTo>
                  <a:pt x="94" y="60"/>
                  <a:pt x="94" y="60"/>
                  <a:pt x="94" y="60"/>
                </a:cubicBezTo>
                <a:cubicBezTo>
                  <a:pt x="93" y="61"/>
                  <a:pt x="92" y="63"/>
                  <a:pt x="92" y="64"/>
                </a:cubicBezTo>
                <a:cubicBezTo>
                  <a:pt x="83" y="66"/>
                  <a:pt x="83" y="66"/>
                  <a:pt x="83" y="66"/>
                </a:cubicBezTo>
                <a:cubicBezTo>
                  <a:pt x="82" y="65"/>
                  <a:pt x="82" y="64"/>
                  <a:pt x="81" y="64"/>
                </a:cubicBezTo>
                <a:lnTo>
                  <a:pt x="87" y="54"/>
                </a:lnTo>
                <a:close/>
                <a:moveTo>
                  <a:pt x="91" y="98"/>
                </a:moveTo>
                <a:cubicBezTo>
                  <a:pt x="90" y="98"/>
                  <a:pt x="89" y="97"/>
                  <a:pt x="89" y="96"/>
                </a:cubicBezTo>
                <a:cubicBezTo>
                  <a:pt x="89" y="94"/>
                  <a:pt x="90" y="93"/>
                  <a:pt x="91" y="93"/>
                </a:cubicBezTo>
                <a:cubicBezTo>
                  <a:pt x="93" y="93"/>
                  <a:pt x="94" y="94"/>
                  <a:pt x="94" y="96"/>
                </a:cubicBezTo>
                <a:cubicBezTo>
                  <a:pt x="94" y="97"/>
                  <a:pt x="93" y="98"/>
                  <a:pt x="91" y="98"/>
                </a:cubicBezTo>
                <a:close/>
                <a:moveTo>
                  <a:pt x="102" y="85"/>
                </a:moveTo>
                <a:cubicBezTo>
                  <a:pt x="102" y="86"/>
                  <a:pt x="102" y="87"/>
                  <a:pt x="102" y="88"/>
                </a:cubicBezTo>
                <a:cubicBezTo>
                  <a:pt x="98" y="91"/>
                  <a:pt x="98" y="91"/>
                  <a:pt x="98" y="91"/>
                </a:cubicBezTo>
                <a:cubicBezTo>
                  <a:pt x="96" y="89"/>
                  <a:pt x="93" y="87"/>
                  <a:pt x="90" y="88"/>
                </a:cubicBezTo>
                <a:cubicBezTo>
                  <a:pt x="81" y="74"/>
                  <a:pt x="81" y="74"/>
                  <a:pt x="81" y="74"/>
                </a:cubicBezTo>
                <a:cubicBezTo>
                  <a:pt x="82" y="73"/>
                  <a:pt x="83" y="72"/>
                  <a:pt x="83" y="71"/>
                </a:cubicBezTo>
                <a:cubicBezTo>
                  <a:pt x="92" y="69"/>
                  <a:pt x="92" y="69"/>
                  <a:pt x="92" y="69"/>
                </a:cubicBezTo>
                <a:cubicBezTo>
                  <a:pt x="94" y="74"/>
                  <a:pt x="98" y="75"/>
                  <a:pt x="102" y="74"/>
                </a:cubicBezTo>
                <a:cubicBezTo>
                  <a:pt x="106" y="78"/>
                  <a:pt x="106" y="78"/>
                  <a:pt x="106" y="78"/>
                </a:cubicBezTo>
                <a:cubicBezTo>
                  <a:pt x="103" y="80"/>
                  <a:pt x="102" y="82"/>
                  <a:pt x="102" y="85"/>
                </a:cubicBezTo>
                <a:close/>
                <a:moveTo>
                  <a:pt x="105" y="60"/>
                </a:moveTo>
                <a:cubicBezTo>
                  <a:pt x="110" y="48"/>
                  <a:pt x="110" y="48"/>
                  <a:pt x="110" y="48"/>
                </a:cubicBezTo>
                <a:cubicBezTo>
                  <a:pt x="110" y="48"/>
                  <a:pt x="110" y="48"/>
                  <a:pt x="110" y="48"/>
                </a:cubicBezTo>
                <a:cubicBezTo>
                  <a:pt x="110" y="48"/>
                  <a:pt x="111" y="48"/>
                  <a:pt x="111" y="48"/>
                </a:cubicBezTo>
                <a:cubicBezTo>
                  <a:pt x="114" y="54"/>
                  <a:pt x="114" y="54"/>
                  <a:pt x="114" y="54"/>
                </a:cubicBezTo>
                <a:cubicBezTo>
                  <a:pt x="112" y="55"/>
                  <a:pt x="110" y="58"/>
                  <a:pt x="110" y="61"/>
                </a:cubicBezTo>
                <a:cubicBezTo>
                  <a:pt x="110" y="61"/>
                  <a:pt x="110" y="61"/>
                  <a:pt x="110" y="61"/>
                </a:cubicBezTo>
                <a:cubicBezTo>
                  <a:pt x="106" y="63"/>
                  <a:pt x="106" y="63"/>
                  <a:pt x="106" y="63"/>
                </a:cubicBezTo>
                <a:cubicBezTo>
                  <a:pt x="106" y="62"/>
                  <a:pt x="105" y="61"/>
                  <a:pt x="105" y="60"/>
                </a:cubicBezTo>
                <a:close/>
                <a:moveTo>
                  <a:pt x="110" y="88"/>
                </a:moveTo>
                <a:cubicBezTo>
                  <a:pt x="108" y="88"/>
                  <a:pt x="107" y="86"/>
                  <a:pt x="107" y="85"/>
                </a:cubicBezTo>
                <a:cubicBezTo>
                  <a:pt x="107" y="84"/>
                  <a:pt x="108" y="82"/>
                  <a:pt x="110" y="82"/>
                </a:cubicBezTo>
                <a:cubicBezTo>
                  <a:pt x="111" y="82"/>
                  <a:pt x="113" y="84"/>
                  <a:pt x="113" y="85"/>
                </a:cubicBezTo>
                <a:cubicBezTo>
                  <a:pt x="113" y="86"/>
                  <a:pt x="111" y="88"/>
                  <a:pt x="110" y="8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05E86F6-DF71-42E8-AC1D-488A1EA4A5B6}"/>
              </a:ext>
            </a:extLst>
          </p:cNvPr>
          <p:cNvSpPr txBox="1"/>
          <p:nvPr/>
        </p:nvSpPr>
        <p:spPr>
          <a:xfrm>
            <a:off x="7377298" y="822639"/>
            <a:ext cx="3939489" cy="580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20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variations of passages of Lorem Ipsum available, the or randomized words which</a:t>
            </a:r>
            <a:endParaRPr lang="en-US" sz="1200" i="1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7E4B36-7142-4D63-AA5E-81FD13F16A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3537198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6B4E68-4455-45FE-B5F1-617B0FE7A3F2}"/>
              </a:ext>
            </a:extLst>
          </p:cNvPr>
          <p:cNvSpPr txBox="1"/>
          <p:nvPr/>
        </p:nvSpPr>
        <p:spPr>
          <a:xfrm>
            <a:off x="717045" y="638458"/>
            <a:ext cx="3324868" cy="65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500" dirty="0">
                <a:solidFill>
                  <a:schemeClr val="accent2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Case </a:t>
            </a:r>
            <a:r>
              <a:rPr lang="en-US" sz="3500" dirty="0">
                <a:latin typeface="Poppins SemiBold" panose="00000700000000000000" pitchFamily="50" charset="0"/>
                <a:cs typeface="Poppins SemiBold" panose="00000700000000000000" pitchFamily="50" charset="0"/>
              </a:rPr>
              <a:t>Study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7C06F00-E9D4-4365-961C-7B37F01C12E0}"/>
              </a:ext>
            </a:extLst>
          </p:cNvPr>
          <p:cNvSpPr/>
          <p:nvPr/>
        </p:nvSpPr>
        <p:spPr>
          <a:xfrm>
            <a:off x="7432641" y="1828224"/>
            <a:ext cx="900169" cy="900168"/>
          </a:xfrm>
          <a:prstGeom prst="ellipse">
            <a:avLst/>
          </a:prstGeom>
          <a:solidFill>
            <a:schemeClr val="accent1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96AA099-5D3C-47FF-9F25-D508F6B781D1}"/>
              </a:ext>
            </a:extLst>
          </p:cNvPr>
          <p:cNvGrpSpPr/>
          <p:nvPr/>
        </p:nvGrpSpPr>
        <p:grpSpPr>
          <a:xfrm>
            <a:off x="7730295" y="2116912"/>
            <a:ext cx="304860" cy="322793"/>
            <a:chOff x="-87313" y="279400"/>
            <a:chExt cx="404813" cy="428625"/>
          </a:xfrm>
          <a:solidFill>
            <a:schemeClr val="bg1"/>
          </a:solidFill>
        </p:grpSpPr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61AAC27E-6989-4808-A490-D79E00BED4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87313" y="279400"/>
              <a:ext cx="404813" cy="428625"/>
            </a:xfrm>
            <a:custGeom>
              <a:avLst/>
              <a:gdLst>
                <a:gd name="T0" fmla="*/ 118 w 129"/>
                <a:gd name="T1" fmla="*/ 128 h 128"/>
                <a:gd name="T2" fmla="*/ 10 w 129"/>
                <a:gd name="T3" fmla="*/ 128 h 128"/>
                <a:gd name="T4" fmla="*/ 0 w 129"/>
                <a:gd name="T5" fmla="*/ 118 h 128"/>
                <a:gd name="T6" fmla="*/ 0 w 129"/>
                <a:gd name="T7" fmla="*/ 10 h 128"/>
                <a:gd name="T8" fmla="*/ 10 w 129"/>
                <a:gd name="T9" fmla="*/ 0 h 128"/>
                <a:gd name="T10" fmla="*/ 118 w 129"/>
                <a:gd name="T11" fmla="*/ 0 h 128"/>
                <a:gd name="T12" fmla="*/ 129 w 129"/>
                <a:gd name="T13" fmla="*/ 10 h 128"/>
                <a:gd name="T14" fmla="*/ 129 w 129"/>
                <a:gd name="T15" fmla="*/ 118 h 128"/>
                <a:gd name="T16" fmla="*/ 118 w 129"/>
                <a:gd name="T17" fmla="*/ 128 h 128"/>
                <a:gd name="T18" fmla="*/ 10 w 129"/>
                <a:gd name="T19" fmla="*/ 6 h 128"/>
                <a:gd name="T20" fmla="*/ 7 w 129"/>
                <a:gd name="T21" fmla="*/ 10 h 128"/>
                <a:gd name="T22" fmla="*/ 7 w 129"/>
                <a:gd name="T23" fmla="*/ 118 h 128"/>
                <a:gd name="T24" fmla="*/ 10 w 129"/>
                <a:gd name="T25" fmla="*/ 121 h 128"/>
                <a:gd name="T26" fmla="*/ 118 w 129"/>
                <a:gd name="T27" fmla="*/ 121 h 128"/>
                <a:gd name="T28" fmla="*/ 122 w 129"/>
                <a:gd name="T29" fmla="*/ 118 h 128"/>
                <a:gd name="T30" fmla="*/ 122 w 129"/>
                <a:gd name="T31" fmla="*/ 10 h 128"/>
                <a:gd name="T32" fmla="*/ 118 w 129"/>
                <a:gd name="T33" fmla="*/ 6 h 128"/>
                <a:gd name="T34" fmla="*/ 10 w 129"/>
                <a:gd name="T35" fmla="*/ 6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9" h="128">
                  <a:moveTo>
                    <a:pt x="118" y="128"/>
                  </a:moveTo>
                  <a:cubicBezTo>
                    <a:pt x="10" y="128"/>
                    <a:pt x="10" y="128"/>
                    <a:pt x="10" y="128"/>
                  </a:cubicBezTo>
                  <a:cubicBezTo>
                    <a:pt x="5" y="128"/>
                    <a:pt x="0" y="123"/>
                    <a:pt x="0" y="118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4"/>
                    <a:pt x="5" y="0"/>
                    <a:pt x="10" y="0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24" y="0"/>
                    <a:pt x="129" y="4"/>
                    <a:pt x="129" y="10"/>
                  </a:cubicBezTo>
                  <a:cubicBezTo>
                    <a:pt x="129" y="118"/>
                    <a:pt x="129" y="118"/>
                    <a:pt x="129" y="118"/>
                  </a:cubicBezTo>
                  <a:cubicBezTo>
                    <a:pt x="129" y="123"/>
                    <a:pt x="124" y="128"/>
                    <a:pt x="118" y="128"/>
                  </a:cubicBezTo>
                  <a:close/>
                  <a:moveTo>
                    <a:pt x="10" y="6"/>
                  </a:moveTo>
                  <a:cubicBezTo>
                    <a:pt x="9" y="6"/>
                    <a:pt x="7" y="8"/>
                    <a:pt x="7" y="10"/>
                  </a:cubicBezTo>
                  <a:cubicBezTo>
                    <a:pt x="7" y="118"/>
                    <a:pt x="7" y="118"/>
                    <a:pt x="7" y="118"/>
                  </a:cubicBezTo>
                  <a:cubicBezTo>
                    <a:pt x="7" y="120"/>
                    <a:pt x="9" y="121"/>
                    <a:pt x="10" y="121"/>
                  </a:cubicBezTo>
                  <a:cubicBezTo>
                    <a:pt x="118" y="121"/>
                    <a:pt x="118" y="121"/>
                    <a:pt x="118" y="121"/>
                  </a:cubicBezTo>
                  <a:cubicBezTo>
                    <a:pt x="120" y="121"/>
                    <a:pt x="122" y="120"/>
                    <a:pt x="122" y="118"/>
                  </a:cubicBezTo>
                  <a:cubicBezTo>
                    <a:pt x="122" y="10"/>
                    <a:pt x="122" y="10"/>
                    <a:pt x="122" y="10"/>
                  </a:cubicBezTo>
                  <a:cubicBezTo>
                    <a:pt x="122" y="8"/>
                    <a:pt x="120" y="6"/>
                    <a:pt x="118" y="6"/>
                  </a:cubicBezTo>
                  <a:lnTo>
                    <a:pt x="10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3D8ED6F9-57DC-4E25-A0B2-B43A848519B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3175" y="412750"/>
              <a:ext cx="66675" cy="228600"/>
            </a:xfrm>
            <a:custGeom>
              <a:avLst/>
              <a:gdLst>
                <a:gd name="T0" fmla="*/ 17 w 21"/>
                <a:gd name="T1" fmla="*/ 68 h 68"/>
                <a:gd name="T2" fmla="*/ 4 w 21"/>
                <a:gd name="T3" fmla="*/ 68 h 68"/>
                <a:gd name="T4" fmla="*/ 0 w 21"/>
                <a:gd name="T5" fmla="*/ 64 h 68"/>
                <a:gd name="T6" fmla="*/ 0 w 21"/>
                <a:gd name="T7" fmla="*/ 3 h 68"/>
                <a:gd name="T8" fmla="*/ 4 w 21"/>
                <a:gd name="T9" fmla="*/ 0 h 68"/>
                <a:gd name="T10" fmla="*/ 17 w 21"/>
                <a:gd name="T11" fmla="*/ 0 h 68"/>
                <a:gd name="T12" fmla="*/ 21 w 21"/>
                <a:gd name="T13" fmla="*/ 3 h 68"/>
                <a:gd name="T14" fmla="*/ 21 w 21"/>
                <a:gd name="T15" fmla="*/ 64 h 68"/>
                <a:gd name="T16" fmla="*/ 17 w 21"/>
                <a:gd name="T17" fmla="*/ 68 h 68"/>
                <a:gd name="T18" fmla="*/ 7 w 21"/>
                <a:gd name="T19" fmla="*/ 61 h 68"/>
                <a:gd name="T20" fmla="*/ 14 w 21"/>
                <a:gd name="T21" fmla="*/ 61 h 68"/>
                <a:gd name="T22" fmla="*/ 14 w 21"/>
                <a:gd name="T23" fmla="*/ 7 h 68"/>
                <a:gd name="T24" fmla="*/ 7 w 21"/>
                <a:gd name="T25" fmla="*/ 7 h 68"/>
                <a:gd name="T26" fmla="*/ 7 w 21"/>
                <a:gd name="T27" fmla="*/ 61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" h="68">
                  <a:moveTo>
                    <a:pt x="17" y="68"/>
                  </a:moveTo>
                  <a:cubicBezTo>
                    <a:pt x="4" y="68"/>
                    <a:pt x="4" y="68"/>
                    <a:pt x="4" y="68"/>
                  </a:cubicBezTo>
                  <a:cubicBezTo>
                    <a:pt x="2" y="68"/>
                    <a:pt x="0" y="66"/>
                    <a:pt x="0" y="6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9" y="0"/>
                    <a:pt x="21" y="2"/>
                    <a:pt x="21" y="3"/>
                  </a:cubicBezTo>
                  <a:cubicBezTo>
                    <a:pt x="21" y="64"/>
                    <a:pt x="21" y="64"/>
                    <a:pt x="21" y="64"/>
                  </a:cubicBezTo>
                  <a:cubicBezTo>
                    <a:pt x="21" y="66"/>
                    <a:pt x="19" y="68"/>
                    <a:pt x="17" y="68"/>
                  </a:cubicBezTo>
                  <a:close/>
                  <a:moveTo>
                    <a:pt x="7" y="61"/>
                  </a:moveTo>
                  <a:cubicBezTo>
                    <a:pt x="14" y="61"/>
                    <a:pt x="14" y="61"/>
                    <a:pt x="14" y="61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7" y="7"/>
                    <a:pt x="7" y="7"/>
                    <a:pt x="7" y="7"/>
                  </a:cubicBezTo>
                  <a:lnTo>
                    <a:pt x="7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F757C7DF-7465-4421-8E6C-41B02090FC2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550" y="346075"/>
              <a:ext cx="65088" cy="295275"/>
            </a:xfrm>
            <a:custGeom>
              <a:avLst/>
              <a:gdLst>
                <a:gd name="T0" fmla="*/ 17 w 21"/>
                <a:gd name="T1" fmla="*/ 88 h 88"/>
                <a:gd name="T2" fmla="*/ 4 w 21"/>
                <a:gd name="T3" fmla="*/ 88 h 88"/>
                <a:gd name="T4" fmla="*/ 0 w 21"/>
                <a:gd name="T5" fmla="*/ 84 h 88"/>
                <a:gd name="T6" fmla="*/ 0 w 21"/>
                <a:gd name="T7" fmla="*/ 3 h 88"/>
                <a:gd name="T8" fmla="*/ 4 w 21"/>
                <a:gd name="T9" fmla="*/ 0 h 88"/>
                <a:gd name="T10" fmla="*/ 17 w 21"/>
                <a:gd name="T11" fmla="*/ 0 h 88"/>
                <a:gd name="T12" fmla="*/ 21 w 21"/>
                <a:gd name="T13" fmla="*/ 3 h 88"/>
                <a:gd name="T14" fmla="*/ 21 w 21"/>
                <a:gd name="T15" fmla="*/ 84 h 88"/>
                <a:gd name="T16" fmla="*/ 17 w 21"/>
                <a:gd name="T17" fmla="*/ 88 h 88"/>
                <a:gd name="T18" fmla="*/ 7 w 21"/>
                <a:gd name="T19" fmla="*/ 81 h 88"/>
                <a:gd name="T20" fmla="*/ 14 w 21"/>
                <a:gd name="T21" fmla="*/ 81 h 88"/>
                <a:gd name="T22" fmla="*/ 14 w 21"/>
                <a:gd name="T23" fmla="*/ 7 h 88"/>
                <a:gd name="T24" fmla="*/ 7 w 21"/>
                <a:gd name="T25" fmla="*/ 7 h 88"/>
                <a:gd name="T26" fmla="*/ 7 w 21"/>
                <a:gd name="T27" fmla="*/ 81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" h="88">
                  <a:moveTo>
                    <a:pt x="17" y="88"/>
                  </a:moveTo>
                  <a:cubicBezTo>
                    <a:pt x="4" y="88"/>
                    <a:pt x="4" y="88"/>
                    <a:pt x="4" y="88"/>
                  </a:cubicBezTo>
                  <a:cubicBezTo>
                    <a:pt x="2" y="88"/>
                    <a:pt x="0" y="86"/>
                    <a:pt x="0" y="8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9" y="0"/>
                    <a:pt x="21" y="1"/>
                    <a:pt x="21" y="3"/>
                  </a:cubicBezTo>
                  <a:cubicBezTo>
                    <a:pt x="21" y="84"/>
                    <a:pt x="21" y="84"/>
                    <a:pt x="21" y="84"/>
                  </a:cubicBezTo>
                  <a:cubicBezTo>
                    <a:pt x="21" y="86"/>
                    <a:pt x="19" y="88"/>
                    <a:pt x="17" y="88"/>
                  </a:cubicBezTo>
                  <a:close/>
                  <a:moveTo>
                    <a:pt x="7" y="81"/>
                  </a:moveTo>
                  <a:cubicBezTo>
                    <a:pt x="14" y="81"/>
                    <a:pt x="14" y="81"/>
                    <a:pt x="14" y="81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7" y="7"/>
                    <a:pt x="7" y="7"/>
                    <a:pt x="7" y="7"/>
                  </a:cubicBezTo>
                  <a:lnTo>
                    <a:pt x="7" y="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61354F0E-27F8-452E-BB80-19E18F096B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6688" y="503238"/>
              <a:ext cx="65088" cy="138113"/>
            </a:xfrm>
            <a:custGeom>
              <a:avLst/>
              <a:gdLst>
                <a:gd name="T0" fmla="*/ 17 w 21"/>
                <a:gd name="T1" fmla="*/ 41 h 41"/>
                <a:gd name="T2" fmla="*/ 4 w 21"/>
                <a:gd name="T3" fmla="*/ 41 h 41"/>
                <a:gd name="T4" fmla="*/ 0 w 21"/>
                <a:gd name="T5" fmla="*/ 37 h 41"/>
                <a:gd name="T6" fmla="*/ 0 w 21"/>
                <a:gd name="T7" fmla="*/ 3 h 41"/>
                <a:gd name="T8" fmla="*/ 4 w 21"/>
                <a:gd name="T9" fmla="*/ 0 h 41"/>
                <a:gd name="T10" fmla="*/ 17 w 21"/>
                <a:gd name="T11" fmla="*/ 0 h 41"/>
                <a:gd name="T12" fmla="*/ 21 w 21"/>
                <a:gd name="T13" fmla="*/ 3 h 41"/>
                <a:gd name="T14" fmla="*/ 21 w 21"/>
                <a:gd name="T15" fmla="*/ 37 h 41"/>
                <a:gd name="T16" fmla="*/ 17 w 21"/>
                <a:gd name="T17" fmla="*/ 41 h 41"/>
                <a:gd name="T18" fmla="*/ 7 w 21"/>
                <a:gd name="T19" fmla="*/ 34 h 41"/>
                <a:gd name="T20" fmla="*/ 14 w 21"/>
                <a:gd name="T21" fmla="*/ 34 h 41"/>
                <a:gd name="T22" fmla="*/ 14 w 21"/>
                <a:gd name="T23" fmla="*/ 7 h 41"/>
                <a:gd name="T24" fmla="*/ 7 w 21"/>
                <a:gd name="T25" fmla="*/ 7 h 41"/>
                <a:gd name="T26" fmla="*/ 7 w 21"/>
                <a:gd name="T27" fmla="*/ 34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" h="41">
                  <a:moveTo>
                    <a:pt x="17" y="41"/>
                  </a:moveTo>
                  <a:cubicBezTo>
                    <a:pt x="4" y="41"/>
                    <a:pt x="4" y="41"/>
                    <a:pt x="4" y="41"/>
                  </a:cubicBezTo>
                  <a:cubicBezTo>
                    <a:pt x="2" y="41"/>
                    <a:pt x="0" y="39"/>
                    <a:pt x="0" y="37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9" y="0"/>
                    <a:pt x="21" y="2"/>
                    <a:pt x="21" y="3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1" y="39"/>
                    <a:pt x="19" y="41"/>
                    <a:pt x="17" y="41"/>
                  </a:cubicBezTo>
                  <a:close/>
                  <a:moveTo>
                    <a:pt x="7" y="34"/>
                  </a:moveTo>
                  <a:cubicBezTo>
                    <a:pt x="14" y="34"/>
                    <a:pt x="14" y="34"/>
                    <a:pt x="14" y="34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7" y="7"/>
                    <a:pt x="7" y="7"/>
                    <a:pt x="7" y="7"/>
                  </a:cubicBezTo>
                  <a:lnTo>
                    <a:pt x="7" y="3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8F4E6B7F-D3C8-450F-B303-F39F18464819}"/>
              </a:ext>
            </a:extLst>
          </p:cNvPr>
          <p:cNvSpPr txBox="1"/>
          <p:nvPr/>
        </p:nvSpPr>
        <p:spPr>
          <a:xfrm>
            <a:off x="8816318" y="2148583"/>
            <a:ext cx="2337966" cy="484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suffered alteration in some randomized believable.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3" name="Prevalence">
            <a:extLst>
              <a:ext uri="{FF2B5EF4-FFF2-40B4-BE49-F238E27FC236}">
                <a16:creationId xmlns:a16="http://schemas.microsoft.com/office/drawing/2014/main" id="{EE572C51-D75D-4EBE-9A79-2154B7D81097}"/>
              </a:ext>
            </a:extLst>
          </p:cNvPr>
          <p:cNvSpPr/>
          <p:nvPr/>
        </p:nvSpPr>
        <p:spPr>
          <a:xfrm>
            <a:off x="8901382" y="1895248"/>
            <a:ext cx="1650804" cy="19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rPr lang="af-ZA" sz="1400" dirty="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Problem Faced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89A2721-D98D-42CA-991F-F026CEE46078}"/>
              </a:ext>
            </a:extLst>
          </p:cNvPr>
          <p:cNvSpPr/>
          <p:nvPr/>
        </p:nvSpPr>
        <p:spPr>
          <a:xfrm>
            <a:off x="7432641" y="3429000"/>
            <a:ext cx="900169" cy="900168"/>
          </a:xfrm>
          <a:prstGeom prst="ellipse">
            <a:avLst/>
          </a:prstGeom>
          <a:solidFill>
            <a:schemeClr val="accent2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FDA031B-F191-47D9-8D98-ADC6AF5CA6FB}"/>
              </a:ext>
            </a:extLst>
          </p:cNvPr>
          <p:cNvGrpSpPr/>
          <p:nvPr/>
        </p:nvGrpSpPr>
        <p:grpSpPr>
          <a:xfrm>
            <a:off x="7726709" y="3712308"/>
            <a:ext cx="312033" cy="333553"/>
            <a:chOff x="-1295400" y="1143000"/>
            <a:chExt cx="414338" cy="442913"/>
          </a:xfrm>
          <a:solidFill>
            <a:schemeClr val="bg1"/>
          </a:solidFill>
        </p:grpSpPr>
        <p:sp>
          <p:nvSpPr>
            <p:cNvPr id="30" name="Freeform 14">
              <a:extLst>
                <a:ext uri="{FF2B5EF4-FFF2-40B4-BE49-F238E27FC236}">
                  <a16:creationId xmlns:a16="http://schemas.microsoft.com/office/drawing/2014/main" id="{09948E37-2C00-40C4-A2AA-45FEEBAEED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1295400" y="1143000"/>
              <a:ext cx="414338" cy="442913"/>
            </a:xfrm>
            <a:custGeom>
              <a:avLst/>
              <a:gdLst>
                <a:gd name="T0" fmla="*/ 49 w 132"/>
                <a:gd name="T1" fmla="*/ 131 h 132"/>
                <a:gd name="T2" fmla="*/ 31 w 132"/>
                <a:gd name="T3" fmla="*/ 120 h 132"/>
                <a:gd name="T4" fmla="*/ 19 w 132"/>
                <a:gd name="T5" fmla="*/ 100 h 132"/>
                <a:gd name="T6" fmla="*/ 8 w 132"/>
                <a:gd name="T7" fmla="*/ 100 h 132"/>
                <a:gd name="T8" fmla="*/ 3 w 132"/>
                <a:gd name="T9" fmla="*/ 79 h 132"/>
                <a:gd name="T10" fmla="*/ 3 w 132"/>
                <a:gd name="T11" fmla="*/ 53 h 132"/>
                <a:gd name="T12" fmla="*/ 8 w 132"/>
                <a:gd name="T13" fmla="*/ 32 h 132"/>
                <a:gd name="T14" fmla="*/ 19 w 132"/>
                <a:gd name="T15" fmla="*/ 32 h 132"/>
                <a:gd name="T16" fmla="*/ 31 w 132"/>
                <a:gd name="T17" fmla="*/ 12 h 132"/>
                <a:gd name="T18" fmla="*/ 49 w 132"/>
                <a:gd name="T19" fmla="*/ 1 h 132"/>
                <a:gd name="T20" fmla="*/ 66 w 132"/>
                <a:gd name="T21" fmla="*/ 12 h 132"/>
                <a:gd name="T22" fmla="*/ 83 w 132"/>
                <a:gd name="T23" fmla="*/ 1 h 132"/>
                <a:gd name="T24" fmla="*/ 101 w 132"/>
                <a:gd name="T25" fmla="*/ 12 h 132"/>
                <a:gd name="T26" fmla="*/ 113 w 132"/>
                <a:gd name="T27" fmla="*/ 32 h 132"/>
                <a:gd name="T28" fmla="*/ 124 w 132"/>
                <a:gd name="T29" fmla="*/ 32 h 132"/>
                <a:gd name="T30" fmla="*/ 129 w 132"/>
                <a:gd name="T31" fmla="*/ 53 h 132"/>
                <a:gd name="T32" fmla="*/ 129 w 132"/>
                <a:gd name="T33" fmla="*/ 79 h 132"/>
                <a:gd name="T34" fmla="*/ 124 w 132"/>
                <a:gd name="T35" fmla="*/ 100 h 132"/>
                <a:gd name="T36" fmla="*/ 113 w 132"/>
                <a:gd name="T37" fmla="*/ 100 h 132"/>
                <a:gd name="T38" fmla="*/ 101 w 132"/>
                <a:gd name="T39" fmla="*/ 120 h 132"/>
                <a:gd name="T40" fmla="*/ 83 w 132"/>
                <a:gd name="T41" fmla="*/ 131 h 132"/>
                <a:gd name="T42" fmla="*/ 66 w 132"/>
                <a:gd name="T43" fmla="*/ 120 h 132"/>
                <a:gd name="T44" fmla="*/ 50 w 132"/>
                <a:gd name="T45" fmla="*/ 131 h 132"/>
                <a:gd name="T46" fmla="*/ 84 w 132"/>
                <a:gd name="T47" fmla="*/ 124 h 132"/>
                <a:gd name="T48" fmla="*/ 93 w 132"/>
                <a:gd name="T49" fmla="*/ 113 h 132"/>
                <a:gd name="T50" fmla="*/ 120 w 132"/>
                <a:gd name="T51" fmla="*/ 94 h 132"/>
                <a:gd name="T52" fmla="*/ 113 w 132"/>
                <a:gd name="T53" fmla="*/ 66 h 132"/>
                <a:gd name="T54" fmla="*/ 120 w 132"/>
                <a:gd name="T55" fmla="*/ 38 h 132"/>
                <a:gd name="T56" fmla="*/ 93 w 132"/>
                <a:gd name="T57" fmla="*/ 19 h 132"/>
                <a:gd name="T58" fmla="*/ 84 w 132"/>
                <a:gd name="T59" fmla="*/ 8 h 132"/>
                <a:gd name="T60" fmla="*/ 48 w 132"/>
                <a:gd name="T61" fmla="*/ 8 h 132"/>
                <a:gd name="T62" fmla="*/ 39 w 132"/>
                <a:gd name="T63" fmla="*/ 19 h 132"/>
                <a:gd name="T64" fmla="*/ 12 w 132"/>
                <a:gd name="T65" fmla="*/ 38 h 132"/>
                <a:gd name="T66" fmla="*/ 19 w 132"/>
                <a:gd name="T67" fmla="*/ 66 h 132"/>
                <a:gd name="T68" fmla="*/ 12 w 132"/>
                <a:gd name="T69" fmla="*/ 94 h 132"/>
                <a:gd name="T70" fmla="*/ 39 w 132"/>
                <a:gd name="T71" fmla="*/ 113 h 132"/>
                <a:gd name="T72" fmla="*/ 48 w 132"/>
                <a:gd name="T73" fmla="*/ 124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32" h="132">
                  <a:moveTo>
                    <a:pt x="50" y="131"/>
                  </a:moveTo>
                  <a:cubicBezTo>
                    <a:pt x="50" y="131"/>
                    <a:pt x="49" y="131"/>
                    <a:pt x="49" y="131"/>
                  </a:cubicBezTo>
                  <a:cubicBezTo>
                    <a:pt x="43" y="130"/>
                    <a:pt x="37" y="127"/>
                    <a:pt x="32" y="124"/>
                  </a:cubicBezTo>
                  <a:cubicBezTo>
                    <a:pt x="30" y="123"/>
                    <a:pt x="30" y="121"/>
                    <a:pt x="31" y="120"/>
                  </a:cubicBezTo>
                  <a:cubicBezTo>
                    <a:pt x="32" y="118"/>
                    <a:pt x="32" y="115"/>
                    <a:pt x="32" y="113"/>
                  </a:cubicBezTo>
                  <a:cubicBezTo>
                    <a:pt x="32" y="106"/>
                    <a:pt x="26" y="100"/>
                    <a:pt x="19" y="100"/>
                  </a:cubicBezTo>
                  <a:cubicBezTo>
                    <a:pt x="16" y="100"/>
                    <a:pt x="14" y="100"/>
                    <a:pt x="12" y="101"/>
                  </a:cubicBezTo>
                  <a:cubicBezTo>
                    <a:pt x="11" y="102"/>
                    <a:pt x="9" y="102"/>
                    <a:pt x="8" y="100"/>
                  </a:cubicBezTo>
                  <a:cubicBezTo>
                    <a:pt x="4" y="95"/>
                    <a:pt x="2" y="89"/>
                    <a:pt x="1" y="83"/>
                  </a:cubicBezTo>
                  <a:cubicBezTo>
                    <a:pt x="0" y="81"/>
                    <a:pt x="1" y="79"/>
                    <a:pt x="3" y="79"/>
                  </a:cubicBezTo>
                  <a:cubicBezTo>
                    <a:pt x="8" y="77"/>
                    <a:pt x="12" y="72"/>
                    <a:pt x="12" y="66"/>
                  </a:cubicBezTo>
                  <a:cubicBezTo>
                    <a:pt x="12" y="60"/>
                    <a:pt x="8" y="55"/>
                    <a:pt x="3" y="53"/>
                  </a:cubicBezTo>
                  <a:cubicBezTo>
                    <a:pt x="1" y="53"/>
                    <a:pt x="0" y="51"/>
                    <a:pt x="1" y="49"/>
                  </a:cubicBezTo>
                  <a:cubicBezTo>
                    <a:pt x="2" y="43"/>
                    <a:pt x="4" y="37"/>
                    <a:pt x="8" y="32"/>
                  </a:cubicBezTo>
                  <a:cubicBezTo>
                    <a:pt x="9" y="30"/>
                    <a:pt x="11" y="30"/>
                    <a:pt x="12" y="31"/>
                  </a:cubicBezTo>
                  <a:cubicBezTo>
                    <a:pt x="14" y="32"/>
                    <a:pt x="16" y="32"/>
                    <a:pt x="19" y="32"/>
                  </a:cubicBezTo>
                  <a:cubicBezTo>
                    <a:pt x="26" y="32"/>
                    <a:pt x="32" y="26"/>
                    <a:pt x="32" y="19"/>
                  </a:cubicBezTo>
                  <a:cubicBezTo>
                    <a:pt x="32" y="16"/>
                    <a:pt x="32" y="14"/>
                    <a:pt x="31" y="12"/>
                  </a:cubicBezTo>
                  <a:cubicBezTo>
                    <a:pt x="30" y="11"/>
                    <a:pt x="30" y="9"/>
                    <a:pt x="32" y="8"/>
                  </a:cubicBezTo>
                  <a:cubicBezTo>
                    <a:pt x="37" y="5"/>
                    <a:pt x="43" y="2"/>
                    <a:pt x="49" y="1"/>
                  </a:cubicBezTo>
                  <a:cubicBezTo>
                    <a:pt x="51" y="0"/>
                    <a:pt x="53" y="1"/>
                    <a:pt x="53" y="3"/>
                  </a:cubicBezTo>
                  <a:cubicBezTo>
                    <a:pt x="55" y="8"/>
                    <a:pt x="60" y="12"/>
                    <a:pt x="66" y="12"/>
                  </a:cubicBezTo>
                  <a:cubicBezTo>
                    <a:pt x="72" y="12"/>
                    <a:pt x="77" y="8"/>
                    <a:pt x="79" y="3"/>
                  </a:cubicBezTo>
                  <a:cubicBezTo>
                    <a:pt x="79" y="1"/>
                    <a:pt x="81" y="0"/>
                    <a:pt x="83" y="1"/>
                  </a:cubicBezTo>
                  <a:cubicBezTo>
                    <a:pt x="89" y="2"/>
                    <a:pt x="95" y="5"/>
                    <a:pt x="100" y="8"/>
                  </a:cubicBezTo>
                  <a:cubicBezTo>
                    <a:pt x="102" y="9"/>
                    <a:pt x="102" y="11"/>
                    <a:pt x="101" y="12"/>
                  </a:cubicBezTo>
                  <a:cubicBezTo>
                    <a:pt x="100" y="14"/>
                    <a:pt x="100" y="16"/>
                    <a:pt x="100" y="19"/>
                  </a:cubicBezTo>
                  <a:cubicBezTo>
                    <a:pt x="100" y="26"/>
                    <a:pt x="106" y="32"/>
                    <a:pt x="113" y="32"/>
                  </a:cubicBezTo>
                  <a:cubicBezTo>
                    <a:pt x="115" y="32"/>
                    <a:pt x="118" y="32"/>
                    <a:pt x="120" y="31"/>
                  </a:cubicBezTo>
                  <a:cubicBezTo>
                    <a:pt x="121" y="30"/>
                    <a:pt x="123" y="30"/>
                    <a:pt x="124" y="32"/>
                  </a:cubicBezTo>
                  <a:cubicBezTo>
                    <a:pt x="127" y="37"/>
                    <a:pt x="130" y="43"/>
                    <a:pt x="131" y="49"/>
                  </a:cubicBezTo>
                  <a:cubicBezTo>
                    <a:pt x="132" y="51"/>
                    <a:pt x="131" y="53"/>
                    <a:pt x="129" y="53"/>
                  </a:cubicBezTo>
                  <a:cubicBezTo>
                    <a:pt x="124" y="55"/>
                    <a:pt x="120" y="60"/>
                    <a:pt x="120" y="66"/>
                  </a:cubicBezTo>
                  <a:cubicBezTo>
                    <a:pt x="120" y="72"/>
                    <a:pt x="124" y="77"/>
                    <a:pt x="129" y="79"/>
                  </a:cubicBezTo>
                  <a:cubicBezTo>
                    <a:pt x="131" y="79"/>
                    <a:pt x="132" y="81"/>
                    <a:pt x="131" y="83"/>
                  </a:cubicBezTo>
                  <a:cubicBezTo>
                    <a:pt x="130" y="89"/>
                    <a:pt x="127" y="95"/>
                    <a:pt x="124" y="100"/>
                  </a:cubicBezTo>
                  <a:cubicBezTo>
                    <a:pt x="123" y="102"/>
                    <a:pt x="121" y="102"/>
                    <a:pt x="120" y="101"/>
                  </a:cubicBezTo>
                  <a:cubicBezTo>
                    <a:pt x="118" y="100"/>
                    <a:pt x="115" y="100"/>
                    <a:pt x="113" y="100"/>
                  </a:cubicBezTo>
                  <a:cubicBezTo>
                    <a:pt x="106" y="100"/>
                    <a:pt x="100" y="106"/>
                    <a:pt x="100" y="113"/>
                  </a:cubicBezTo>
                  <a:cubicBezTo>
                    <a:pt x="100" y="115"/>
                    <a:pt x="100" y="118"/>
                    <a:pt x="101" y="120"/>
                  </a:cubicBezTo>
                  <a:cubicBezTo>
                    <a:pt x="102" y="121"/>
                    <a:pt x="102" y="123"/>
                    <a:pt x="100" y="124"/>
                  </a:cubicBezTo>
                  <a:cubicBezTo>
                    <a:pt x="95" y="127"/>
                    <a:pt x="89" y="130"/>
                    <a:pt x="83" y="131"/>
                  </a:cubicBezTo>
                  <a:cubicBezTo>
                    <a:pt x="81" y="132"/>
                    <a:pt x="79" y="131"/>
                    <a:pt x="79" y="129"/>
                  </a:cubicBezTo>
                  <a:cubicBezTo>
                    <a:pt x="77" y="124"/>
                    <a:pt x="72" y="120"/>
                    <a:pt x="66" y="120"/>
                  </a:cubicBezTo>
                  <a:cubicBezTo>
                    <a:pt x="60" y="120"/>
                    <a:pt x="55" y="124"/>
                    <a:pt x="53" y="129"/>
                  </a:cubicBezTo>
                  <a:cubicBezTo>
                    <a:pt x="53" y="131"/>
                    <a:pt x="51" y="131"/>
                    <a:pt x="50" y="131"/>
                  </a:cubicBezTo>
                  <a:close/>
                  <a:moveTo>
                    <a:pt x="66" y="113"/>
                  </a:moveTo>
                  <a:cubicBezTo>
                    <a:pt x="74" y="113"/>
                    <a:pt x="80" y="117"/>
                    <a:pt x="84" y="124"/>
                  </a:cubicBezTo>
                  <a:cubicBezTo>
                    <a:pt x="87" y="123"/>
                    <a:pt x="91" y="122"/>
                    <a:pt x="94" y="120"/>
                  </a:cubicBezTo>
                  <a:cubicBezTo>
                    <a:pt x="93" y="118"/>
                    <a:pt x="93" y="115"/>
                    <a:pt x="93" y="113"/>
                  </a:cubicBezTo>
                  <a:cubicBezTo>
                    <a:pt x="93" y="102"/>
                    <a:pt x="102" y="93"/>
                    <a:pt x="113" y="93"/>
                  </a:cubicBezTo>
                  <a:cubicBezTo>
                    <a:pt x="115" y="93"/>
                    <a:pt x="118" y="93"/>
                    <a:pt x="120" y="94"/>
                  </a:cubicBezTo>
                  <a:cubicBezTo>
                    <a:pt x="121" y="91"/>
                    <a:pt x="123" y="87"/>
                    <a:pt x="124" y="84"/>
                  </a:cubicBezTo>
                  <a:cubicBezTo>
                    <a:pt x="117" y="80"/>
                    <a:pt x="113" y="74"/>
                    <a:pt x="113" y="66"/>
                  </a:cubicBezTo>
                  <a:cubicBezTo>
                    <a:pt x="113" y="58"/>
                    <a:pt x="117" y="51"/>
                    <a:pt x="124" y="48"/>
                  </a:cubicBezTo>
                  <a:cubicBezTo>
                    <a:pt x="123" y="45"/>
                    <a:pt x="121" y="41"/>
                    <a:pt x="120" y="38"/>
                  </a:cubicBezTo>
                  <a:cubicBezTo>
                    <a:pt x="118" y="39"/>
                    <a:pt x="115" y="39"/>
                    <a:pt x="113" y="39"/>
                  </a:cubicBezTo>
                  <a:cubicBezTo>
                    <a:pt x="102" y="39"/>
                    <a:pt x="93" y="30"/>
                    <a:pt x="93" y="19"/>
                  </a:cubicBezTo>
                  <a:cubicBezTo>
                    <a:pt x="93" y="16"/>
                    <a:pt x="93" y="14"/>
                    <a:pt x="94" y="12"/>
                  </a:cubicBezTo>
                  <a:cubicBezTo>
                    <a:pt x="91" y="10"/>
                    <a:pt x="87" y="9"/>
                    <a:pt x="84" y="8"/>
                  </a:cubicBezTo>
                  <a:cubicBezTo>
                    <a:pt x="80" y="14"/>
                    <a:pt x="74" y="19"/>
                    <a:pt x="66" y="19"/>
                  </a:cubicBezTo>
                  <a:cubicBezTo>
                    <a:pt x="58" y="19"/>
                    <a:pt x="51" y="14"/>
                    <a:pt x="48" y="8"/>
                  </a:cubicBezTo>
                  <a:cubicBezTo>
                    <a:pt x="44" y="9"/>
                    <a:pt x="41" y="10"/>
                    <a:pt x="38" y="12"/>
                  </a:cubicBezTo>
                  <a:cubicBezTo>
                    <a:pt x="39" y="14"/>
                    <a:pt x="39" y="16"/>
                    <a:pt x="39" y="19"/>
                  </a:cubicBezTo>
                  <a:cubicBezTo>
                    <a:pt x="39" y="30"/>
                    <a:pt x="30" y="39"/>
                    <a:pt x="19" y="39"/>
                  </a:cubicBezTo>
                  <a:cubicBezTo>
                    <a:pt x="16" y="39"/>
                    <a:pt x="14" y="39"/>
                    <a:pt x="12" y="38"/>
                  </a:cubicBezTo>
                  <a:cubicBezTo>
                    <a:pt x="10" y="41"/>
                    <a:pt x="9" y="45"/>
                    <a:pt x="8" y="48"/>
                  </a:cubicBezTo>
                  <a:cubicBezTo>
                    <a:pt x="14" y="51"/>
                    <a:pt x="19" y="58"/>
                    <a:pt x="19" y="66"/>
                  </a:cubicBezTo>
                  <a:cubicBezTo>
                    <a:pt x="19" y="74"/>
                    <a:pt x="14" y="80"/>
                    <a:pt x="8" y="84"/>
                  </a:cubicBezTo>
                  <a:cubicBezTo>
                    <a:pt x="9" y="87"/>
                    <a:pt x="10" y="91"/>
                    <a:pt x="12" y="94"/>
                  </a:cubicBezTo>
                  <a:cubicBezTo>
                    <a:pt x="14" y="93"/>
                    <a:pt x="16" y="93"/>
                    <a:pt x="19" y="93"/>
                  </a:cubicBezTo>
                  <a:cubicBezTo>
                    <a:pt x="30" y="93"/>
                    <a:pt x="39" y="102"/>
                    <a:pt x="39" y="113"/>
                  </a:cubicBezTo>
                  <a:cubicBezTo>
                    <a:pt x="39" y="115"/>
                    <a:pt x="39" y="118"/>
                    <a:pt x="38" y="120"/>
                  </a:cubicBezTo>
                  <a:cubicBezTo>
                    <a:pt x="41" y="122"/>
                    <a:pt x="44" y="123"/>
                    <a:pt x="48" y="124"/>
                  </a:cubicBezTo>
                  <a:cubicBezTo>
                    <a:pt x="51" y="117"/>
                    <a:pt x="58" y="113"/>
                    <a:pt x="66" y="1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1" name="Freeform 15">
              <a:extLst>
                <a:ext uri="{FF2B5EF4-FFF2-40B4-BE49-F238E27FC236}">
                  <a16:creationId xmlns:a16="http://schemas.microsoft.com/office/drawing/2014/main" id="{B5ACCD98-6513-4595-9A71-ECD8DFB771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1150938" y="1296988"/>
              <a:ext cx="125413" cy="134938"/>
            </a:xfrm>
            <a:custGeom>
              <a:avLst/>
              <a:gdLst>
                <a:gd name="T0" fmla="*/ 20 w 40"/>
                <a:gd name="T1" fmla="*/ 40 h 40"/>
                <a:gd name="T2" fmla="*/ 0 w 40"/>
                <a:gd name="T3" fmla="*/ 20 h 40"/>
                <a:gd name="T4" fmla="*/ 20 w 40"/>
                <a:gd name="T5" fmla="*/ 0 h 40"/>
                <a:gd name="T6" fmla="*/ 40 w 40"/>
                <a:gd name="T7" fmla="*/ 20 h 40"/>
                <a:gd name="T8" fmla="*/ 20 w 40"/>
                <a:gd name="T9" fmla="*/ 40 h 40"/>
                <a:gd name="T10" fmla="*/ 20 w 40"/>
                <a:gd name="T11" fmla="*/ 6 h 40"/>
                <a:gd name="T12" fmla="*/ 6 w 40"/>
                <a:gd name="T13" fmla="*/ 20 h 40"/>
                <a:gd name="T14" fmla="*/ 20 w 40"/>
                <a:gd name="T15" fmla="*/ 33 h 40"/>
                <a:gd name="T16" fmla="*/ 33 w 40"/>
                <a:gd name="T17" fmla="*/ 20 h 40"/>
                <a:gd name="T18" fmla="*/ 20 w 40"/>
                <a:gd name="T19" fmla="*/ 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6"/>
                  </a:moveTo>
                  <a:cubicBezTo>
                    <a:pt x="12" y="6"/>
                    <a:pt x="6" y="13"/>
                    <a:pt x="6" y="20"/>
                  </a:cubicBezTo>
                  <a:cubicBezTo>
                    <a:pt x="6" y="27"/>
                    <a:pt x="12" y="33"/>
                    <a:pt x="20" y="33"/>
                  </a:cubicBezTo>
                  <a:cubicBezTo>
                    <a:pt x="27" y="33"/>
                    <a:pt x="33" y="27"/>
                    <a:pt x="33" y="20"/>
                  </a:cubicBezTo>
                  <a:cubicBezTo>
                    <a:pt x="33" y="13"/>
                    <a:pt x="27" y="6"/>
                    <a:pt x="20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A1FDC408-9765-41C2-A260-D3044C0E2F0F}"/>
              </a:ext>
            </a:extLst>
          </p:cNvPr>
          <p:cNvSpPr txBox="1"/>
          <p:nvPr/>
        </p:nvSpPr>
        <p:spPr>
          <a:xfrm>
            <a:off x="8816318" y="3814722"/>
            <a:ext cx="2337966" cy="484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suffered alteration in some randomized believable.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5" name="Prevalence">
            <a:extLst>
              <a:ext uri="{FF2B5EF4-FFF2-40B4-BE49-F238E27FC236}">
                <a16:creationId xmlns:a16="http://schemas.microsoft.com/office/drawing/2014/main" id="{B4091CFF-8C43-4FAE-B6A0-11EA11DD1D2A}"/>
              </a:ext>
            </a:extLst>
          </p:cNvPr>
          <p:cNvSpPr/>
          <p:nvPr/>
        </p:nvSpPr>
        <p:spPr>
          <a:xfrm>
            <a:off x="8901382" y="3561387"/>
            <a:ext cx="1650804" cy="19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rPr lang="af-ZA" sz="1400" dirty="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Solution Offred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9E0F577-9528-40BB-AA95-DF19604472FF}"/>
              </a:ext>
            </a:extLst>
          </p:cNvPr>
          <p:cNvSpPr/>
          <p:nvPr/>
        </p:nvSpPr>
        <p:spPr>
          <a:xfrm>
            <a:off x="7471495" y="5029776"/>
            <a:ext cx="900169" cy="900168"/>
          </a:xfrm>
          <a:prstGeom prst="ellipse">
            <a:avLst/>
          </a:prstGeom>
          <a:solidFill>
            <a:schemeClr val="accent3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29626B-0B71-4D04-974E-F2937B1DA5F5}"/>
              </a:ext>
            </a:extLst>
          </p:cNvPr>
          <p:cNvGrpSpPr/>
          <p:nvPr/>
        </p:nvGrpSpPr>
        <p:grpSpPr>
          <a:xfrm>
            <a:off x="7761977" y="5352536"/>
            <a:ext cx="319206" cy="254648"/>
            <a:chOff x="703263" y="708025"/>
            <a:chExt cx="423862" cy="338138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24" name="Freeform 9">
              <a:extLst>
                <a:ext uri="{FF2B5EF4-FFF2-40B4-BE49-F238E27FC236}">
                  <a16:creationId xmlns:a16="http://schemas.microsoft.com/office/drawing/2014/main" id="{8D3E08BD-18B0-473C-B157-DC97AEBA2F6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8675" y="912813"/>
              <a:ext cx="298450" cy="133350"/>
            </a:xfrm>
            <a:custGeom>
              <a:avLst/>
              <a:gdLst>
                <a:gd name="T0" fmla="*/ 84 w 95"/>
                <a:gd name="T1" fmla="*/ 40 h 40"/>
                <a:gd name="T2" fmla="*/ 10 w 95"/>
                <a:gd name="T3" fmla="*/ 40 h 40"/>
                <a:gd name="T4" fmla="*/ 0 w 95"/>
                <a:gd name="T5" fmla="*/ 30 h 40"/>
                <a:gd name="T6" fmla="*/ 6 w 95"/>
                <a:gd name="T7" fmla="*/ 14 h 40"/>
                <a:gd name="T8" fmla="*/ 21 w 95"/>
                <a:gd name="T9" fmla="*/ 4 h 40"/>
                <a:gd name="T10" fmla="*/ 47 w 95"/>
                <a:gd name="T11" fmla="*/ 0 h 40"/>
                <a:gd name="T12" fmla="*/ 74 w 95"/>
                <a:gd name="T13" fmla="*/ 4 h 40"/>
                <a:gd name="T14" fmla="*/ 88 w 95"/>
                <a:gd name="T15" fmla="*/ 14 h 40"/>
                <a:gd name="T16" fmla="*/ 95 w 95"/>
                <a:gd name="T17" fmla="*/ 30 h 40"/>
                <a:gd name="T18" fmla="*/ 84 w 95"/>
                <a:gd name="T19" fmla="*/ 40 h 40"/>
                <a:gd name="T20" fmla="*/ 7 w 95"/>
                <a:gd name="T21" fmla="*/ 30 h 40"/>
                <a:gd name="T22" fmla="*/ 10 w 95"/>
                <a:gd name="T23" fmla="*/ 33 h 40"/>
                <a:gd name="T24" fmla="*/ 84 w 95"/>
                <a:gd name="T25" fmla="*/ 33 h 40"/>
                <a:gd name="T26" fmla="*/ 88 w 95"/>
                <a:gd name="T27" fmla="*/ 30 h 40"/>
                <a:gd name="T28" fmla="*/ 83 w 95"/>
                <a:gd name="T29" fmla="*/ 18 h 40"/>
                <a:gd name="T30" fmla="*/ 47 w 95"/>
                <a:gd name="T31" fmla="*/ 6 h 40"/>
                <a:gd name="T32" fmla="*/ 12 w 95"/>
                <a:gd name="T33" fmla="*/ 18 h 40"/>
                <a:gd name="T34" fmla="*/ 7 w 95"/>
                <a:gd name="T35" fmla="*/ 3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5" h="40">
                  <a:moveTo>
                    <a:pt x="84" y="40"/>
                  </a:moveTo>
                  <a:cubicBezTo>
                    <a:pt x="10" y="40"/>
                    <a:pt x="10" y="40"/>
                    <a:pt x="10" y="40"/>
                  </a:cubicBezTo>
                  <a:cubicBezTo>
                    <a:pt x="5" y="40"/>
                    <a:pt x="0" y="35"/>
                    <a:pt x="0" y="30"/>
                  </a:cubicBezTo>
                  <a:cubicBezTo>
                    <a:pt x="0" y="30"/>
                    <a:pt x="0" y="22"/>
                    <a:pt x="6" y="14"/>
                  </a:cubicBezTo>
                  <a:cubicBezTo>
                    <a:pt x="10" y="10"/>
                    <a:pt x="15" y="6"/>
                    <a:pt x="21" y="4"/>
                  </a:cubicBezTo>
                  <a:cubicBezTo>
                    <a:pt x="28" y="1"/>
                    <a:pt x="37" y="0"/>
                    <a:pt x="47" y="0"/>
                  </a:cubicBezTo>
                  <a:cubicBezTo>
                    <a:pt x="58" y="0"/>
                    <a:pt x="67" y="1"/>
                    <a:pt x="74" y="4"/>
                  </a:cubicBezTo>
                  <a:cubicBezTo>
                    <a:pt x="80" y="6"/>
                    <a:pt x="85" y="10"/>
                    <a:pt x="88" y="14"/>
                  </a:cubicBezTo>
                  <a:cubicBezTo>
                    <a:pt x="94" y="22"/>
                    <a:pt x="95" y="30"/>
                    <a:pt x="95" y="30"/>
                  </a:cubicBezTo>
                  <a:cubicBezTo>
                    <a:pt x="95" y="35"/>
                    <a:pt x="90" y="40"/>
                    <a:pt x="84" y="40"/>
                  </a:cubicBezTo>
                  <a:close/>
                  <a:moveTo>
                    <a:pt x="7" y="30"/>
                  </a:moveTo>
                  <a:cubicBezTo>
                    <a:pt x="7" y="32"/>
                    <a:pt x="8" y="33"/>
                    <a:pt x="10" y="33"/>
                  </a:cubicBezTo>
                  <a:cubicBezTo>
                    <a:pt x="84" y="33"/>
                    <a:pt x="84" y="33"/>
                    <a:pt x="84" y="33"/>
                  </a:cubicBezTo>
                  <a:cubicBezTo>
                    <a:pt x="86" y="33"/>
                    <a:pt x="88" y="32"/>
                    <a:pt x="88" y="30"/>
                  </a:cubicBezTo>
                  <a:cubicBezTo>
                    <a:pt x="88" y="30"/>
                    <a:pt x="88" y="24"/>
                    <a:pt x="83" y="18"/>
                  </a:cubicBezTo>
                  <a:cubicBezTo>
                    <a:pt x="76" y="10"/>
                    <a:pt x="64" y="6"/>
                    <a:pt x="47" y="6"/>
                  </a:cubicBezTo>
                  <a:cubicBezTo>
                    <a:pt x="31" y="6"/>
                    <a:pt x="18" y="10"/>
                    <a:pt x="12" y="18"/>
                  </a:cubicBezTo>
                  <a:cubicBezTo>
                    <a:pt x="7" y="24"/>
                    <a:pt x="7" y="30"/>
                    <a:pt x="7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C4E65BE8-EFD6-4FE2-B170-5E6EB56AF7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90588" y="708025"/>
              <a:ext cx="169863" cy="180975"/>
            </a:xfrm>
            <a:custGeom>
              <a:avLst/>
              <a:gdLst>
                <a:gd name="T0" fmla="*/ 27 w 54"/>
                <a:gd name="T1" fmla="*/ 54 h 54"/>
                <a:gd name="T2" fmla="*/ 0 w 54"/>
                <a:gd name="T3" fmla="*/ 27 h 54"/>
                <a:gd name="T4" fmla="*/ 27 w 54"/>
                <a:gd name="T5" fmla="*/ 0 h 54"/>
                <a:gd name="T6" fmla="*/ 54 w 54"/>
                <a:gd name="T7" fmla="*/ 27 h 54"/>
                <a:gd name="T8" fmla="*/ 27 w 54"/>
                <a:gd name="T9" fmla="*/ 54 h 54"/>
                <a:gd name="T10" fmla="*/ 27 w 54"/>
                <a:gd name="T11" fmla="*/ 7 h 54"/>
                <a:gd name="T12" fmla="*/ 7 w 54"/>
                <a:gd name="T13" fmla="*/ 27 h 54"/>
                <a:gd name="T14" fmla="*/ 27 w 54"/>
                <a:gd name="T15" fmla="*/ 47 h 54"/>
                <a:gd name="T16" fmla="*/ 48 w 54"/>
                <a:gd name="T17" fmla="*/ 27 h 54"/>
                <a:gd name="T18" fmla="*/ 27 w 54"/>
                <a:gd name="T19" fmla="*/ 7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4" h="54">
                  <a:moveTo>
                    <a:pt x="27" y="54"/>
                  </a:moveTo>
                  <a:cubicBezTo>
                    <a:pt x="12" y="54"/>
                    <a:pt x="0" y="42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4" y="12"/>
                    <a:pt x="54" y="27"/>
                  </a:cubicBezTo>
                  <a:cubicBezTo>
                    <a:pt x="54" y="42"/>
                    <a:pt x="42" y="54"/>
                    <a:pt x="27" y="54"/>
                  </a:cubicBezTo>
                  <a:close/>
                  <a:moveTo>
                    <a:pt x="27" y="7"/>
                  </a:moveTo>
                  <a:cubicBezTo>
                    <a:pt x="16" y="7"/>
                    <a:pt x="7" y="16"/>
                    <a:pt x="7" y="27"/>
                  </a:cubicBezTo>
                  <a:cubicBezTo>
                    <a:pt x="7" y="38"/>
                    <a:pt x="16" y="47"/>
                    <a:pt x="27" y="47"/>
                  </a:cubicBezTo>
                  <a:cubicBezTo>
                    <a:pt x="38" y="47"/>
                    <a:pt x="48" y="38"/>
                    <a:pt x="48" y="27"/>
                  </a:cubicBezTo>
                  <a:cubicBezTo>
                    <a:pt x="48" y="16"/>
                    <a:pt x="38" y="7"/>
                    <a:pt x="27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1">
              <a:extLst>
                <a:ext uri="{FF2B5EF4-FFF2-40B4-BE49-F238E27FC236}">
                  <a16:creationId xmlns:a16="http://schemas.microsoft.com/office/drawing/2014/main" id="{2E83F85A-02A1-492C-8945-08748D05DD11}"/>
                </a:ext>
              </a:extLst>
            </p:cNvPr>
            <p:cNvSpPr>
              <a:spLocks/>
            </p:cNvSpPr>
            <p:nvPr/>
          </p:nvSpPr>
          <p:spPr bwMode="auto">
            <a:xfrm>
              <a:off x="703263" y="931863"/>
              <a:ext cx="125413" cy="114300"/>
            </a:xfrm>
            <a:custGeom>
              <a:avLst/>
              <a:gdLst>
                <a:gd name="T0" fmla="*/ 30 w 40"/>
                <a:gd name="T1" fmla="*/ 34 h 34"/>
                <a:gd name="T2" fmla="*/ 10 w 40"/>
                <a:gd name="T3" fmla="*/ 34 h 34"/>
                <a:gd name="T4" fmla="*/ 0 w 40"/>
                <a:gd name="T5" fmla="*/ 24 h 34"/>
                <a:gd name="T6" fmla="*/ 4 w 40"/>
                <a:gd name="T7" fmla="*/ 12 h 34"/>
                <a:gd name="T8" fmla="*/ 14 w 40"/>
                <a:gd name="T9" fmla="*/ 4 h 34"/>
                <a:gd name="T10" fmla="*/ 33 w 40"/>
                <a:gd name="T11" fmla="*/ 0 h 34"/>
                <a:gd name="T12" fmla="*/ 37 w 40"/>
                <a:gd name="T13" fmla="*/ 0 h 34"/>
                <a:gd name="T14" fmla="*/ 40 w 40"/>
                <a:gd name="T15" fmla="*/ 4 h 34"/>
                <a:gd name="T16" fmla="*/ 36 w 40"/>
                <a:gd name="T17" fmla="*/ 7 h 34"/>
                <a:gd name="T18" fmla="*/ 33 w 40"/>
                <a:gd name="T19" fmla="*/ 7 h 34"/>
                <a:gd name="T20" fmla="*/ 6 w 40"/>
                <a:gd name="T21" fmla="*/ 24 h 34"/>
                <a:gd name="T22" fmla="*/ 10 w 40"/>
                <a:gd name="T23" fmla="*/ 27 h 34"/>
                <a:gd name="T24" fmla="*/ 30 w 40"/>
                <a:gd name="T25" fmla="*/ 27 h 34"/>
                <a:gd name="T26" fmla="*/ 33 w 40"/>
                <a:gd name="T27" fmla="*/ 31 h 34"/>
                <a:gd name="T28" fmla="*/ 30 w 40"/>
                <a:gd name="T29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0" h="34">
                  <a:moveTo>
                    <a:pt x="30" y="34"/>
                  </a:moveTo>
                  <a:cubicBezTo>
                    <a:pt x="10" y="34"/>
                    <a:pt x="10" y="34"/>
                    <a:pt x="10" y="34"/>
                  </a:cubicBezTo>
                  <a:cubicBezTo>
                    <a:pt x="4" y="34"/>
                    <a:pt x="0" y="29"/>
                    <a:pt x="0" y="24"/>
                  </a:cubicBezTo>
                  <a:cubicBezTo>
                    <a:pt x="0" y="24"/>
                    <a:pt x="0" y="18"/>
                    <a:pt x="4" y="12"/>
                  </a:cubicBezTo>
                  <a:cubicBezTo>
                    <a:pt x="7" y="8"/>
                    <a:pt x="10" y="6"/>
                    <a:pt x="14" y="4"/>
                  </a:cubicBezTo>
                  <a:cubicBezTo>
                    <a:pt x="20" y="1"/>
                    <a:pt x="26" y="0"/>
                    <a:pt x="33" y="0"/>
                  </a:cubicBezTo>
                  <a:cubicBezTo>
                    <a:pt x="34" y="0"/>
                    <a:pt x="36" y="0"/>
                    <a:pt x="37" y="0"/>
                  </a:cubicBezTo>
                  <a:cubicBezTo>
                    <a:pt x="39" y="0"/>
                    <a:pt x="40" y="2"/>
                    <a:pt x="40" y="4"/>
                  </a:cubicBezTo>
                  <a:cubicBezTo>
                    <a:pt x="40" y="6"/>
                    <a:pt x="38" y="7"/>
                    <a:pt x="36" y="7"/>
                  </a:cubicBezTo>
                  <a:cubicBezTo>
                    <a:pt x="35" y="7"/>
                    <a:pt x="34" y="7"/>
                    <a:pt x="33" y="7"/>
                  </a:cubicBezTo>
                  <a:cubicBezTo>
                    <a:pt x="7" y="7"/>
                    <a:pt x="6" y="23"/>
                    <a:pt x="6" y="24"/>
                  </a:cubicBezTo>
                  <a:cubicBezTo>
                    <a:pt x="6" y="26"/>
                    <a:pt x="8" y="27"/>
                    <a:pt x="10" y="27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32" y="27"/>
                    <a:pt x="33" y="29"/>
                    <a:pt x="33" y="31"/>
                  </a:cubicBezTo>
                  <a:cubicBezTo>
                    <a:pt x="33" y="33"/>
                    <a:pt x="32" y="34"/>
                    <a:pt x="30" y="3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2">
              <a:extLst>
                <a:ext uri="{FF2B5EF4-FFF2-40B4-BE49-F238E27FC236}">
                  <a16:creationId xmlns:a16="http://schemas.microsoft.com/office/drawing/2014/main" id="{27009F43-AEFC-4FE2-A9E6-7B2A1441AFE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4538" y="774700"/>
              <a:ext cx="128588" cy="138113"/>
            </a:xfrm>
            <a:custGeom>
              <a:avLst/>
              <a:gdLst>
                <a:gd name="T0" fmla="*/ 20 w 41"/>
                <a:gd name="T1" fmla="*/ 41 h 41"/>
                <a:gd name="T2" fmla="*/ 0 w 41"/>
                <a:gd name="T3" fmla="*/ 20 h 41"/>
                <a:gd name="T4" fmla="*/ 20 w 41"/>
                <a:gd name="T5" fmla="*/ 0 h 41"/>
                <a:gd name="T6" fmla="*/ 41 w 41"/>
                <a:gd name="T7" fmla="*/ 20 h 41"/>
                <a:gd name="T8" fmla="*/ 20 w 41"/>
                <a:gd name="T9" fmla="*/ 41 h 41"/>
                <a:gd name="T10" fmla="*/ 20 w 41"/>
                <a:gd name="T11" fmla="*/ 7 h 41"/>
                <a:gd name="T12" fmla="*/ 7 w 41"/>
                <a:gd name="T13" fmla="*/ 20 h 41"/>
                <a:gd name="T14" fmla="*/ 20 w 41"/>
                <a:gd name="T15" fmla="*/ 34 h 41"/>
                <a:gd name="T16" fmla="*/ 34 w 41"/>
                <a:gd name="T17" fmla="*/ 20 h 41"/>
                <a:gd name="T18" fmla="*/ 20 w 41"/>
                <a:gd name="T19" fmla="*/ 7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41">
                  <a:moveTo>
                    <a:pt x="20" y="41"/>
                  </a:moveTo>
                  <a:cubicBezTo>
                    <a:pt x="9" y="41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1" y="9"/>
                    <a:pt x="41" y="20"/>
                  </a:cubicBezTo>
                  <a:cubicBezTo>
                    <a:pt x="41" y="31"/>
                    <a:pt x="31" y="41"/>
                    <a:pt x="20" y="41"/>
                  </a:cubicBezTo>
                  <a:close/>
                  <a:moveTo>
                    <a:pt x="20" y="7"/>
                  </a:moveTo>
                  <a:cubicBezTo>
                    <a:pt x="13" y="7"/>
                    <a:pt x="7" y="13"/>
                    <a:pt x="7" y="20"/>
                  </a:cubicBezTo>
                  <a:cubicBezTo>
                    <a:pt x="7" y="28"/>
                    <a:pt x="13" y="34"/>
                    <a:pt x="20" y="34"/>
                  </a:cubicBezTo>
                  <a:cubicBezTo>
                    <a:pt x="28" y="34"/>
                    <a:pt x="34" y="28"/>
                    <a:pt x="34" y="20"/>
                  </a:cubicBezTo>
                  <a:cubicBezTo>
                    <a:pt x="34" y="13"/>
                    <a:pt x="28" y="7"/>
                    <a:pt x="20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DCAC9643-DE25-41A2-9A3F-4407E61A8FE5}"/>
              </a:ext>
            </a:extLst>
          </p:cNvPr>
          <p:cNvSpPr txBox="1"/>
          <p:nvPr/>
        </p:nvSpPr>
        <p:spPr>
          <a:xfrm>
            <a:off x="8816318" y="5402920"/>
            <a:ext cx="2337966" cy="484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suffered alteration in some randomized believable.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7" name="Prevalence">
            <a:extLst>
              <a:ext uri="{FF2B5EF4-FFF2-40B4-BE49-F238E27FC236}">
                <a16:creationId xmlns:a16="http://schemas.microsoft.com/office/drawing/2014/main" id="{AA97F8A0-A683-40B5-AF19-449D029BBCD0}"/>
              </a:ext>
            </a:extLst>
          </p:cNvPr>
          <p:cNvSpPr/>
          <p:nvPr/>
        </p:nvSpPr>
        <p:spPr>
          <a:xfrm>
            <a:off x="8901382" y="5149585"/>
            <a:ext cx="1650804" cy="19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rPr lang="af-ZA" sz="1400" dirty="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Benefits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438DBAD-BCD7-4679-999E-4A3C0EE95EB9}"/>
              </a:ext>
            </a:extLst>
          </p:cNvPr>
          <p:cNvSpPr txBox="1"/>
          <p:nvPr/>
        </p:nvSpPr>
        <p:spPr>
          <a:xfrm>
            <a:off x="2532629" y="4161230"/>
            <a:ext cx="8781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Poppins regular" panose="00000500000000000000" pitchFamily="2" charset="0"/>
                <a:ea typeface="Open Sans" panose="020B0606030504020204" pitchFamily="34" charset="0"/>
                <a:cs typeface="Poppins regular" panose="00000500000000000000" pitchFamily="2" charset="0"/>
              </a:rPr>
              <a:t>7M+</a:t>
            </a: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280A9EEC-7716-4255-BADC-07648175EC23}"/>
              </a:ext>
            </a:extLst>
          </p:cNvPr>
          <p:cNvSpPr/>
          <p:nvPr/>
        </p:nvSpPr>
        <p:spPr>
          <a:xfrm>
            <a:off x="1367155" y="2906613"/>
            <a:ext cx="4163413" cy="2822565"/>
          </a:xfrm>
          <a:custGeom>
            <a:avLst/>
            <a:gdLst>
              <a:gd name="connsiteX0" fmla="*/ 85730 w 3001245"/>
              <a:gd name="connsiteY0" fmla="*/ 0 h 2034679"/>
              <a:gd name="connsiteX1" fmla="*/ 2915515 w 3001245"/>
              <a:gd name="connsiteY1" fmla="*/ 0 h 2034679"/>
              <a:gd name="connsiteX2" fmla="*/ 3001245 w 3001245"/>
              <a:gd name="connsiteY2" fmla="*/ 85720 h 2034679"/>
              <a:gd name="connsiteX3" fmla="*/ 3001245 w 3001245"/>
              <a:gd name="connsiteY3" fmla="*/ 1980138 h 2034679"/>
              <a:gd name="connsiteX4" fmla="*/ 3001245 w 3001245"/>
              <a:gd name="connsiteY4" fmla="*/ 1992855 h 2034679"/>
              <a:gd name="connsiteX5" fmla="*/ 3001245 w 3001245"/>
              <a:gd name="connsiteY5" fmla="*/ 1995681 h 2034679"/>
              <a:gd name="connsiteX6" fmla="*/ 2962201 w 3001245"/>
              <a:gd name="connsiteY6" fmla="*/ 2034679 h 2034679"/>
              <a:gd name="connsiteX7" fmla="*/ 39044 w 3001245"/>
              <a:gd name="connsiteY7" fmla="*/ 2034679 h 2034679"/>
              <a:gd name="connsiteX8" fmla="*/ 0 w 3001245"/>
              <a:gd name="connsiteY8" fmla="*/ 1995681 h 2034679"/>
              <a:gd name="connsiteX9" fmla="*/ 0 w 3001245"/>
              <a:gd name="connsiteY9" fmla="*/ 1992855 h 2034679"/>
              <a:gd name="connsiteX10" fmla="*/ 0 w 3001245"/>
              <a:gd name="connsiteY10" fmla="*/ 1980138 h 2034679"/>
              <a:gd name="connsiteX11" fmla="*/ 0 w 3001245"/>
              <a:gd name="connsiteY11" fmla="*/ 85720 h 2034679"/>
              <a:gd name="connsiteX12" fmla="*/ 85730 w 3001245"/>
              <a:gd name="connsiteY12" fmla="*/ 0 h 2034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001245" h="2034679">
                <a:moveTo>
                  <a:pt x="85730" y="0"/>
                </a:moveTo>
                <a:lnTo>
                  <a:pt x="2915515" y="0"/>
                </a:lnTo>
                <a:cubicBezTo>
                  <a:pt x="2962757" y="0"/>
                  <a:pt x="3001245" y="38433"/>
                  <a:pt x="3001245" y="85720"/>
                </a:cubicBezTo>
                <a:lnTo>
                  <a:pt x="3001245" y="1980138"/>
                </a:lnTo>
                <a:lnTo>
                  <a:pt x="3001245" y="1992855"/>
                </a:lnTo>
                <a:lnTo>
                  <a:pt x="3001245" y="1995681"/>
                </a:lnTo>
                <a:cubicBezTo>
                  <a:pt x="3001245" y="2017253"/>
                  <a:pt x="2983738" y="2034679"/>
                  <a:pt x="2962201" y="2034679"/>
                </a:cubicBezTo>
                <a:lnTo>
                  <a:pt x="39044" y="2034679"/>
                </a:lnTo>
                <a:cubicBezTo>
                  <a:pt x="17507" y="2034679"/>
                  <a:pt x="0" y="2017253"/>
                  <a:pt x="0" y="1995681"/>
                </a:cubicBezTo>
                <a:lnTo>
                  <a:pt x="0" y="1992855"/>
                </a:lnTo>
                <a:lnTo>
                  <a:pt x="0" y="1980138"/>
                </a:lnTo>
                <a:lnTo>
                  <a:pt x="0" y="85720"/>
                </a:lnTo>
                <a:cubicBezTo>
                  <a:pt x="0" y="38433"/>
                  <a:pt x="38488" y="0"/>
                  <a:pt x="85730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7" name="Shape 18">
            <a:extLst>
              <a:ext uri="{FF2B5EF4-FFF2-40B4-BE49-F238E27FC236}">
                <a16:creationId xmlns:a16="http://schemas.microsoft.com/office/drawing/2014/main" id="{C57C0CB3-B018-4FCB-A6B1-6C03A8112336}"/>
              </a:ext>
            </a:extLst>
          </p:cNvPr>
          <p:cNvSpPr/>
          <p:nvPr/>
        </p:nvSpPr>
        <p:spPr>
          <a:xfrm>
            <a:off x="859166" y="5747583"/>
            <a:ext cx="5181800" cy="990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570" y="21600"/>
                </a:moveTo>
                <a:lnTo>
                  <a:pt x="18030" y="21600"/>
                </a:lnTo>
                <a:cubicBezTo>
                  <a:pt x="19340" y="21600"/>
                  <a:pt x="21259" y="12547"/>
                  <a:pt x="21600" y="0"/>
                </a:cubicBezTo>
                <a:lnTo>
                  <a:pt x="0" y="0"/>
                </a:lnTo>
                <a:cubicBezTo>
                  <a:pt x="341" y="12547"/>
                  <a:pt x="2260" y="21600"/>
                  <a:pt x="3570" y="21600"/>
                </a:cubicBezTo>
                <a:close/>
              </a:path>
            </a:pathLst>
          </a:custGeom>
          <a:gradFill>
            <a:gsLst>
              <a:gs pos="0">
                <a:srgbClr val="A1A2A7">
                  <a:alpha val="0"/>
                </a:srgbClr>
              </a:gs>
              <a:gs pos="100000">
                <a:srgbClr val="767778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/>
          </a:p>
        </p:txBody>
      </p:sp>
      <p:sp>
        <p:nvSpPr>
          <p:cNvPr id="48" name="Shape 19">
            <a:extLst>
              <a:ext uri="{FF2B5EF4-FFF2-40B4-BE49-F238E27FC236}">
                <a16:creationId xmlns:a16="http://schemas.microsoft.com/office/drawing/2014/main" id="{AA256A13-AB0B-4F77-84BE-C8000EC9ED72}"/>
              </a:ext>
            </a:extLst>
          </p:cNvPr>
          <p:cNvSpPr/>
          <p:nvPr/>
        </p:nvSpPr>
        <p:spPr>
          <a:xfrm>
            <a:off x="859166" y="5727761"/>
            <a:ext cx="5181800" cy="990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570" y="21600"/>
                </a:moveTo>
                <a:lnTo>
                  <a:pt x="18030" y="21600"/>
                </a:lnTo>
                <a:cubicBezTo>
                  <a:pt x="19340" y="21600"/>
                  <a:pt x="21259" y="12547"/>
                  <a:pt x="21600" y="0"/>
                </a:cubicBezTo>
                <a:lnTo>
                  <a:pt x="0" y="0"/>
                </a:lnTo>
                <a:cubicBezTo>
                  <a:pt x="341" y="12547"/>
                  <a:pt x="2260" y="21600"/>
                  <a:pt x="3570" y="2160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12700">
            <a:miter lim="400000"/>
          </a:ln>
          <a:effectLst>
            <a:outerShdw blurRad="38100" dist="63500" dir="5400000" sx="96000" sy="96000" algn="t" rotWithShape="0">
              <a:schemeClr val="accent4">
                <a:lumMod val="10000"/>
                <a:alpha val="55000"/>
              </a:schemeClr>
            </a:outerShdw>
          </a:effectLst>
        </p:spPr>
        <p:txBody>
          <a:bodyPr lIns="0" tIns="0" rIns="0" bIns="0" anchor="ctr"/>
          <a:lstStyle/>
          <a:p>
            <a:pPr lvl="0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7360611-F4F3-45C5-B0B9-1748210898DA}"/>
              </a:ext>
            </a:extLst>
          </p:cNvPr>
          <p:cNvSpPr/>
          <p:nvPr/>
        </p:nvSpPr>
        <p:spPr>
          <a:xfrm>
            <a:off x="3417148" y="2979183"/>
            <a:ext cx="63427" cy="63423"/>
          </a:xfrm>
          <a:prstGeom prst="ellipse">
            <a:avLst/>
          </a:prstGeom>
          <a:solidFill>
            <a:schemeClr val="bg1"/>
          </a:solidFill>
          <a:ln w="1651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4FAC705-6379-4175-899F-1A45D1288CD5}"/>
              </a:ext>
            </a:extLst>
          </p:cNvPr>
          <p:cNvSpPr txBox="1"/>
          <p:nvPr/>
        </p:nvSpPr>
        <p:spPr>
          <a:xfrm>
            <a:off x="767452" y="1385628"/>
            <a:ext cx="4203582" cy="580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20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variations of passages of Lorem Ipsum available, but the or randomized words.</a:t>
            </a:r>
            <a:endParaRPr lang="en-US" sz="1200" i="1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EF9C59-F52A-46FB-8AFF-20DA47AAE1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2965426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ABFBF1-2B0A-4705-BFF9-7B99D1C63AB5}"/>
              </a:ext>
            </a:extLst>
          </p:cNvPr>
          <p:cNvSpPr/>
          <p:nvPr/>
        </p:nvSpPr>
        <p:spPr>
          <a:xfrm>
            <a:off x="3086100" y="2150774"/>
            <a:ext cx="2939983" cy="470722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680027E-9B27-4B06-A577-3477160A1C9E}"/>
              </a:ext>
            </a:extLst>
          </p:cNvPr>
          <p:cNvSpPr/>
          <p:nvPr/>
        </p:nvSpPr>
        <p:spPr>
          <a:xfrm>
            <a:off x="6043284" y="0"/>
            <a:ext cx="6148715" cy="6857999"/>
          </a:xfrm>
          <a:prstGeom prst="rect">
            <a:avLst/>
          </a:prstGeom>
          <a:solidFill>
            <a:schemeClr val="accent2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Freeform 169">
            <a:extLst>
              <a:ext uri="{FF2B5EF4-FFF2-40B4-BE49-F238E27FC236}">
                <a16:creationId xmlns:a16="http://schemas.microsoft.com/office/drawing/2014/main" id="{7B59F29E-5DE4-4952-AB85-8EAD777C3AC2}"/>
              </a:ext>
            </a:extLst>
          </p:cNvPr>
          <p:cNvSpPr>
            <a:spLocks noEditPoints="1"/>
          </p:cNvSpPr>
          <p:nvPr/>
        </p:nvSpPr>
        <p:spPr bwMode="auto">
          <a:xfrm>
            <a:off x="904125" y="2728295"/>
            <a:ext cx="490328" cy="499638"/>
          </a:xfrm>
          <a:custGeom>
            <a:avLst/>
            <a:gdLst>
              <a:gd name="T0" fmla="*/ 65 w 158"/>
              <a:gd name="T1" fmla="*/ 90 h 161"/>
              <a:gd name="T2" fmla="*/ 93 w 158"/>
              <a:gd name="T3" fmla="*/ 90 h 161"/>
              <a:gd name="T4" fmla="*/ 158 w 158"/>
              <a:gd name="T5" fmla="*/ 48 h 161"/>
              <a:gd name="T6" fmla="*/ 93 w 158"/>
              <a:gd name="T7" fmla="*/ 5 h 161"/>
              <a:gd name="T8" fmla="*/ 6 w 158"/>
              <a:gd name="T9" fmla="*/ 37 h 161"/>
              <a:gd name="T10" fmla="*/ 6 w 158"/>
              <a:gd name="T11" fmla="*/ 58 h 161"/>
              <a:gd name="T12" fmla="*/ 67 w 158"/>
              <a:gd name="T13" fmla="*/ 10 h 161"/>
              <a:gd name="T14" fmla="*/ 91 w 158"/>
              <a:gd name="T15" fmla="*/ 10 h 161"/>
              <a:gd name="T16" fmla="*/ 152 w 158"/>
              <a:gd name="T17" fmla="*/ 48 h 161"/>
              <a:gd name="T18" fmla="*/ 91 w 158"/>
              <a:gd name="T19" fmla="*/ 85 h 161"/>
              <a:gd name="T20" fmla="*/ 9 w 158"/>
              <a:gd name="T21" fmla="*/ 53 h 161"/>
              <a:gd name="T22" fmla="*/ 9 w 158"/>
              <a:gd name="T23" fmla="*/ 42 h 161"/>
              <a:gd name="T24" fmla="*/ 147 w 158"/>
              <a:gd name="T25" fmla="*/ 72 h 161"/>
              <a:gd name="T26" fmla="*/ 152 w 158"/>
              <a:gd name="T27" fmla="*/ 81 h 161"/>
              <a:gd name="T28" fmla="*/ 91 w 158"/>
              <a:gd name="T29" fmla="*/ 119 h 161"/>
              <a:gd name="T30" fmla="*/ 9 w 158"/>
              <a:gd name="T31" fmla="*/ 86 h 161"/>
              <a:gd name="T32" fmla="*/ 9 w 158"/>
              <a:gd name="T33" fmla="*/ 76 h 161"/>
              <a:gd name="T34" fmla="*/ 6 w 158"/>
              <a:gd name="T35" fmla="*/ 71 h 161"/>
              <a:gd name="T36" fmla="*/ 6 w 158"/>
              <a:gd name="T37" fmla="*/ 91 h 161"/>
              <a:gd name="T38" fmla="*/ 78 w 158"/>
              <a:gd name="T39" fmla="*/ 128 h 161"/>
              <a:gd name="T40" fmla="*/ 151 w 158"/>
              <a:gd name="T41" fmla="*/ 91 h 161"/>
              <a:gd name="T42" fmla="*/ 151 w 158"/>
              <a:gd name="T43" fmla="*/ 71 h 161"/>
              <a:gd name="T44" fmla="*/ 147 w 158"/>
              <a:gd name="T45" fmla="*/ 107 h 161"/>
              <a:gd name="T46" fmla="*/ 152 w 158"/>
              <a:gd name="T47" fmla="*/ 115 h 161"/>
              <a:gd name="T48" fmla="*/ 91 w 158"/>
              <a:gd name="T49" fmla="*/ 152 h 161"/>
              <a:gd name="T50" fmla="*/ 9 w 158"/>
              <a:gd name="T51" fmla="*/ 120 h 161"/>
              <a:gd name="T52" fmla="*/ 9 w 158"/>
              <a:gd name="T53" fmla="*/ 111 h 161"/>
              <a:gd name="T54" fmla="*/ 6 w 158"/>
              <a:gd name="T55" fmla="*/ 106 h 161"/>
              <a:gd name="T56" fmla="*/ 6 w 158"/>
              <a:gd name="T57" fmla="*/ 125 h 161"/>
              <a:gd name="T58" fmla="*/ 78 w 158"/>
              <a:gd name="T59" fmla="*/ 161 h 161"/>
              <a:gd name="T60" fmla="*/ 151 w 158"/>
              <a:gd name="T61" fmla="*/ 125 h 161"/>
              <a:gd name="T62" fmla="*/ 151 w 158"/>
              <a:gd name="T63" fmla="*/ 106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58" h="161">
                <a:moveTo>
                  <a:pt x="6" y="58"/>
                </a:moveTo>
                <a:cubicBezTo>
                  <a:pt x="65" y="90"/>
                  <a:pt x="65" y="90"/>
                  <a:pt x="65" y="90"/>
                </a:cubicBezTo>
                <a:cubicBezTo>
                  <a:pt x="68" y="93"/>
                  <a:pt x="73" y="94"/>
                  <a:pt x="78" y="94"/>
                </a:cubicBezTo>
                <a:cubicBezTo>
                  <a:pt x="85" y="94"/>
                  <a:pt x="90" y="93"/>
                  <a:pt x="93" y="90"/>
                </a:cubicBezTo>
                <a:cubicBezTo>
                  <a:pt x="151" y="58"/>
                  <a:pt x="151" y="58"/>
                  <a:pt x="151" y="58"/>
                </a:cubicBezTo>
                <a:cubicBezTo>
                  <a:pt x="156" y="55"/>
                  <a:pt x="158" y="51"/>
                  <a:pt x="158" y="48"/>
                </a:cubicBezTo>
                <a:cubicBezTo>
                  <a:pt x="158" y="44"/>
                  <a:pt x="156" y="40"/>
                  <a:pt x="151" y="37"/>
                </a:cubicBezTo>
                <a:cubicBezTo>
                  <a:pt x="93" y="5"/>
                  <a:pt x="93" y="5"/>
                  <a:pt x="93" y="5"/>
                </a:cubicBezTo>
                <a:cubicBezTo>
                  <a:pt x="86" y="0"/>
                  <a:pt x="72" y="0"/>
                  <a:pt x="65" y="5"/>
                </a:cubicBezTo>
                <a:cubicBezTo>
                  <a:pt x="6" y="37"/>
                  <a:pt x="6" y="37"/>
                  <a:pt x="6" y="37"/>
                </a:cubicBezTo>
                <a:cubicBezTo>
                  <a:pt x="2" y="40"/>
                  <a:pt x="0" y="44"/>
                  <a:pt x="0" y="48"/>
                </a:cubicBezTo>
                <a:cubicBezTo>
                  <a:pt x="0" y="51"/>
                  <a:pt x="2" y="55"/>
                  <a:pt x="6" y="58"/>
                </a:cubicBezTo>
                <a:close/>
                <a:moveTo>
                  <a:pt x="9" y="42"/>
                </a:moveTo>
                <a:cubicBezTo>
                  <a:pt x="67" y="10"/>
                  <a:pt x="67" y="10"/>
                  <a:pt x="67" y="10"/>
                </a:cubicBezTo>
                <a:cubicBezTo>
                  <a:pt x="70" y="7"/>
                  <a:pt x="75" y="7"/>
                  <a:pt x="78" y="7"/>
                </a:cubicBezTo>
                <a:cubicBezTo>
                  <a:pt x="83" y="7"/>
                  <a:pt x="87" y="7"/>
                  <a:pt x="91" y="10"/>
                </a:cubicBezTo>
                <a:cubicBezTo>
                  <a:pt x="148" y="42"/>
                  <a:pt x="148" y="42"/>
                  <a:pt x="148" y="42"/>
                </a:cubicBezTo>
                <a:cubicBezTo>
                  <a:pt x="151" y="44"/>
                  <a:pt x="152" y="45"/>
                  <a:pt x="152" y="48"/>
                </a:cubicBezTo>
                <a:cubicBezTo>
                  <a:pt x="152" y="49"/>
                  <a:pt x="151" y="51"/>
                  <a:pt x="148" y="53"/>
                </a:cubicBezTo>
                <a:cubicBezTo>
                  <a:pt x="91" y="85"/>
                  <a:pt x="91" y="85"/>
                  <a:pt x="91" y="85"/>
                </a:cubicBezTo>
                <a:cubicBezTo>
                  <a:pt x="85" y="89"/>
                  <a:pt x="73" y="89"/>
                  <a:pt x="67" y="85"/>
                </a:cubicBezTo>
                <a:cubicBezTo>
                  <a:pt x="9" y="53"/>
                  <a:pt x="9" y="53"/>
                  <a:pt x="9" y="53"/>
                </a:cubicBezTo>
                <a:cubicBezTo>
                  <a:pt x="6" y="51"/>
                  <a:pt x="5" y="49"/>
                  <a:pt x="5" y="48"/>
                </a:cubicBezTo>
                <a:cubicBezTo>
                  <a:pt x="5" y="45"/>
                  <a:pt x="6" y="44"/>
                  <a:pt x="9" y="42"/>
                </a:cubicBezTo>
                <a:close/>
                <a:moveTo>
                  <a:pt x="151" y="71"/>
                </a:moveTo>
                <a:cubicBezTo>
                  <a:pt x="150" y="71"/>
                  <a:pt x="148" y="71"/>
                  <a:pt x="147" y="72"/>
                </a:cubicBezTo>
                <a:cubicBezTo>
                  <a:pt x="147" y="74"/>
                  <a:pt x="147" y="76"/>
                  <a:pt x="148" y="76"/>
                </a:cubicBezTo>
                <a:cubicBezTo>
                  <a:pt x="151" y="77"/>
                  <a:pt x="152" y="80"/>
                  <a:pt x="152" y="81"/>
                </a:cubicBezTo>
                <a:cubicBezTo>
                  <a:pt x="152" y="84"/>
                  <a:pt x="151" y="85"/>
                  <a:pt x="148" y="86"/>
                </a:cubicBezTo>
                <a:cubicBezTo>
                  <a:pt x="91" y="119"/>
                  <a:pt x="91" y="119"/>
                  <a:pt x="91" y="119"/>
                </a:cubicBezTo>
                <a:cubicBezTo>
                  <a:pt x="85" y="123"/>
                  <a:pt x="73" y="123"/>
                  <a:pt x="67" y="119"/>
                </a:cubicBezTo>
                <a:cubicBezTo>
                  <a:pt x="9" y="86"/>
                  <a:pt x="9" y="86"/>
                  <a:pt x="9" y="86"/>
                </a:cubicBezTo>
                <a:cubicBezTo>
                  <a:pt x="6" y="85"/>
                  <a:pt x="5" y="84"/>
                  <a:pt x="5" y="81"/>
                </a:cubicBezTo>
                <a:cubicBezTo>
                  <a:pt x="5" y="80"/>
                  <a:pt x="6" y="77"/>
                  <a:pt x="9" y="76"/>
                </a:cubicBezTo>
                <a:cubicBezTo>
                  <a:pt x="10" y="76"/>
                  <a:pt x="11" y="74"/>
                  <a:pt x="10" y="72"/>
                </a:cubicBezTo>
                <a:cubicBezTo>
                  <a:pt x="10" y="71"/>
                  <a:pt x="7" y="71"/>
                  <a:pt x="6" y="71"/>
                </a:cubicBezTo>
                <a:cubicBezTo>
                  <a:pt x="2" y="74"/>
                  <a:pt x="0" y="77"/>
                  <a:pt x="0" y="81"/>
                </a:cubicBezTo>
                <a:cubicBezTo>
                  <a:pt x="0" y="85"/>
                  <a:pt x="2" y="89"/>
                  <a:pt x="6" y="91"/>
                </a:cubicBezTo>
                <a:cubicBezTo>
                  <a:pt x="65" y="124"/>
                  <a:pt x="65" y="124"/>
                  <a:pt x="65" y="124"/>
                </a:cubicBezTo>
                <a:cubicBezTo>
                  <a:pt x="68" y="126"/>
                  <a:pt x="73" y="128"/>
                  <a:pt x="78" y="128"/>
                </a:cubicBezTo>
                <a:cubicBezTo>
                  <a:pt x="83" y="128"/>
                  <a:pt x="90" y="126"/>
                  <a:pt x="93" y="124"/>
                </a:cubicBezTo>
                <a:cubicBezTo>
                  <a:pt x="151" y="91"/>
                  <a:pt x="151" y="91"/>
                  <a:pt x="151" y="91"/>
                </a:cubicBezTo>
                <a:cubicBezTo>
                  <a:pt x="156" y="89"/>
                  <a:pt x="158" y="85"/>
                  <a:pt x="158" y="81"/>
                </a:cubicBezTo>
                <a:cubicBezTo>
                  <a:pt x="158" y="77"/>
                  <a:pt x="156" y="74"/>
                  <a:pt x="151" y="71"/>
                </a:cubicBezTo>
                <a:close/>
                <a:moveTo>
                  <a:pt x="151" y="106"/>
                </a:moveTo>
                <a:cubicBezTo>
                  <a:pt x="150" y="106"/>
                  <a:pt x="148" y="106"/>
                  <a:pt x="147" y="107"/>
                </a:cubicBezTo>
                <a:cubicBezTo>
                  <a:pt x="147" y="108"/>
                  <a:pt x="147" y="109"/>
                  <a:pt x="148" y="111"/>
                </a:cubicBezTo>
                <a:cubicBezTo>
                  <a:pt x="151" y="112"/>
                  <a:pt x="152" y="114"/>
                  <a:pt x="152" y="115"/>
                </a:cubicBezTo>
                <a:cubicBezTo>
                  <a:pt x="152" y="118"/>
                  <a:pt x="151" y="119"/>
                  <a:pt x="148" y="120"/>
                </a:cubicBezTo>
                <a:cubicBezTo>
                  <a:pt x="91" y="152"/>
                  <a:pt x="91" y="152"/>
                  <a:pt x="91" y="152"/>
                </a:cubicBezTo>
                <a:cubicBezTo>
                  <a:pt x="85" y="156"/>
                  <a:pt x="73" y="156"/>
                  <a:pt x="67" y="152"/>
                </a:cubicBezTo>
                <a:cubicBezTo>
                  <a:pt x="9" y="120"/>
                  <a:pt x="9" y="120"/>
                  <a:pt x="9" y="120"/>
                </a:cubicBezTo>
                <a:cubicBezTo>
                  <a:pt x="6" y="119"/>
                  <a:pt x="5" y="118"/>
                  <a:pt x="5" y="115"/>
                </a:cubicBezTo>
                <a:cubicBezTo>
                  <a:pt x="5" y="114"/>
                  <a:pt x="6" y="112"/>
                  <a:pt x="9" y="111"/>
                </a:cubicBezTo>
                <a:cubicBezTo>
                  <a:pt x="10" y="109"/>
                  <a:pt x="11" y="108"/>
                  <a:pt x="10" y="107"/>
                </a:cubicBezTo>
                <a:cubicBezTo>
                  <a:pt x="10" y="106"/>
                  <a:pt x="7" y="106"/>
                  <a:pt x="6" y="106"/>
                </a:cubicBezTo>
                <a:cubicBezTo>
                  <a:pt x="2" y="108"/>
                  <a:pt x="0" y="112"/>
                  <a:pt x="0" y="115"/>
                </a:cubicBezTo>
                <a:cubicBezTo>
                  <a:pt x="0" y="119"/>
                  <a:pt x="2" y="123"/>
                  <a:pt x="6" y="125"/>
                </a:cubicBezTo>
                <a:cubicBezTo>
                  <a:pt x="65" y="157"/>
                  <a:pt x="65" y="157"/>
                  <a:pt x="65" y="157"/>
                </a:cubicBezTo>
                <a:cubicBezTo>
                  <a:pt x="68" y="160"/>
                  <a:pt x="73" y="161"/>
                  <a:pt x="78" y="161"/>
                </a:cubicBezTo>
                <a:cubicBezTo>
                  <a:pt x="83" y="161"/>
                  <a:pt x="90" y="160"/>
                  <a:pt x="93" y="157"/>
                </a:cubicBezTo>
                <a:cubicBezTo>
                  <a:pt x="151" y="125"/>
                  <a:pt x="151" y="125"/>
                  <a:pt x="151" y="125"/>
                </a:cubicBezTo>
                <a:cubicBezTo>
                  <a:pt x="156" y="123"/>
                  <a:pt x="158" y="119"/>
                  <a:pt x="158" y="115"/>
                </a:cubicBezTo>
                <a:cubicBezTo>
                  <a:pt x="158" y="112"/>
                  <a:pt x="156" y="108"/>
                  <a:pt x="151" y="10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E30B89-E046-492A-92BB-BB0957BFDA4F}"/>
              </a:ext>
            </a:extLst>
          </p:cNvPr>
          <p:cNvSpPr txBox="1"/>
          <p:nvPr/>
        </p:nvSpPr>
        <p:spPr>
          <a:xfrm>
            <a:off x="799350" y="4167918"/>
            <a:ext cx="2053188" cy="894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variations of passages of Lorem Ipsum injected humor, or randomized slightly believable.</a:t>
            </a:r>
            <a:endParaRPr lang="en-US" sz="1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947D07-C59D-4EC1-8677-83F4AE7616D4}"/>
              </a:ext>
            </a:extLst>
          </p:cNvPr>
          <p:cNvSpPr txBox="1"/>
          <p:nvPr/>
        </p:nvSpPr>
        <p:spPr>
          <a:xfrm>
            <a:off x="799350" y="3500298"/>
            <a:ext cx="2157963" cy="605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4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Your title</a:t>
            </a:r>
          </a:p>
          <a:p>
            <a:pPr>
              <a:lnSpc>
                <a:spcPts val="2000"/>
              </a:lnSpc>
            </a:pPr>
            <a:r>
              <a:rPr lang="en-US" sz="14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&amp; tagline goes here</a:t>
            </a:r>
          </a:p>
        </p:txBody>
      </p:sp>
      <p:sp>
        <p:nvSpPr>
          <p:cNvPr id="8" name="Freeform 173">
            <a:extLst>
              <a:ext uri="{FF2B5EF4-FFF2-40B4-BE49-F238E27FC236}">
                <a16:creationId xmlns:a16="http://schemas.microsoft.com/office/drawing/2014/main" id="{A1BBEDFF-2439-4042-AF05-D433C8924DB2}"/>
              </a:ext>
            </a:extLst>
          </p:cNvPr>
          <p:cNvSpPr>
            <a:spLocks noEditPoints="1"/>
          </p:cNvSpPr>
          <p:nvPr/>
        </p:nvSpPr>
        <p:spPr bwMode="auto">
          <a:xfrm>
            <a:off x="3406919" y="2729848"/>
            <a:ext cx="496534" cy="496532"/>
          </a:xfrm>
          <a:custGeom>
            <a:avLst/>
            <a:gdLst>
              <a:gd name="T0" fmla="*/ 77 w 160"/>
              <a:gd name="T1" fmla="*/ 155 h 160"/>
              <a:gd name="T2" fmla="*/ 7 w 160"/>
              <a:gd name="T3" fmla="*/ 155 h 160"/>
              <a:gd name="T4" fmla="*/ 5 w 160"/>
              <a:gd name="T5" fmla="*/ 153 h 160"/>
              <a:gd name="T6" fmla="*/ 5 w 160"/>
              <a:gd name="T7" fmla="*/ 8 h 160"/>
              <a:gd name="T8" fmla="*/ 7 w 160"/>
              <a:gd name="T9" fmla="*/ 5 h 160"/>
              <a:gd name="T10" fmla="*/ 112 w 160"/>
              <a:gd name="T11" fmla="*/ 5 h 160"/>
              <a:gd name="T12" fmla="*/ 115 w 160"/>
              <a:gd name="T13" fmla="*/ 8 h 160"/>
              <a:gd name="T14" fmla="*/ 115 w 160"/>
              <a:gd name="T15" fmla="*/ 33 h 160"/>
              <a:gd name="T16" fmla="*/ 117 w 160"/>
              <a:gd name="T17" fmla="*/ 35 h 160"/>
              <a:gd name="T18" fmla="*/ 120 w 160"/>
              <a:gd name="T19" fmla="*/ 33 h 160"/>
              <a:gd name="T20" fmla="*/ 120 w 160"/>
              <a:gd name="T21" fmla="*/ 8 h 160"/>
              <a:gd name="T22" fmla="*/ 112 w 160"/>
              <a:gd name="T23" fmla="*/ 0 h 160"/>
              <a:gd name="T24" fmla="*/ 7 w 160"/>
              <a:gd name="T25" fmla="*/ 0 h 160"/>
              <a:gd name="T26" fmla="*/ 0 w 160"/>
              <a:gd name="T27" fmla="*/ 8 h 160"/>
              <a:gd name="T28" fmla="*/ 0 w 160"/>
              <a:gd name="T29" fmla="*/ 153 h 160"/>
              <a:gd name="T30" fmla="*/ 7 w 160"/>
              <a:gd name="T31" fmla="*/ 160 h 160"/>
              <a:gd name="T32" fmla="*/ 77 w 160"/>
              <a:gd name="T33" fmla="*/ 160 h 160"/>
              <a:gd name="T34" fmla="*/ 80 w 160"/>
              <a:gd name="T35" fmla="*/ 158 h 160"/>
              <a:gd name="T36" fmla="*/ 77 w 160"/>
              <a:gd name="T37" fmla="*/ 155 h 160"/>
              <a:gd name="T38" fmla="*/ 152 w 160"/>
              <a:gd name="T39" fmla="*/ 46 h 160"/>
              <a:gd name="T40" fmla="*/ 98 w 160"/>
              <a:gd name="T41" fmla="*/ 46 h 160"/>
              <a:gd name="T42" fmla="*/ 90 w 160"/>
              <a:gd name="T43" fmla="*/ 54 h 160"/>
              <a:gd name="T44" fmla="*/ 90 w 160"/>
              <a:gd name="T45" fmla="*/ 153 h 160"/>
              <a:gd name="T46" fmla="*/ 98 w 160"/>
              <a:gd name="T47" fmla="*/ 160 h 160"/>
              <a:gd name="T48" fmla="*/ 152 w 160"/>
              <a:gd name="T49" fmla="*/ 160 h 160"/>
              <a:gd name="T50" fmla="*/ 160 w 160"/>
              <a:gd name="T51" fmla="*/ 153 h 160"/>
              <a:gd name="T52" fmla="*/ 160 w 160"/>
              <a:gd name="T53" fmla="*/ 54 h 160"/>
              <a:gd name="T54" fmla="*/ 152 w 160"/>
              <a:gd name="T55" fmla="*/ 46 h 160"/>
              <a:gd name="T56" fmla="*/ 155 w 160"/>
              <a:gd name="T57" fmla="*/ 153 h 160"/>
              <a:gd name="T58" fmla="*/ 152 w 160"/>
              <a:gd name="T59" fmla="*/ 155 h 160"/>
              <a:gd name="T60" fmla="*/ 98 w 160"/>
              <a:gd name="T61" fmla="*/ 155 h 160"/>
              <a:gd name="T62" fmla="*/ 95 w 160"/>
              <a:gd name="T63" fmla="*/ 153 h 160"/>
              <a:gd name="T64" fmla="*/ 95 w 160"/>
              <a:gd name="T65" fmla="*/ 54 h 160"/>
              <a:gd name="T66" fmla="*/ 98 w 160"/>
              <a:gd name="T67" fmla="*/ 51 h 160"/>
              <a:gd name="T68" fmla="*/ 152 w 160"/>
              <a:gd name="T69" fmla="*/ 51 h 160"/>
              <a:gd name="T70" fmla="*/ 155 w 160"/>
              <a:gd name="T71" fmla="*/ 54 h 160"/>
              <a:gd name="T72" fmla="*/ 155 w 160"/>
              <a:gd name="T73" fmla="*/ 153 h 160"/>
              <a:gd name="T74" fmla="*/ 55 w 160"/>
              <a:gd name="T75" fmla="*/ 141 h 160"/>
              <a:gd name="T76" fmla="*/ 60 w 160"/>
              <a:gd name="T77" fmla="*/ 145 h 160"/>
              <a:gd name="T78" fmla="*/ 65 w 160"/>
              <a:gd name="T79" fmla="*/ 141 h 160"/>
              <a:gd name="T80" fmla="*/ 60 w 160"/>
              <a:gd name="T81" fmla="*/ 136 h 160"/>
              <a:gd name="T82" fmla="*/ 55 w 160"/>
              <a:gd name="T83" fmla="*/ 141 h 160"/>
              <a:gd name="T84" fmla="*/ 125 w 160"/>
              <a:gd name="T85" fmla="*/ 136 h 160"/>
              <a:gd name="T86" fmla="*/ 120 w 160"/>
              <a:gd name="T87" fmla="*/ 141 h 160"/>
              <a:gd name="T88" fmla="*/ 125 w 160"/>
              <a:gd name="T89" fmla="*/ 145 h 160"/>
              <a:gd name="T90" fmla="*/ 130 w 160"/>
              <a:gd name="T91" fmla="*/ 141 h 160"/>
              <a:gd name="T92" fmla="*/ 125 w 160"/>
              <a:gd name="T93" fmla="*/ 136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60" h="160">
                <a:moveTo>
                  <a:pt x="77" y="155"/>
                </a:moveTo>
                <a:cubicBezTo>
                  <a:pt x="7" y="155"/>
                  <a:pt x="7" y="155"/>
                  <a:pt x="7" y="155"/>
                </a:cubicBezTo>
                <a:cubicBezTo>
                  <a:pt x="6" y="155"/>
                  <a:pt x="5" y="154"/>
                  <a:pt x="5" y="153"/>
                </a:cubicBezTo>
                <a:cubicBezTo>
                  <a:pt x="5" y="8"/>
                  <a:pt x="5" y="8"/>
                  <a:pt x="5" y="8"/>
                </a:cubicBezTo>
                <a:cubicBezTo>
                  <a:pt x="5" y="6"/>
                  <a:pt x="6" y="5"/>
                  <a:pt x="7" y="5"/>
                </a:cubicBezTo>
                <a:cubicBezTo>
                  <a:pt x="112" y="5"/>
                  <a:pt x="112" y="5"/>
                  <a:pt x="112" y="5"/>
                </a:cubicBezTo>
                <a:cubicBezTo>
                  <a:pt x="113" y="5"/>
                  <a:pt x="115" y="6"/>
                  <a:pt x="115" y="8"/>
                </a:cubicBezTo>
                <a:cubicBezTo>
                  <a:pt x="115" y="33"/>
                  <a:pt x="115" y="33"/>
                  <a:pt x="115" y="33"/>
                </a:cubicBezTo>
                <a:cubicBezTo>
                  <a:pt x="115" y="34"/>
                  <a:pt x="116" y="35"/>
                  <a:pt x="117" y="35"/>
                </a:cubicBezTo>
                <a:cubicBezTo>
                  <a:pt x="118" y="35"/>
                  <a:pt x="120" y="34"/>
                  <a:pt x="120" y="33"/>
                </a:cubicBezTo>
                <a:cubicBezTo>
                  <a:pt x="120" y="8"/>
                  <a:pt x="120" y="8"/>
                  <a:pt x="120" y="8"/>
                </a:cubicBezTo>
                <a:cubicBezTo>
                  <a:pt x="120" y="4"/>
                  <a:pt x="116" y="0"/>
                  <a:pt x="112" y="0"/>
                </a:cubicBezTo>
                <a:cubicBezTo>
                  <a:pt x="7" y="0"/>
                  <a:pt x="7" y="0"/>
                  <a:pt x="7" y="0"/>
                </a:cubicBezTo>
                <a:cubicBezTo>
                  <a:pt x="3" y="0"/>
                  <a:pt x="0" y="4"/>
                  <a:pt x="0" y="8"/>
                </a:cubicBezTo>
                <a:cubicBezTo>
                  <a:pt x="0" y="153"/>
                  <a:pt x="0" y="153"/>
                  <a:pt x="0" y="153"/>
                </a:cubicBezTo>
                <a:cubicBezTo>
                  <a:pt x="0" y="156"/>
                  <a:pt x="3" y="160"/>
                  <a:pt x="7" y="160"/>
                </a:cubicBezTo>
                <a:cubicBezTo>
                  <a:pt x="77" y="160"/>
                  <a:pt x="77" y="160"/>
                  <a:pt x="77" y="160"/>
                </a:cubicBezTo>
                <a:cubicBezTo>
                  <a:pt x="78" y="160"/>
                  <a:pt x="80" y="159"/>
                  <a:pt x="80" y="158"/>
                </a:cubicBezTo>
                <a:cubicBezTo>
                  <a:pt x="80" y="156"/>
                  <a:pt x="78" y="155"/>
                  <a:pt x="77" y="155"/>
                </a:cubicBezTo>
                <a:close/>
                <a:moveTo>
                  <a:pt x="152" y="46"/>
                </a:moveTo>
                <a:cubicBezTo>
                  <a:pt x="98" y="46"/>
                  <a:pt x="98" y="46"/>
                  <a:pt x="98" y="46"/>
                </a:cubicBezTo>
                <a:cubicBezTo>
                  <a:pt x="94" y="46"/>
                  <a:pt x="90" y="50"/>
                  <a:pt x="90" y="54"/>
                </a:cubicBezTo>
                <a:cubicBezTo>
                  <a:pt x="90" y="153"/>
                  <a:pt x="90" y="153"/>
                  <a:pt x="90" y="153"/>
                </a:cubicBezTo>
                <a:cubicBezTo>
                  <a:pt x="90" y="156"/>
                  <a:pt x="94" y="160"/>
                  <a:pt x="98" y="160"/>
                </a:cubicBezTo>
                <a:cubicBezTo>
                  <a:pt x="152" y="160"/>
                  <a:pt x="152" y="160"/>
                  <a:pt x="152" y="160"/>
                </a:cubicBezTo>
                <a:cubicBezTo>
                  <a:pt x="156" y="160"/>
                  <a:pt x="160" y="156"/>
                  <a:pt x="160" y="153"/>
                </a:cubicBezTo>
                <a:cubicBezTo>
                  <a:pt x="160" y="54"/>
                  <a:pt x="160" y="54"/>
                  <a:pt x="160" y="54"/>
                </a:cubicBezTo>
                <a:cubicBezTo>
                  <a:pt x="160" y="50"/>
                  <a:pt x="156" y="46"/>
                  <a:pt x="152" y="46"/>
                </a:cubicBezTo>
                <a:close/>
                <a:moveTo>
                  <a:pt x="155" y="153"/>
                </a:moveTo>
                <a:cubicBezTo>
                  <a:pt x="155" y="154"/>
                  <a:pt x="154" y="155"/>
                  <a:pt x="152" y="155"/>
                </a:cubicBezTo>
                <a:cubicBezTo>
                  <a:pt x="98" y="155"/>
                  <a:pt x="98" y="155"/>
                  <a:pt x="98" y="155"/>
                </a:cubicBezTo>
                <a:cubicBezTo>
                  <a:pt x="97" y="155"/>
                  <a:pt x="95" y="154"/>
                  <a:pt x="95" y="153"/>
                </a:cubicBezTo>
                <a:cubicBezTo>
                  <a:pt x="95" y="54"/>
                  <a:pt x="95" y="54"/>
                  <a:pt x="95" y="54"/>
                </a:cubicBezTo>
                <a:cubicBezTo>
                  <a:pt x="95" y="52"/>
                  <a:pt x="97" y="51"/>
                  <a:pt x="98" y="51"/>
                </a:cubicBezTo>
                <a:cubicBezTo>
                  <a:pt x="152" y="51"/>
                  <a:pt x="152" y="51"/>
                  <a:pt x="152" y="51"/>
                </a:cubicBezTo>
                <a:cubicBezTo>
                  <a:pt x="154" y="51"/>
                  <a:pt x="155" y="52"/>
                  <a:pt x="155" y="54"/>
                </a:cubicBezTo>
                <a:cubicBezTo>
                  <a:pt x="155" y="153"/>
                  <a:pt x="155" y="153"/>
                  <a:pt x="155" y="153"/>
                </a:cubicBezTo>
                <a:close/>
                <a:moveTo>
                  <a:pt x="55" y="141"/>
                </a:moveTo>
                <a:cubicBezTo>
                  <a:pt x="55" y="143"/>
                  <a:pt x="57" y="145"/>
                  <a:pt x="60" y="145"/>
                </a:cubicBezTo>
                <a:cubicBezTo>
                  <a:pt x="63" y="145"/>
                  <a:pt x="65" y="143"/>
                  <a:pt x="65" y="141"/>
                </a:cubicBezTo>
                <a:cubicBezTo>
                  <a:pt x="65" y="138"/>
                  <a:pt x="63" y="136"/>
                  <a:pt x="60" y="136"/>
                </a:cubicBezTo>
                <a:cubicBezTo>
                  <a:pt x="57" y="136"/>
                  <a:pt x="55" y="138"/>
                  <a:pt x="55" y="141"/>
                </a:cubicBezTo>
                <a:close/>
                <a:moveTo>
                  <a:pt x="125" y="136"/>
                </a:moveTo>
                <a:cubicBezTo>
                  <a:pt x="122" y="136"/>
                  <a:pt x="120" y="138"/>
                  <a:pt x="120" y="141"/>
                </a:cubicBezTo>
                <a:cubicBezTo>
                  <a:pt x="120" y="143"/>
                  <a:pt x="122" y="145"/>
                  <a:pt x="125" y="145"/>
                </a:cubicBezTo>
                <a:cubicBezTo>
                  <a:pt x="128" y="145"/>
                  <a:pt x="130" y="143"/>
                  <a:pt x="130" y="141"/>
                </a:cubicBezTo>
                <a:cubicBezTo>
                  <a:pt x="130" y="138"/>
                  <a:pt x="128" y="136"/>
                  <a:pt x="125" y="13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685454-EBBA-4BA5-A986-796AF4FEC366}"/>
              </a:ext>
            </a:extLst>
          </p:cNvPr>
          <p:cNvSpPr txBox="1"/>
          <p:nvPr/>
        </p:nvSpPr>
        <p:spPr>
          <a:xfrm>
            <a:off x="3302144" y="4167918"/>
            <a:ext cx="2053188" cy="894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variations of passages of Lorem Ipsum injected humor, or randomized slightly believable.</a:t>
            </a:r>
            <a:endParaRPr lang="en-US" sz="10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56F3B5-69F1-43FF-8B34-C8038E307696}"/>
              </a:ext>
            </a:extLst>
          </p:cNvPr>
          <p:cNvSpPr txBox="1"/>
          <p:nvPr/>
        </p:nvSpPr>
        <p:spPr>
          <a:xfrm>
            <a:off x="3302144" y="3500298"/>
            <a:ext cx="2157963" cy="605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4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Your title</a:t>
            </a:r>
          </a:p>
          <a:p>
            <a:pPr>
              <a:lnSpc>
                <a:spcPts val="2000"/>
              </a:lnSpc>
            </a:pPr>
            <a:r>
              <a:rPr lang="en-US" sz="14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&amp; tagline goes here</a:t>
            </a:r>
          </a:p>
        </p:txBody>
      </p:sp>
      <p:sp>
        <p:nvSpPr>
          <p:cNvPr id="23" name="Prevalence">
            <a:extLst>
              <a:ext uri="{FF2B5EF4-FFF2-40B4-BE49-F238E27FC236}">
                <a16:creationId xmlns:a16="http://schemas.microsoft.com/office/drawing/2014/main" id="{6BA8BF70-404D-4044-8BF7-910C74DF7C38}"/>
              </a:ext>
            </a:extLst>
          </p:cNvPr>
          <p:cNvSpPr/>
          <p:nvPr/>
        </p:nvSpPr>
        <p:spPr>
          <a:xfrm>
            <a:off x="6480007" y="4282524"/>
            <a:ext cx="1359401" cy="559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40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33%</a:t>
            </a:r>
            <a:endParaRPr sz="4000" dirty="0">
              <a:solidFill>
                <a:schemeClr val="tx1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24" name="Prevalence">
            <a:extLst>
              <a:ext uri="{FF2B5EF4-FFF2-40B4-BE49-F238E27FC236}">
                <a16:creationId xmlns:a16="http://schemas.microsoft.com/office/drawing/2014/main" id="{FFDF9F9A-017E-4874-B304-A6117457889A}"/>
              </a:ext>
            </a:extLst>
          </p:cNvPr>
          <p:cNvSpPr/>
          <p:nvPr/>
        </p:nvSpPr>
        <p:spPr>
          <a:xfrm>
            <a:off x="9407178" y="4282524"/>
            <a:ext cx="1359401" cy="559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rPr lang="af-ZA" sz="40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81%</a:t>
            </a:r>
            <a:endParaRPr sz="4000" dirty="0">
              <a:solidFill>
                <a:schemeClr val="tx1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135E7EBB-2063-42E3-B43E-77837DEE2CA8}"/>
              </a:ext>
            </a:extLst>
          </p:cNvPr>
          <p:cNvSpPr/>
          <p:nvPr/>
        </p:nvSpPr>
        <p:spPr>
          <a:xfrm>
            <a:off x="7931761" y="4342066"/>
            <a:ext cx="191386" cy="333713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5E440D60-E4C6-4A39-AA22-1AA1A027D54A}"/>
              </a:ext>
            </a:extLst>
          </p:cNvPr>
          <p:cNvSpPr/>
          <p:nvPr/>
        </p:nvSpPr>
        <p:spPr>
          <a:xfrm rot="10800000">
            <a:off x="10557992" y="4342066"/>
            <a:ext cx="191386" cy="333713"/>
          </a:xfrm>
          <a:prstGeom prst="down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BA152BE-50A3-40FC-BDA0-55D650225343}"/>
              </a:ext>
            </a:extLst>
          </p:cNvPr>
          <p:cNvSpPr txBox="1"/>
          <p:nvPr/>
        </p:nvSpPr>
        <p:spPr>
          <a:xfrm>
            <a:off x="6593442" y="5033664"/>
            <a:ext cx="1918749" cy="6896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variations </a:t>
            </a:r>
          </a:p>
          <a:p>
            <a:pPr>
              <a:lnSpc>
                <a:spcPts val="1600"/>
              </a:lnSpc>
            </a:pPr>
            <a:r>
              <a:rPr lang="en-US" sz="1000" i="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passages of Lorem Ipsuma</a:t>
            </a:r>
          </a:p>
          <a:p>
            <a:pPr>
              <a:lnSpc>
                <a:spcPts val="1600"/>
              </a:lnSpc>
            </a:pPr>
            <a:r>
              <a:rPr lang="en-US" sz="1000" i="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but the vailable.</a:t>
            </a:r>
            <a:endParaRPr lang="en-US" sz="1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F5E5575-7706-4649-A8A3-B93BF0D23746}"/>
              </a:ext>
            </a:extLst>
          </p:cNvPr>
          <p:cNvSpPr txBox="1"/>
          <p:nvPr/>
        </p:nvSpPr>
        <p:spPr>
          <a:xfrm>
            <a:off x="9407178" y="5033664"/>
            <a:ext cx="1816313" cy="6896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variations </a:t>
            </a:r>
          </a:p>
          <a:p>
            <a:pPr>
              <a:lnSpc>
                <a:spcPts val="1600"/>
              </a:lnSpc>
            </a:pPr>
            <a:r>
              <a:rPr lang="en-US" sz="1000" i="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passages of Lorem Ipsuma</a:t>
            </a:r>
          </a:p>
          <a:p>
            <a:pPr>
              <a:lnSpc>
                <a:spcPts val="1600"/>
              </a:lnSpc>
            </a:pPr>
            <a:r>
              <a:rPr lang="en-US" sz="1000" i="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but the vailable.</a:t>
            </a:r>
            <a:endParaRPr lang="en-US" sz="1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D73AF03-36AC-49AB-8060-1BF129088BCE}"/>
              </a:ext>
            </a:extLst>
          </p:cNvPr>
          <p:cNvSpPr txBox="1"/>
          <p:nvPr/>
        </p:nvSpPr>
        <p:spPr>
          <a:xfrm>
            <a:off x="7327852" y="2150773"/>
            <a:ext cx="3908521" cy="580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20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variations of passages of Lorem Ipsum available, the or randomized words which</a:t>
            </a:r>
            <a:endParaRPr lang="en-US" sz="1200" i="1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4" name="Freeform 50">
            <a:extLst>
              <a:ext uri="{FF2B5EF4-FFF2-40B4-BE49-F238E27FC236}">
                <a16:creationId xmlns:a16="http://schemas.microsoft.com/office/drawing/2014/main" id="{C72139A7-726B-439D-B26E-23C0718336E9}"/>
              </a:ext>
            </a:extLst>
          </p:cNvPr>
          <p:cNvSpPr>
            <a:spLocks noEditPoints="1"/>
          </p:cNvSpPr>
          <p:nvPr/>
        </p:nvSpPr>
        <p:spPr bwMode="auto">
          <a:xfrm>
            <a:off x="6721666" y="2286610"/>
            <a:ext cx="313782" cy="266715"/>
          </a:xfrm>
          <a:custGeom>
            <a:avLst/>
            <a:gdLst>
              <a:gd name="T0" fmla="*/ 49 w 160"/>
              <a:gd name="T1" fmla="*/ 136 h 136"/>
              <a:gd name="T2" fmla="*/ 112 w 160"/>
              <a:gd name="T3" fmla="*/ 136 h 136"/>
              <a:gd name="T4" fmla="*/ 80 w 160"/>
              <a:gd name="T5" fmla="*/ 86 h 136"/>
              <a:gd name="T6" fmla="*/ 49 w 160"/>
              <a:gd name="T7" fmla="*/ 136 h 136"/>
              <a:gd name="T8" fmla="*/ 59 w 160"/>
              <a:gd name="T9" fmla="*/ 131 h 136"/>
              <a:gd name="T10" fmla="*/ 80 w 160"/>
              <a:gd name="T11" fmla="*/ 96 h 136"/>
              <a:gd name="T12" fmla="*/ 102 w 160"/>
              <a:gd name="T13" fmla="*/ 131 h 136"/>
              <a:gd name="T14" fmla="*/ 59 w 160"/>
              <a:gd name="T15" fmla="*/ 131 h 136"/>
              <a:gd name="T16" fmla="*/ 0 w 160"/>
              <a:gd name="T17" fmla="*/ 0 h 136"/>
              <a:gd name="T18" fmla="*/ 0 w 160"/>
              <a:gd name="T19" fmla="*/ 107 h 136"/>
              <a:gd name="T20" fmla="*/ 59 w 160"/>
              <a:gd name="T21" fmla="*/ 107 h 136"/>
              <a:gd name="T22" fmla="*/ 62 w 160"/>
              <a:gd name="T23" fmla="*/ 104 h 136"/>
              <a:gd name="T24" fmla="*/ 59 w 160"/>
              <a:gd name="T25" fmla="*/ 101 h 136"/>
              <a:gd name="T26" fmla="*/ 6 w 160"/>
              <a:gd name="T27" fmla="*/ 101 h 136"/>
              <a:gd name="T28" fmla="*/ 6 w 160"/>
              <a:gd name="T29" fmla="*/ 5 h 136"/>
              <a:gd name="T30" fmla="*/ 155 w 160"/>
              <a:gd name="T31" fmla="*/ 5 h 136"/>
              <a:gd name="T32" fmla="*/ 155 w 160"/>
              <a:gd name="T33" fmla="*/ 101 h 136"/>
              <a:gd name="T34" fmla="*/ 102 w 160"/>
              <a:gd name="T35" fmla="*/ 101 h 136"/>
              <a:gd name="T36" fmla="*/ 99 w 160"/>
              <a:gd name="T37" fmla="*/ 104 h 136"/>
              <a:gd name="T38" fmla="*/ 102 w 160"/>
              <a:gd name="T39" fmla="*/ 107 h 136"/>
              <a:gd name="T40" fmla="*/ 160 w 160"/>
              <a:gd name="T41" fmla="*/ 107 h 136"/>
              <a:gd name="T42" fmla="*/ 160 w 160"/>
              <a:gd name="T43" fmla="*/ 0 h 136"/>
              <a:gd name="T44" fmla="*/ 0 w 160"/>
              <a:gd name="T45" fmla="*/ 0 h 1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0" h="136">
                <a:moveTo>
                  <a:pt x="49" y="136"/>
                </a:moveTo>
                <a:cubicBezTo>
                  <a:pt x="112" y="136"/>
                  <a:pt x="112" y="136"/>
                  <a:pt x="112" y="136"/>
                </a:cubicBezTo>
                <a:cubicBezTo>
                  <a:pt x="80" y="86"/>
                  <a:pt x="80" y="86"/>
                  <a:pt x="80" y="86"/>
                </a:cubicBezTo>
                <a:lnTo>
                  <a:pt x="49" y="136"/>
                </a:lnTo>
                <a:close/>
                <a:moveTo>
                  <a:pt x="59" y="131"/>
                </a:moveTo>
                <a:cubicBezTo>
                  <a:pt x="80" y="96"/>
                  <a:pt x="80" y="96"/>
                  <a:pt x="80" y="96"/>
                </a:cubicBezTo>
                <a:cubicBezTo>
                  <a:pt x="102" y="131"/>
                  <a:pt x="102" y="131"/>
                  <a:pt x="102" y="131"/>
                </a:cubicBezTo>
                <a:lnTo>
                  <a:pt x="59" y="131"/>
                </a:lnTo>
                <a:close/>
                <a:moveTo>
                  <a:pt x="0" y="0"/>
                </a:moveTo>
                <a:cubicBezTo>
                  <a:pt x="0" y="107"/>
                  <a:pt x="0" y="107"/>
                  <a:pt x="0" y="107"/>
                </a:cubicBezTo>
                <a:cubicBezTo>
                  <a:pt x="59" y="107"/>
                  <a:pt x="59" y="107"/>
                  <a:pt x="59" y="107"/>
                </a:cubicBezTo>
                <a:cubicBezTo>
                  <a:pt x="61" y="107"/>
                  <a:pt x="62" y="105"/>
                  <a:pt x="62" y="104"/>
                </a:cubicBezTo>
                <a:cubicBezTo>
                  <a:pt x="62" y="103"/>
                  <a:pt x="61" y="101"/>
                  <a:pt x="59" y="101"/>
                </a:cubicBezTo>
                <a:cubicBezTo>
                  <a:pt x="6" y="101"/>
                  <a:pt x="6" y="101"/>
                  <a:pt x="6" y="101"/>
                </a:cubicBezTo>
                <a:cubicBezTo>
                  <a:pt x="6" y="5"/>
                  <a:pt x="6" y="5"/>
                  <a:pt x="6" y="5"/>
                </a:cubicBezTo>
                <a:cubicBezTo>
                  <a:pt x="155" y="5"/>
                  <a:pt x="155" y="5"/>
                  <a:pt x="155" y="5"/>
                </a:cubicBezTo>
                <a:cubicBezTo>
                  <a:pt x="155" y="101"/>
                  <a:pt x="155" y="101"/>
                  <a:pt x="155" y="101"/>
                </a:cubicBezTo>
                <a:cubicBezTo>
                  <a:pt x="102" y="101"/>
                  <a:pt x="102" y="101"/>
                  <a:pt x="102" y="101"/>
                </a:cubicBezTo>
                <a:cubicBezTo>
                  <a:pt x="100" y="101"/>
                  <a:pt x="99" y="103"/>
                  <a:pt x="99" y="104"/>
                </a:cubicBezTo>
                <a:cubicBezTo>
                  <a:pt x="99" y="105"/>
                  <a:pt x="100" y="107"/>
                  <a:pt x="102" y="107"/>
                </a:cubicBezTo>
                <a:cubicBezTo>
                  <a:pt x="160" y="107"/>
                  <a:pt x="160" y="107"/>
                  <a:pt x="160" y="107"/>
                </a:cubicBezTo>
                <a:cubicBezTo>
                  <a:pt x="160" y="0"/>
                  <a:pt x="160" y="0"/>
                  <a:pt x="16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A6E5FA6-2F2D-4360-B55F-871B151F0858}"/>
              </a:ext>
            </a:extLst>
          </p:cNvPr>
          <p:cNvSpPr/>
          <p:nvPr/>
        </p:nvSpPr>
        <p:spPr>
          <a:xfrm>
            <a:off x="6577460" y="2118870"/>
            <a:ext cx="580928" cy="58092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1DA91C3-76E8-42A9-8482-0A6F745B4C8F}"/>
              </a:ext>
            </a:extLst>
          </p:cNvPr>
          <p:cNvSpPr txBox="1"/>
          <p:nvPr/>
        </p:nvSpPr>
        <p:spPr>
          <a:xfrm>
            <a:off x="717045" y="724186"/>
            <a:ext cx="3354893" cy="65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500" dirty="0">
                <a:solidFill>
                  <a:schemeClr val="accent2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Case</a:t>
            </a:r>
            <a:r>
              <a:rPr lang="en-US" sz="3500" dirty="0">
                <a:latin typeface="Poppins SemiBold" panose="00000700000000000000" pitchFamily="50" charset="0"/>
                <a:cs typeface="Poppins SemiBold" panose="00000700000000000000" pitchFamily="50" charset="0"/>
              </a:rPr>
              <a:t> Study</a:t>
            </a:r>
          </a:p>
        </p:txBody>
      </p:sp>
    </p:spTree>
    <p:extLst>
      <p:ext uri="{BB962C8B-B14F-4D97-AF65-F5344CB8AC3E}">
        <p14:creationId xmlns:p14="http://schemas.microsoft.com/office/powerpoint/2010/main" val="241313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C653518-6283-4121-989F-35E15D9C8688}"/>
              </a:ext>
            </a:extLst>
          </p:cNvPr>
          <p:cNvSpPr txBox="1"/>
          <p:nvPr/>
        </p:nvSpPr>
        <p:spPr>
          <a:xfrm>
            <a:off x="717044" y="752762"/>
            <a:ext cx="5269415" cy="65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500" dirty="0">
                <a:solidFill>
                  <a:schemeClr val="accent2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Financial</a:t>
            </a:r>
            <a:r>
              <a:rPr lang="en-US" sz="3500" dirty="0">
                <a:latin typeface="Poppins SemiBold" panose="00000700000000000000" pitchFamily="50" charset="0"/>
                <a:cs typeface="Poppins SemiBold" panose="00000700000000000000" pitchFamily="50" charset="0"/>
              </a:rPr>
              <a:t> Analysis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4B20CDA-DC3A-4AE3-9B61-8609163FB635}"/>
              </a:ext>
            </a:extLst>
          </p:cNvPr>
          <p:cNvGrpSpPr/>
          <p:nvPr/>
        </p:nvGrpSpPr>
        <p:grpSpPr>
          <a:xfrm>
            <a:off x="4979545" y="2491716"/>
            <a:ext cx="6337243" cy="3459174"/>
            <a:chOff x="882263" y="2491716"/>
            <a:chExt cx="6337243" cy="3459174"/>
          </a:xfrm>
        </p:grpSpPr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9807DF5-A9A2-419B-9688-5147488D04DB}"/>
                </a:ext>
              </a:extLst>
            </p:cNvPr>
            <p:cNvCxnSpPr>
              <a:cxnSpLocks/>
            </p:cNvCxnSpPr>
            <p:nvPr/>
          </p:nvCxnSpPr>
          <p:spPr>
            <a:xfrm>
              <a:off x="882263" y="2730029"/>
              <a:ext cx="0" cy="281384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64BC92EC-6F4E-46AD-A5D3-3FB3641B2C5B}"/>
                </a:ext>
              </a:extLst>
            </p:cNvPr>
            <p:cNvSpPr/>
            <p:nvPr/>
          </p:nvSpPr>
          <p:spPr>
            <a:xfrm>
              <a:off x="882263" y="2491716"/>
              <a:ext cx="6337243" cy="38840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052" name="Group 2051">
              <a:extLst>
                <a:ext uri="{FF2B5EF4-FFF2-40B4-BE49-F238E27FC236}">
                  <a16:creationId xmlns:a16="http://schemas.microsoft.com/office/drawing/2014/main" id="{4C95508A-D42E-471E-9C2F-1F1E25CE3B4E}"/>
                </a:ext>
              </a:extLst>
            </p:cNvPr>
            <p:cNvGrpSpPr/>
            <p:nvPr/>
          </p:nvGrpSpPr>
          <p:grpSpPr>
            <a:xfrm>
              <a:off x="3668236" y="2880122"/>
              <a:ext cx="1472874" cy="3070767"/>
              <a:chOff x="4067220" y="2491714"/>
              <a:chExt cx="1073889" cy="3459176"/>
            </a:xfrm>
          </p:grpSpPr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22D00315-1078-4FF6-8C58-8EB8299C2B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7220" y="2491714"/>
                <a:ext cx="0" cy="302164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C2C7E1AA-8401-4848-94A6-83CD091BE1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41109" y="2491716"/>
                <a:ext cx="0" cy="3459174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B6343C1-1A12-4559-9432-BC404004B19A}"/>
                </a:ext>
              </a:extLst>
            </p:cNvPr>
            <p:cNvCxnSpPr>
              <a:cxnSpLocks/>
            </p:cNvCxnSpPr>
            <p:nvPr/>
          </p:nvCxnSpPr>
          <p:spPr>
            <a:xfrm>
              <a:off x="882264" y="3327992"/>
              <a:ext cx="633724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BADEB62C-14E9-4875-998B-0C29B5B6A6EA}"/>
                </a:ext>
              </a:extLst>
            </p:cNvPr>
            <p:cNvCxnSpPr>
              <a:cxnSpLocks/>
            </p:cNvCxnSpPr>
            <p:nvPr/>
          </p:nvCxnSpPr>
          <p:spPr>
            <a:xfrm>
              <a:off x="882263" y="3777218"/>
              <a:ext cx="6337243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A39B4E76-3921-4B26-AF59-6A4CA06AE5C9}"/>
                </a:ext>
              </a:extLst>
            </p:cNvPr>
            <p:cNvCxnSpPr>
              <a:cxnSpLocks/>
            </p:cNvCxnSpPr>
            <p:nvPr/>
          </p:nvCxnSpPr>
          <p:spPr>
            <a:xfrm>
              <a:off x="882263" y="4226444"/>
              <a:ext cx="6337243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B50BA540-FB98-43CA-A894-A9F81DF19567}"/>
                </a:ext>
              </a:extLst>
            </p:cNvPr>
            <p:cNvCxnSpPr>
              <a:cxnSpLocks/>
            </p:cNvCxnSpPr>
            <p:nvPr/>
          </p:nvCxnSpPr>
          <p:spPr>
            <a:xfrm>
              <a:off x="882263" y="4675670"/>
              <a:ext cx="6337243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99989A82-FAAC-481F-B3C4-F3D8EB29D52A}"/>
                </a:ext>
              </a:extLst>
            </p:cNvPr>
            <p:cNvCxnSpPr>
              <a:cxnSpLocks/>
            </p:cNvCxnSpPr>
            <p:nvPr/>
          </p:nvCxnSpPr>
          <p:spPr>
            <a:xfrm>
              <a:off x="882263" y="5124895"/>
              <a:ext cx="6337243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707B80B4-C7FF-48A8-B948-9F15B3583B86}"/>
                </a:ext>
              </a:extLst>
            </p:cNvPr>
            <p:cNvSpPr/>
            <p:nvPr/>
          </p:nvSpPr>
          <p:spPr>
            <a:xfrm>
              <a:off x="5141109" y="5562481"/>
              <a:ext cx="2078397" cy="38840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D0EB6536-3B52-4AD9-9514-BA4AA0BA0F0A}"/>
                </a:ext>
              </a:extLst>
            </p:cNvPr>
            <p:cNvCxnSpPr>
              <a:cxnSpLocks/>
            </p:cNvCxnSpPr>
            <p:nvPr/>
          </p:nvCxnSpPr>
          <p:spPr>
            <a:xfrm>
              <a:off x="7218785" y="2491716"/>
              <a:ext cx="0" cy="3459174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9B4A27C3-6E27-401E-828F-E964C63D2122}"/>
                </a:ext>
              </a:extLst>
            </p:cNvPr>
            <p:cNvCxnSpPr>
              <a:cxnSpLocks/>
            </p:cNvCxnSpPr>
            <p:nvPr/>
          </p:nvCxnSpPr>
          <p:spPr>
            <a:xfrm>
              <a:off x="882263" y="5543876"/>
              <a:ext cx="6337243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81F91DC8-6715-4DA5-8E57-A980FCC4B800}"/>
              </a:ext>
            </a:extLst>
          </p:cNvPr>
          <p:cNvSpPr txBox="1"/>
          <p:nvPr/>
        </p:nvSpPr>
        <p:spPr>
          <a:xfrm>
            <a:off x="7928778" y="2562875"/>
            <a:ext cx="1128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Fiscal Year 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9AB1F38-3BA1-4902-96DF-B6383FF43CFC}"/>
              </a:ext>
            </a:extLst>
          </p:cNvPr>
          <p:cNvSpPr txBox="1"/>
          <p:nvPr/>
        </p:nvSpPr>
        <p:spPr>
          <a:xfrm>
            <a:off x="5236075" y="2562875"/>
            <a:ext cx="18941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Statements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73C2E04-E4D6-4682-A217-75F508624BAF}"/>
              </a:ext>
            </a:extLst>
          </p:cNvPr>
          <p:cNvSpPr txBox="1"/>
          <p:nvPr/>
        </p:nvSpPr>
        <p:spPr>
          <a:xfrm>
            <a:off x="9702175" y="2971420"/>
            <a:ext cx="11286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Poppins" panose="00000500000000000000" pitchFamily="50" charset="0"/>
                <a:cs typeface="Poppins" panose="00000500000000000000" pitchFamily="50" charset="0"/>
              </a:rPr>
              <a:t>$ XXX.XX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52AAC79-4A5D-42CE-ABDC-864566CF0AFE}"/>
              </a:ext>
            </a:extLst>
          </p:cNvPr>
          <p:cNvSpPr txBox="1"/>
          <p:nvPr/>
        </p:nvSpPr>
        <p:spPr>
          <a:xfrm>
            <a:off x="5236075" y="3428432"/>
            <a:ext cx="18941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Poppins regular" panose="00000500000000000000" pitchFamily="2" charset="0"/>
                <a:cs typeface="Poppins regular" panose="00000500000000000000" pitchFamily="2" charset="0"/>
              </a:rPr>
              <a:t>DuPont System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563B36F-DDD1-4961-841B-67FC896A3252}"/>
              </a:ext>
            </a:extLst>
          </p:cNvPr>
          <p:cNvSpPr txBox="1"/>
          <p:nvPr/>
        </p:nvSpPr>
        <p:spPr>
          <a:xfrm>
            <a:off x="5236075" y="3865806"/>
            <a:ext cx="18941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Poppins regular" panose="00000500000000000000" pitchFamily="2" charset="0"/>
                <a:cs typeface="Poppins regular" panose="00000500000000000000" pitchFamily="2" charset="0"/>
              </a:rPr>
              <a:t>Effects of Improving Ratios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7B43F58-A880-420E-9345-7C840B90ED1D}"/>
              </a:ext>
            </a:extLst>
          </p:cNvPr>
          <p:cNvSpPr txBox="1"/>
          <p:nvPr/>
        </p:nvSpPr>
        <p:spPr>
          <a:xfrm>
            <a:off x="5236075" y="2971055"/>
            <a:ext cx="18941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Poppins regular" panose="00000500000000000000" pitchFamily="2" charset="0"/>
                <a:cs typeface="Poppins regular" panose="00000500000000000000" pitchFamily="2" charset="0"/>
              </a:rPr>
              <a:t>Ratio Analysis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4320AE0-5F22-447E-862F-4040D55E36B3}"/>
              </a:ext>
            </a:extLst>
          </p:cNvPr>
          <p:cNvSpPr txBox="1"/>
          <p:nvPr/>
        </p:nvSpPr>
        <p:spPr>
          <a:xfrm>
            <a:off x="5236075" y="4324280"/>
            <a:ext cx="18941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Poppins regular" panose="00000500000000000000" pitchFamily="2" charset="0"/>
                <a:cs typeface="Poppins regular" panose="00000500000000000000" pitchFamily="2" charset="0"/>
              </a:rPr>
              <a:t>Qualitative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5B3A06B-0F47-42CB-8E68-D43A47BBBCCB}"/>
              </a:ext>
            </a:extLst>
          </p:cNvPr>
          <p:cNvSpPr txBox="1"/>
          <p:nvPr/>
        </p:nvSpPr>
        <p:spPr>
          <a:xfrm>
            <a:off x="9702175" y="2562875"/>
            <a:ext cx="1128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Financial $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55F2EC6-B30D-4FF7-8804-465563944E65}"/>
              </a:ext>
            </a:extLst>
          </p:cNvPr>
          <p:cNvSpPr txBox="1"/>
          <p:nvPr/>
        </p:nvSpPr>
        <p:spPr>
          <a:xfrm>
            <a:off x="5236075" y="5201873"/>
            <a:ext cx="18941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Poppins regular" panose="00000500000000000000" pitchFamily="2" charset="0"/>
                <a:cs typeface="Poppins regular" panose="00000500000000000000" pitchFamily="2" charset="0"/>
              </a:rPr>
              <a:t>Oualitative Factors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A676599-251A-448C-A9EB-56C289EA923A}"/>
              </a:ext>
            </a:extLst>
          </p:cNvPr>
          <p:cNvSpPr txBox="1"/>
          <p:nvPr/>
        </p:nvSpPr>
        <p:spPr>
          <a:xfrm>
            <a:off x="5266559" y="4736859"/>
            <a:ext cx="18941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Poppins regular" panose="00000500000000000000" pitchFamily="2" charset="0"/>
                <a:cs typeface="Poppins regular" panose="00000500000000000000" pitchFamily="2" charset="0"/>
              </a:rPr>
              <a:t>Effects of Improving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6F2BCD5-435A-4010-BDB9-21696C378A22}"/>
              </a:ext>
            </a:extLst>
          </p:cNvPr>
          <p:cNvSpPr txBox="1"/>
          <p:nvPr/>
        </p:nvSpPr>
        <p:spPr>
          <a:xfrm>
            <a:off x="9702175" y="3406897"/>
            <a:ext cx="11286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Poppins" panose="00000500000000000000" pitchFamily="50" charset="0"/>
                <a:cs typeface="Poppins" panose="00000500000000000000" pitchFamily="50" charset="0"/>
              </a:rPr>
              <a:t>$ XXX.XX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25A7236-6283-4AE7-AADB-18A5AD4B4B34}"/>
              </a:ext>
            </a:extLst>
          </p:cNvPr>
          <p:cNvSpPr txBox="1"/>
          <p:nvPr/>
        </p:nvSpPr>
        <p:spPr>
          <a:xfrm>
            <a:off x="9702175" y="3856121"/>
            <a:ext cx="11286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Poppins" panose="00000500000000000000" pitchFamily="50" charset="0"/>
                <a:cs typeface="Poppins" panose="00000500000000000000" pitchFamily="50" charset="0"/>
              </a:rPr>
              <a:t>$ XXX.XX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BBE8B3A-6365-49BE-ADFB-B0650738D67D}"/>
              </a:ext>
            </a:extLst>
          </p:cNvPr>
          <p:cNvSpPr txBox="1"/>
          <p:nvPr/>
        </p:nvSpPr>
        <p:spPr>
          <a:xfrm>
            <a:off x="9702175" y="4303992"/>
            <a:ext cx="11286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Poppins" panose="00000500000000000000" pitchFamily="50" charset="0"/>
                <a:cs typeface="Poppins" panose="00000500000000000000" pitchFamily="50" charset="0"/>
              </a:rPr>
              <a:t>$ XXX.XX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C340D47-FE5B-4A75-8F78-D40758FD25E1}"/>
              </a:ext>
            </a:extLst>
          </p:cNvPr>
          <p:cNvSpPr txBox="1"/>
          <p:nvPr/>
        </p:nvSpPr>
        <p:spPr>
          <a:xfrm>
            <a:off x="9702175" y="4783215"/>
            <a:ext cx="11286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Poppins" panose="00000500000000000000" pitchFamily="50" charset="0"/>
                <a:cs typeface="Poppins" panose="00000500000000000000" pitchFamily="50" charset="0"/>
              </a:rPr>
              <a:t>$ XXX.XX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5A1C997-F99C-4D21-9300-F44DA00B2C76}"/>
              </a:ext>
            </a:extLst>
          </p:cNvPr>
          <p:cNvSpPr txBox="1"/>
          <p:nvPr/>
        </p:nvSpPr>
        <p:spPr>
          <a:xfrm>
            <a:off x="9702175" y="5201872"/>
            <a:ext cx="11286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Poppins" panose="00000500000000000000" pitchFamily="50" charset="0"/>
                <a:cs typeface="Poppins" panose="00000500000000000000" pitchFamily="50" charset="0"/>
              </a:rPr>
              <a:t>$ XXX.XX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19366628-3E56-4E6A-B382-CC9481B5D458}"/>
              </a:ext>
            </a:extLst>
          </p:cNvPr>
          <p:cNvSpPr txBox="1"/>
          <p:nvPr/>
        </p:nvSpPr>
        <p:spPr>
          <a:xfrm>
            <a:off x="7937650" y="3009972"/>
            <a:ext cx="11286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Poppins" panose="00000500000000000000" pitchFamily="50" charset="0"/>
                <a:cs typeface="Poppins" panose="00000500000000000000" pitchFamily="50" charset="0"/>
              </a:rPr>
              <a:t>2025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FD2CF1F-0592-42E3-8DCD-49BEE4F46BD7}"/>
              </a:ext>
            </a:extLst>
          </p:cNvPr>
          <p:cNvSpPr txBox="1"/>
          <p:nvPr/>
        </p:nvSpPr>
        <p:spPr>
          <a:xfrm>
            <a:off x="7937650" y="3445449"/>
            <a:ext cx="11286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Poppins" panose="00000500000000000000" pitchFamily="50" charset="0"/>
                <a:cs typeface="Poppins" panose="00000500000000000000" pitchFamily="50" charset="0"/>
              </a:rPr>
              <a:t>2024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49475962-A4C0-4C96-8B95-F52D2C689AF9}"/>
              </a:ext>
            </a:extLst>
          </p:cNvPr>
          <p:cNvSpPr txBox="1"/>
          <p:nvPr/>
        </p:nvSpPr>
        <p:spPr>
          <a:xfrm>
            <a:off x="7937650" y="3894673"/>
            <a:ext cx="11286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Poppins" panose="00000500000000000000" pitchFamily="50" charset="0"/>
                <a:cs typeface="Poppins" panose="00000500000000000000" pitchFamily="50" charset="0"/>
              </a:rPr>
              <a:t>2023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E929C38E-58F1-4D94-B33D-5FFF18FE4B4F}"/>
              </a:ext>
            </a:extLst>
          </p:cNvPr>
          <p:cNvSpPr txBox="1"/>
          <p:nvPr/>
        </p:nvSpPr>
        <p:spPr>
          <a:xfrm>
            <a:off x="7937650" y="4342544"/>
            <a:ext cx="11286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Poppins" panose="00000500000000000000" pitchFamily="50" charset="0"/>
                <a:cs typeface="Poppins" panose="00000500000000000000" pitchFamily="50" charset="0"/>
              </a:rPr>
              <a:t>2022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02C583A7-C18C-45CB-AD5C-CE8A47ED667B}"/>
              </a:ext>
            </a:extLst>
          </p:cNvPr>
          <p:cNvSpPr txBox="1"/>
          <p:nvPr/>
        </p:nvSpPr>
        <p:spPr>
          <a:xfrm>
            <a:off x="7937650" y="4821767"/>
            <a:ext cx="11286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Poppins" panose="00000500000000000000" pitchFamily="50" charset="0"/>
                <a:cs typeface="Poppins" panose="00000500000000000000" pitchFamily="50" charset="0"/>
              </a:rPr>
              <a:t>2021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92929A15-3B8F-4542-B211-FB7DEDD700C6}"/>
              </a:ext>
            </a:extLst>
          </p:cNvPr>
          <p:cNvSpPr txBox="1"/>
          <p:nvPr/>
        </p:nvSpPr>
        <p:spPr>
          <a:xfrm>
            <a:off x="7937650" y="5240424"/>
            <a:ext cx="11286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Poppins" panose="00000500000000000000" pitchFamily="50" charset="0"/>
                <a:cs typeface="Poppins" panose="00000500000000000000" pitchFamily="50" charset="0"/>
              </a:rPr>
              <a:t>2020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E9BBF368-51A7-4A60-AF3D-1BE060B296D7}"/>
              </a:ext>
            </a:extLst>
          </p:cNvPr>
          <p:cNvSpPr txBox="1"/>
          <p:nvPr/>
        </p:nvSpPr>
        <p:spPr>
          <a:xfrm>
            <a:off x="9207999" y="5620705"/>
            <a:ext cx="21293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Poppins regular" panose="00000500000000000000" pitchFamily="2" charset="0"/>
                <a:ea typeface="Jost" pitchFamily="2" charset="0"/>
                <a:cs typeface="Poppins regular" panose="00000500000000000000" pitchFamily="2" charset="0"/>
              </a:rPr>
              <a:t>Total - </a:t>
            </a:r>
            <a:r>
              <a:rPr lang="en-US" sz="1400" dirty="0">
                <a:solidFill>
                  <a:schemeClr val="bg1"/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$ XXX.XX</a:t>
            </a:r>
            <a:endParaRPr lang="en-US" sz="1400" dirty="0">
              <a:solidFill>
                <a:schemeClr val="bg1"/>
              </a:solidFill>
              <a:latin typeface="Poppins regular" panose="00000500000000000000" pitchFamily="2" charset="0"/>
              <a:ea typeface="Jost" pitchFamily="2" charset="0"/>
              <a:cs typeface="Poppins regular" panose="00000500000000000000" pitchFamily="2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5DCFD55-1B81-4FA3-BAEE-5AB4C33F26BD}"/>
              </a:ext>
            </a:extLst>
          </p:cNvPr>
          <p:cNvSpPr txBox="1"/>
          <p:nvPr/>
        </p:nvSpPr>
        <p:spPr>
          <a:xfrm>
            <a:off x="767452" y="3519023"/>
            <a:ext cx="3233048" cy="1510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variations of passages of Lorem Ipsum available, but the have suffered alteration in some form, by injected humor, or randomized  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many variations of passages of Lorem Ipsum available, but the have suffered alteration in some form, by injected humor, or randomized  which don't look  slightly believable.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2E71CF7-3816-470F-B811-FB4B9946A713}"/>
              </a:ext>
            </a:extLst>
          </p:cNvPr>
          <p:cNvSpPr txBox="1"/>
          <p:nvPr/>
        </p:nvSpPr>
        <p:spPr>
          <a:xfrm>
            <a:off x="767452" y="2339903"/>
            <a:ext cx="2890147" cy="8374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20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variations of passages of Lorem Ipsum available, but the or randomized words.</a:t>
            </a:r>
            <a:endParaRPr lang="en-US" sz="1200" i="1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1D03473-4C87-49C3-94A0-D1BA3247FEEB}"/>
              </a:ext>
            </a:extLst>
          </p:cNvPr>
          <p:cNvSpPr txBox="1"/>
          <p:nvPr/>
        </p:nvSpPr>
        <p:spPr>
          <a:xfrm>
            <a:off x="765402" y="5673888"/>
            <a:ext cx="25317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400" dirty="0">
                <a:solidFill>
                  <a:schemeClr val="accent1"/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www.example.com</a:t>
            </a:r>
          </a:p>
        </p:txBody>
      </p:sp>
    </p:spTree>
    <p:extLst>
      <p:ext uri="{BB962C8B-B14F-4D97-AF65-F5344CB8AC3E}">
        <p14:creationId xmlns:p14="http://schemas.microsoft.com/office/powerpoint/2010/main" val="10334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C3A6860-5842-4B34-B7A9-05498B6D692C}"/>
              </a:ext>
            </a:extLst>
          </p:cNvPr>
          <p:cNvSpPr txBox="1"/>
          <p:nvPr/>
        </p:nvSpPr>
        <p:spPr>
          <a:xfrm>
            <a:off x="717044" y="714662"/>
            <a:ext cx="5240843" cy="65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500" dirty="0">
                <a:solidFill>
                  <a:schemeClr val="accent2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Financial</a:t>
            </a:r>
            <a:r>
              <a:rPr lang="en-US" sz="3500" dirty="0">
                <a:latin typeface="Poppins SemiBold" panose="00000700000000000000" pitchFamily="50" charset="0"/>
                <a:cs typeface="Poppins SemiBold" panose="00000700000000000000" pitchFamily="50" charset="0"/>
              </a:rPr>
              <a:t> Analysis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1EE2A5-2555-4CAA-9E7D-E63FB20BCD6B}"/>
              </a:ext>
            </a:extLst>
          </p:cNvPr>
          <p:cNvSpPr txBox="1"/>
          <p:nvPr/>
        </p:nvSpPr>
        <p:spPr>
          <a:xfrm>
            <a:off x="7705714" y="1834706"/>
            <a:ext cx="2764696" cy="591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4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Explain Your Product unique selling point brief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74AEC7-D1B5-4016-837F-B2C0C8E787FB}"/>
              </a:ext>
            </a:extLst>
          </p:cNvPr>
          <p:cNvSpPr txBox="1"/>
          <p:nvPr/>
        </p:nvSpPr>
        <p:spPr>
          <a:xfrm>
            <a:off x="7707852" y="2572491"/>
            <a:ext cx="3145332" cy="484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Alteration in some injected humor, or randomized  which slightly believable.</a:t>
            </a:r>
            <a:endParaRPr lang="en-US" sz="1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20A7C-8FDC-4960-9E3D-1C3849AAE218}"/>
              </a:ext>
            </a:extLst>
          </p:cNvPr>
          <p:cNvSpPr/>
          <p:nvPr/>
        </p:nvSpPr>
        <p:spPr>
          <a:xfrm>
            <a:off x="7787546" y="4450815"/>
            <a:ext cx="1982319" cy="15864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AADB0C-E974-4394-90E1-3493D17D1D80}"/>
              </a:ext>
            </a:extLst>
          </p:cNvPr>
          <p:cNvSpPr/>
          <p:nvPr/>
        </p:nvSpPr>
        <p:spPr>
          <a:xfrm>
            <a:off x="9770586" y="4450815"/>
            <a:ext cx="1402106" cy="15864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Freeform 169">
            <a:extLst>
              <a:ext uri="{FF2B5EF4-FFF2-40B4-BE49-F238E27FC236}">
                <a16:creationId xmlns:a16="http://schemas.microsoft.com/office/drawing/2014/main" id="{AF97786C-3DDF-4E7F-BD3F-C2FCA12CFCB6}"/>
              </a:ext>
            </a:extLst>
          </p:cNvPr>
          <p:cNvSpPr>
            <a:spLocks noEditPoints="1"/>
          </p:cNvSpPr>
          <p:nvPr/>
        </p:nvSpPr>
        <p:spPr bwMode="auto">
          <a:xfrm>
            <a:off x="8574698" y="4723124"/>
            <a:ext cx="408015" cy="415762"/>
          </a:xfrm>
          <a:custGeom>
            <a:avLst/>
            <a:gdLst>
              <a:gd name="T0" fmla="*/ 65 w 158"/>
              <a:gd name="T1" fmla="*/ 90 h 161"/>
              <a:gd name="T2" fmla="*/ 93 w 158"/>
              <a:gd name="T3" fmla="*/ 90 h 161"/>
              <a:gd name="T4" fmla="*/ 158 w 158"/>
              <a:gd name="T5" fmla="*/ 48 h 161"/>
              <a:gd name="T6" fmla="*/ 93 w 158"/>
              <a:gd name="T7" fmla="*/ 5 h 161"/>
              <a:gd name="T8" fmla="*/ 6 w 158"/>
              <a:gd name="T9" fmla="*/ 37 h 161"/>
              <a:gd name="T10" fmla="*/ 6 w 158"/>
              <a:gd name="T11" fmla="*/ 58 h 161"/>
              <a:gd name="T12" fmla="*/ 67 w 158"/>
              <a:gd name="T13" fmla="*/ 10 h 161"/>
              <a:gd name="T14" fmla="*/ 91 w 158"/>
              <a:gd name="T15" fmla="*/ 10 h 161"/>
              <a:gd name="T16" fmla="*/ 152 w 158"/>
              <a:gd name="T17" fmla="*/ 48 h 161"/>
              <a:gd name="T18" fmla="*/ 91 w 158"/>
              <a:gd name="T19" fmla="*/ 85 h 161"/>
              <a:gd name="T20" fmla="*/ 9 w 158"/>
              <a:gd name="T21" fmla="*/ 53 h 161"/>
              <a:gd name="T22" fmla="*/ 9 w 158"/>
              <a:gd name="T23" fmla="*/ 42 h 161"/>
              <a:gd name="T24" fmla="*/ 147 w 158"/>
              <a:gd name="T25" fmla="*/ 72 h 161"/>
              <a:gd name="T26" fmla="*/ 152 w 158"/>
              <a:gd name="T27" fmla="*/ 81 h 161"/>
              <a:gd name="T28" fmla="*/ 91 w 158"/>
              <a:gd name="T29" fmla="*/ 119 h 161"/>
              <a:gd name="T30" fmla="*/ 9 w 158"/>
              <a:gd name="T31" fmla="*/ 86 h 161"/>
              <a:gd name="T32" fmla="*/ 9 w 158"/>
              <a:gd name="T33" fmla="*/ 76 h 161"/>
              <a:gd name="T34" fmla="*/ 6 w 158"/>
              <a:gd name="T35" fmla="*/ 71 h 161"/>
              <a:gd name="T36" fmla="*/ 6 w 158"/>
              <a:gd name="T37" fmla="*/ 91 h 161"/>
              <a:gd name="T38" fmla="*/ 78 w 158"/>
              <a:gd name="T39" fmla="*/ 128 h 161"/>
              <a:gd name="T40" fmla="*/ 151 w 158"/>
              <a:gd name="T41" fmla="*/ 91 h 161"/>
              <a:gd name="T42" fmla="*/ 151 w 158"/>
              <a:gd name="T43" fmla="*/ 71 h 161"/>
              <a:gd name="T44" fmla="*/ 147 w 158"/>
              <a:gd name="T45" fmla="*/ 107 h 161"/>
              <a:gd name="T46" fmla="*/ 152 w 158"/>
              <a:gd name="T47" fmla="*/ 115 h 161"/>
              <a:gd name="T48" fmla="*/ 91 w 158"/>
              <a:gd name="T49" fmla="*/ 152 h 161"/>
              <a:gd name="T50" fmla="*/ 9 w 158"/>
              <a:gd name="T51" fmla="*/ 120 h 161"/>
              <a:gd name="T52" fmla="*/ 9 w 158"/>
              <a:gd name="T53" fmla="*/ 111 h 161"/>
              <a:gd name="T54" fmla="*/ 6 w 158"/>
              <a:gd name="T55" fmla="*/ 106 h 161"/>
              <a:gd name="T56" fmla="*/ 6 w 158"/>
              <a:gd name="T57" fmla="*/ 125 h 161"/>
              <a:gd name="T58" fmla="*/ 78 w 158"/>
              <a:gd name="T59" fmla="*/ 161 h 161"/>
              <a:gd name="T60" fmla="*/ 151 w 158"/>
              <a:gd name="T61" fmla="*/ 125 h 161"/>
              <a:gd name="T62" fmla="*/ 151 w 158"/>
              <a:gd name="T63" fmla="*/ 106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58" h="161">
                <a:moveTo>
                  <a:pt x="6" y="58"/>
                </a:moveTo>
                <a:cubicBezTo>
                  <a:pt x="65" y="90"/>
                  <a:pt x="65" y="90"/>
                  <a:pt x="65" y="90"/>
                </a:cubicBezTo>
                <a:cubicBezTo>
                  <a:pt x="68" y="93"/>
                  <a:pt x="73" y="94"/>
                  <a:pt x="78" y="94"/>
                </a:cubicBezTo>
                <a:cubicBezTo>
                  <a:pt x="85" y="94"/>
                  <a:pt x="90" y="93"/>
                  <a:pt x="93" y="90"/>
                </a:cubicBezTo>
                <a:cubicBezTo>
                  <a:pt x="151" y="58"/>
                  <a:pt x="151" y="58"/>
                  <a:pt x="151" y="58"/>
                </a:cubicBezTo>
                <a:cubicBezTo>
                  <a:pt x="156" y="55"/>
                  <a:pt x="158" y="51"/>
                  <a:pt x="158" y="48"/>
                </a:cubicBezTo>
                <a:cubicBezTo>
                  <a:pt x="158" y="44"/>
                  <a:pt x="156" y="40"/>
                  <a:pt x="151" y="37"/>
                </a:cubicBezTo>
                <a:cubicBezTo>
                  <a:pt x="93" y="5"/>
                  <a:pt x="93" y="5"/>
                  <a:pt x="93" y="5"/>
                </a:cubicBezTo>
                <a:cubicBezTo>
                  <a:pt x="86" y="0"/>
                  <a:pt x="72" y="0"/>
                  <a:pt x="65" y="5"/>
                </a:cubicBezTo>
                <a:cubicBezTo>
                  <a:pt x="6" y="37"/>
                  <a:pt x="6" y="37"/>
                  <a:pt x="6" y="37"/>
                </a:cubicBezTo>
                <a:cubicBezTo>
                  <a:pt x="2" y="40"/>
                  <a:pt x="0" y="44"/>
                  <a:pt x="0" y="48"/>
                </a:cubicBezTo>
                <a:cubicBezTo>
                  <a:pt x="0" y="51"/>
                  <a:pt x="2" y="55"/>
                  <a:pt x="6" y="58"/>
                </a:cubicBezTo>
                <a:close/>
                <a:moveTo>
                  <a:pt x="9" y="42"/>
                </a:moveTo>
                <a:cubicBezTo>
                  <a:pt x="67" y="10"/>
                  <a:pt x="67" y="10"/>
                  <a:pt x="67" y="10"/>
                </a:cubicBezTo>
                <a:cubicBezTo>
                  <a:pt x="70" y="7"/>
                  <a:pt x="75" y="7"/>
                  <a:pt x="78" y="7"/>
                </a:cubicBezTo>
                <a:cubicBezTo>
                  <a:pt x="83" y="7"/>
                  <a:pt x="87" y="7"/>
                  <a:pt x="91" y="10"/>
                </a:cubicBezTo>
                <a:cubicBezTo>
                  <a:pt x="148" y="42"/>
                  <a:pt x="148" y="42"/>
                  <a:pt x="148" y="42"/>
                </a:cubicBezTo>
                <a:cubicBezTo>
                  <a:pt x="151" y="44"/>
                  <a:pt x="152" y="45"/>
                  <a:pt x="152" y="48"/>
                </a:cubicBezTo>
                <a:cubicBezTo>
                  <a:pt x="152" y="49"/>
                  <a:pt x="151" y="51"/>
                  <a:pt x="148" y="53"/>
                </a:cubicBezTo>
                <a:cubicBezTo>
                  <a:pt x="91" y="85"/>
                  <a:pt x="91" y="85"/>
                  <a:pt x="91" y="85"/>
                </a:cubicBezTo>
                <a:cubicBezTo>
                  <a:pt x="85" y="89"/>
                  <a:pt x="73" y="89"/>
                  <a:pt x="67" y="85"/>
                </a:cubicBezTo>
                <a:cubicBezTo>
                  <a:pt x="9" y="53"/>
                  <a:pt x="9" y="53"/>
                  <a:pt x="9" y="53"/>
                </a:cubicBezTo>
                <a:cubicBezTo>
                  <a:pt x="6" y="51"/>
                  <a:pt x="5" y="49"/>
                  <a:pt x="5" y="48"/>
                </a:cubicBezTo>
                <a:cubicBezTo>
                  <a:pt x="5" y="45"/>
                  <a:pt x="6" y="44"/>
                  <a:pt x="9" y="42"/>
                </a:cubicBezTo>
                <a:close/>
                <a:moveTo>
                  <a:pt x="151" y="71"/>
                </a:moveTo>
                <a:cubicBezTo>
                  <a:pt x="150" y="71"/>
                  <a:pt x="148" y="71"/>
                  <a:pt x="147" y="72"/>
                </a:cubicBezTo>
                <a:cubicBezTo>
                  <a:pt x="147" y="74"/>
                  <a:pt x="147" y="76"/>
                  <a:pt x="148" y="76"/>
                </a:cubicBezTo>
                <a:cubicBezTo>
                  <a:pt x="151" y="77"/>
                  <a:pt x="152" y="80"/>
                  <a:pt x="152" y="81"/>
                </a:cubicBezTo>
                <a:cubicBezTo>
                  <a:pt x="152" y="84"/>
                  <a:pt x="151" y="85"/>
                  <a:pt x="148" y="86"/>
                </a:cubicBezTo>
                <a:cubicBezTo>
                  <a:pt x="91" y="119"/>
                  <a:pt x="91" y="119"/>
                  <a:pt x="91" y="119"/>
                </a:cubicBezTo>
                <a:cubicBezTo>
                  <a:pt x="85" y="123"/>
                  <a:pt x="73" y="123"/>
                  <a:pt x="67" y="119"/>
                </a:cubicBezTo>
                <a:cubicBezTo>
                  <a:pt x="9" y="86"/>
                  <a:pt x="9" y="86"/>
                  <a:pt x="9" y="86"/>
                </a:cubicBezTo>
                <a:cubicBezTo>
                  <a:pt x="6" y="85"/>
                  <a:pt x="5" y="84"/>
                  <a:pt x="5" y="81"/>
                </a:cubicBezTo>
                <a:cubicBezTo>
                  <a:pt x="5" y="80"/>
                  <a:pt x="6" y="77"/>
                  <a:pt x="9" y="76"/>
                </a:cubicBezTo>
                <a:cubicBezTo>
                  <a:pt x="10" y="76"/>
                  <a:pt x="11" y="74"/>
                  <a:pt x="10" y="72"/>
                </a:cubicBezTo>
                <a:cubicBezTo>
                  <a:pt x="10" y="71"/>
                  <a:pt x="7" y="71"/>
                  <a:pt x="6" y="71"/>
                </a:cubicBezTo>
                <a:cubicBezTo>
                  <a:pt x="2" y="74"/>
                  <a:pt x="0" y="77"/>
                  <a:pt x="0" y="81"/>
                </a:cubicBezTo>
                <a:cubicBezTo>
                  <a:pt x="0" y="85"/>
                  <a:pt x="2" y="89"/>
                  <a:pt x="6" y="91"/>
                </a:cubicBezTo>
                <a:cubicBezTo>
                  <a:pt x="65" y="124"/>
                  <a:pt x="65" y="124"/>
                  <a:pt x="65" y="124"/>
                </a:cubicBezTo>
                <a:cubicBezTo>
                  <a:pt x="68" y="126"/>
                  <a:pt x="73" y="128"/>
                  <a:pt x="78" y="128"/>
                </a:cubicBezTo>
                <a:cubicBezTo>
                  <a:pt x="83" y="128"/>
                  <a:pt x="90" y="126"/>
                  <a:pt x="93" y="124"/>
                </a:cubicBezTo>
                <a:cubicBezTo>
                  <a:pt x="151" y="91"/>
                  <a:pt x="151" y="91"/>
                  <a:pt x="151" y="91"/>
                </a:cubicBezTo>
                <a:cubicBezTo>
                  <a:pt x="156" y="89"/>
                  <a:pt x="158" y="85"/>
                  <a:pt x="158" y="81"/>
                </a:cubicBezTo>
                <a:cubicBezTo>
                  <a:pt x="158" y="77"/>
                  <a:pt x="156" y="74"/>
                  <a:pt x="151" y="71"/>
                </a:cubicBezTo>
                <a:close/>
                <a:moveTo>
                  <a:pt x="151" y="106"/>
                </a:moveTo>
                <a:cubicBezTo>
                  <a:pt x="150" y="106"/>
                  <a:pt x="148" y="106"/>
                  <a:pt x="147" y="107"/>
                </a:cubicBezTo>
                <a:cubicBezTo>
                  <a:pt x="147" y="108"/>
                  <a:pt x="147" y="109"/>
                  <a:pt x="148" y="111"/>
                </a:cubicBezTo>
                <a:cubicBezTo>
                  <a:pt x="151" y="112"/>
                  <a:pt x="152" y="114"/>
                  <a:pt x="152" y="115"/>
                </a:cubicBezTo>
                <a:cubicBezTo>
                  <a:pt x="152" y="118"/>
                  <a:pt x="151" y="119"/>
                  <a:pt x="148" y="120"/>
                </a:cubicBezTo>
                <a:cubicBezTo>
                  <a:pt x="91" y="152"/>
                  <a:pt x="91" y="152"/>
                  <a:pt x="91" y="152"/>
                </a:cubicBezTo>
                <a:cubicBezTo>
                  <a:pt x="85" y="156"/>
                  <a:pt x="73" y="156"/>
                  <a:pt x="67" y="152"/>
                </a:cubicBezTo>
                <a:cubicBezTo>
                  <a:pt x="9" y="120"/>
                  <a:pt x="9" y="120"/>
                  <a:pt x="9" y="120"/>
                </a:cubicBezTo>
                <a:cubicBezTo>
                  <a:pt x="6" y="119"/>
                  <a:pt x="5" y="118"/>
                  <a:pt x="5" y="115"/>
                </a:cubicBezTo>
                <a:cubicBezTo>
                  <a:pt x="5" y="114"/>
                  <a:pt x="6" y="112"/>
                  <a:pt x="9" y="111"/>
                </a:cubicBezTo>
                <a:cubicBezTo>
                  <a:pt x="10" y="109"/>
                  <a:pt x="11" y="108"/>
                  <a:pt x="10" y="107"/>
                </a:cubicBezTo>
                <a:cubicBezTo>
                  <a:pt x="10" y="106"/>
                  <a:pt x="7" y="106"/>
                  <a:pt x="6" y="106"/>
                </a:cubicBezTo>
                <a:cubicBezTo>
                  <a:pt x="2" y="108"/>
                  <a:pt x="0" y="112"/>
                  <a:pt x="0" y="115"/>
                </a:cubicBezTo>
                <a:cubicBezTo>
                  <a:pt x="0" y="119"/>
                  <a:pt x="2" y="123"/>
                  <a:pt x="6" y="125"/>
                </a:cubicBezTo>
                <a:cubicBezTo>
                  <a:pt x="65" y="157"/>
                  <a:pt x="65" y="157"/>
                  <a:pt x="65" y="157"/>
                </a:cubicBezTo>
                <a:cubicBezTo>
                  <a:pt x="68" y="160"/>
                  <a:pt x="73" y="161"/>
                  <a:pt x="78" y="161"/>
                </a:cubicBezTo>
                <a:cubicBezTo>
                  <a:pt x="83" y="161"/>
                  <a:pt x="90" y="160"/>
                  <a:pt x="93" y="157"/>
                </a:cubicBezTo>
                <a:cubicBezTo>
                  <a:pt x="151" y="125"/>
                  <a:pt x="151" y="125"/>
                  <a:pt x="151" y="125"/>
                </a:cubicBezTo>
                <a:cubicBezTo>
                  <a:pt x="156" y="123"/>
                  <a:pt x="158" y="119"/>
                  <a:pt x="158" y="115"/>
                </a:cubicBezTo>
                <a:cubicBezTo>
                  <a:pt x="158" y="112"/>
                  <a:pt x="156" y="108"/>
                  <a:pt x="151" y="10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8" name="Freeform 173">
            <a:extLst>
              <a:ext uri="{FF2B5EF4-FFF2-40B4-BE49-F238E27FC236}">
                <a16:creationId xmlns:a16="http://schemas.microsoft.com/office/drawing/2014/main" id="{545B55CD-B063-4F9E-A902-8ED822110BC0}"/>
              </a:ext>
            </a:extLst>
          </p:cNvPr>
          <p:cNvSpPr>
            <a:spLocks noEditPoints="1"/>
          </p:cNvSpPr>
          <p:nvPr/>
        </p:nvSpPr>
        <p:spPr bwMode="auto">
          <a:xfrm>
            <a:off x="10265050" y="4724677"/>
            <a:ext cx="413179" cy="413177"/>
          </a:xfrm>
          <a:custGeom>
            <a:avLst/>
            <a:gdLst>
              <a:gd name="T0" fmla="*/ 77 w 160"/>
              <a:gd name="T1" fmla="*/ 155 h 160"/>
              <a:gd name="T2" fmla="*/ 7 w 160"/>
              <a:gd name="T3" fmla="*/ 155 h 160"/>
              <a:gd name="T4" fmla="*/ 5 w 160"/>
              <a:gd name="T5" fmla="*/ 153 h 160"/>
              <a:gd name="T6" fmla="*/ 5 w 160"/>
              <a:gd name="T7" fmla="*/ 8 h 160"/>
              <a:gd name="T8" fmla="*/ 7 w 160"/>
              <a:gd name="T9" fmla="*/ 5 h 160"/>
              <a:gd name="T10" fmla="*/ 112 w 160"/>
              <a:gd name="T11" fmla="*/ 5 h 160"/>
              <a:gd name="T12" fmla="*/ 115 w 160"/>
              <a:gd name="T13" fmla="*/ 8 h 160"/>
              <a:gd name="T14" fmla="*/ 115 w 160"/>
              <a:gd name="T15" fmla="*/ 33 h 160"/>
              <a:gd name="T16" fmla="*/ 117 w 160"/>
              <a:gd name="T17" fmla="*/ 35 h 160"/>
              <a:gd name="T18" fmla="*/ 120 w 160"/>
              <a:gd name="T19" fmla="*/ 33 h 160"/>
              <a:gd name="T20" fmla="*/ 120 w 160"/>
              <a:gd name="T21" fmla="*/ 8 h 160"/>
              <a:gd name="T22" fmla="*/ 112 w 160"/>
              <a:gd name="T23" fmla="*/ 0 h 160"/>
              <a:gd name="T24" fmla="*/ 7 w 160"/>
              <a:gd name="T25" fmla="*/ 0 h 160"/>
              <a:gd name="T26" fmla="*/ 0 w 160"/>
              <a:gd name="T27" fmla="*/ 8 h 160"/>
              <a:gd name="T28" fmla="*/ 0 w 160"/>
              <a:gd name="T29" fmla="*/ 153 h 160"/>
              <a:gd name="T30" fmla="*/ 7 w 160"/>
              <a:gd name="T31" fmla="*/ 160 h 160"/>
              <a:gd name="T32" fmla="*/ 77 w 160"/>
              <a:gd name="T33" fmla="*/ 160 h 160"/>
              <a:gd name="T34" fmla="*/ 80 w 160"/>
              <a:gd name="T35" fmla="*/ 158 h 160"/>
              <a:gd name="T36" fmla="*/ 77 w 160"/>
              <a:gd name="T37" fmla="*/ 155 h 160"/>
              <a:gd name="T38" fmla="*/ 152 w 160"/>
              <a:gd name="T39" fmla="*/ 46 h 160"/>
              <a:gd name="T40" fmla="*/ 98 w 160"/>
              <a:gd name="T41" fmla="*/ 46 h 160"/>
              <a:gd name="T42" fmla="*/ 90 w 160"/>
              <a:gd name="T43" fmla="*/ 54 h 160"/>
              <a:gd name="T44" fmla="*/ 90 w 160"/>
              <a:gd name="T45" fmla="*/ 153 h 160"/>
              <a:gd name="T46" fmla="*/ 98 w 160"/>
              <a:gd name="T47" fmla="*/ 160 h 160"/>
              <a:gd name="T48" fmla="*/ 152 w 160"/>
              <a:gd name="T49" fmla="*/ 160 h 160"/>
              <a:gd name="T50" fmla="*/ 160 w 160"/>
              <a:gd name="T51" fmla="*/ 153 h 160"/>
              <a:gd name="T52" fmla="*/ 160 w 160"/>
              <a:gd name="T53" fmla="*/ 54 h 160"/>
              <a:gd name="T54" fmla="*/ 152 w 160"/>
              <a:gd name="T55" fmla="*/ 46 h 160"/>
              <a:gd name="T56" fmla="*/ 155 w 160"/>
              <a:gd name="T57" fmla="*/ 153 h 160"/>
              <a:gd name="T58" fmla="*/ 152 w 160"/>
              <a:gd name="T59" fmla="*/ 155 h 160"/>
              <a:gd name="T60" fmla="*/ 98 w 160"/>
              <a:gd name="T61" fmla="*/ 155 h 160"/>
              <a:gd name="T62" fmla="*/ 95 w 160"/>
              <a:gd name="T63" fmla="*/ 153 h 160"/>
              <a:gd name="T64" fmla="*/ 95 w 160"/>
              <a:gd name="T65" fmla="*/ 54 h 160"/>
              <a:gd name="T66" fmla="*/ 98 w 160"/>
              <a:gd name="T67" fmla="*/ 51 h 160"/>
              <a:gd name="T68" fmla="*/ 152 w 160"/>
              <a:gd name="T69" fmla="*/ 51 h 160"/>
              <a:gd name="T70" fmla="*/ 155 w 160"/>
              <a:gd name="T71" fmla="*/ 54 h 160"/>
              <a:gd name="T72" fmla="*/ 155 w 160"/>
              <a:gd name="T73" fmla="*/ 153 h 160"/>
              <a:gd name="T74" fmla="*/ 55 w 160"/>
              <a:gd name="T75" fmla="*/ 141 h 160"/>
              <a:gd name="T76" fmla="*/ 60 w 160"/>
              <a:gd name="T77" fmla="*/ 145 h 160"/>
              <a:gd name="T78" fmla="*/ 65 w 160"/>
              <a:gd name="T79" fmla="*/ 141 h 160"/>
              <a:gd name="T80" fmla="*/ 60 w 160"/>
              <a:gd name="T81" fmla="*/ 136 h 160"/>
              <a:gd name="T82" fmla="*/ 55 w 160"/>
              <a:gd name="T83" fmla="*/ 141 h 160"/>
              <a:gd name="T84" fmla="*/ 125 w 160"/>
              <a:gd name="T85" fmla="*/ 136 h 160"/>
              <a:gd name="T86" fmla="*/ 120 w 160"/>
              <a:gd name="T87" fmla="*/ 141 h 160"/>
              <a:gd name="T88" fmla="*/ 125 w 160"/>
              <a:gd name="T89" fmla="*/ 145 h 160"/>
              <a:gd name="T90" fmla="*/ 130 w 160"/>
              <a:gd name="T91" fmla="*/ 141 h 160"/>
              <a:gd name="T92" fmla="*/ 125 w 160"/>
              <a:gd name="T93" fmla="*/ 136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60" h="160">
                <a:moveTo>
                  <a:pt x="77" y="155"/>
                </a:moveTo>
                <a:cubicBezTo>
                  <a:pt x="7" y="155"/>
                  <a:pt x="7" y="155"/>
                  <a:pt x="7" y="155"/>
                </a:cubicBezTo>
                <a:cubicBezTo>
                  <a:pt x="6" y="155"/>
                  <a:pt x="5" y="154"/>
                  <a:pt x="5" y="153"/>
                </a:cubicBezTo>
                <a:cubicBezTo>
                  <a:pt x="5" y="8"/>
                  <a:pt x="5" y="8"/>
                  <a:pt x="5" y="8"/>
                </a:cubicBezTo>
                <a:cubicBezTo>
                  <a:pt x="5" y="6"/>
                  <a:pt x="6" y="5"/>
                  <a:pt x="7" y="5"/>
                </a:cubicBezTo>
                <a:cubicBezTo>
                  <a:pt x="112" y="5"/>
                  <a:pt x="112" y="5"/>
                  <a:pt x="112" y="5"/>
                </a:cubicBezTo>
                <a:cubicBezTo>
                  <a:pt x="113" y="5"/>
                  <a:pt x="115" y="6"/>
                  <a:pt x="115" y="8"/>
                </a:cubicBezTo>
                <a:cubicBezTo>
                  <a:pt x="115" y="33"/>
                  <a:pt x="115" y="33"/>
                  <a:pt x="115" y="33"/>
                </a:cubicBezTo>
                <a:cubicBezTo>
                  <a:pt x="115" y="34"/>
                  <a:pt x="116" y="35"/>
                  <a:pt x="117" y="35"/>
                </a:cubicBezTo>
                <a:cubicBezTo>
                  <a:pt x="118" y="35"/>
                  <a:pt x="120" y="34"/>
                  <a:pt x="120" y="33"/>
                </a:cubicBezTo>
                <a:cubicBezTo>
                  <a:pt x="120" y="8"/>
                  <a:pt x="120" y="8"/>
                  <a:pt x="120" y="8"/>
                </a:cubicBezTo>
                <a:cubicBezTo>
                  <a:pt x="120" y="4"/>
                  <a:pt x="116" y="0"/>
                  <a:pt x="112" y="0"/>
                </a:cubicBezTo>
                <a:cubicBezTo>
                  <a:pt x="7" y="0"/>
                  <a:pt x="7" y="0"/>
                  <a:pt x="7" y="0"/>
                </a:cubicBezTo>
                <a:cubicBezTo>
                  <a:pt x="3" y="0"/>
                  <a:pt x="0" y="4"/>
                  <a:pt x="0" y="8"/>
                </a:cubicBezTo>
                <a:cubicBezTo>
                  <a:pt x="0" y="153"/>
                  <a:pt x="0" y="153"/>
                  <a:pt x="0" y="153"/>
                </a:cubicBezTo>
                <a:cubicBezTo>
                  <a:pt x="0" y="156"/>
                  <a:pt x="3" y="160"/>
                  <a:pt x="7" y="160"/>
                </a:cubicBezTo>
                <a:cubicBezTo>
                  <a:pt x="77" y="160"/>
                  <a:pt x="77" y="160"/>
                  <a:pt x="77" y="160"/>
                </a:cubicBezTo>
                <a:cubicBezTo>
                  <a:pt x="78" y="160"/>
                  <a:pt x="80" y="159"/>
                  <a:pt x="80" y="158"/>
                </a:cubicBezTo>
                <a:cubicBezTo>
                  <a:pt x="80" y="156"/>
                  <a:pt x="78" y="155"/>
                  <a:pt x="77" y="155"/>
                </a:cubicBezTo>
                <a:close/>
                <a:moveTo>
                  <a:pt x="152" y="46"/>
                </a:moveTo>
                <a:cubicBezTo>
                  <a:pt x="98" y="46"/>
                  <a:pt x="98" y="46"/>
                  <a:pt x="98" y="46"/>
                </a:cubicBezTo>
                <a:cubicBezTo>
                  <a:pt x="94" y="46"/>
                  <a:pt x="90" y="50"/>
                  <a:pt x="90" y="54"/>
                </a:cubicBezTo>
                <a:cubicBezTo>
                  <a:pt x="90" y="153"/>
                  <a:pt x="90" y="153"/>
                  <a:pt x="90" y="153"/>
                </a:cubicBezTo>
                <a:cubicBezTo>
                  <a:pt x="90" y="156"/>
                  <a:pt x="94" y="160"/>
                  <a:pt x="98" y="160"/>
                </a:cubicBezTo>
                <a:cubicBezTo>
                  <a:pt x="152" y="160"/>
                  <a:pt x="152" y="160"/>
                  <a:pt x="152" y="160"/>
                </a:cubicBezTo>
                <a:cubicBezTo>
                  <a:pt x="156" y="160"/>
                  <a:pt x="160" y="156"/>
                  <a:pt x="160" y="153"/>
                </a:cubicBezTo>
                <a:cubicBezTo>
                  <a:pt x="160" y="54"/>
                  <a:pt x="160" y="54"/>
                  <a:pt x="160" y="54"/>
                </a:cubicBezTo>
                <a:cubicBezTo>
                  <a:pt x="160" y="50"/>
                  <a:pt x="156" y="46"/>
                  <a:pt x="152" y="46"/>
                </a:cubicBezTo>
                <a:close/>
                <a:moveTo>
                  <a:pt x="155" y="153"/>
                </a:moveTo>
                <a:cubicBezTo>
                  <a:pt x="155" y="154"/>
                  <a:pt x="154" y="155"/>
                  <a:pt x="152" y="155"/>
                </a:cubicBezTo>
                <a:cubicBezTo>
                  <a:pt x="98" y="155"/>
                  <a:pt x="98" y="155"/>
                  <a:pt x="98" y="155"/>
                </a:cubicBezTo>
                <a:cubicBezTo>
                  <a:pt x="97" y="155"/>
                  <a:pt x="95" y="154"/>
                  <a:pt x="95" y="153"/>
                </a:cubicBezTo>
                <a:cubicBezTo>
                  <a:pt x="95" y="54"/>
                  <a:pt x="95" y="54"/>
                  <a:pt x="95" y="54"/>
                </a:cubicBezTo>
                <a:cubicBezTo>
                  <a:pt x="95" y="52"/>
                  <a:pt x="97" y="51"/>
                  <a:pt x="98" y="51"/>
                </a:cubicBezTo>
                <a:cubicBezTo>
                  <a:pt x="152" y="51"/>
                  <a:pt x="152" y="51"/>
                  <a:pt x="152" y="51"/>
                </a:cubicBezTo>
                <a:cubicBezTo>
                  <a:pt x="154" y="51"/>
                  <a:pt x="155" y="52"/>
                  <a:pt x="155" y="54"/>
                </a:cubicBezTo>
                <a:cubicBezTo>
                  <a:pt x="155" y="153"/>
                  <a:pt x="155" y="153"/>
                  <a:pt x="155" y="153"/>
                </a:cubicBezTo>
                <a:close/>
                <a:moveTo>
                  <a:pt x="55" y="141"/>
                </a:moveTo>
                <a:cubicBezTo>
                  <a:pt x="55" y="143"/>
                  <a:pt x="57" y="145"/>
                  <a:pt x="60" y="145"/>
                </a:cubicBezTo>
                <a:cubicBezTo>
                  <a:pt x="63" y="145"/>
                  <a:pt x="65" y="143"/>
                  <a:pt x="65" y="141"/>
                </a:cubicBezTo>
                <a:cubicBezTo>
                  <a:pt x="65" y="138"/>
                  <a:pt x="63" y="136"/>
                  <a:pt x="60" y="136"/>
                </a:cubicBezTo>
                <a:cubicBezTo>
                  <a:pt x="57" y="136"/>
                  <a:pt x="55" y="138"/>
                  <a:pt x="55" y="141"/>
                </a:cubicBezTo>
                <a:close/>
                <a:moveTo>
                  <a:pt x="125" y="136"/>
                </a:moveTo>
                <a:cubicBezTo>
                  <a:pt x="122" y="136"/>
                  <a:pt x="120" y="138"/>
                  <a:pt x="120" y="141"/>
                </a:cubicBezTo>
                <a:cubicBezTo>
                  <a:pt x="120" y="143"/>
                  <a:pt x="122" y="145"/>
                  <a:pt x="125" y="145"/>
                </a:cubicBezTo>
                <a:cubicBezTo>
                  <a:pt x="128" y="145"/>
                  <a:pt x="130" y="143"/>
                  <a:pt x="130" y="141"/>
                </a:cubicBezTo>
                <a:cubicBezTo>
                  <a:pt x="130" y="138"/>
                  <a:pt x="128" y="136"/>
                  <a:pt x="125" y="13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9" name="Prevalence">
            <a:extLst>
              <a:ext uri="{FF2B5EF4-FFF2-40B4-BE49-F238E27FC236}">
                <a16:creationId xmlns:a16="http://schemas.microsoft.com/office/drawing/2014/main" id="{4402CD2D-F821-4B1E-B6B1-A1EAD84A4003}"/>
              </a:ext>
            </a:extLst>
          </p:cNvPr>
          <p:cNvSpPr/>
          <p:nvPr/>
        </p:nvSpPr>
        <p:spPr>
          <a:xfrm>
            <a:off x="10026969" y="5452050"/>
            <a:ext cx="928272" cy="335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24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33%</a:t>
            </a:r>
            <a:endParaRPr sz="2400" dirty="0">
              <a:solidFill>
                <a:schemeClr val="bg1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73" name="Prevalence">
            <a:extLst>
              <a:ext uri="{FF2B5EF4-FFF2-40B4-BE49-F238E27FC236}">
                <a16:creationId xmlns:a16="http://schemas.microsoft.com/office/drawing/2014/main" id="{B47DABC3-65C7-44C2-B17A-63BC2A02528F}"/>
              </a:ext>
            </a:extLst>
          </p:cNvPr>
          <p:cNvSpPr/>
          <p:nvPr/>
        </p:nvSpPr>
        <p:spPr>
          <a:xfrm>
            <a:off x="8327749" y="5452050"/>
            <a:ext cx="901913" cy="335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rPr lang="af-ZA" sz="24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3,960</a:t>
            </a:r>
            <a:endParaRPr sz="2400" dirty="0">
              <a:solidFill>
                <a:schemeClr val="bg1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7DB605CE-5DC5-4EFD-8D74-E194FCFDF61A}"/>
              </a:ext>
            </a:extLst>
          </p:cNvPr>
          <p:cNvSpPr/>
          <p:nvPr/>
        </p:nvSpPr>
        <p:spPr>
          <a:xfrm>
            <a:off x="7783875" y="3542648"/>
            <a:ext cx="2766458" cy="1655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6E9C47CA-A2FB-4AD0-A8B0-F80805C480ED}"/>
              </a:ext>
            </a:extLst>
          </p:cNvPr>
          <p:cNvSpPr/>
          <p:nvPr/>
        </p:nvSpPr>
        <p:spPr>
          <a:xfrm>
            <a:off x="7783875" y="3899230"/>
            <a:ext cx="2766458" cy="1655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7505D8F3-5A1A-48DF-8611-FEAE789E12F1}"/>
              </a:ext>
            </a:extLst>
          </p:cNvPr>
          <p:cNvSpPr/>
          <p:nvPr/>
        </p:nvSpPr>
        <p:spPr>
          <a:xfrm>
            <a:off x="7783876" y="3542648"/>
            <a:ext cx="1932358" cy="16553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5D8A5E43-D816-4165-B6C0-2527FF0D5B6D}"/>
              </a:ext>
            </a:extLst>
          </p:cNvPr>
          <p:cNvSpPr/>
          <p:nvPr/>
        </p:nvSpPr>
        <p:spPr>
          <a:xfrm>
            <a:off x="7783875" y="3899230"/>
            <a:ext cx="1977095" cy="1655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0604FB2-5F6B-4EA1-A97B-E2C02A0A5A71}"/>
              </a:ext>
            </a:extLst>
          </p:cNvPr>
          <p:cNvSpPr txBox="1"/>
          <p:nvPr/>
        </p:nvSpPr>
        <p:spPr>
          <a:xfrm>
            <a:off x="10766533" y="3464227"/>
            <a:ext cx="5197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Poppins regular" panose="00000500000000000000" pitchFamily="2" charset="0"/>
                <a:ea typeface="Jost" pitchFamily="2" charset="0"/>
                <a:cs typeface="Poppins regular" panose="00000500000000000000" pitchFamily="2" charset="0"/>
              </a:rPr>
              <a:t>86%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A56AD2B-EC24-4B03-8427-FDE3CAE990EB}"/>
              </a:ext>
            </a:extLst>
          </p:cNvPr>
          <p:cNvSpPr txBox="1"/>
          <p:nvPr/>
        </p:nvSpPr>
        <p:spPr>
          <a:xfrm>
            <a:off x="10787713" y="3839821"/>
            <a:ext cx="5197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Poppins regular" panose="00000500000000000000" pitchFamily="2" charset="0"/>
                <a:ea typeface="Jost" pitchFamily="2" charset="0"/>
                <a:cs typeface="Poppins regular" panose="00000500000000000000" pitchFamily="2" charset="0"/>
              </a:rPr>
              <a:t>23%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C4F8DD6-F766-42EC-9CDC-8040C8D92B3A}"/>
              </a:ext>
            </a:extLst>
          </p:cNvPr>
          <p:cNvSpPr/>
          <p:nvPr/>
        </p:nvSpPr>
        <p:spPr>
          <a:xfrm>
            <a:off x="817138" y="3899230"/>
            <a:ext cx="2464847" cy="21465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Jost" pitchFamily="2" charset="0"/>
              <a:ea typeface="Jost" pitchFamily="2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A97C797-999D-4247-A517-A9EB77124DDA}"/>
              </a:ext>
            </a:extLst>
          </p:cNvPr>
          <p:cNvSpPr/>
          <p:nvPr/>
        </p:nvSpPr>
        <p:spPr>
          <a:xfrm>
            <a:off x="817138" y="2144806"/>
            <a:ext cx="2464847" cy="17744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  <a:latin typeface="Jost" pitchFamily="2" charset="0"/>
              <a:ea typeface="Jost" pitchFamily="2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954E1BA-DC27-43FC-BB57-EFD973B1AAB9}"/>
              </a:ext>
            </a:extLst>
          </p:cNvPr>
          <p:cNvSpPr/>
          <p:nvPr/>
        </p:nvSpPr>
        <p:spPr>
          <a:xfrm>
            <a:off x="3280902" y="2257582"/>
            <a:ext cx="3248453" cy="3788227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Jost" pitchFamily="2" charset="0"/>
              <a:ea typeface="Jost" pitchFamily="2" charset="0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51EECB4-32D9-4C91-9AB0-6E0879D751C8}"/>
              </a:ext>
            </a:extLst>
          </p:cNvPr>
          <p:cNvSpPr/>
          <p:nvPr/>
        </p:nvSpPr>
        <p:spPr>
          <a:xfrm>
            <a:off x="3280904" y="2144805"/>
            <a:ext cx="3248452" cy="50118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46A69440-B7C8-482C-B294-008196F5B9DD}"/>
              </a:ext>
            </a:extLst>
          </p:cNvPr>
          <p:cNvCxnSpPr>
            <a:cxnSpLocks/>
          </p:cNvCxnSpPr>
          <p:nvPr/>
        </p:nvCxnSpPr>
        <p:spPr>
          <a:xfrm>
            <a:off x="5593145" y="2645987"/>
            <a:ext cx="0" cy="307076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366DBF41-D5FA-45C1-91FC-526CBCE55B87}"/>
              </a:ext>
            </a:extLst>
          </p:cNvPr>
          <p:cNvCxnSpPr>
            <a:cxnSpLocks/>
          </p:cNvCxnSpPr>
          <p:nvPr/>
        </p:nvCxnSpPr>
        <p:spPr>
          <a:xfrm>
            <a:off x="3280905" y="3147890"/>
            <a:ext cx="324845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8D135AE-19EB-49BD-9DC3-F103B906ECD7}"/>
              </a:ext>
            </a:extLst>
          </p:cNvPr>
          <p:cNvCxnSpPr>
            <a:cxnSpLocks/>
          </p:cNvCxnSpPr>
          <p:nvPr/>
        </p:nvCxnSpPr>
        <p:spPr>
          <a:xfrm>
            <a:off x="3280904" y="3649793"/>
            <a:ext cx="324845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C17DDBB8-36B9-4FD7-8DB8-7E5EDF457D31}"/>
              </a:ext>
            </a:extLst>
          </p:cNvPr>
          <p:cNvCxnSpPr>
            <a:cxnSpLocks/>
          </p:cNvCxnSpPr>
          <p:nvPr/>
        </p:nvCxnSpPr>
        <p:spPr>
          <a:xfrm>
            <a:off x="3280904" y="4151696"/>
            <a:ext cx="324845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7CF267A1-0F29-49DD-B60A-501B0F8F076C}"/>
              </a:ext>
            </a:extLst>
          </p:cNvPr>
          <p:cNvCxnSpPr>
            <a:cxnSpLocks/>
          </p:cNvCxnSpPr>
          <p:nvPr/>
        </p:nvCxnSpPr>
        <p:spPr>
          <a:xfrm>
            <a:off x="3280904" y="4653599"/>
            <a:ext cx="324845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E88FDE42-62D5-4E37-9811-BDE3403E9DF8}"/>
              </a:ext>
            </a:extLst>
          </p:cNvPr>
          <p:cNvCxnSpPr>
            <a:cxnSpLocks/>
          </p:cNvCxnSpPr>
          <p:nvPr/>
        </p:nvCxnSpPr>
        <p:spPr>
          <a:xfrm>
            <a:off x="3280904" y="5155502"/>
            <a:ext cx="324845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A58FC96C-F1BF-45E3-B763-DF1A4FC0A451}"/>
              </a:ext>
            </a:extLst>
          </p:cNvPr>
          <p:cNvSpPr/>
          <p:nvPr/>
        </p:nvSpPr>
        <p:spPr>
          <a:xfrm>
            <a:off x="3280902" y="5657403"/>
            <a:ext cx="3248452" cy="3884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Freeform 15">
            <a:extLst>
              <a:ext uri="{FF2B5EF4-FFF2-40B4-BE49-F238E27FC236}">
                <a16:creationId xmlns:a16="http://schemas.microsoft.com/office/drawing/2014/main" id="{58110547-844D-40C5-9B6F-A5B29059A9BC}"/>
              </a:ext>
            </a:extLst>
          </p:cNvPr>
          <p:cNvSpPr>
            <a:spLocks noEditPoints="1"/>
          </p:cNvSpPr>
          <p:nvPr/>
        </p:nvSpPr>
        <p:spPr bwMode="auto">
          <a:xfrm>
            <a:off x="1208190" y="2548857"/>
            <a:ext cx="534740" cy="541509"/>
          </a:xfrm>
          <a:custGeom>
            <a:avLst/>
            <a:gdLst>
              <a:gd name="T0" fmla="*/ 134 w 158"/>
              <a:gd name="T1" fmla="*/ 23 h 160"/>
              <a:gd name="T2" fmla="*/ 118 w 158"/>
              <a:gd name="T3" fmla="*/ 68 h 160"/>
              <a:gd name="T4" fmla="*/ 108 w 158"/>
              <a:gd name="T5" fmla="*/ 73 h 160"/>
              <a:gd name="T6" fmla="*/ 79 w 158"/>
              <a:gd name="T7" fmla="*/ 23 h 160"/>
              <a:gd name="T8" fmla="*/ 50 w 158"/>
              <a:gd name="T9" fmla="*/ 73 h 160"/>
              <a:gd name="T10" fmla="*/ 39 w 158"/>
              <a:gd name="T11" fmla="*/ 68 h 160"/>
              <a:gd name="T12" fmla="*/ 23 w 158"/>
              <a:gd name="T13" fmla="*/ 23 h 160"/>
              <a:gd name="T14" fmla="*/ 0 w 158"/>
              <a:gd name="T15" fmla="*/ 68 h 160"/>
              <a:gd name="T16" fmla="*/ 11 w 158"/>
              <a:gd name="T17" fmla="*/ 160 h 160"/>
              <a:gd name="T18" fmla="*/ 39 w 158"/>
              <a:gd name="T19" fmla="*/ 120 h 160"/>
              <a:gd name="T20" fmla="*/ 58 w 158"/>
              <a:gd name="T21" fmla="*/ 160 h 160"/>
              <a:gd name="T22" fmla="*/ 76 w 158"/>
              <a:gd name="T23" fmla="*/ 115 h 160"/>
              <a:gd name="T24" fmla="*/ 65 w 158"/>
              <a:gd name="T25" fmla="*/ 160 h 160"/>
              <a:gd name="T26" fmla="*/ 81 w 158"/>
              <a:gd name="T27" fmla="*/ 155 h 160"/>
              <a:gd name="T28" fmla="*/ 97 w 158"/>
              <a:gd name="T29" fmla="*/ 157 h 160"/>
              <a:gd name="T30" fmla="*/ 118 w 158"/>
              <a:gd name="T31" fmla="*/ 157 h 160"/>
              <a:gd name="T32" fmla="*/ 142 w 158"/>
              <a:gd name="T33" fmla="*/ 160 h 160"/>
              <a:gd name="T34" fmla="*/ 158 w 158"/>
              <a:gd name="T35" fmla="*/ 107 h 160"/>
              <a:gd name="T36" fmla="*/ 121 w 158"/>
              <a:gd name="T37" fmla="*/ 41 h 160"/>
              <a:gd name="T38" fmla="*/ 134 w 158"/>
              <a:gd name="T39" fmla="*/ 55 h 160"/>
              <a:gd name="T40" fmla="*/ 79 w 158"/>
              <a:gd name="T41" fmla="*/ 29 h 160"/>
              <a:gd name="T42" fmla="*/ 65 w 158"/>
              <a:gd name="T43" fmla="*/ 41 h 160"/>
              <a:gd name="T44" fmla="*/ 75 w 158"/>
              <a:gd name="T45" fmla="*/ 60 h 160"/>
              <a:gd name="T46" fmla="*/ 68 w 158"/>
              <a:gd name="T47" fmla="*/ 60 h 160"/>
              <a:gd name="T48" fmla="*/ 79 w 158"/>
              <a:gd name="T49" fmla="*/ 81 h 160"/>
              <a:gd name="T50" fmla="*/ 89 w 158"/>
              <a:gd name="T51" fmla="*/ 60 h 160"/>
              <a:gd name="T52" fmla="*/ 92 w 158"/>
              <a:gd name="T53" fmla="*/ 86 h 160"/>
              <a:gd name="T54" fmla="*/ 68 w 158"/>
              <a:gd name="T55" fmla="*/ 99 h 160"/>
              <a:gd name="T56" fmla="*/ 55 w 158"/>
              <a:gd name="T57" fmla="*/ 86 h 160"/>
              <a:gd name="T58" fmla="*/ 37 w 158"/>
              <a:gd name="T59" fmla="*/ 41 h 160"/>
              <a:gd name="T60" fmla="*/ 23 w 158"/>
              <a:gd name="T61" fmla="*/ 29 h 160"/>
              <a:gd name="T62" fmla="*/ 23 w 158"/>
              <a:gd name="T63" fmla="*/ 104 h 160"/>
              <a:gd name="T64" fmla="*/ 55 w 158"/>
              <a:gd name="T65" fmla="*/ 155 h 160"/>
              <a:gd name="T66" fmla="*/ 42 w 158"/>
              <a:gd name="T67" fmla="*/ 115 h 160"/>
              <a:gd name="T68" fmla="*/ 6 w 158"/>
              <a:gd name="T69" fmla="*/ 68 h 160"/>
              <a:gd name="T70" fmla="*/ 34 w 158"/>
              <a:gd name="T71" fmla="*/ 68 h 160"/>
              <a:gd name="T72" fmla="*/ 63 w 158"/>
              <a:gd name="T73" fmla="*/ 92 h 160"/>
              <a:gd name="T74" fmla="*/ 27 w 158"/>
              <a:gd name="T75" fmla="*/ 76 h 160"/>
              <a:gd name="T76" fmla="*/ 60 w 158"/>
              <a:gd name="T77" fmla="*/ 110 h 160"/>
              <a:gd name="T78" fmla="*/ 97 w 158"/>
              <a:gd name="T79" fmla="*/ 110 h 160"/>
              <a:gd name="T80" fmla="*/ 116 w 158"/>
              <a:gd name="T81" fmla="*/ 115 h 160"/>
              <a:gd name="T82" fmla="*/ 102 w 158"/>
              <a:gd name="T83" fmla="*/ 155 h 160"/>
              <a:gd name="T84" fmla="*/ 134 w 158"/>
              <a:gd name="T85" fmla="*/ 104 h 160"/>
              <a:gd name="T86" fmla="*/ 131 w 158"/>
              <a:gd name="T87" fmla="*/ 76 h 160"/>
              <a:gd name="T88" fmla="*/ 95 w 158"/>
              <a:gd name="T89" fmla="*/ 92 h 160"/>
              <a:gd name="T90" fmla="*/ 124 w 158"/>
              <a:gd name="T91" fmla="*/ 68 h 160"/>
              <a:gd name="T92" fmla="*/ 152 w 158"/>
              <a:gd name="T93" fmla="*/ 68 h 160"/>
              <a:gd name="T94" fmla="*/ 76 w 158"/>
              <a:gd name="T95" fmla="*/ 86 h 160"/>
              <a:gd name="T96" fmla="*/ 82 w 158"/>
              <a:gd name="T97" fmla="*/ 86 h 160"/>
              <a:gd name="T98" fmla="*/ 39 w 158"/>
              <a:gd name="T99" fmla="*/ 24 h 160"/>
              <a:gd name="T100" fmla="*/ 44 w 158"/>
              <a:gd name="T101" fmla="*/ 25 h 160"/>
              <a:gd name="T102" fmla="*/ 68 w 158"/>
              <a:gd name="T103" fmla="*/ 15 h 160"/>
              <a:gd name="T104" fmla="*/ 29 w 158"/>
              <a:gd name="T105" fmla="*/ 0 h 160"/>
              <a:gd name="T106" fmla="*/ 29 w 158"/>
              <a:gd name="T107" fmla="*/ 18 h 160"/>
              <a:gd name="T108" fmla="*/ 63 w 158"/>
              <a:gd name="T109" fmla="*/ 13 h 160"/>
              <a:gd name="T110" fmla="*/ 45 w 158"/>
              <a:gd name="T111" fmla="*/ 18 h 160"/>
              <a:gd name="T112" fmla="*/ 32 w 158"/>
              <a:gd name="T113" fmla="*/ 13 h 160"/>
              <a:gd name="T114" fmla="*/ 92 w 158"/>
              <a:gd name="T115" fmla="*/ 7 h 160"/>
              <a:gd name="T116" fmla="*/ 98 w 158"/>
              <a:gd name="T117" fmla="*/ 7 h 160"/>
              <a:gd name="T118" fmla="*/ 103 w 158"/>
              <a:gd name="T119" fmla="*/ 13 h 160"/>
              <a:gd name="T120" fmla="*/ 118 w 158"/>
              <a:gd name="T121" fmla="*/ 7 h 160"/>
              <a:gd name="T122" fmla="*/ 118 w 158"/>
              <a:gd name="T123" fmla="*/ 13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58" h="160">
                <a:moveTo>
                  <a:pt x="146" y="55"/>
                </a:moveTo>
                <a:cubicBezTo>
                  <a:pt x="150" y="51"/>
                  <a:pt x="152" y="47"/>
                  <a:pt x="152" y="41"/>
                </a:cubicBezTo>
                <a:cubicBezTo>
                  <a:pt x="152" y="31"/>
                  <a:pt x="145" y="23"/>
                  <a:pt x="134" y="23"/>
                </a:cubicBezTo>
                <a:cubicBezTo>
                  <a:pt x="124" y="23"/>
                  <a:pt x="116" y="31"/>
                  <a:pt x="116" y="41"/>
                </a:cubicBezTo>
                <a:cubicBezTo>
                  <a:pt x="116" y="48"/>
                  <a:pt x="119" y="54"/>
                  <a:pt x="124" y="57"/>
                </a:cubicBezTo>
                <a:cubicBezTo>
                  <a:pt x="120" y="60"/>
                  <a:pt x="118" y="63"/>
                  <a:pt x="118" y="68"/>
                </a:cubicBezTo>
                <a:cubicBezTo>
                  <a:pt x="118" y="86"/>
                  <a:pt x="118" y="86"/>
                  <a:pt x="118" y="86"/>
                </a:cubicBezTo>
                <a:cubicBezTo>
                  <a:pt x="108" y="86"/>
                  <a:pt x="108" y="86"/>
                  <a:pt x="108" y="86"/>
                </a:cubicBezTo>
                <a:cubicBezTo>
                  <a:pt x="108" y="73"/>
                  <a:pt x="108" y="73"/>
                  <a:pt x="108" y="73"/>
                </a:cubicBezTo>
                <a:cubicBezTo>
                  <a:pt x="108" y="64"/>
                  <a:pt x="101" y="55"/>
                  <a:pt x="92" y="55"/>
                </a:cubicBezTo>
                <a:cubicBezTo>
                  <a:pt x="95" y="51"/>
                  <a:pt x="97" y="47"/>
                  <a:pt x="97" y="41"/>
                </a:cubicBezTo>
                <a:cubicBezTo>
                  <a:pt x="97" y="31"/>
                  <a:pt x="89" y="23"/>
                  <a:pt x="79" y="23"/>
                </a:cubicBezTo>
                <a:cubicBezTo>
                  <a:pt x="69" y="23"/>
                  <a:pt x="60" y="31"/>
                  <a:pt x="60" y="41"/>
                </a:cubicBezTo>
                <a:cubicBezTo>
                  <a:pt x="60" y="47"/>
                  <a:pt x="63" y="51"/>
                  <a:pt x="66" y="55"/>
                </a:cubicBezTo>
                <a:cubicBezTo>
                  <a:pt x="57" y="55"/>
                  <a:pt x="50" y="64"/>
                  <a:pt x="50" y="73"/>
                </a:cubicBezTo>
                <a:cubicBezTo>
                  <a:pt x="50" y="86"/>
                  <a:pt x="50" y="86"/>
                  <a:pt x="50" y="86"/>
                </a:cubicBezTo>
                <a:cubicBezTo>
                  <a:pt x="39" y="86"/>
                  <a:pt x="39" y="86"/>
                  <a:pt x="39" y="86"/>
                </a:cubicBezTo>
                <a:cubicBezTo>
                  <a:pt x="39" y="68"/>
                  <a:pt x="39" y="68"/>
                  <a:pt x="39" y="68"/>
                </a:cubicBezTo>
                <a:cubicBezTo>
                  <a:pt x="39" y="63"/>
                  <a:pt x="37" y="60"/>
                  <a:pt x="34" y="57"/>
                </a:cubicBezTo>
                <a:cubicBezTo>
                  <a:pt x="39" y="54"/>
                  <a:pt x="42" y="48"/>
                  <a:pt x="42" y="41"/>
                </a:cubicBezTo>
                <a:cubicBezTo>
                  <a:pt x="42" y="31"/>
                  <a:pt x="34" y="23"/>
                  <a:pt x="23" y="23"/>
                </a:cubicBezTo>
                <a:cubicBezTo>
                  <a:pt x="13" y="23"/>
                  <a:pt x="6" y="31"/>
                  <a:pt x="6" y="41"/>
                </a:cubicBezTo>
                <a:cubicBezTo>
                  <a:pt x="6" y="47"/>
                  <a:pt x="7" y="51"/>
                  <a:pt x="11" y="55"/>
                </a:cubicBezTo>
                <a:cubicBezTo>
                  <a:pt x="5" y="55"/>
                  <a:pt x="0" y="61"/>
                  <a:pt x="0" y="68"/>
                </a:cubicBezTo>
                <a:cubicBezTo>
                  <a:pt x="0" y="107"/>
                  <a:pt x="0" y="107"/>
                  <a:pt x="0" y="107"/>
                </a:cubicBezTo>
                <a:cubicBezTo>
                  <a:pt x="0" y="113"/>
                  <a:pt x="5" y="119"/>
                  <a:pt x="11" y="120"/>
                </a:cubicBezTo>
                <a:cubicBezTo>
                  <a:pt x="11" y="160"/>
                  <a:pt x="11" y="160"/>
                  <a:pt x="11" y="160"/>
                </a:cubicBezTo>
                <a:cubicBezTo>
                  <a:pt x="16" y="160"/>
                  <a:pt x="16" y="160"/>
                  <a:pt x="16" y="160"/>
                </a:cubicBezTo>
                <a:cubicBezTo>
                  <a:pt x="16" y="120"/>
                  <a:pt x="16" y="120"/>
                  <a:pt x="16" y="120"/>
                </a:cubicBezTo>
                <a:cubicBezTo>
                  <a:pt x="39" y="120"/>
                  <a:pt x="39" y="120"/>
                  <a:pt x="39" y="120"/>
                </a:cubicBezTo>
                <a:cubicBezTo>
                  <a:pt x="39" y="157"/>
                  <a:pt x="39" y="157"/>
                  <a:pt x="39" y="157"/>
                </a:cubicBezTo>
                <a:cubicBezTo>
                  <a:pt x="39" y="158"/>
                  <a:pt x="41" y="160"/>
                  <a:pt x="42" y="160"/>
                </a:cubicBezTo>
                <a:cubicBezTo>
                  <a:pt x="58" y="160"/>
                  <a:pt x="58" y="160"/>
                  <a:pt x="58" y="160"/>
                </a:cubicBezTo>
                <a:cubicBezTo>
                  <a:pt x="60" y="160"/>
                  <a:pt x="60" y="158"/>
                  <a:pt x="60" y="157"/>
                </a:cubicBezTo>
                <a:cubicBezTo>
                  <a:pt x="60" y="115"/>
                  <a:pt x="60" y="115"/>
                  <a:pt x="60" y="115"/>
                </a:cubicBezTo>
                <a:cubicBezTo>
                  <a:pt x="76" y="115"/>
                  <a:pt x="76" y="115"/>
                  <a:pt x="76" y="115"/>
                </a:cubicBezTo>
                <a:cubicBezTo>
                  <a:pt x="76" y="155"/>
                  <a:pt x="76" y="155"/>
                  <a:pt x="76" y="155"/>
                </a:cubicBezTo>
                <a:cubicBezTo>
                  <a:pt x="65" y="155"/>
                  <a:pt x="65" y="155"/>
                  <a:pt x="65" y="155"/>
                </a:cubicBezTo>
                <a:cubicBezTo>
                  <a:pt x="65" y="160"/>
                  <a:pt x="65" y="160"/>
                  <a:pt x="65" y="160"/>
                </a:cubicBezTo>
                <a:cubicBezTo>
                  <a:pt x="92" y="160"/>
                  <a:pt x="92" y="160"/>
                  <a:pt x="92" y="160"/>
                </a:cubicBezTo>
                <a:cubicBezTo>
                  <a:pt x="92" y="155"/>
                  <a:pt x="92" y="155"/>
                  <a:pt x="92" y="155"/>
                </a:cubicBezTo>
                <a:cubicBezTo>
                  <a:pt x="81" y="155"/>
                  <a:pt x="81" y="155"/>
                  <a:pt x="81" y="155"/>
                </a:cubicBezTo>
                <a:cubicBezTo>
                  <a:pt x="81" y="115"/>
                  <a:pt x="81" y="115"/>
                  <a:pt x="81" y="115"/>
                </a:cubicBezTo>
                <a:cubicBezTo>
                  <a:pt x="97" y="115"/>
                  <a:pt x="97" y="115"/>
                  <a:pt x="97" y="115"/>
                </a:cubicBezTo>
                <a:cubicBezTo>
                  <a:pt x="97" y="157"/>
                  <a:pt x="97" y="157"/>
                  <a:pt x="97" y="157"/>
                </a:cubicBezTo>
                <a:cubicBezTo>
                  <a:pt x="97" y="158"/>
                  <a:pt x="98" y="160"/>
                  <a:pt x="100" y="160"/>
                </a:cubicBezTo>
                <a:cubicBezTo>
                  <a:pt x="116" y="160"/>
                  <a:pt x="116" y="160"/>
                  <a:pt x="116" y="160"/>
                </a:cubicBezTo>
                <a:cubicBezTo>
                  <a:pt x="117" y="160"/>
                  <a:pt x="118" y="158"/>
                  <a:pt x="118" y="157"/>
                </a:cubicBezTo>
                <a:cubicBezTo>
                  <a:pt x="118" y="120"/>
                  <a:pt x="118" y="120"/>
                  <a:pt x="118" y="120"/>
                </a:cubicBezTo>
                <a:cubicBezTo>
                  <a:pt x="142" y="120"/>
                  <a:pt x="142" y="120"/>
                  <a:pt x="142" y="120"/>
                </a:cubicBezTo>
                <a:cubicBezTo>
                  <a:pt x="142" y="160"/>
                  <a:pt x="142" y="160"/>
                  <a:pt x="142" y="160"/>
                </a:cubicBezTo>
                <a:cubicBezTo>
                  <a:pt x="147" y="160"/>
                  <a:pt x="147" y="160"/>
                  <a:pt x="147" y="160"/>
                </a:cubicBezTo>
                <a:cubicBezTo>
                  <a:pt x="147" y="120"/>
                  <a:pt x="147" y="120"/>
                  <a:pt x="147" y="120"/>
                </a:cubicBezTo>
                <a:cubicBezTo>
                  <a:pt x="153" y="119"/>
                  <a:pt x="158" y="113"/>
                  <a:pt x="158" y="107"/>
                </a:cubicBezTo>
                <a:cubicBezTo>
                  <a:pt x="158" y="68"/>
                  <a:pt x="158" y="68"/>
                  <a:pt x="158" y="68"/>
                </a:cubicBezTo>
                <a:cubicBezTo>
                  <a:pt x="158" y="61"/>
                  <a:pt x="153" y="55"/>
                  <a:pt x="146" y="55"/>
                </a:cubicBezTo>
                <a:close/>
                <a:moveTo>
                  <a:pt x="121" y="41"/>
                </a:moveTo>
                <a:cubicBezTo>
                  <a:pt x="121" y="34"/>
                  <a:pt x="127" y="29"/>
                  <a:pt x="134" y="29"/>
                </a:cubicBezTo>
                <a:cubicBezTo>
                  <a:pt x="141" y="29"/>
                  <a:pt x="147" y="34"/>
                  <a:pt x="147" y="41"/>
                </a:cubicBezTo>
                <a:cubicBezTo>
                  <a:pt x="147" y="49"/>
                  <a:pt x="141" y="55"/>
                  <a:pt x="134" y="55"/>
                </a:cubicBezTo>
                <a:cubicBezTo>
                  <a:pt x="127" y="55"/>
                  <a:pt x="121" y="49"/>
                  <a:pt x="121" y="41"/>
                </a:cubicBezTo>
                <a:close/>
                <a:moveTo>
                  <a:pt x="65" y="41"/>
                </a:moveTo>
                <a:cubicBezTo>
                  <a:pt x="65" y="34"/>
                  <a:pt x="71" y="29"/>
                  <a:pt x="79" y="29"/>
                </a:cubicBezTo>
                <a:cubicBezTo>
                  <a:pt x="87" y="29"/>
                  <a:pt x="92" y="34"/>
                  <a:pt x="92" y="41"/>
                </a:cubicBezTo>
                <a:cubicBezTo>
                  <a:pt x="92" y="49"/>
                  <a:pt x="87" y="55"/>
                  <a:pt x="79" y="55"/>
                </a:cubicBezTo>
                <a:cubicBezTo>
                  <a:pt x="71" y="55"/>
                  <a:pt x="65" y="49"/>
                  <a:pt x="65" y="41"/>
                </a:cubicBezTo>
                <a:close/>
                <a:moveTo>
                  <a:pt x="83" y="60"/>
                </a:moveTo>
                <a:cubicBezTo>
                  <a:pt x="79" y="71"/>
                  <a:pt x="79" y="71"/>
                  <a:pt x="79" y="71"/>
                </a:cubicBezTo>
                <a:cubicBezTo>
                  <a:pt x="75" y="60"/>
                  <a:pt x="75" y="60"/>
                  <a:pt x="75" y="60"/>
                </a:cubicBezTo>
                <a:lnTo>
                  <a:pt x="83" y="60"/>
                </a:lnTo>
                <a:close/>
                <a:moveTo>
                  <a:pt x="55" y="73"/>
                </a:moveTo>
                <a:cubicBezTo>
                  <a:pt x="55" y="66"/>
                  <a:pt x="61" y="60"/>
                  <a:pt x="68" y="60"/>
                </a:cubicBezTo>
                <a:cubicBezTo>
                  <a:pt x="69" y="60"/>
                  <a:pt x="69" y="60"/>
                  <a:pt x="69" y="60"/>
                </a:cubicBezTo>
                <a:cubicBezTo>
                  <a:pt x="76" y="79"/>
                  <a:pt x="76" y="79"/>
                  <a:pt x="76" y="79"/>
                </a:cubicBezTo>
                <a:cubicBezTo>
                  <a:pt x="76" y="80"/>
                  <a:pt x="78" y="81"/>
                  <a:pt x="79" y="81"/>
                </a:cubicBezTo>
                <a:cubicBezTo>
                  <a:pt x="80" y="81"/>
                  <a:pt x="81" y="80"/>
                  <a:pt x="81" y="79"/>
                </a:cubicBezTo>
                <a:cubicBezTo>
                  <a:pt x="88" y="60"/>
                  <a:pt x="88" y="60"/>
                  <a:pt x="88" y="60"/>
                </a:cubicBezTo>
                <a:cubicBezTo>
                  <a:pt x="89" y="60"/>
                  <a:pt x="89" y="60"/>
                  <a:pt x="89" y="60"/>
                </a:cubicBezTo>
                <a:cubicBezTo>
                  <a:pt x="97" y="60"/>
                  <a:pt x="102" y="66"/>
                  <a:pt x="102" y="73"/>
                </a:cubicBezTo>
                <a:cubicBezTo>
                  <a:pt x="102" y="86"/>
                  <a:pt x="102" y="86"/>
                  <a:pt x="102" y="86"/>
                </a:cubicBezTo>
                <a:cubicBezTo>
                  <a:pt x="92" y="86"/>
                  <a:pt x="92" y="86"/>
                  <a:pt x="92" y="86"/>
                </a:cubicBezTo>
                <a:cubicBezTo>
                  <a:pt x="91" y="86"/>
                  <a:pt x="89" y="87"/>
                  <a:pt x="89" y="89"/>
                </a:cubicBezTo>
                <a:cubicBezTo>
                  <a:pt x="89" y="99"/>
                  <a:pt x="89" y="99"/>
                  <a:pt x="89" y="99"/>
                </a:cubicBezTo>
                <a:cubicBezTo>
                  <a:pt x="68" y="99"/>
                  <a:pt x="68" y="99"/>
                  <a:pt x="68" y="99"/>
                </a:cubicBezTo>
                <a:cubicBezTo>
                  <a:pt x="68" y="89"/>
                  <a:pt x="68" y="89"/>
                  <a:pt x="68" y="89"/>
                </a:cubicBezTo>
                <a:cubicBezTo>
                  <a:pt x="68" y="87"/>
                  <a:pt x="67" y="86"/>
                  <a:pt x="65" y="86"/>
                </a:cubicBezTo>
                <a:cubicBezTo>
                  <a:pt x="55" y="86"/>
                  <a:pt x="55" y="86"/>
                  <a:pt x="55" y="86"/>
                </a:cubicBezTo>
                <a:lnTo>
                  <a:pt x="55" y="73"/>
                </a:lnTo>
                <a:close/>
                <a:moveTo>
                  <a:pt x="23" y="29"/>
                </a:moveTo>
                <a:cubicBezTo>
                  <a:pt x="31" y="29"/>
                  <a:pt x="37" y="34"/>
                  <a:pt x="37" y="41"/>
                </a:cubicBezTo>
                <a:cubicBezTo>
                  <a:pt x="37" y="49"/>
                  <a:pt x="31" y="55"/>
                  <a:pt x="23" y="55"/>
                </a:cubicBezTo>
                <a:cubicBezTo>
                  <a:pt x="17" y="55"/>
                  <a:pt x="11" y="49"/>
                  <a:pt x="11" y="41"/>
                </a:cubicBezTo>
                <a:cubicBezTo>
                  <a:pt x="11" y="34"/>
                  <a:pt x="17" y="29"/>
                  <a:pt x="23" y="29"/>
                </a:cubicBezTo>
                <a:close/>
                <a:moveTo>
                  <a:pt x="21" y="76"/>
                </a:moveTo>
                <a:cubicBezTo>
                  <a:pt x="21" y="102"/>
                  <a:pt x="21" y="102"/>
                  <a:pt x="21" y="102"/>
                </a:cubicBezTo>
                <a:cubicBezTo>
                  <a:pt x="21" y="103"/>
                  <a:pt x="23" y="104"/>
                  <a:pt x="23" y="104"/>
                </a:cubicBezTo>
                <a:cubicBezTo>
                  <a:pt x="47" y="104"/>
                  <a:pt x="47" y="104"/>
                  <a:pt x="47" y="104"/>
                </a:cubicBezTo>
                <a:cubicBezTo>
                  <a:pt x="52" y="104"/>
                  <a:pt x="55" y="108"/>
                  <a:pt x="55" y="113"/>
                </a:cubicBezTo>
                <a:cubicBezTo>
                  <a:pt x="55" y="155"/>
                  <a:pt x="55" y="155"/>
                  <a:pt x="55" y="155"/>
                </a:cubicBezTo>
                <a:cubicBezTo>
                  <a:pt x="44" y="155"/>
                  <a:pt x="44" y="155"/>
                  <a:pt x="44" y="155"/>
                </a:cubicBezTo>
                <a:cubicBezTo>
                  <a:pt x="44" y="118"/>
                  <a:pt x="44" y="118"/>
                  <a:pt x="44" y="118"/>
                </a:cubicBezTo>
                <a:cubicBezTo>
                  <a:pt x="44" y="116"/>
                  <a:pt x="44" y="115"/>
                  <a:pt x="42" y="115"/>
                </a:cubicBezTo>
                <a:cubicBezTo>
                  <a:pt x="13" y="115"/>
                  <a:pt x="13" y="115"/>
                  <a:pt x="13" y="115"/>
                </a:cubicBezTo>
                <a:cubicBezTo>
                  <a:pt x="9" y="115"/>
                  <a:pt x="6" y="112"/>
                  <a:pt x="6" y="107"/>
                </a:cubicBezTo>
                <a:cubicBezTo>
                  <a:pt x="6" y="68"/>
                  <a:pt x="6" y="68"/>
                  <a:pt x="6" y="68"/>
                </a:cubicBezTo>
                <a:cubicBezTo>
                  <a:pt x="6" y="63"/>
                  <a:pt x="9" y="60"/>
                  <a:pt x="13" y="60"/>
                </a:cubicBezTo>
                <a:cubicBezTo>
                  <a:pt x="27" y="60"/>
                  <a:pt x="27" y="60"/>
                  <a:pt x="27" y="60"/>
                </a:cubicBezTo>
                <a:cubicBezTo>
                  <a:pt x="31" y="60"/>
                  <a:pt x="34" y="63"/>
                  <a:pt x="34" y="68"/>
                </a:cubicBezTo>
                <a:cubicBezTo>
                  <a:pt x="34" y="89"/>
                  <a:pt x="34" y="89"/>
                  <a:pt x="34" y="89"/>
                </a:cubicBezTo>
                <a:cubicBezTo>
                  <a:pt x="34" y="90"/>
                  <a:pt x="35" y="92"/>
                  <a:pt x="37" y="92"/>
                </a:cubicBezTo>
                <a:cubicBezTo>
                  <a:pt x="63" y="92"/>
                  <a:pt x="63" y="92"/>
                  <a:pt x="63" y="92"/>
                </a:cubicBezTo>
                <a:cubicBezTo>
                  <a:pt x="63" y="99"/>
                  <a:pt x="63" y="99"/>
                  <a:pt x="63" y="99"/>
                </a:cubicBezTo>
                <a:cubicBezTo>
                  <a:pt x="27" y="99"/>
                  <a:pt x="27" y="99"/>
                  <a:pt x="27" y="99"/>
                </a:cubicBezTo>
                <a:cubicBezTo>
                  <a:pt x="27" y="76"/>
                  <a:pt x="27" y="76"/>
                  <a:pt x="27" y="76"/>
                </a:cubicBezTo>
                <a:cubicBezTo>
                  <a:pt x="21" y="76"/>
                  <a:pt x="21" y="76"/>
                  <a:pt x="21" y="76"/>
                </a:cubicBezTo>
                <a:close/>
                <a:moveTo>
                  <a:pt x="97" y="110"/>
                </a:moveTo>
                <a:cubicBezTo>
                  <a:pt x="60" y="110"/>
                  <a:pt x="60" y="110"/>
                  <a:pt x="60" y="110"/>
                </a:cubicBezTo>
                <a:cubicBezTo>
                  <a:pt x="60" y="108"/>
                  <a:pt x="59" y="106"/>
                  <a:pt x="58" y="104"/>
                </a:cubicBezTo>
                <a:cubicBezTo>
                  <a:pt x="100" y="104"/>
                  <a:pt x="100" y="104"/>
                  <a:pt x="100" y="104"/>
                </a:cubicBezTo>
                <a:cubicBezTo>
                  <a:pt x="99" y="106"/>
                  <a:pt x="98" y="108"/>
                  <a:pt x="97" y="110"/>
                </a:cubicBezTo>
                <a:close/>
                <a:moveTo>
                  <a:pt x="152" y="107"/>
                </a:moveTo>
                <a:cubicBezTo>
                  <a:pt x="152" y="112"/>
                  <a:pt x="149" y="115"/>
                  <a:pt x="145" y="115"/>
                </a:cubicBezTo>
                <a:cubicBezTo>
                  <a:pt x="116" y="115"/>
                  <a:pt x="116" y="115"/>
                  <a:pt x="116" y="115"/>
                </a:cubicBezTo>
                <a:cubicBezTo>
                  <a:pt x="114" y="115"/>
                  <a:pt x="113" y="116"/>
                  <a:pt x="113" y="118"/>
                </a:cubicBezTo>
                <a:cubicBezTo>
                  <a:pt x="113" y="155"/>
                  <a:pt x="113" y="155"/>
                  <a:pt x="113" y="155"/>
                </a:cubicBezTo>
                <a:cubicBezTo>
                  <a:pt x="102" y="155"/>
                  <a:pt x="102" y="155"/>
                  <a:pt x="102" y="155"/>
                </a:cubicBezTo>
                <a:cubicBezTo>
                  <a:pt x="102" y="113"/>
                  <a:pt x="102" y="113"/>
                  <a:pt x="102" y="113"/>
                </a:cubicBezTo>
                <a:cubicBezTo>
                  <a:pt x="102" y="108"/>
                  <a:pt x="106" y="104"/>
                  <a:pt x="110" y="104"/>
                </a:cubicBezTo>
                <a:cubicBezTo>
                  <a:pt x="134" y="104"/>
                  <a:pt x="134" y="104"/>
                  <a:pt x="134" y="104"/>
                </a:cubicBezTo>
                <a:cubicBezTo>
                  <a:pt x="135" y="104"/>
                  <a:pt x="137" y="103"/>
                  <a:pt x="137" y="102"/>
                </a:cubicBezTo>
                <a:cubicBezTo>
                  <a:pt x="137" y="76"/>
                  <a:pt x="137" y="76"/>
                  <a:pt x="137" y="76"/>
                </a:cubicBezTo>
                <a:cubicBezTo>
                  <a:pt x="131" y="76"/>
                  <a:pt x="131" y="76"/>
                  <a:pt x="131" y="76"/>
                </a:cubicBezTo>
                <a:cubicBezTo>
                  <a:pt x="131" y="99"/>
                  <a:pt x="131" y="99"/>
                  <a:pt x="131" y="99"/>
                </a:cubicBezTo>
                <a:cubicBezTo>
                  <a:pt x="95" y="99"/>
                  <a:pt x="95" y="99"/>
                  <a:pt x="95" y="99"/>
                </a:cubicBezTo>
                <a:cubicBezTo>
                  <a:pt x="95" y="92"/>
                  <a:pt x="95" y="92"/>
                  <a:pt x="95" y="92"/>
                </a:cubicBezTo>
                <a:cubicBezTo>
                  <a:pt x="121" y="92"/>
                  <a:pt x="121" y="92"/>
                  <a:pt x="121" y="92"/>
                </a:cubicBezTo>
                <a:cubicBezTo>
                  <a:pt x="123" y="92"/>
                  <a:pt x="124" y="90"/>
                  <a:pt x="124" y="89"/>
                </a:cubicBezTo>
                <a:cubicBezTo>
                  <a:pt x="124" y="68"/>
                  <a:pt x="124" y="68"/>
                  <a:pt x="124" y="68"/>
                </a:cubicBezTo>
                <a:cubicBezTo>
                  <a:pt x="124" y="63"/>
                  <a:pt x="127" y="60"/>
                  <a:pt x="131" y="60"/>
                </a:cubicBezTo>
                <a:cubicBezTo>
                  <a:pt x="145" y="60"/>
                  <a:pt x="145" y="60"/>
                  <a:pt x="145" y="60"/>
                </a:cubicBezTo>
                <a:cubicBezTo>
                  <a:pt x="149" y="60"/>
                  <a:pt x="152" y="63"/>
                  <a:pt x="152" y="68"/>
                </a:cubicBezTo>
                <a:lnTo>
                  <a:pt x="152" y="107"/>
                </a:lnTo>
                <a:close/>
                <a:moveTo>
                  <a:pt x="82" y="86"/>
                </a:moveTo>
                <a:cubicBezTo>
                  <a:pt x="76" y="86"/>
                  <a:pt x="76" y="86"/>
                  <a:pt x="76" y="86"/>
                </a:cubicBezTo>
                <a:cubicBezTo>
                  <a:pt x="76" y="92"/>
                  <a:pt x="76" y="92"/>
                  <a:pt x="76" y="92"/>
                </a:cubicBezTo>
                <a:cubicBezTo>
                  <a:pt x="82" y="92"/>
                  <a:pt x="82" y="92"/>
                  <a:pt x="82" y="92"/>
                </a:cubicBezTo>
                <a:lnTo>
                  <a:pt x="82" y="86"/>
                </a:lnTo>
                <a:close/>
                <a:moveTo>
                  <a:pt x="29" y="18"/>
                </a:moveTo>
                <a:cubicBezTo>
                  <a:pt x="39" y="18"/>
                  <a:pt x="39" y="18"/>
                  <a:pt x="39" y="18"/>
                </a:cubicBezTo>
                <a:cubicBezTo>
                  <a:pt x="39" y="24"/>
                  <a:pt x="39" y="24"/>
                  <a:pt x="39" y="24"/>
                </a:cubicBezTo>
                <a:cubicBezTo>
                  <a:pt x="39" y="24"/>
                  <a:pt x="40" y="25"/>
                  <a:pt x="41" y="25"/>
                </a:cubicBezTo>
                <a:cubicBezTo>
                  <a:pt x="41" y="26"/>
                  <a:pt x="42" y="26"/>
                  <a:pt x="42" y="26"/>
                </a:cubicBezTo>
                <a:cubicBezTo>
                  <a:pt x="43" y="26"/>
                  <a:pt x="44" y="25"/>
                  <a:pt x="44" y="25"/>
                </a:cubicBezTo>
                <a:cubicBezTo>
                  <a:pt x="54" y="18"/>
                  <a:pt x="54" y="18"/>
                  <a:pt x="54" y="18"/>
                </a:cubicBezTo>
                <a:cubicBezTo>
                  <a:pt x="66" y="18"/>
                  <a:pt x="66" y="18"/>
                  <a:pt x="66" y="18"/>
                </a:cubicBezTo>
                <a:cubicBezTo>
                  <a:pt x="67" y="18"/>
                  <a:pt x="68" y="17"/>
                  <a:pt x="68" y="15"/>
                </a:cubicBezTo>
                <a:cubicBezTo>
                  <a:pt x="68" y="3"/>
                  <a:pt x="68" y="3"/>
                  <a:pt x="68" y="3"/>
                </a:cubicBezTo>
                <a:cubicBezTo>
                  <a:pt x="68" y="1"/>
                  <a:pt x="67" y="0"/>
                  <a:pt x="66" y="0"/>
                </a:cubicBezTo>
                <a:cubicBezTo>
                  <a:pt x="29" y="0"/>
                  <a:pt x="29" y="0"/>
                  <a:pt x="29" y="0"/>
                </a:cubicBezTo>
                <a:cubicBezTo>
                  <a:pt x="28" y="0"/>
                  <a:pt x="27" y="1"/>
                  <a:pt x="27" y="3"/>
                </a:cubicBezTo>
                <a:cubicBezTo>
                  <a:pt x="27" y="15"/>
                  <a:pt x="27" y="15"/>
                  <a:pt x="27" y="15"/>
                </a:cubicBezTo>
                <a:cubicBezTo>
                  <a:pt x="27" y="17"/>
                  <a:pt x="28" y="18"/>
                  <a:pt x="29" y="18"/>
                </a:cubicBezTo>
                <a:close/>
                <a:moveTo>
                  <a:pt x="32" y="5"/>
                </a:moveTo>
                <a:cubicBezTo>
                  <a:pt x="63" y="5"/>
                  <a:pt x="63" y="5"/>
                  <a:pt x="63" y="5"/>
                </a:cubicBezTo>
                <a:cubicBezTo>
                  <a:pt x="63" y="13"/>
                  <a:pt x="63" y="13"/>
                  <a:pt x="63" y="13"/>
                </a:cubicBezTo>
                <a:cubicBezTo>
                  <a:pt x="53" y="13"/>
                  <a:pt x="53" y="13"/>
                  <a:pt x="53" y="13"/>
                </a:cubicBezTo>
                <a:cubicBezTo>
                  <a:pt x="52" y="13"/>
                  <a:pt x="51" y="13"/>
                  <a:pt x="51" y="14"/>
                </a:cubicBezTo>
                <a:cubicBezTo>
                  <a:pt x="45" y="18"/>
                  <a:pt x="45" y="18"/>
                  <a:pt x="45" y="18"/>
                </a:cubicBezTo>
                <a:cubicBezTo>
                  <a:pt x="45" y="15"/>
                  <a:pt x="45" y="15"/>
                  <a:pt x="45" y="15"/>
                </a:cubicBezTo>
                <a:cubicBezTo>
                  <a:pt x="45" y="14"/>
                  <a:pt x="44" y="13"/>
                  <a:pt x="42" y="13"/>
                </a:cubicBezTo>
                <a:cubicBezTo>
                  <a:pt x="32" y="13"/>
                  <a:pt x="32" y="13"/>
                  <a:pt x="32" y="13"/>
                </a:cubicBezTo>
                <a:cubicBezTo>
                  <a:pt x="32" y="5"/>
                  <a:pt x="32" y="5"/>
                  <a:pt x="32" y="5"/>
                </a:cubicBezTo>
                <a:close/>
                <a:moveTo>
                  <a:pt x="98" y="7"/>
                </a:moveTo>
                <a:cubicBezTo>
                  <a:pt x="92" y="7"/>
                  <a:pt x="92" y="7"/>
                  <a:pt x="92" y="7"/>
                </a:cubicBezTo>
                <a:cubicBezTo>
                  <a:pt x="92" y="13"/>
                  <a:pt x="92" y="13"/>
                  <a:pt x="92" y="13"/>
                </a:cubicBezTo>
                <a:cubicBezTo>
                  <a:pt x="98" y="13"/>
                  <a:pt x="98" y="13"/>
                  <a:pt x="98" y="13"/>
                </a:cubicBezTo>
                <a:lnTo>
                  <a:pt x="98" y="7"/>
                </a:lnTo>
                <a:close/>
                <a:moveTo>
                  <a:pt x="107" y="7"/>
                </a:moveTo>
                <a:cubicBezTo>
                  <a:pt x="103" y="7"/>
                  <a:pt x="103" y="7"/>
                  <a:pt x="103" y="7"/>
                </a:cubicBezTo>
                <a:cubicBezTo>
                  <a:pt x="103" y="13"/>
                  <a:pt x="103" y="13"/>
                  <a:pt x="103" y="13"/>
                </a:cubicBezTo>
                <a:cubicBezTo>
                  <a:pt x="107" y="13"/>
                  <a:pt x="107" y="13"/>
                  <a:pt x="107" y="13"/>
                </a:cubicBezTo>
                <a:lnTo>
                  <a:pt x="107" y="7"/>
                </a:lnTo>
                <a:close/>
                <a:moveTo>
                  <a:pt x="118" y="7"/>
                </a:moveTo>
                <a:cubicBezTo>
                  <a:pt x="114" y="7"/>
                  <a:pt x="114" y="7"/>
                  <a:pt x="114" y="7"/>
                </a:cubicBezTo>
                <a:cubicBezTo>
                  <a:pt x="114" y="13"/>
                  <a:pt x="114" y="13"/>
                  <a:pt x="114" y="13"/>
                </a:cubicBezTo>
                <a:cubicBezTo>
                  <a:pt x="118" y="13"/>
                  <a:pt x="118" y="13"/>
                  <a:pt x="118" y="13"/>
                </a:cubicBezTo>
                <a:lnTo>
                  <a:pt x="118" y="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C67095E-B792-40D0-8BCF-F38D0772E66A}"/>
              </a:ext>
            </a:extLst>
          </p:cNvPr>
          <p:cNvSpPr txBox="1"/>
          <p:nvPr/>
        </p:nvSpPr>
        <p:spPr>
          <a:xfrm>
            <a:off x="1098657" y="3377902"/>
            <a:ext cx="2107293" cy="334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4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FINANCIAL SECTOR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C9C484E-933E-47E8-8F27-2050E4856035}"/>
              </a:ext>
            </a:extLst>
          </p:cNvPr>
          <p:cNvSpPr txBox="1"/>
          <p:nvPr/>
        </p:nvSpPr>
        <p:spPr>
          <a:xfrm>
            <a:off x="1098657" y="3140478"/>
            <a:ext cx="1215489" cy="334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100" dirty="0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15% Workforce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190B03F-651A-4FBE-B539-31E44A724641}"/>
              </a:ext>
            </a:extLst>
          </p:cNvPr>
          <p:cNvSpPr txBox="1"/>
          <p:nvPr/>
        </p:nvSpPr>
        <p:spPr>
          <a:xfrm>
            <a:off x="1116561" y="5031371"/>
            <a:ext cx="2107293" cy="334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4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Per 3,950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D06B3FC-C515-423D-9F71-72CD7ECD72F4}"/>
              </a:ext>
            </a:extLst>
          </p:cNvPr>
          <p:cNvSpPr txBox="1"/>
          <p:nvPr/>
        </p:nvSpPr>
        <p:spPr>
          <a:xfrm>
            <a:off x="1116832" y="5241885"/>
            <a:ext cx="2019698" cy="324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100" dirty="0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Approximately 4100</a:t>
            </a:r>
          </a:p>
        </p:txBody>
      </p:sp>
      <p:sp>
        <p:nvSpPr>
          <p:cNvPr id="85" name="Freeform 32">
            <a:extLst>
              <a:ext uri="{FF2B5EF4-FFF2-40B4-BE49-F238E27FC236}">
                <a16:creationId xmlns:a16="http://schemas.microsoft.com/office/drawing/2014/main" id="{8C317D33-7232-4F42-B63C-531FF0DFB298}"/>
              </a:ext>
            </a:extLst>
          </p:cNvPr>
          <p:cNvSpPr>
            <a:spLocks noEditPoints="1"/>
          </p:cNvSpPr>
          <p:nvPr/>
        </p:nvSpPr>
        <p:spPr bwMode="auto">
          <a:xfrm>
            <a:off x="1208190" y="4386670"/>
            <a:ext cx="534740" cy="534740"/>
          </a:xfrm>
          <a:custGeom>
            <a:avLst/>
            <a:gdLst>
              <a:gd name="T0" fmla="*/ 61 w 160"/>
              <a:gd name="T1" fmla="*/ 105 h 160"/>
              <a:gd name="T2" fmla="*/ 22 w 160"/>
              <a:gd name="T3" fmla="*/ 88 h 160"/>
              <a:gd name="T4" fmla="*/ 2 w 160"/>
              <a:gd name="T5" fmla="*/ 73 h 160"/>
              <a:gd name="T6" fmla="*/ 17 w 160"/>
              <a:gd name="T7" fmla="*/ 113 h 160"/>
              <a:gd name="T8" fmla="*/ 32 w 160"/>
              <a:gd name="T9" fmla="*/ 154 h 160"/>
              <a:gd name="T10" fmla="*/ 72 w 160"/>
              <a:gd name="T11" fmla="*/ 154 h 160"/>
              <a:gd name="T12" fmla="*/ 21 w 160"/>
              <a:gd name="T13" fmla="*/ 109 h 160"/>
              <a:gd name="T14" fmla="*/ 6 w 160"/>
              <a:gd name="T15" fmla="*/ 76 h 160"/>
              <a:gd name="T16" fmla="*/ 17 w 160"/>
              <a:gd name="T17" fmla="*/ 91 h 160"/>
              <a:gd name="T18" fmla="*/ 39 w 160"/>
              <a:gd name="T19" fmla="*/ 114 h 160"/>
              <a:gd name="T20" fmla="*/ 28 w 160"/>
              <a:gd name="T21" fmla="*/ 97 h 160"/>
              <a:gd name="T22" fmla="*/ 50 w 160"/>
              <a:gd name="T23" fmla="*/ 104 h 160"/>
              <a:gd name="T24" fmla="*/ 61 w 160"/>
              <a:gd name="T25" fmla="*/ 128 h 160"/>
              <a:gd name="T26" fmla="*/ 67 w 160"/>
              <a:gd name="T27" fmla="*/ 154 h 160"/>
              <a:gd name="T28" fmla="*/ 67 w 160"/>
              <a:gd name="T29" fmla="*/ 133 h 160"/>
              <a:gd name="T30" fmla="*/ 59 w 160"/>
              <a:gd name="T31" fmla="*/ 146 h 160"/>
              <a:gd name="T32" fmla="*/ 56 w 160"/>
              <a:gd name="T33" fmla="*/ 141 h 160"/>
              <a:gd name="T34" fmla="*/ 110 w 160"/>
              <a:gd name="T35" fmla="*/ 24 h 160"/>
              <a:gd name="T36" fmla="*/ 50 w 160"/>
              <a:gd name="T37" fmla="*/ 24 h 160"/>
              <a:gd name="T38" fmla="*/ 56 w 160"/>
              <a:gd name="T39" fmla="*/ 77 h 160"/>
              <a:gd name="T40" fmla="*/ 104 w 160"/>
              <a:gd name="T41" fmla="*/ 77 h 160"/>
              <a:gd name="T42" fmla="*/ 110 w 160"/>
              <a:gd name="T43" fmla="*/ 24 h 160"/>
              <a:gd name="T44" fmla="*/ 80 w 160"/>
              <a:gd name="T45" fmla="*/ 88 h 160"/>
              <a:gd name="T46" fmla="*/ 53 w 160"/>
              <a:gd name="T47" fmla="*/ 28 h 160"/>
              <a:gd name="T48" fmla="*/ 107 w 160"/>
              <a:gd name="T49" fmla="*/ 62 h 160"/>
              <a:gd name="T50" fmla="*/ 121 w 160"/>
              <a:gd name="T51" fmla="*/ 17 h 160"/>
              <a:gd name="T52" fmla="*/ 39 w 160"/>
              <a:gd name="T53" fmla="*/ 17 h 160"/>
              <a:gd name="T54" fmla="*/ 49 w 160"/>
              <a:gd name="T55" fmla="*/ 85 h 160"/>
              <a:gd name="T56" fmla="*/ 110 w 160"/>
              <a:gd name="T57" fmla="*/ 85 h 160"/>
              <a:gd name="T58" fmla="*/ 80 w 160"/>
              <a:gd name="T59" fmla="*/ 101 h 160"/>
              <a:gd name="T60" fmla="*/ 43 w 160"/>
              <a:gd name="T61" fmla="*/ 22 h 160"/>
              <a:gd name="T62" fmla="*/ 117 w 160"/>
              <a:gd name="T63" fmla="*/ 62 h 160"/>
              <a:gd name="T64" fmla="*/ 151 w 160"/>
              <a:gd name="T65" fmla="*/ 70 h 160"/>
              <a:gd name="T66" fmla="*/ 123 w 160"/>
              <a:gd name="T67" fmla="*/ 89 h 160"/>
              <a:gd name="T68" fmla="*/ 93 w 160"/>
              <a:gd name="T69" fmla="*/ 123 h 160"/>
              <a:gd name="T70" fmla="*/ 88 w 160"/>
              <a:gd name="T71" fmla="*/ 154 h 160"/>
              <a:gd name="T72" fmla="*/ 128 w 160"/>
              <a:gd name="T73" fmla="*/ 154 h 160"/>
              <a:gd name="T74" fmla="*/ 143 w 160"/>
              <a:gd name="T75" fmla="*/ 113 h 160"/>
              <a:gd name="T76" fmla="*/ 158 w 160"/>
              <a:gd name="T77" fmla="*/ 73 h 160"/>
              <a:gd name="T78" fmla="*/ 93 w 160"/>
              <a:gd name="T79" fmla="*/ 133 h 160"/>
              <a:gd name="T80" fmla="*/ 154 w 160"/>
              <a:gd name="T81" fmla="*/ 79 h 160"/>
              <a:gd name="T82" fmla="*/ 121 w 160"/>
              <a:gd name="T83" fmla="*/ 128 h 160"/>
              <a:gd name="T84" fmla="*/ 103 w 160"/>
              <a:gd name="T85" fmla="*/ 108 h 160"/>
              <a:gd name="T86" fmla="*/ 135 w 160"/>
              <a:gd name="T87" fmla="*/ 93 h 160"/>
              <a:gd name="T88" fmla="*/ 120 w 160"/>
              <a:gd name="T89" fmla="*/ 113 h 160"/>
              <a:gd name="T90" fmla="*/ 143 w 160"/>
              <a:gd name="T91" fmla="*/ 91 h 160"/>
              <a:gd name="T92" fmla="*/ 154 w 160"/>
              <a:gd name="T93" fmla="*/ 76 h 160"/>
              <a:gd name="T94" fmla="*/ 104 w 160"/>
              <a:gd name="T95" fmla="*/ 146 h 160"/>
              <a:gd name="T96" fmla="*/ 101 w 160"/>
              <a:gd name="T97" fmla="*/ 141 h 160"/>
              <a:gd name="T98" fmla="*/ 66 w 160"/>
              <a:gd name="T99" fmla="*/ 56 h 160"/>
              <a:gd name="T100" fmla="*/ 73 w 160"/>
              <a:gd name="T101" fmla="*/ 68 h 160"/>
              <a:gd name="T102" fmla="*/ 77 w 160"/>
              <a:gd name="T103" fmla="*/ 68 h 160"/>
              <a:gd name="T104" fmla="*/ 96 w 160"/>
              <a:gd name="T105" fmla="*/ 32 h 160"/>
              <a:gd name="T106" fmla="*/ 66 w 160"/>
              <a:gd name="T107" fmla="*/ 56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60" h="160">
                <a:moveTo>
                  <a:pt x="67" y="128"/>
                </a:moveTo>
                <a:cubicBezTo>
                  <a:pt x="67" y="123"/>
                  <a:pt x="67" y="123"/>
                  <a:pt x="67" y="123"/>
                </a:cubicBezTo>
                <a:cubicBezTo>
                  <a:pt x="67" y="116"/>
                  <a:pt x="65" y="110"/>
                  <a:pt x="61" y="105"/>
                </a:cubicBezTo>
                <a:cubicBezTo>
                  <a:pt x="59" y="102"/>
                  <a:pt x="55" y="100"/>
                  <a:pt x="52" y="99"/>
                </a:cubicBezTo>
                <a:cubicBezTo>
                  <a:pt x="46" y="96"/>
                  <a:pt x="41" y="93"/>
                  <a:pt x="37" y="89"/>
                </a:cubicBezTo>
                <a:cubicBezTo>
                  <a:pt x="32" y="85"/>
                  <a:pt x="27" y="85"/>
                  <a:pt x="22" y="88"/>
                </a:cubicBezTo>
                <a:cubicBezTo>
                  <a:pt x="16" y="75"/>
                  <a:pt x="16" y="75"/>
                  <a:pt x="16" y="75"/>
                </a:cubicBezTo>
                <a:cubicBezTo>
                  <a:pt x="15" y="72"/>
                  <a:pt x="12" y="70"/>
                  <a:pt x="9" y="70"/>
                </a:cubicBezTo>
                <a:cubicBezTo>
                  <a:pt x="6" y="69"/>
                  <a:pt x="3" y="71"/>
                  <a:pt x="2" y="73"/>
                </a:cubicBezTo>
                <a:cubicBezTo>
                  <a:pt x="0" y="76"/>
                  <a:pt x="0" y="79"/>
                  <a:pt x="1" y="82"/>
                </a:cubicBezTo>
                <a:cubicBezTo>
                  <a:pt x="11" y="104"/>
                  <a:pt x="11" y="104"/>
                  <a:pt x="11" y="104"/>
                </a:cubicBezTo>
                <a:cubicBezTo>
                  <a:pt x="13" y="108"/>
                  <a:pt x="15" y="110"/>
                  <a:pt x="17" y="113"/>
                </a:cubicBezTo>
                <a:cubicBezTo>
                  <a:pt x="33" y="129"/>
                  <a:pt x="33" y="129"/>
                  <a:pt x="33" y="129"/>
                </a:cubicBezTo>
                <a:cubicBezTo>
                  <a:pt x="32" y="130"/>
                  <a:pt x="32" y="132"/>
                  <a:pt x="32" y="133"/>
                </a:cubicBezTo>
                <a:cubicBezTo>
                  <a:pt x="32" y="154"/>
                  <a:pt x="32" y="154"/>
                  <a:pt x="32" y="154"/>
                </a:cubicBezTo>
                <a:cubicBezTo>
                  <a:pt x="32" y="157"/>
                  <a:pt x="34" y="160"/>
                  <a:pt x="37" y="160"/>
                </a:cubicBezTo>
                <a:cubicBezTo>
                  <a:pt x="67" y="160"/>
                  <a:pt x="67" y="160"/>
                  <a:pt x="67" y="160"/>
                </a:cubicBezTo>
                <a:cubicBezTo>
                  <a:pt x="70" y="160"/>
                  <a:pt x="72" y="157"/>
                  <a:pt x="72" y="154"/>
                </a:cubicBezTo>
                <a:cubicBezTo>
                  <a:pt x="72" y="133"/>
                  <a:pt x="72" y="133"/>
                  <a:pt x="72" y="133"/>
                </a:cubicBezTo>
                <a:cubicBezTo>
                  <a:pt x="72" y="130"/>
                  <a:pt x="70" y="128"/>
                  <a:pt x="67" y="128"/>
                </a:cubicBezTo>
                <a:close/>
                <a:moveTo>
                  <a:pt x="21" y="109"/>
                </a:moveTo>
                <a:cubicBezTo>
                  <a:pt x="19" y="107"/>
                  <a:pt x="17" y="105"/>
                  <a:pt x="16" y="102"/>
                </a:cubicBezTo>
                <a:cubicBezTo>
                  <a:pt x="6" y="79"/>
                  <a:pt x="6" y="79"/>
                  <a:pt x="6" y="79"/>
                </a:cubicBezTo>
                <a:cubicBezTo>
                  <a:pt x="5" y="78"/>
                  <a:pt x="5" y="77"/>
                  <a:pt x="6" y="76"/>
                </a:cubicBezTo>
                <a:cubicBezTo>
                  <a:pt x="6" y="75"/>
                  <a:pt x="7" y="75"/>
                  <a:pt x="8" y="75"/>
                </a:cubicBezTo>
                <a:cubicBezTo>
                  <a:pt x="10" y="75"/>
                  <a:pt x="11" y="76"/>
                  <a:pt x="11" y="77"/>
                </a:cubicBezTo>
                <a:cubicBezTo>
                  <a:pt x="17" y="91"/>
                  <a:pt x="17" y="91"/>
                  <a:pt x="17" y="91"/>
                </a:cubicBezTo>
                <a:cubicBezTo>
                  <a:pt x="19" y="94"/>
                  <a:pt x="21" y="98"/>
                  <a:pt x="24" y="101"/>
                </a:cubicBezTo>
                <a:cubicBezTo>
                  <a:pt x="36" y="113"/>
                  <a:pt x="36" y="113"/>
                  <a:pt x="36" y="113"/>
                </a:cubicBezTo>
                <a:cubicBezTo>
                  <a:pt x="37" y="113"/>
                  <a:pt x="38" y="114"/>
                  <a:pt x="39" y="114"/>
                </a:cubicBezTo>
                <a:cubicBezTo>
                  <a:pt x="40" y="113"/>
                  <a:pt x="41" y="113"/>
                  <a:pt x="41" y="112"/>
                </a:cubicBezTo>
                <a:cubicBezTo>
                  <a:pt x="41" y="111"/>
                  <a:pt x="41" y="110"/>
                  <a:pt x="40" y="109"/>
                </a:cubicBezTo>
                <a:cubicBezTo>
                  <a:pt x="28" y="97"/>
                  <a:pt x="28" y="97"/>
                  <a:pt x="28" y="97"/>
                </a:cubicBezTo>
                <a:cubicBezTo>
                  <a:pt x="27" y="96"/>
                  <a:pt x="26" y="94"/>
                  <a:pt x="25" y="93"/>
                </a:cubicBezTo>
                <a:cubicBezTo>
                  <a:pt x="27" y="91"/>
                  <a:pt x="31" y="91"/>
                  <a:pt x="33" y="93"/>
                </a:cubicBezTo>
                <a:cubicBezTo>
                  <a:pt x="38" y="98"/>
                  <a:pt x="44" y="101"/>
                  <a:pt x="50" y="104"/>
                </a:cubicBezTo>
                <a:cubicBezTo>
                  <a:pt x="53" y="105"/>
                  <a:pt x="55" y="106"/>
                  <a:pt x="57" y="108"/>
                </a:cubicBezTo>
                <a:cubicBezTo>
                  <a:pt x="60" y="113"/>
                  <a:pt x="61" y="118"/>
                  <a:pt x="61" y="123"/>
                </a:cubicBezTo>
                <a:cubicBezTo>
                  <a:pt x="61" y="128"/>
                  <a:pt x="61" y="128"/>
                  <a:pt x="61" y="128"/>
                </a:cubicBezTo>
                <a:cubicBezTo>
                  <a:pt x="39" y="128"/>
                  <a:pt x="39" y="128"/>
                  <a:pt x="39" y="128"/>
                </a:cubicBezTo>
                <a:lnTo>
                  <a:pt x="21" y="109"/>
                </a:lnTo>
                <a:close/>
                <a:moveTo>
                  <a:pt x="67" y="154"/>
                </a:moveTo>
                <a:cubicBezTo>
                  <a:pt x="37" y="154"/>
                  <a:pt x="37" y="154"/>
                  <a:pt x="37" y="154"/>
                </a:cubicBezTo>
                <a:cubicBezTo>
                  <a:pt x="37" y="133"/>
                  <a:pt x="37" y="133"/>
                  <a:pt x="37" y="133"/>
                </a:cubicBezTo>
                <a:cubicBezTo>
                  <a:pt x="67" y="133"/>
                  <a:pt x="67" y="133"/>
                  <a:pt x="67" y="133"/>
                </a:cubicBezTo>
                <a:lnTo>
                  <a:pt x="67" y="154"/>
                </a:lnTo>
                <a:close/>
                <a:moveTo>
                  <a:pt x="56" y="146"/>
                </a:moveTo>
                <a:cubicBezTo>
                  <a:pt x="59" y="146"/>
                  <a:pt x="59" y="146"/>
                  <a:pt x="59" y="146"/>
                </a:cubicBezTo>
                <a:cubicBezTo>
                  <a:pt x="60" y="146"/>
                  <a:pt x="61" y="145"/>
                  <a:pt x="61" y="144"/>
                </a:cubicBezTo>
                <a:cubicBezTo>
                  <a:pt x="61" y="142"/>
                  <a:pt x="60" y="141"/>
                  <a:pt x="59" y="141"/>
                </a:cubicBezTo>
                <a:cubicBezTo>
                  <a:pt x="56" y="141"/>
                  <a:pt x="56" y="141"/>
                  <a:pt x="56" y="141"/>
                </a:cubicBezTo>
                <a:cubicBezTo>
                  <a:pt x="54" y="141"/>
                  <a:pt x="53" y="142"/>
                  <a:pt x="53" y="144"/>
                </a:cubicBezTo>
                <a:cubicBezTo>
                  <a:pt x="53" y="145"/>
                  <a:pt x="54" y="146"/>
                  <a:pt x="56" y="146"/>
                </a:cubicBezTo>
                <a:close/>
                <a:moveTo>
                  <a:pt x="110" y="24"/>
                </a:moveTo>
                <a:cubicBezTo>
                  <a:pt x="81" y="11"/>
                  <a:pt x="81" y="11"/>
                  <a:pt x="81" y="11"/>
                </a:cubicBezTo>
                <a:cubicBezTo>
                  <a:pt x="80" y="11"/>
                  <a:pt x="80" y="11"/>
                  <a:pt x="79" y="11"/>
                </a:cubicBezTo>
                <a:cubicBezTo>
                  <a:pt x="50" y="24"/>
                  <a:pt x="50" y="24"/>
                  <a:pt x="50" y="24"/>
                </a:cubicBezTo>
                <a:cubicBezTo>
                  <a:pt x="49" y="25"/>
                  <a:pt x="48" y="26"/>
                  <a:pt x="48" y="27"/>
                </a:cubicBezTo>
                <a:cubicBezTo>
                  <a:pt x="48" y="62"/>
                  <a:pt x="48" y="62"/>
                  <a:pt x="48" y="62"/>
                </a:cubicBezTo>
                <a:cubicBezTo>
                  <a:pt x="48" y="68"/>
                  <a:pt x="51" y="73"/>
                  <a:pt x="56" y="77"/>
                </a:cubicBezTo>
                <a:cubicBezTo>
                  <a:pt x="78" y="93"/>
                  <a:pt x="78" y="93"/>
                  <a:pt x="78" y="93"/>
                </a:cubicBezTo>
                <a:cubicBezTo>
                  <a:pt x="79" y="94"/>
                  <a:pt x="81" y="94"/>
                  <a:pt x="82" y="93"/>
                </a:cubicBezTo>
                <a:cubicBezTo>
                  <a:pt x="104" y="77"/>
                  <a:pt x="104" y="77"/>
                  <a:pt x="104" y="77"/>
                </a:cubicBezTo>
                <a:cubicBezTo>
                  <a:pt x="109" y="73"/>
                  <a:pt x="112" y="68"/>
                  <a:pt x="112" y="62"/>
                </a:cubicBezTo>
                <a:cubicBezTo>
                  <a:pt x="112" y="27"/>
                  <a:pt x="112" y="27"/>
                  <a:pt x="112" y="27"/>
                </a:cubicBezTo>
                <a:cubicBezTo>
                  <a:pt x="112" y="26"/>
                  <a:pt x="111" y="25"/>
                  <a:pt x="110" y="24"/>
                </a:cubicBezTo>
                <a:close/>
                <a:moveTo>
                  <a:pt x="107" y="62"/>
                </a:moveTo>
                <a:cubicBezTo>
                  <a:pt x="107" y="66"/>
                  <a:pt x="105" y="70"/>
                  <a:pt x="101" y="72"/>
                </a:cubicBezTo>
                <a:cubicBezTo>
                  <a:pt x="80" y="88"/>
                  <a:pt x="80" y="88"/>
                  <a:pt x="80" y="88"/>
                </a:cubicBezTo>
                <a:cubicBezTo>
                  <a:pt x="59" y="72"/>
                  <a:pt x="59" y="72"/>
                  <a:pt x="59" y="72"/>
                </a:cubicBezTo>
                <a:cubicBezTo>
                  <a:pt x="55" y="70"/>
                  <a:pt x="53" y="66"/>
                  <a:pt x="53" y="62"/>
                </a:cubicBezTo>
                <a:cubicBezTo>
                  <a:pt x="53" y="28"/>
                  <a:pt x="53" y="28"/>
                  <a:pt x="53" y="28"/>
                </a:cubicBezTo>
                <a:cubicBezTo>
                  <a:pt x="80" y="17"/>
                  <a:pt x="80" y="17"/>
                  <a:pt x="80" y="17"/>
                </a:cubicBezTo>
                <a:cubicBezTo>
                  <a:pt x="107" y="28"/>
                  <a:pt x="107" y="28"/>
                  <a:pt x="107" y="28"/>
                </a:cubicBezTo>
                <a:lnTo>
                  <a:pt x="107" y="62"/>
                </a:lnTo>
                <a:close/>
                <a:moveTo>
                  <a:pt x="123" y="62"/>
                </a:moveTo>
                <a:cubicBezTo>
                  <a:pt x="123" y="20"/>
                  <a:pt x="123" y="20"/>
                  <a:pt x="123" y="20"/>
                </a:cubicBezTo>
                <a:cubicBezTo>
                  <a:pt x="123" y="19"/>
                  <a:pt x="122" y="18"/>
                  <a:pt x="121" y="17"/>
                </a:cubicBezTo>
                <a:cubicBezTo>
                  <a:pt x="81" y="0"/>
                  <a:pt x="81" y="0"/>
                  <a:pt x="81" y="0"/>
                </a:cubicBezTo>
                <a:cubicBezTo>
                  <a:pt x="80" y="0"/>
                  <a:pt x="80" y="0"/>
                  <a:pt x="79" y="0"/>
                </a:cubicBezTo>
                <a:cubicBezTo>
                  <a:pt x="39" y="17"/>
                  <a:pt x="39" y="17"/>
                  <a:pt x="39" y="17"/>
                </a:cubicBezTo>
                <a:cubicBezTo>
                  <a:pt x="38" y="18"/>
                  <a:pt x="37" y="19"/>
                  <a:pt x="37" y="20"/>
                </a:cubicBezTo>
                <a:cubicBezTo>
                  <a:pt x="37" y="62"/>
                  <a:pt x="37" y="62"/>
                  <a:pt x="37" y="62"/>
                </a:cubicBezTo>
                <a:cubicBezTo>
                  <a:pt x="37" y="71"/>
                  <a:pt x="42" y="80"/>
                  <a:pt x="49" y="85"/>
                </a:cubicBezTo>
                <a:cubicBezTo>
                  <a:pt x="77" y="105"/>
                  <a:pt x="77" y="105"/>
                  <a:pt x="77" y="105"/>
                </a:cubicBezTo>
                <a:cubicBezTo>
                  <a:pt x="79" y="107"/>
                  <a:pt x="81" y="107"/>
                  <a:pt x="83" y="105"/>
                </a:cubicBezTo>
                <a:cubicBezTo>
                  <a:pt x="110" y="85"/>
                  <a:pt x="110" y="85"/>
                  <a:pt x="110" y="85"/>
                </a:cubicBezTo>
                <a:cubicBezTo>
                  <a:pt x="118" y="80"/>
                  <a:pt x="123" y="71"/>
                  <a:pt x="123" y="62"/>
                </a:cubicBezTo>
                <a:close/>
                <a:moveTo>
                  <a:pt x="107" y="81"/>
                </a:moveTo>
                <a:cubicBezTo>
                  <a:pt x="80" y="101"/>
                  <a:pt x="80" y="101"/>
                  <a:pt x="80" y="101"/>
                </a:cubicBezTo>
                <a:cubicBezTo>
                  <a:pt x="53" y="81"/>
                  <a:pt x="53" y="81"/>
                  <a:pt x="53" y="81"/>
                </a:cubicBezTo>
                <a:cubicBezTo>
                  <a:pt x="46" y="77"/>
                  <a:pt x="43" y="69"/>
                  <a:pt x="43" y="62"/>
                </a:cubicBezTo>
                <a:cubicBezTo>
                  <a:pt x="43" y="22"/>
                  <a:pt x="43" y="22"/>
                  <a:pt x="43" y="22"/>
                </a:cubicBezTo>
                <a:cubicBezTo>
                  <a:pt x="80" y="5"/>
                  <a:pt x="80" y="5"/>
                  <a:pt x="80" y="5"/>
                </a:cubicBezTo>
                <a:cubicBezTo>
                  <a:pt x="117" y="22"/>
                  <a:pt x="117" y="22"/>
                  <a:pt x="117" y="22"/>
                </a:cubicBezTo>
                <a:cubicBezTo>
                  <a:pt x="117" y="62"/>
                  <a:pt x="117" y="62"/>
                  <a:pt x="117" y="62"/>
                </a:cubicBezTo>
                <a:cubicBezTo>
                  <a:pt x="117" y="69"/>
                  <a:pt x="114" y="77"/>
                  <a:pt x="107" y="81"/>
                </a:cubicBezTo>
                <a:close/>
                <a:moveTo>
                  <a:pt x="158" y="73"/>
                </a:moveTo>
                <a:cubicBezTo>
                  <a:pt x="157" y="70"/>
                  <a:pt x="154" y="69"/>
                  <a:pt x="151" y="70"/>
                </a:cubicBezTo>
                <a:cubicBezTo>
                  <a:pt x="147" y="70"/>
                  <a:pt x="145" y="72"/>
                  <a:pt x="144" y="75"/>
                </a:cubicBezTo>
                <a:cubicBezTo>
                  <a:pt x="138" y="88"/>
                  <a:pt x="138" y="88"/>
                  <a:pt x="138" y="88"/>
                </a:cubicBezTo>
                <a:cubicBezTo>
                  <a:pt x="133" y="85"/>
                  <a:pt x="127" y="85"/>
                  <a:pt x="123" y="89"/>
                </a:cubicBezTo>
                <a:cubicBezTo>
                  <a:pt x="119" y="93"/>
                  <a:pt x="114" y="96"/>
                  <a:pt x="108" y="99"/>
                </a:cubicBezTo>
                <a:cubicBezTo>
                  <a:pt x="105" y="100"/>
                  <a:pt x="101" y="102"/>
                  <a:pt x="99" y="105"/>
                </a:cubicBezTo>
                <a:cubicBezTo>
                  <a:pt x="95" y="110"/>
                  <a:pt x="93" y="116"/>
                  <a:pt x="93" y="123"/>
                </a:cubicBezTo>
                <a:cubicBezTo>
                  <a:pt x="93" y="128"/>
                  <a:pt x="93" y="128"/>
                  <a:pt x="93" y="128"/>
                </a:cubicBezTo>
                <a:cubicBezTo>
                  <a:pt x="90" y="128"/>
                  <a:pt x="88" y="130"/>
                  <a:pt x="88" y="133"/>
                </a:cubicBezTo>
                <a:cubicBezTo>
                  <a:pt x="88" y="154"/>
                  <a:pt x="88" y="154"/>
                  <a:pt x="88" y="154"/>
                </a:cubicBezTo>
                <a:cubicBezTo>
                  <a:pt x="88" y="157"/>
                  <a:pt x="90" y="160"/>
                  <a:pt x="93" y="160"/>
                </a:cubicBezTo>
                <a:cubicBezTo>
                  <a:pt x="123" y="160"/>
                  <a:pt x="123" y="160"/>
                  <a:pt x="123" y="160"/>
                </a:cubicBezTo>
                <a:cubicBezTo>
                  <a:pt x="126" y="160"/>
                  <a:pt x="128" y="157"/>
                  <a:pt x="128" y="154"/>
                </a:cubicBezTo>
                <a:cubicBezTo>
                  <a:pt x="128" y="133"/>
                  <a:pt x="128" y="133"/>
                  <a:pt x="128" y="133"/>
                </a:cubicBezTo>
                <a:cubicBezTo>
                  <a:pt x="128" y="132"/>
                  <a:pt x="127" y="130"/>
                  <a:pt x="127" y="129"/>
                </a:cubicBezTo>
                <a:cubicBezTo>
                  <a:pt x="143" y="113"/>
                  <a:pt x="143" y="113"/>
                  <a:pt x="143" y="113"/>
                </a:cubicBezTo>
                <a:cubicBezTo>
                  <a:pt x="145" y="110"/>
                  <a:pt x="147" y="108"/>
                  <a:pt x="149" y="104"/>
                </a:cubicBezTo>
                <a:cubicBezTo>
                  <a:pt x="159" y="82"/>
                  <a:pt x="159" y="82"/>
                  <a:pt x="159" y="82"/>
                </a:cubicBezTo>
                <a:cubicBezTo>
                  <a:pt x="160" y="79"/>
                  <a:pt x="160" y="75"/>
                  <a:pt x="158" y="73"/>
                </a:cubicBezTo>
                <a:close/>
                <a:moveTo>
                  <a:pt x="123" y="154"/>
                </a:moveTo>
                <a:cubicBezTo>
                  <a:pt x="93" y="154"/>
                  <a:pt x="93" y="154"/>
                  <a:pt x="93" y="154"/>
                </a:cubicBezTo>
                <a:cubicBezTo>
                  <a:pt x="93" y="133"/>
                  <a:pt x="93" y="133"/>
                  <a:pt x="93" y="133"/>
                </a:cubicBezTo>
                <a:cubicBezTo>
                  <a:pt x="123" y="133"/>
                  <a:pt x="123" y="133"/>
                  <a:pt x="123" y="133"/>
                </a:cubicBezTo>
                <a:lnTo>
                  <a:pt x="123" y="154"/>
                </a:lnTo>
                <a:close/>
                <a:moveTo>
                  <a:pt x="154" y="79"/>
                </a:moveTo>
                <a:cubicBezTo>
                  <a:pt x="144" y="102"/>
                  <a:pt x="144" y="102"/>
                  <a:pt x="144" y="102"/>
                </a:cubicBezTo>
                <a:cubicBezTo>
                  <a:pt x="143" y="105"/>
                  <a:pt x="141" y="107"/>
                  <a:pt x="139" y="109"/>
                </a:cubicBezTo>
                <a:cubicBezTo>
                  <a:pt x="121" y="128"/>
                  <a:pt x="121" y="128"/>
                  <a:pt x="121" y="128"/>
                </a:cubicBezTo>
                <a:cubicBezTo>
                  <a:pt x="99" y="128"/>
                  <a:pt x="99" y="128"/>
                  <a:pt x="99" y="128"/>
                </a:cubicBezTo>
                <a:cubicBezTo>
                  <a:pt x="99" y="123"/>
                  <a:pt x="99" y="123"/>
                  <a:pt x="99" y="123"/>
                </a:cubicBezTo>
                <a:cubicBezTo>
                  <a:pt x="99" y="118"/>
                  <a:pt x="100" y="113"/>
                  <a:pt x="103" y="108"/>
                </a:cubicBezTo>
                <a:cubicBezTo>
                  <a:pt x="105" y="106"/>
                  <a:pt x="107" y="105"/>
                  <a:pt x="110" y="104"/>
                </a:cubicBezTo>
                <a:cubicBezTo>
                  <a:pt x="116" y="101"/>
                  <a:pt x="122" y="98"/>
                  <a:pt x="127" y="93"/>
                </a:cubicBezTo>
                <a:cubicBezTo>
                  <a:pt x="129" y="91"/>
                  <a:pt x="133" y="91"/>
                  <a:pt x="135" y="93"/>
                </a:cubicBezTo>
                <a:cubicBezTo>
                  <a:pt x="134" y="94"/>
                  <a:pt x="133" y="96"/>
                  <a:pt x="132" y="97"/>
                </a:cubicBezTo>
                <a:cubicBezTo>
                  <a:pt x="120" y="109"/>
                  <a:pt x="120" y="109"/>
                  <a:pt x="120" y="109"/>
                </a:cubicBezTo>
                <a:cubicBezTo>
                  <a:pt x="119" y="110"/>
                  <a:pt x="119" y="112"/>
                  <a:pt x="120" y="113"/>
                </a:cubicBezTo>
                <a:cubicBezTo>
                  <a:pt x="121" y="114"/>
                  <a:pt x="123" y="114"/>
                  <a:pt x="124" y="113"/>
                </a:cubicBezTo>
                <a:cubicBezTo>
                  <a:pt x="136" y="101"/>
                  <a:pt x="136" y="101"/>
                  <a:pt x="136" y="101"/>
                </a:cubicBezTo>
                <a:cubicBezTo>
                  <a:pt x="139" y="98"/>
                  <a:pt x="141" y="94"/>
                  <a:pt x="143" y="91"/>
                </a:cubicBezTo>
                <a:cubicBezTo>
                  <a:pt x="149" y="77"/>
                  <a:pt x="149" y="77"/>
                  <a:pt x="149" y="77"/>
                </a:cubicBezTo>
                <a:cubicBezTo>
                  <a:pt x="149" y="76"/>
                  <a:pt x="150" y="75"/>
                  <a:pt x="151" y="75"/>
                </a:cubicBezTo>
                <a:cubicBezTo>
                  <a:pt x="153" y="75"/>
                  <a:pt x="154" y="75"/>
                  <a:pt x="154" y="76"/>
                </a:cubicBezTo>
                <a:cubicBezTo>
                  <a:pt x="155" y="77"/>
                  <a:pt x="155" y="78"/>
                  <a:pt x="154" y="79"/>
                </a:cubicBezTo>
                <a:close/>
                <a:moveTo>
                  <a:pt x="101" y="146"/>
                </a:moveTo>
                <a:cubicBezTo>
                  <a:pt x="104" y="146"/>
                  <a:pt x="104" y="146"/>
                  <a:pt x="104" y="146"/>
                </a:cubicBezTo>
                <a:cubicBezTo>
                  <a:pt x="105" y="146"/>
                  <a:pt x="107" y="145"/>
                  <a:pt x="107" y="144"/>
                </a:cubicBezTo>
                <a:cubicBezTo>
                  <a:pt x="107" y="142"/>
                  <a:pt x="105" y="141"/>
                  <a:pt x="104" y="141"/>
                </a:cubicBezTo>
                <a:cubicBezTo>
                  <a:pt x="101" y="141"/>
                  <a:pt x="101" y="141"/>
                  <a:pt x="101" y="141"/>
                </a:cubicBezTo>
                <a:cubicBezTo>
                  <a:pt x="100" y="141"/>
                  <a:pt x="99" y="142"/>
                  <a:pt x="99" y="144"/>
                </a:cubicBezTo>
                <a:cubicBezTo>
                  <a:pt x="99" y="145"/>
                  <a:pt x="100" y="146"/>
                  <a:pt x="101" y="146"/>
                </a:cubicBezTo>
                <a:close/>
                <a:moveTo>
                  <a:pt x="66" y="56"/>
                </a:moveTo>
                <a:cubicBezTo>
                  <a:pt x="64" y="55"/>
                  <a:pt x="63" y="55"/>
                  <a:pt x="62" y="57"/>
                </a:cubicBezTo>
                <a:cubicBezTo>
                  <a:pt x="61" y="58"/>
                  <a:pt x="61" y="60"/>
                  <a:pt x="62" y="60"/>
                </a:cubicBezTo>
                <a:cubicBezTo>
                  <a:pt x="73" y="68"/>
                  <a:pt x="73" y="68"/>
                  <a:pt x="73" y="68"/>
                </a:cubicBezTo>
                <a:cubicBezTo>
                  <a:pt x="74" y="69"/>
                  <a:pt x="74" y="69"/>
                  <a:pt x="75" y="69"/>
                </a:cubicBezTo>
                <a:cubicBezTo>
                  <a:pt x="75" y="69"/>
                  <a:pt x="75" y="69"/>
                  <a:pt x="75" y="69"/>
                </a:cubicBezTo>
                <a:cubicBezTo>
                  <a:pt x="76" y="69"/>
                  <a:pt x="76" y="68"/>
                  <a:pt x="77" y="68"/>
                </a:cubicBezTo>
                <a:cubicBezTo>
                  <a:pt x="98" y="36"/>
                  <a:pt x="98" y="36"/>
                  <a:pt x="98" y="36"/>
                </a:cubicBezTo>
                <a:cubicBezTo>
                  <a:pt x="99" y="35"/>
                  <a:pt x="99" y="34"/>
                  <a:pt x="98" y="33"/>
                </a:cubicBezTo>
                <a:cubicBezTo>
                  <a:pt x="98" y="32"/>
                  <a:pt x="97" y="32"/>
                  <a:pt x="96" y="32"/>
                </a:cubicBezTo>
                <a:cubicBezTo>
                  <a:pt x="95" y="32"/>
                  <a:pt x="94" y="32"/>
                  <a:pt x="94" y="33"/>
                </a:cubicBezTo>
                <a:cubicBezTo>
                  <a:pt x="74" y="62"/>
                  <a:pt x="74" y="62"/>
                  <a:pt x="74" y="62"/>
                </a:cubicBezTo>
                <a:lnTo>
                  <a:pt x="66" y="5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16565CA-F0A9-4E86-916F-589400C55FF2}"/>
              </a:ext>
            </a:extLst>
          </p:cNvPr>
          <p:cNvSpPr txBox="1"/>
          <p:nvPr/>
        </p:nvSpPr>
        <p:spPr>
          <a:xfrm>
            <a:off x="3581408" y="2774427"/>
            <a:ext cx="1128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Poppins" panose="00000500000000000000" pitchFamily="50" charset="0"/>
                <a:cs typeface="Poppins" panose="00000500000000000000" pitchFamily="50" charset="0"/>
              </a:rPr>
              <a:t>Activities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67275CC-41D4-492D-9926-1CA996F0DD31}"/>
              </a:ext>
            </a:extLst>
          </p:cNvPr>
          <p:cNvSpPr txBox="1"/>
          <p:nvPr/>
        </p:nvSpPr>
        <p:spPr>
          <a:xfrm>
            <a:off x="3581407" y="3280779"/>
            <a:ext cx="13203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Poppins" panose="00000500000000000000" pitchFamily="50" charset="0"/>
                <a:cs typeface="Poppins" panose="00000500000000000000" pitchFamily="50" charset="0"/>
              </a:rPr>
              <a:t>Current ratio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8CF3846-FE63-41B9-A6A5-588387DEB641}"/>
              </a:ext>
            </a:extLst>
          </p:cNvPr>
          <p:cNvSpPr txBox="1"/>
          <p:nvPr/>
        </p:nvSpPr>
        <p:spPr>
          <a:xfrm>
            <a:off x="3581408" y="3780130"/>
            <a:ext cx="13203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Poppins" panose="00000500000000000000" pitchFamily="50" charset="0"/>
                <a:cs typeface="Poppins" panose="00000500000000000000" pitchFamily="50" charset="0"/>
              </a:rPr>
              <a:t>The Shear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69CE87E-2092-4350-B08C-D8773004F941}"/>
              </a:ext>
            </a:extLst>
          </p:cNvPr>
          <p:cNvSpPr txBox="1"/>
          <p:nvPr/>
        </p:nvSpPr>
        <p:spPr>
          <a:xfrm>
            <a:off x="3581408" y="4267374"/>
            <a:ext cx="12432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Poppins" panose="00000500000000000000" pitchFamily="50" charset="0"/>
                <a:cs typeface="Poppins" panose="00000500000000000000" pitchFamily="50" charset="0"/>
              </a:rPr>
              <a:t>The Turnover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D793FC8-7519-481D-8F38-BAF5F4417605}"/>
              </a:ext>
            </a:extLst>
          </p:cNvPr>
          <p:cNvSpPr txBox="1"/>
          <p:nvPr/>
        </p:nvSpPr>
        <p:spPr>
          <a:xfrm>
            <a:off x="3581408" y="4761899"/>
            <a:ext cx="1128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Poppins" panose="00000500000000000000" pitchFamily="50" charset="0"/>
                <a:cs typeface="Poppins" panose="00000500000000000000" pitchFamily="50" charset="0"/>
              </a:rPr>
              <a:t>Conclusion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F716AFD-D629-41D5-B32D-A83BAE15E2D5}"/>
              </a:ext>
            </a:extLst>
          </p:cNvPr>
          <p:cNvSpPr txBox="1"/>
          <p:nvPr/>
        </p:nvSpPr>
        <p:spPr>
          <a:xfrm>
            <a:off x="5593145" y="2789816"/>
            <a:ext cx="9362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Poppins" panose="00000500000000000000" pitchFamily="50" charset="0"/>
                <a:cs typeface="Poppins" panose="00000500000000000000" pitchFamily="50" charset="0"/>
              </a:rPr>
              <a:t>$ XXX.XX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D99E6B7-34A0-4552-A17F-468E374D3B53}"/>
              </a:ext>
            </a:extLst>
          </p:cNvPr>
          <p:cNvSpPr txBox="1"/>
          <p:nvPr/>
        </p:nvSpPr>
        <p:spPr>
          <a:xfrm>
            <a:off x="5593145" y="3296168"/>
            <a:ext cx="9362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Poppins" panose="00000500000000000000" pitchFamily="50" charset="0"/>
                <a:cs typeface="Poppins" panose="00000500000000000000" pitchFamily="50" charset="0"/>
              </a:rPr>
              <a:t>$ XXX.XX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68998C0-64D7-4631-9456-4003800BBF0E}"/>
              </a:ext>
            </a:extLst>
          </p:cNvPr>
          <p:cNvSpPr txBox="1"/>
          <p:nvPr/>
        </p:nvSpPr>
        <p:spPr>
          <a:xfrm>
            <a:off x="5593145" y="3795519"/>
            <a:ext cx="9362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Poppins" panose="00000500000000000000" pitchFamily="50" charset="0"/>
                <a:cs typeface="Poppins" panose="00000500000000000000" pitchFamily="50" charset="0"/>
              </a:rPr>
              <a:t>$ XXX.XX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E8291D2-CE92-4ED7-84BC-F8ADF4BA7C39}"/>
              </a:ext>
            </a:extLst>
          </p:cNvPr>
          <p:cNvSpPr txBox="1"/>
          <p:nvPr/>
        </p:nvSpPr>
        <p:spPr>
          <a:xfrm>
            <a:off x="5593145" y="4282763"/>
            <a:ext cx="9362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Poppins" panose="00000500000000000000" pitchFamily="50" charset="0"/>
                <a:cs typeface="Poppins" panose="00000500000000000000" pitchFamily="50" charset="0"/>
              </a:rPr>
              <a:t>$ XXX.XX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BCD9A11-8A9A-4145-A0A8-D13BB7B2C4CE}"/>
              </a:ext>
            </a:extLst>
          </p:cNvPr>
          <p:cNvSpPr txBox="1"/>
          <p:nvPr/>
        </p:nvSpPr>
        <p:spPr>
          <a:xfrm>
            <a:off x="5593145" y="4777288"/>
            <a:ext cx="9362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Poppins" panose="00000500000000000000" pitchFamily="50" charset="0"/>
                <a:cs typeface="Poppins" panose="00000500000000000000" pitchFamily="50" charset="0"/>
              </a:rPr>
              <a:t>$ XXX.XX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6CEED76C-DDD0-4645-B4EE-C5213C5B05AF}"/>
              </a:ext>
            </a:extLst>
          </p:cNvPr>
          <p:cNvSpPr txBox="1"/>
          <p:nvPr/>
        </p:nvSpPr>
        <p:spPr>
          <a:xfrm>
            <a:off x="5593145" y="5271469"/>
            <a:ext cx="9362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Poppins" panose="00000500000000000000" pitchFamily="50" charset="0"/>
                <a:cs typeface="Poppins" panose="00000500000000000000" pitchFamily="50" charset="0"/>
              </a:rPr>
              <a:t>$ XXX.XX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303A985-8C2E-44A8-83DE-415AAE9C7900}"/>
              </a:ext>
            </a:extLst>
          </p:cNvPr>
          <p:cNvSpPr txBox="1"/>
          <p:nvPr/>
        </p:nvSpPr>
        <p:spPr>
          <a:xfrm>
            <a:off x="3581408" y="5256080"/>
            <a:ext cx="1656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Poppins" panose="00000500000000000000" pitchFamily="50" charset="0"/>
                <a:cs typeface="Poppins" panose="00000500000000000000" pitchFamily="50" charset="0"/>
              </a:rPr>
              <a:t>Marketing Facts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9F089697-1E01-4A72-9399-73CC4627093F}"/>
              </a:ext>
            </a:extLst>
          </p:cNvPr>
          <p:cNvSpPr txBox="1"/>
          <p:nvPr/>
        </p:nvSpPr>
        <p:spPr>
          <a:xfrm>
            <a:off x="4748118" y="5726770"/>
            <a:ext cx="16717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schemeClr val="accent2"/>
                </a:solidFill>
                <a:latin typeface="Poppins regular" panose="00000500000000000000" pitchFamily="2" charset="0"/>
                <a:ea typeface="Jost" pitchFamily="2" charset="0"/>
                <a:cs typeface="Poppins regular" panose="00000500000000000000" pitchFamily="2" charset="0"/>
              </a:rPr>
              <a:t>Total - </a:t>
            </a:r>
            <a:r>
              <a:rPr lang="en-US" sz="1200" dirty="0">
                <a:solidFill>
                  <a:schemeClr val="accent2"/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$ XXX.XX</a:t>
            </a:r>
            <a:endParaRPr lang="en-US" sz="1200" dirty="0">
              <a:solidFill>
                <a:schemeClr val="accent2"/>
              </a:solidFill>
              <a:latin typeface="Poppins regular" panose="00000500000000000000" pitchFamily="2" charset="0"/>
              <a:ea typeface="Jost" pitchFamily="2" charset="0"/>
              <a:cs typeface="Poppins regular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7025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C41C2ED5-5A6C-4D55-BE9C-BBE9D4D9A5E0}"/>
              </a:ext>
            </a:extLst>
          </p:cNvPr>
          <p:cNvSpPr/>
          <p:nvPr/>
        </p:nvSpPr>
        <p:spPr>
          <a:xfrm>
            <a:off x="6079220" y="2640303"/>
            <a:ext cx="2510552" cy="68862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D9D0644-FC47-4BB7-9953-5B819CB3363F}"/>
              </a:ext>
            </a:extLst>
          </p:cNvPr>
          <p:cNvSpPr/>
          <p:nvPr/>
        </p:nvSpPr>
        <p:spPr>
          <a:xfrm>
            <a:off x="8702902" y="2640303"/>
            <a:ext cx="2510552" cy="68862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DF95278-3AEC-4863-A73B-4CE17401CDD7}"/>
              </a:ext>
            </a:extLst>
          </p:cNvPr>
          <p:cNvSpPr/>
          <p:nvPr/>
        </p:nvSpPr>
        <p:spPr>
          <a:xfrm>
            <a:off x="3455538" y="2640303"/>
            <a:ext cx="2510552" cy="6886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5A2B6A6-6A7A-451B-ABF3-5891EBF3BC8D}"/>
              </a:ext>
            </a:extLst>
          </p:cNvPr>
          <p:cNvSpPr/>
          <p:nvPr/>
        </p:nvSpPr>
        <p:spPr>
          <a:xfrm>
            <a:off x="831856" y="2640303"/>
            <a:ext cx="2510552" cy="6886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0C4BF1-F241-4891-B794-52222BB1C5E3}"/>
              </a:ext>
            </a:extLst>
          </p:cNvPr>
          <p:cNvSpPr txBox="1"/>
          <p:nvPr/>
        </p:nvSpPr>
        <p:spPr>
          <a:xfrm>
            <a:off x="717045" y="733712"/>
            <a:ext cx="4388355" cy="65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500" dirty="0">
                <a:solidFill>
                  <a:schemeClr val="accent2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Financial</a:t>
            </a:r>
            <a:r>
              <a:rPr lang="en-US" sz="3500" dirty="0">
                <a:latin typeface="Poppins SemiBold" panose="00000700000000000000" pitchFamily="50" charset="0"/>
                <a:cs typeface="Poppins SemiBold" panose="00000700000000000000" pitchFamily="50" charset="0"/>
              </a:rPr>
              <a:t> Facts</a:t>
            </a:r>
          </a:p>
        </p:txBody>
      </p:sp>
      <p:sp>
        <p:nvSpPr>
          <p:cNvPr id="34" name="Prevalence">
            <a:extLst>
              <a:ext uri="{FF2B5EF4-FFF2-40B4-BE49-F238E27FC236}">
                <a16:creationId xmlns:a16="http://schemas.microsoft.com/office/drawing/2014/main" id="{A2C75E94-7435-4E18-B68B-9A5C36CE33D0}"/>
              </a:ext>
            </a:extLst>
          </p:cNvPr>
          <p:cNvSpPr/>
          <p:nvPr/>
        </p:nvSpPr>
        <p:spPr>
          <a:xfrm>
            <a:off x="1211854" y="2907346"/>
            <a:ext cx="915963" cy="19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4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Disability</a:t>
            </a:r>
          </a:p>
        </p:txBody>
      </p:sp>
      <p:sp>
        <p:nvSpPr>
          <p:cNvPr id="35" name="Prevalence">
            <a:extLst>
              <a:ext uri="{FF2B5EF4-FFF2-40B4-BE49-F238E27FC236}">
                <a16:creationId xmlns:a16="http://schemas.microsoft.com/office/drawing/2014/main" id="{EC520E37-A6A8-4932-9BC8-52E7F1895707}"/>
              </a:ext>
            </a:extLst>
          </p:cNvPr>
          <p:cNvSpPr/>
          <p:nvPr/>
        </p:nvSpPr>
        <p:spPr>
          <a:xfrm>
            <a:off x="3766529" y="2907346"/>
            <a:ext cx="1502467" cy="19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4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Critical thinking</a:t>
            </a:r>
          </a:p>
        </p:txBody>
      </p:sp>
      <p:sp>
        <p:nvSpPr>
          <p:cNvPr id="36" name="Prevalence">
            <a:extLst>
              <a:ext uri="{FF2B5EF4-FFF2-40B4-BE49-F238E27FC236}">
                <a16:creationId xmlns:a16="http://schemas.microsoft.com/office/drawing/2014/main" id="{C8974734-2BFC-41DE-A8B5-DA4A6D836D27}"/>
              </a:ext>
            </a:extLst>
          </p:cNvPr>
          <p:cNvSpPr/>
          <p:nvPr/>
        </p:nvSpPr>
        <p:spPr>
          <a:xfrm>
            <a:off x="6433849" y="2907346"/>
            <a:ext cx="752896" cy="19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400" dirty="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Buy Sell</a:t>
            </a:r>
          </a:p>
        </p:txBody>
      </p:sp>
      <p:sp>
        <p:nvSpPr>
          <p:cNvPr id="39" name="Prevalence">
            <a:extLst>
              <a:ext uri="{FF2B5EF4-FFF2-40B4-BE49-F238E27FC236}">
                <a16:creationId xmlns:a16="http://schemas.microsoft.com/office/drawing/2014/main" id="{FAE6952B-73B6-4604-8F05-D6D7CB63384F}"/>
              </a:ext>
            </a:extLst>
          </p:cNvPr>
          <p:cNvSpPr/>
          <p:nvPr/>
        </p:nvSpPr>
        <p:spPr>
          <a:xfrm>
            <a:off x="9066881" y="2907346"/>
            <a:ext cx="1096616" cy="19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400" dirty="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Key Persons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1499BB3-CBB7-4B45-BF52-539033FC75A0}"/>
              </a:ext>
            </a:extLst>
          </p:cNvPr>
          <p:cNvSpPr/>
          <p:nvPr/>
        </p:nvSpPr>
        <p:spPr>
          <a:xfrm>
            <a:off x="831856" y="3469844"/>
            <a:ext cx="2510552" cy="2419688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E6F1E49-A275-4CA1-AC97-BF36025686B8}"/>
              </a:ext>
            </a:extLst>
          </p:cNvPr>
          <p:cNvSpPr txBox="1"/>
          <p:nvPr/>
        </p:nvSpPr>
        <p:spPr>
          <a:xfrm>
            <a:off x="1169223" y="3924988"/>
            <a:ext cx="1879886" cy="1087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ts val="2000"/>
              </a:lnSpc>
              <a:buFont typeface="Wingdings" panose="05000000000000000000" pitchFamily="2" charset="2"/>
              <a:buChar char="ü"/>
            </a:pPr>
            <a:r>
              <a:rPr lang="en-US" sz="1000" i="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passages </a:t>
            </a:r>
          </a:p>
          <a:p>
            <a:pPr marL="171450" indent="-171450">
              <a:lnSpc>
                <a:spcPts val="2000"/>
              </a:lnSpc>
              <a:buFont typeface="Wingdings" panose="05000000000000000000" pitchFamily="2" charset="2"/>
              <a:buChar char="ü"/>
            </a:pPr>
            <a:r>
              <a:rPr lang="en-US" sz="1000" i="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or randomized words</a:t>
            </a:r>
          </a:p>
          <a:p>
            <a:pPr marL="171450" indent="-171450">
              <a:lnSpc>
                <a:spcPts val="2000"/>
              </a:lnSpc>
              <a:buFont typeface="Wingdings" panose="05000000000000000000" pitchFamily="2" charset="2"/>
              <a:buChar char="ü"/>
            </a:pPr>
            <a:r>
              <a:rPr lang="en-US" sz="1000" i="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isn't embarrassing hidden in the</a:t>
            </a:r>
            <a:endParaRPr lang="en-US" sz="1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19A8276-F288-4CD1-B35F-446ECB7304FE}"/>
              </a:ext>
            </a:extLst>
          </p:cNvPr>
          <p:cNvSpPr/>
          <p:nvPr/>
        </p:nvSpPr>
        <p:spPr>
          <a:xfrm>
            <a:off x="3455538" y="3469844"/>
            <a:ext cx="2510552" cy="24196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CDEFCCC-AA00-475F-92B9-7DE5A59005DA}"/>
              </a:ext>
            </a:extLst>
          </p:cNvPr>
          <p:cNvSpPr txBox="1"/>
          <p:nvPr/>
        </p:nvSpPr>
        <p:spPr>
          <a:xfrm>
            <a:off x="3723604" y="3910180"/>
            <a:ext cx="1984929" cy="1087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ts val="2000"/>
              </a:lnSpc>
              <a:buFont typeface="Wingdings" panose="05000000000000000000" pitchFamily="2" charset="2"/>
              <a:buChar char="ü"/>
            </a:pPr>
            <a:r>
              <a:rPr lang="en-US" sz="1000" i="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passages </a:t>
            </a:r>
          </a:p>
          <a:p>
            <a:pPr marL="171450" indent="-171450">
              <a:lnSpc>
                <a:spcPts val="2000"/>
              </a:lnSpc>
              <a:buFont typeface="Wingdings" panose="05000000000000000000" pitchFamily="2" charset="2"/>
              <a:buChar char="ü"/>
            </a:pPr>
            <a:r>
              <a:rPr lang="en-US" sz="1000" i="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or randomized words</a:t>
            </a:r>
          </a:p>
          <a:p>
            <a:pPr marL="171450" indent="-171450">
              <a:lnSpc>
                <a:spcPts val="2000"/>
              </a:lnSpc>
              <a:buFont typeface="Wingdings" panose="05000000000000000000" pitchFamily="2" charset="2"/>
              <a:buChar char="ü"/>
            </a:pPr>
            <a:r>
              <a:rPr lang="en-US" sz="1000" i="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isn't embarrassing hidden in the</a:t>
            </a:r>
            <a:endParaRPr lang="en-US" sz="1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C7D1E43-EF4E-466B-8E41-6BA9231BB8DF}"/>
              </a:ext>
            </a:extLst>
          </p:cNvPr>
          <p:cNvSpPr/>
          <p:nvPr/>
        </p:nvSpPr>
        <p:spPr>
          <a:xfrm>
            <a:off x="6079220" y="3469844"/>
            <a:ext cx="2510552" cy="2419688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BBB35EF-CE72-4A35-8547-6000CDFFAADB}"/>
              </a:ext>
            </a:extLst>
          </p:cNvPr>
          <p:cNvSpPr txBox="1"/>
          <p:nvPr/>
        </p:nvSpPr>
        <p:spPr>
          <a:xfrm>
            <a:off x="6380846" y="3939796"/>
            <a:ext cx="1984929" cy="1087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ts val="2000"/>
              </a:lnSpc>
              <a:buFont typeface="Wingdings" panose="05000000000000000000" pitchFamily="2" charset="2"/>
              <a:buChar char="ü"/>
            </a:pPr>
            <a:r>
              <a:rPr lang="en-US" sz="1000" i="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passages </a:t>
            </a:r>
          </a:p>
          <a:p>
            <a:pPr marL="171450" indent="-171450">
              <a:lnSpc>
                <a:spcPts val="2000"/>
              </a:lnSpc>
              <a:buFont typeface="Wingdings" panose="05000000000000000000" pitchFamily="2" charset="2"/>
              <a:buChar char="ü"/>
            </a:pPr>
            <a:r>
              <a:rPr lang="en-US" sz="1000" i="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or randomized words</a:t>
            </a:r>
          </a:p>
          <a:p>
            <a:pPr marL="171450" indent="-171450">
              <a:lnSpc>
                <a:spcPts val="2000"/>
              </a:lnSpc>
              <a:buFont typeface="Wingdings" panose="05000000000000000000" pitchFamily="2" charset="2"/>
              <a:buChar char="ü"/>
            </a:pPr>
            <a:r>
              <a:rPr lang="en-US" sz="1000" i="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isn't embarrassing hidden in the</a:t>
            </a:r>
            <a:endParaRPr lang="en-US" sz="1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5FB7EC2-E075-4D81-8852-E72918D70828}"/>
              </a:ext>
            </a:extLst>
          </p:cNvPr>
          <p:cNvSpPr/>
          <p:nvPr/>
        </p:nvSpPr>
        <p:spPr>
          <a:xfrm>
            <a:off x="8702902" y="3469844"/>
            <a:ext cx="2510552" cy="24196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C23BE98-CC58-4024-9E5A-BB4AE7CE9346}"/>
              </a:ext>
            </a:extLst>
          </p:cNvPr>
          <p:cNvSpPr txBox="1"/>
          <p:nvPr/>
        </p:nvSpPr>
        <p:spPr>
          <a:xfrm>
            <a:off x="8987748" y="3924988"/>
            <a:ext cx="1984929" cy="1087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ts val="2000"/>
              </a:lnSpc>
              <a:buFont typeface="Wingdings" panose="05000000000000000000" pitchFamily="2" charset="2"/>
              <a:buChar char="ü"/>
            </a:pPr>
            <a:r>
              <a:rPr lang="en-US" sz="1000" i="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passages </a:t>
            </a:r>
          </a:p>
          <a:p>
            <a:pPr marL="171450" indent="-171450">
              <a:lnSpc>
                <a:spcPts val="2000"/>
              </a:lnSpc>
              <a:buFont typeface="Wingdings" panose="05000000000000000000" pitchFamily="2" charset="2"/>
              <a:buChar char="ü"/>
            </a:pPr>
            <a:r>
              <a:rPr lang="en-US" sz="1000" i="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or randomized words</a:t>
            </a:r>
          </a:p>
          <a:p>
            <a:pPr marL="171450" indent="-171450">
              <a:lnSpc>
                <a:spcPts val="2000"/>
              </a:lnSpc>
              <a:buFont typeface="Wingdings" panose="05000000000000000000" pitchFamily="2" charset="2"/>
              <a:buChar char="ü"/>
            </a:pPr>
            <a:r>
              <a:rPr lang="en-US" sz="1000" i="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isn't embarrassing hidden in the</a:t>
            </a:r>
            <a:endParaRPr lang="en-US" sz="1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444CF985-A2CA-4AE8-92D5-FAB266E89A1D}"/>
              </a:ext>
            </a:extLst>
          </p:cNvPr>
          <p:cNvCxnSpPr>
            <a:cxnSpLocks/>
          </p:cNvCxnSpPr>
          <p:nvPr/>
        </p:nvCxnSpPr>
        <p:spPr>
          <a:xfrm>
            <a:off x="831858" y="5461284"/>
            <a:ext cx="10381596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799DA9E9-5EDD-4832-9830-B25CBA35374E}"/>
              </a:ext>
            </a:extLst>
          </p:cNvPr>
          <p:cNvSpPr txBox="1"/>
          <p:nvPr/>
        </p:nvSpPr>
        <p:spPr>
          <a:xfrm>
            <a:off x="1156974" y="5543572"/>
            <a:ext cx="7490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Poppins" panose="00000500000000000000" pitchFamily="50" charset="0"/>
                <a:cs typeface="Poppins" panose="00000500000000000000" pitchFamily="50" charset="0"/>
              </a:rPr>
              <a:t>Example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0C6E1A7-CB51-4CB7-AECA-50809CF79E0A}"/>
              </a:ext>
            </a:extLst>
          </p:cNvPr>
          <p:cNvSpPr txBox="1"/>
          <p:nvPr/>
        </p:nvSpPr>
        <p:spPr>
          <a:xfrm>
            <a:off x="2262022" y="5543572"/>
            <a:ext cx="7490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latin typeface="Poppins" panose="00000500000000000000" pitchFamily="50" charset="0"/>
                <a:cs typeface="Poppins" panose="00000500000000000000" pitchFamily="50" charset="0"/>
              </a:rPr>
              <a:t>$ XXX.XX</a:t>
            </a:r>
          </a:p>
        </p:txBody>
      </p:sp>
      <p:cxnSp>
        <p:nvCxnSpPr>
          <p:cNvPr id="2053" name="Straight Connector 2052">
            <a:extLst>
              <a:ext uri="{FF2B5EF4-FFF2-40B4-BE49-F238E27FC236}">
                <a16:creationId xmlns:a16="http://schemas.microsoft.com/office/drawing/2014/main" id="{0D727B7E-6466-41F7-8AE5-BACE0DE5DC34}"/>
              </a:ext>
            </a:extLst>
          </p:cNvPr>
          <p:cNvCxnSpPr>
            <a:cxnSpLocks/>
          </p:cNvCxnSpPr>
          <p:nvPr/>
        </p:nvCxnSpPr>
        <p:spPr>
          <a:xfrm>
            <a:off x="1940250" y="5666682"/>
            <a:ext cx="268228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29C0A0B9-523B-43A7-BC69-BCC93415A922}"/>
              </a:ext>
            </a:extLst>
          </p:cNvPr>
          <p:cNvSpPr txBox="1"/>
          <p:nvPr/>
        </p:nvSpPr>
        <p:spPr>
          <a:xfrm>
            <a:off x="3782155" y="5543572"/>
            <a:ext cx="7490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Poppins" panose="00000500000000000000" pitchFamily="50" charset="0"/>
                <a:cs typeface="Poppins" panose="00000500000000000000" pitchFamily="50" charset="0"/>
              </a:rPr>
              <a:t>Example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A1E6F2D7-8550-4EC7-992E-B75EAC92A864}"/>
              </a:ext>
            </a:extLst>
          </p:cNvPr>
          <p:cNvSpPr txBox="1"/>
          <p:nvPr/>
        </p:nvSpPr>
        <p:spPr>
          <a:xfrm>
            <a:off x="4887203" y="5543572"/>
            <a:ext cx="7490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latin typeface="Poppins" panose="00000500000000000000" pitchFamily="50" charset="0"/>
                <a:cs typeface="Poppins" panose="00000500000000000000" pitchFamily="50" charset="0"/>
              </a:rPr>
              <a:t>$ XXX.XX</a:t>
            </a: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D06E2C14-BC68-47DA-831D-94E8171C5A6B}"/>
              </a:ext>
            </a:extLst>
          </p:cNvPr>
          <p:cNvCxnSpPr>
            <a:cxnSpLocks/>
          </p:cNvCxnSpPr>
          <p:nvPr/>
        </p:nvCxnSpPr>
        <p:spPr>
          <a:xfrm>
            <a:off x="4565431" y="5666682"/>
            <a:ext cx="268228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4CD98B14-FE76-44AA-8255-CF5210EA5E71}"/>
              </a:ext>
            </a:extLst>
          </p:cNvPr>
          <p:cNvSpPr txBox="1"/>
          <p:nvPr/>
        </p:nvSpPr>
        <p:spPr>
          <a:xfrm>
            <a:off x="6404588" y="5543572"/>
            <a:ext cx="7490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Poppins" panose="00000500000000000000" pitchFamily="50" charset="0"/>
                <a:cs typeface="Poppins" panose="00000500000000000000" pitchFamily="50" charset="0"/>
              </a:rPr>
              <a:t>Example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A43B8C55-66DA-429B-A5BA-6A24D00653D5}"/>
              </a:ext>
            </a:extLst>
          </p:cNvPr>
          <p:cNvSpPr txBox="1"/>
          <p:nvPr/>
        </p:nvSpPr>
        <p:spPr>
          <a:xfrm>
            <a:off x="7509636" y="5543572"/>
            <a:ext cx="7490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latin typeface="Poppins" panose="00000500000000000000" pitchFamily="50" charset="0"/>
                <a:cs typeface="Poppins" panose="00000500000000000000" pitchFamily="50" charset="0"/>
              </a:rPr>
              <a:t>$ XXX.XX</a:t>
            </a:r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08542433-BC31-4522-ADEB-510AB5890C60}"/>
              </a:ext>
            </a:extLst>
          </p:cNvPr>
          <p:cNvCxnSpPr>
            <a:cxnSpLocks/>
          </p:cNvCxnSpPr>
          <p:nvPr/>
        </p:nvCxnSpPr>
        <p:spPr>
          <a:xfrm>
            <a:off x="7187864" y="5666682"/>
            <a:ext cx="268228" cy="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E4D13D2F-0D57-42E0-8894-6203262316CF}"/>
              </a:ext>
            </a:extLst>
          </p:cNvPr>
          <p:cNvSpPr txBox="1"/>
          <p:nvPr/>
        </p:nvSpPr>
        <p:spPr>
          <a:xfrm>
            <a:off x="9025058" y="5543572"/>
            <a:ext cx="7490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Poppins" panose="00000500000000000000" pitchFamily="50" charset="0"/>
                <a:cs typeface="Poppins" panose="00000500000000000000" pitchFamily="50" charset="0"/>
              </a:rPr>
              <a:t>Example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281ED69A-F173-42AE-A256-ED2118DCFC94}"/>
              </a:ext>
            </a:extLst>
          </p:cNvPr>
          <p:cNvSpPr txBox="1"/>
          <p:nvPr/>
        </p:nvSpPr>
        <p:spPr>
          <a:xfrm>
            <a:off x="10130106" y="5543572"/>
            <a:ext cx="7490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latin typeface="Poppins" panose="00000500000000000000" pitchFamily="50" charset="0"/>
                <a:cs typeface="Poppins" panose="00000500000000000000" pitchFamily="50" charset="0"/>
              </a:rPr>
              <a:t>$ XXX.XX</a:t>
            </a:r>
          </a:p>
        </p:txBody>
      </p: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86ADBC5E-684D-4E40-ABD4-F8440B24CEB5}"/>
              </a:ext>
            </a:extLst>
          </p:cNvPr>
          <p:cNvCxnSpPr>
            <a:cxnSpLocks/>
          </p:cNvCxnSpPr>
          <p:nvPr/>
        </p:nvCxnSpPr>
        <p:spPr>
          <a:xfrm>
            <a:off x="9808334" y="5666682"/>
            <a:ext cx="268228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587AF5FD-8EE6-47DF-BDA2-D211AE2E5F88}"/>
              </a:ext>
            </a:extLst>
          </p:cNvPr>
          <p:cNvSpPr txBox="1"/>
          <p:nvPr/>
        </p:nvSpPr>
        <p:spPr>
          <a:xfrm>
            <a:off x="7382164" y="798629"/>
            <a:ext cx="4203582" cy="580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20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variations of passages of Lorem Ipsum available, but the or randomized words.</a:t>
            </a:r>
            <a:endParaRPr lang="en-US" sz="1200" i="1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7669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8691671B-59D6-4920-84F2-83CC9E7CEA60}"/>
              </a:ext>
            </a:extLst>
          </p:cNvPr>
          <p:cNvSpPr/>
          <p:nvPr/>
        </p:nvSpPr>
        <p:spPr>
          <a:xfrm>
            <a:off x="8660914" y="2683357"/>
            <a:ext cx="2758692" cy="3369478"/>
          </a:xfrm>
          <a:prstGeom prst="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F8ED654-845E-41D0-990F-013EAEB6FE08}"/>
              </a:ext>
            </a:extLst>
          </p:cNvPr>
          <p:cNvSpPr/>
          <p:nvPr/>
        </p:nvSpPr>
        <p:spPr>
          <a:xfrm>
            <a:off x="5762847" y="2683356"/>
            <a:ext cx="2758692" cy="337600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F3FAF8-CEF9-404F-9C07-ABC73FA14D55}"/>
              </a:ext>
            </a:extLst>
          </p:cNvPr>
          <p:cNvSpPr txBox="1"/>
          <p:nvPr/>
        </p:nvSpPr>
        <p:spPr>
          <a:xfrm>
            <a:off x="717045" y="695612"/>
            <a:ext cx="4597092" cy="65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500" dirty="0">
                <a:solidFill>
                  <a:schemeClr val="accent2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Financial</a:t>
            </a:r>
            <a:r>
              <a:rPr lang="en-US" sz="3500" dirty="0">
                <a:latin typeface="Poppins SemiBold" panose="00000700000000000000" pitchFamily="50" charset="0"/>
                <a:cs typeface="Poppins SemiBold" panose="00000700000000000000" pitchFamily="50" charset="0"/>
              </a:rPr>
              <a:t> Table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4CF7C5E-B473-4783-8324-639A02E6DC53}"/>
              </a:ext>
            </a:extLst>
          </p:cNvPr>
          <p:cNvCxnSpPr>
            <a:cxnSpLocks/>
          </p:cNvCxnSpPr>
          <p:nvPr/>
        </p:nvCxnSpPr>
        <p:spPr>
          <a:xfrm>
            <a:off x="922364" y="3519633"/>
            <a:ext cx="0" cy="251780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DF196AE8-32F4-42F9-BD88-2E762D6635F1}"/>
              </a:ext>
            </a:extLst>
          </p:cNvPr>
          <p:cNvSpPr/>
          <p:nvPr/>
        </p:nvSpPr>
        <p:spPr>
          <a:xfrm>
            <a:off x="4351871" y="2683357"/>
            <a:ext cx="1410256" cy="8362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50BB14E-80C7-471C-87C3-5785BF2FDFEB}"/>
              </a:ext>
            </a:extLst>
          </p:cNvPr>
          <p:cNvCxnSpPr>
            <a:cxnSpLocks/>
          </p:cNvCxnSpPr>
          <p:nvPr/>
        </p:nvCxnSpPr>
        <p:spPr>
          <a:xfrm>
            <a:off x="2878996" y="3519632"/>
            <a:ext cx="0" cy="253320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4EAE61B-452A-4E79-BA3E-AF2CF7EF99F2}"/>
              </a:ext>
            </a:extLst>
          </p:cNvPr>
          <p:cNvCxnSpPr>
            <a:cxnSpLocks/>
          </p:cNvCxnSpPr>
          <p:nvPr/>
        </p:nvCxnSpPr>
        <p:spPr>
          <a:xfrm>
            <a:off x="4351870" y="3519633"/>
            <a:ext cx="0" cy="253320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40FB80A-8A2E-45DD-8D8F-6581B9998BFC}"/>
              </a:ext>
            </a:extLst>
          </p:cNvPr>
          <p:cNvCxnSpPr>
            <a:cxnSpLocks/>
          </p:cNvCxnSpPr>
          <p:nvPr/>
        </p:nvCxnSpPr>
        <p:spPr>
          <a:xfrm>
            <a:off x="922365" y="3519633"/>
            <a:ext cx="483976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2BA39AA6-345F-4A89-9A35-B4AE3380EA87}"/>
              </a:ext>
            </a:extLst>
          </p:cNvPr>
          <p:cNvCxnSpPr>
            <a:cxnSpLocks/>
          </p:cNvCxnSpPr>
          <p:nvPr/>
        </p:nvCxnSpPr>
        <p:spPr>
          <a:xfrm>
            <a:off x="922364" y="4151142"/>
            <a:ext cx="4839763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144FB48-4292-404C-9F48-F038E7F2F727}"/>
              </a:ext>
            </a:extLst>
          </p:cNvPr>
          <p:cNvCxnSpPr>
            <a:cxnSpLocks/>
          </p:cNvCxnSpPr>
          <p:nvPr/>
        </p:nvCxnSpPr>
        <p:spPr>
          <a:xfrm>
            <a:off x="922364" y="4782651"/>
            <a:ext cx="4839763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97E568CC-003F-4799-8543-1D280CB68714}"/>
              </a:ext>
            </a:extLst>
          </p:cNvPr>
          <p:cNvCxnSpPr>
            <a:cxnSpLocks/>
          </p:cNvCxnSpPr>
          <p:nvPr/>
        </p:nvCxnSpPr>
        <p:spPr>
          <a:xfrm>
            <a:off x="922364" y="5414160"/>
            <a:ext cx="4839763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73537C38-A979-4D5E-93A1-5002E6F64E0E}"/>
              </a:ext>
            </a:extLst>
          </p:cNvPr>
          <p:cNvCxnSpPr>
            <a:cxnSpLocks/>
          </p:cNvCxnSpPr>
          <p:nvPr/>
        </p:nvCxnSpPr>
        <p:spPr>
          <a:xfrm>
            <a:off x="922364" y="6045668"/>
            <a:ext cx="4839763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E2159794-CA7A-4877-BB41-31A42AFC70C6}"/>
              </a:ext>
            </a:extLst>
          </p:cNvPr>
          <p:cNvSpPr/>
          <p:nvPr/>
        </p:nvSpPr>
        <p:spPr>
          <a:xfrm>
            <a:off x="2878996" y="2683357"/>
            <a:ext cx="1472154" cy="8362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290B573-D905-4183-B33E-7542E7DC31A7}"/>
              </a:ext>
            </a:extLst>
          </p:cNvPr>
          <p:cNvSpPr txBox="1"/>
          <p:nvPr/>
        </p:nvSpPr>
        <p:spPr>
          <a:xfrm>
            <a:off x="1165957" y="3715103"/>
            <a:ext cx="15987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Target Market</a:t>
            </a:r>
            <a:endParaRPr lang="en-IN" sz="1100" dirty="0">
              <a:solidFill>
                <a:schemeClr val="tx1">
                  <a:lumMod val="85000"/>
                  <a:lumOff val="15000"/>
                </a:schemeClr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9FB993C-8956-40C4-84C2-5845C6458559}"/>
              </a:ext>
            </a:extLst>
          </p:cNvPr>
          <p:cNvSpPr txBox="1"/>
          <p:nvPr/>
        </p:nvSpPr>
        <p:spPr>
          <a:xfrm>
            <a:off x="1165957" y="4348316"/>
            <a:ext cx="15987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Expenses</a:t>
            </a:r>
            <a:endParaRPr lang="en-IN" sz="1100" dirty="0">
              <a:solidFill>
                <a:schemeClr val="tx1">
                  <a:lumMod val="85000"/>
                  <a:lumOff val="15000"/>
                </a:schemeClr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391831A-CBF0-47A4-8198-5130E5F0A1D5}"/>
              </a:ext>
            </a:extLst>
          </p:cNvPr>
          <p:cNvSpPr txBox="1"/>
          <p:nvPr/>
        </p:nvSpPr>
        <p:spPr>
          <a:xfrm>
            <a:off x="1165957" y="4983828"/>
            <a:ext cx="15987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Business Profit</a:t>
            </a:r>
            <a:endParaRPr lang="en-IN" sz="1100" dirty="0">
              <a:solidFill>
                <a:schemeClr val="tx1">
                  <a:lumMod val="85000"/>
                  <a:lumOff val="15000"/>
                </a:schemeClr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8223734-A3F8-4234-96D1-3BEBDF43144B}"/>
              </a:ext>
            </a:extLst>
          </p:cNvPr>
          <p:cNvSpPr txBox="1"/>
          <p:nvPr/>
        </p:nvSpPr>
        <p:spPr>
          <a:xfrm>
            <a:off x="1165957" y="5604788"/>
            <a:ext cx="15987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Total expenses</a:t>
            </a:r>
            <a:endParaRPr lang="en-IN" sz="1100" dirty="0">
              <a:solidFill>
                <a:schemeClr val="tx1">
                  <a:lumMod val="85000"/>
                  <a:lumOff val="15000"/>
                </a:schemeClr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802DE21-24C3-430D-8514-637887DF54BD}"/>
              </a:ext>
            </a:extLst>
          </p:cNvPr>
          <p:cNvSpPr txBox="1"/>
          <p:nvPr/>
        </p:nvSpPr>
        <p:spPr>
          <a:xfrm>
            <a:off x="4490627" y="3730492"/>
            <a:ext cx="11286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Poppins" panose="00000500000000000000" pitchFamily="50" charset="0"/>
                <a:cs typeface="Poppins" panose="00000500000000000000" pitchFamily="50" charset="0"/>
              </a:rPr>
              <a:t>$ XXX.XX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29CEF6F-75A4-4B5A-8505-8C0A7EC2047C}"/>
              </a:ext>
            </a:extLst>
          </p:cNvPr>
          <p:cNvSpPr txBox="1"/>
          <p:nvPr/>
        </p:nvSpPr>
        <p:spPr>
          <a:xfrm>
            <a:off x="4490627" y="4363705"/>
            <a:ext cx="11286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Poppins" panose="00000500000000000000" pitchFamily="50" charset="0"/>
                <a:cs typeface="Poppins" panose="00000500000000000000" pitchFamily="50" charset="0"/>
              </a:rPr>
              <a:t>$ XXX.XX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464C659-C265-4CA1-A7B2-D1E3BE318E9E}"/>
              </a:ext>
            </a:extLst>
          </p:cNvPr>
          <p:cNvSpPr txBox="1"/>
          <p:nvPr/>
        </p:nvSpPr>
        <p:spPr>
          <a:xfrm>
            <a:off x="4490627" y="5620177"/>
            <a:ext cx="11286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Poppins" panose="00000500000000000000" pitchFamily="50" charset="0"/>
                <a:cs typeface="Poppins" panose="00000500000000000000" pitchFamily="50" charset="0"/>
              </a:rPr>
              <a:t>$ XXX.XX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D704E03-F98B-4B77-BB15-3B8F8E4BC73E}"/>
              </a:ext>
            </a:extLst>
          </p:cNvPr>
          <p:cNvSpPr txBox="1"/>
          <p:nvPr/>
        </p:nvSpPr>
        <p:spPr>
          <a:xfrm>
            <a:off x="4490627" y="4999217"/>
            <a:ext cx="11286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Poppins" panose="00000500000000000000" pitchFamily="50" charset="0"/>
                <a:cs typeface="Poppins" panose="00000500000000000000" pitchFamily="50" charset="0"/>
              </a:rPr>
              <a:t>$ XXX.XX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CBBE1DA-977F-448E-9D77-5822DD610CF3}"/>
              </a:ext>
            </a:extLst>
          </p:cNvPr>
          <p:cNvSpPr txBox="1"/>
          <p:nvPr/>
        </p:nvSpPr>
        <p:spPr>
          <a:xfrm>
            <a:off x="3078986" y="3730492"/>
            <a:ext cx="11286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Poppins" panose="00000500000000000000" pitchFamily="50" charset="0"/>
                <a:cs typeface="Poppins" panose="00000500000000000000" pitchFamily="50" charset="0"/>
              </a:rPr>
              <a:t>$ XXX.XX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2C5D972-4A1A-4C60-A68F-526AC1064577}"/>
              </a:ext>
            </a:extLst>
          </p:cNvPr>
          <p:cNvSpPr txBox="1"/>
          <p:nvPr/>
        </p:nvSpPr>
        <p:spPr>
          <a:xfrm>
            <a:off x="3078986" y="4363705"/>
            <a:ext cx="11286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Poppins" panose="00000500000000000000" pitchFamily="50" charset="0"/>
                <a:cs typeface="Poppins" panose="00000500000000000000" pitchFamily="50" charset="0"/>
              </a:rPr>
              <a:t>$ XXX.XX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D287EF5-7543-4728-BE4B-58E17700D3D1}"/>
              </a:ext>
            </a:extLst>
          </p:cNvPr>
          <p:cNvSpPr txBox="1"/>
          <p:nvPr/>
        </p:nvSpPr>
        <p:spPr>
          <a:xfrm>
            <a:off x="3078986" y="5620177"/>
            <a:ext cx="11286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Poppins" panose="00000500000000000000" pitchFamily="50" charset="0"/>
                <a:cs typeface="Poppins" panose="00000500000000000000" pitchFamily="50" charset="0"/>
              </a:rPr>
              <a:t>$ XXX.XX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2FBD1B4-ACF7-4778-BE8A-377D37310BED}"/>
              </a:ext>
            </a:extLst>
          </p:cNvPr>
          <p:cNvSpPr txBox="1"/>
          <p:nvPr/>
        </p:nvSpPr>
        <p:spPr>
          <a:xfrm>
            <a:off x="3078986" y="4999217"/>
            <a:ext cx="11286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Poppins" panose="00000500000000000000" pitchFamily="50" charset="0"/>
                <a:cs typeface="Poppins" panose="00000500000000000000" pitchFamily="50" charset="0"/>
              </a:rPr>
              <a:t>$ XXX.XX</a:t>
            </a:r>
          </a:p>
        </p:txBody>
      </p:sp>
      <p:sp>
        <p:nvSpPr>
          <p:cNvPr id="94" name="Prevalence">
            <a:extLst>
              <a:ext uri="{FF2B5EF4-FFF2-40B4-BE49-F238E27FC236}">
                <a16:creationId xmlns:a16="http://schemas.microsoft.com/office/drawing/2014/main" id="{C277FC4C-478E-43E6-86FF-A10BE04F40A8}"/>
              </a:ext>
            </a:extLst>
          </p:cNvPr>
          <p:cNvSpPr/>
          <p:nvPr/>
        </p:nvSpPr>
        <p:spPr>
          <a:xfrm>
            <a:off x="3357930" y="2753486"/>
            <a:ext cx="514286" cy="5046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>
              <a:lnSpc>
                <a:spcPts val="4500"/>
              </a:lnSpc>
            </a:pPr>
            <a:r>
              <a:rPr lang="en-US" sz="20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FY</a:t>
            </a:r>
            <a:r>
              <a:rPr lang="en-US" sz="14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18</a:t>
            </a:r>
          </a:p>
        </p:txBody>
      </p:sp>
      <p:sp>
        <p:nvSpPr>
          <p:cNvPr id="95" name="Prevalence">
            <a:extLst>
              <a:ext uri="{FF2B5EF4-FFF2-40B4-BE49-F238E27FC236}">
                <a16:creationId xmlns:a16="http://schemas.microsoft.com/office/drawing/2014/main" id="{3A340E8B-AD97-4D79-AAB3-062D687CDF08}"/>
              </a:ext>
            </a:extLst>
          </p:cNvPr>
          <p:cNvSpPr/>
          <p:nvPr/>
        </p:nvSpPr>
        <p:spPr>
          <a:xfrm>
            <a:off x="4799855" y="2753486"/>
            <a:ext cx="514286" cy="5046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>
              <a:lnSpc>
                <a:spcPts val="4500"/>
              </a:lnSpc>
            </a:pPr>
            <a:r>
              <a:rPr lang="en-US" sz="20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FY</a:t>
            </a:r>
            <a:r>
              <a:rPr lang="en-US" sz="14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24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A9B5A1A-D120-4AA1-9CFE-B0DAA3A8251E}"/>
              </a:ext>
            </a:extLst>
          </p:cNvPr>
          <p:cNvSpPr/>
          <p:nvPr/>
        </p:nvSpPr>
        <p:spPr>
          <a:xfrm>
            <a:off x="9609846" y="3316412"/>
            <a:ext cx="850900" cy="850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33C855-348F-473B-8C1C-D41C2B8E44CB}"/>
              </a:ext>
            </a:extLst>
          </p:cNvPr>
          <p:cNvSpPr txBox="1"/>
          <p:nvPr/>
        </p:nvSpPr>
        <p:spPr>
          <a:xfrm>
            <a:off x="9013666" y="4685404"/>
            <a:ext cx="2053188" cy="6896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000" i="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variations of passages of Lorem Ipsum injected</a:t>
            </a:r>
            <a:endParaRPr lang="en-US" sz="1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A93AE6-A472-452E-ACAA-D0834C14C33D}"/>
              </a:ext>
            </a:extLst>
          </p:cNvPr>
          <p:cNvSpPr txBox="1"/>
          <p:nvPr/>
        </p:nvSpPr>
        <p:spPr>
          <a:xfrm>
            <a:off x="9113666" y="4336591"/>
            <a:ext cx="1853186" cy="334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14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Second Season </a:t>
            </a:r>
          </a:p>
        </p:txBody>
      </p:sp>
      <p:sp>
        <p:nvSpPr>
          <p:cNvPr id="44" name="Freeform 96">
            <a:extLst>
              <a:ext uri="{FF2B5EF4-FFF2-40B4-BE49-F238E27FC236}">
                <a16:creationId xmlns:a16="http://schemas.microsoft.com/office/drawing/2014/main" id="{73B44E0D-9104-4251-BC93-D2631B9DBCF7}"/>
              </a:ext>
            </a:extLst>
          </p:cNvPr>
          <p:cNvSpPr>
            <a:spLocks noEditPoints="1"/>
          </p:cNvSpPr>
          <p:nvPr/>
        </p:nvSpPr>
        <p:spPr bwMode="auto">
          <a:xfrm>
            <a:off x="9844819" y="3551385"/>
            <a:ext cx="380954" cy="380954"/>
          </a:xfrm>
          <a:custGeom>
            <a:avLst/>
            <a:gdLst>
              <a:gd name="T0" fmla="*/ 93 w 160"/>
              <a:gd name="T1" fmla="*/ 38 h 160"/>
              <a:gd name="T2" fmla="*/ 65 w 160"/>
              <a:gd name="T3" fmla="*/ 28 h 160"/>
              <a:gd name="T4" fmla="*/ 98 w 160"/>
              <a:gd name="T5" fmla="*/ 10 h 160"/>
              <a:gd name="T6" fmla="*/ 112 w 160"/>
              <a:gd name="T7" fmla="*/ 38 h 160"/>
              <a:gd name="T8" fmla="*/ 103 w 160"/>
              <a:gd name="T9" fmla="*/ 24 h 160"/>
              <a:gd name="T10" fmla="*/ 60 w 160"/>
              <a:gd name="T11" fmla="*/ 19 h 160"/>
              <a:gd name="T12" fmla="*/ 55 w 160"/>
              <a:gd name="T13" fmla="*/ 38 h 160"/>
              <a:gd name="T14" fmla="*/ 46 w 160"/>
              <a:gd name="T15" fmla="*/ 24 h 160"/>
              <a:gd name="T16" fmla="*/ 98 w 160"/>
              <a:gd name="T17" fmla="*/ 10 h 160"/>
              <a:gd name="T18" fmla="*/ 150 w 160"/>
              <a:gd name="T19" fmla="*/ 53 h 160"/>
              <a:gd name="T20" fmla="*/ 79 w 160"/>
              <a:gd name="T21" fmla="*/ 95 h 160"/>
              <a:gd name="T22" fmla="*/ 9 w 160"/>
              <a:gd name="T23" fmla="*/ 55 h 160"/>
              <a:gd name="T24" fmla="*/ 145 w 160"/>
              <a:gd name="T25" fmla="*/ 48 h 160"/>
              <a:gd name="T26" fmla="*/ 93 w 160"/>
              <a:gd name="T27" fmla="*/ 109 h 160"/>
              <a:gd name="T28" fmla="*/ 69 w 160"/>
              <a:gd name="T29" fmla="*/ 114 h 160"/>
              <a:gd name="T30" fmla="*/ 65 w 160"/>
              <a:gd name="T31" fmla="*/ 104 h 160"/>
              <a:gd name="T32" fmla="*/ 79 w 160"/>
              <a:gd name="T33" fmla="*/ 105 h 160"/>
              <a:gd name="T34" fmla="*/ 150 w 160"/>
              <a:gd name="T35" fmla="*/ 81 h 160"/>
              <a:gd name="T36" fmla="*/ 136 w 160"/>
              <a:gd name="T37" fmla="*/ 151 h 160"/>
              <a:gd name="T38" fmla="*/ 9 w 160"/>
              <a:gd name="T39" fmla="*/ 137 h 160"/>
              <a:gd name="T40" fmla="*/ 55 w 160"/>
              <a:gd name="T41" fmla="*/ 102 h 160"/>
              <a:gd name="T42" fmla="*/ 70 w 160"/>
              <a:gd name="T43" fmla="*/ 123 h 160"/>
              <a:gd name="T44" fmla="*/ 103 w 160"/>
              <a:gd name="T45" fmla="*/ 109 h 160"/>
              <a:gd name="T46" fmla="*/ 122 w 160"/>
              <a:gd name="T47" fmla="*/ 97 h 160"/>
              <a:gd name="T48" fmla="*/ 60 w 160"/>
              <a:gd name="T49" fmla="*/ 0 h 160"/>
              <a:gd name="T50" fmla="*/ 37 w 160"/>
              <a:gd name="T51" fmla="*/ 38 h 160"/>
              <a:gd name="T52" fmla="*/ 0 w 160"/>
              <a:gd name="T53" fmla="*/ 54 h 160"/>
              <a:gd name="T54" fmla="*/ 23 w 160"/>
              <a:gd name="T55" fmla="*/ 160 h 160"/>
              <a:gd name="T56" fmla="*/ 160 w 160"/>
              <a:gd name="T57" fmla="*/ 137 h 160"/>
              <a:gd name="T58" fmla="*/ 145 w 160"/>
              <a:gd name="T59" fmla="*/ 38 h 160"/>
              <a:gd name="T60" fmla="*/ 121 w 160"/>
              <a:gd name="T61" fmla="*/ 24 h 160"/>
              <a:gd name="T62" fmla="*/ 60 w 160"/>
              <a:gd name="T63" fmla="*/ 0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60" h="160">
                <a:moveTo>
                  <a:pt x="93" y="28"/>
                </a:moveTo>
                <a:cubicBezTo>
                  <a:pt x="93" y="38"/>
                  <a:pt x="93" y="38"/>
                  <a:pt x="93" y="38"/>
                </a:cubicBezTo>
                <a:cubicBezTo>
                  <a:pt x="65" y="38"/>
                  <a:pt x="65" y="38"/>
                  <a:pt x="65" y="38"/>
                </a:cubicBezTo>
                <a:cubicBezTo>
                  <a:pt x="65" y="28"/>
                  <a:pt x="65" y="28"/>
                  <a:pt x="65" y="28"/>
                </a:cubicBezTo>
                <a:cubicBezTo>
                  <a:pt x="93" y="28"/>
                  <a:pt x="93" y="28"/>
                  <a:pt x="93" y="28"/>
                </a:cubicBezTo>
                <a:close/>
                <a:moveTo>
                  <a:pt x="98" y="10"/>
                </a:moveTo>
                <a:cubicBezTo>
                  <a:pt x="105" y="10"/>
                  <a:pt x="112" y="16"/>
                  <a:pt x="112" y="24"/>
                </a:cubicBezTo>
                <a:cubicBezTo>
                  <a:pt x="112" y="38"/>
                  <a:pt x="112" y="38"/>
                  <a:pt x="112" y="38"/>
                </a:cubicBezTo>
                <a:cubicBezTo>
                  <a:pt x="103" y="38"/>
                  <a:pt x="103" y="38"/>
                  <a:pt x="103" y="38"/>
                </a:cubicBezTo>
                <a:cubicBezTo>
                  <a:pt x="103" y="24"/>
                  <a:pt x="103" y="24"/>
                  <a:pt x="103" y="24"/>
                </a:cubicBezTo>
                <a:cubicBezTo>
                  <a:pt x="103" y="21"/>
                  <a:pt x="100" y="19"/>
                  <a:pt x="98" y="19"/>
                </a:cubicBezTo>
                <a:cubicBezTo>
                  <a:pt x="60" y="19"/>
                  <a:pt x="60" y="19"/>
                  <a:pt x="60" y="19"/>
                </a:cubicBezTo>
                <a:cubicBezTo>
                  <a:pt x="57" y="19"/>
                  <a:pt x="55" y="21"/>
                  <a:pt x="55" y="24"/>
                </a:cubicBezTo>
                <a:cubicBezTo>
                  <a:pt x="55" y="38"/>
                  <a:pt x="55" y="38"/>
                  <a:pt x="55" y="38"/>
                </a:cubicBezTo>
                <a:cubicBezTo>
                  <a:pt x="46" y="38"/>
                  <a:pt x="46" y="38"/>
                  <a:pt x="46" y="38"/>
                </a:cubicBezTo>
                <a:cubicBezTo>
                  <a:pt x="46" y="24"/>
                  <a:pt x="46" y="24"/>
                  <a:pt x="46" y="24"/>
                </a:cubicBezTo>
                <a:cubicBezTo>
                  <a:pt x="46" y="16"/>
                  <a:pt x="52" y="10"/>
                  <a:pt x="60" y="10"/>
                </a:cubicBezTo>
                <a:lnTo>
                  <a:pt x="98" y="10"/>
                </a:lnTo>
                <a:close/>
                <a:moveTo>
                  <a:pt x="145" y="48"/>
                </a:moveTo>
                <a:cubicBezTo>
                  <a:pt x="148" y="48"/>
                  <a:pt x="150" y="51"/>
                  <a:pt x="150" y="53"/>
                </a:cubicBezTo>
                <a:cubicBezTo>
                  <a:pt x="150" y="69"/>
                  <a:pt x="150" y="69"/>
                  <a:pt x="150" y="69"/>
                </a:cubicBezTo>
                <a:cubicBezTo>
                  <a:pt x="131" y="86"/>
                  <a:pt x="105" y="95"/>
                  <a:pt x="79" y="95"/>
                </a:cubicBezTo>
                <a:cubicBezTo>
                  <a:pt x="53" y="95"/>
                  <a:pt x="28" y="86"/>
                  <a:pt x="9" y="69"/>
                </a:cubicBezTo>
                <a:cubicBezTo>
                  <a:pt x="9" y="55"/>
                  <a:pt x="9" y="55"/>
                  <a:pt x="9" y="55"/>
                </a:cubicBezTo>
                <a:cubicBezTo>
                  <a:pt x="9" y="51"/>
                  <a:pt x="11" y="48"/>
                  <a:pt x="15" y="48"/>
                </a:cubicBezTo>
                <a:lnTo>
                  <a:pt x="145" y="48"/>
                </a:lnTo>
                <a:close/>
                <a:moveTo>
                  <a:pt x="93" y="104"/>
                </a:moveTo>
                <a:cubicBezTo>
                  <a:pt x="93" y="109"/>
                  <a:pt x="93" y="109"/>
                  <a:pt x="93" y="109"/>
                </a:cubicBezTo>
                <a:cubicBezTo>
                  <a:pt x="93" y="112"/>
                  <a:pt x="91" y="114"/>
                  <a:pt x="88" y="114"/>
                </a:cubicBezTo>
                <a:cubicBezTo>
                  <a:pt x="69" y="114"/>
                  <a:pt x="69" y="114"/>
                  <a:pt x="69" y="114"/>
                </a:cubicBezTo>
                <a:cubicBezTo>
                  <a:pt x="67" y="114"/>
                  <a:pt x="65" y="112"/>
                  <a:pt x="65" y="109"/>
                </a:cubicBezTo>
                <a:cubicBezTo>
                  <a:pt x="65" y="104"/>
                  <a:pt x="65" y="104"/>
                  <a:pt x="65" y="104"/>
                </a:cubicBezTo>
                <a:cubicBezTo>
                  <a:pt x="65" y="104"/>
                  <a:pt x="65" y="104"/>
                  <a:pt x="65" y="104"/>
                </a:cubicBezTo>
                <a:cubicBezTo>
                  <a:pt x="70" y="105"/>
                  <a:pt x="74" y="105"/>
                  <a:pt x="79" y="105"/>
                </a:cubicBezTo>
                <a:cubicBezTo>
                  <a:pt x="84" y="105"/>
                  <a:pt x="88" y="105"/>
                  <a:pt x="93" y="104"/>
                </a:cubicBezTo>
                <a:close/>
                <a:moveTo>
                  <a:pt x="150" y="81"/>
                </a:moveTo>
                <a:cubicBezTo>
                  <a:pt x="150" y="137"/>
                  <a:pt x="150" y="137"/>
                  <a:pt x="150" y="137"/>
                </a:cubicBezTo>
                <a:cubicBezTo>
                  <a:pt x="150" y="145"/>
                  <a:pt x="144" y="151"/>
                  <a:pt x="136" y="151"/>
                </a:cubicBezTo>
                <a:cubicBezTo>
                  <a:pt x="23" y="151"/>
                  <a:pt x="23" y="151"/>
                  <a:pt x="23" y="151"/>
                </a:cubicBezTo>
                <a:cubicBezTo>
                  <a:pt x="15" y="151"/>
                  <a:pt x="9" y="145"/>
                  <a:pt x="9" y="137"/>
                </a:cubicBezTo>
                <a:cubicBezTo>
                  <a:pt x="9" y="81"/>
                  <a:pt x="9" y="81"/>
                  <a:pt x="9" y="81"/>
                </a:cubicBezTo>
                <a:cubicBezTo>
                  <a:pt x="23" y="92"/>
                  <a:pt x="38" y="99"/>
                  <a:pt x="55" y="102"/>
                </a:cubicBezTo>
                <a:cubicBezTo>
                  <a:pt x="55" y="109"/>
                  <a:pt x="55" y="109"/>
                  <a:pt x="55" y="109"/>
                </a:cubicBezTo>
                <a:cubicBezTo>
                  <a:pt x="55" y="117"/>
                  <a:pt x="62" y="123"/>
                  <a:pt x="70" y="123"/>
                </a:cubicBezTo>
                <a:cubicBezTo>
                  <a:pt x="89" y="123"/>
                  <a:pt x="89" y="123"/>
                  <a:pt x="89" y="123"/>
                </a:cubicBezTo>
                <a:cubicBezTo>
                  <a:pt x="96" y="123"/>
                  <a:pt x="103" y="117"/>
                  <a:pt x="103" y="109"/>
                </a:cubicBezTo>
                <a:cubicBezTo>
                  <a:pt x="103" y="102"/>
                  <a:pt x="103" y="102"/>
                  <a:pt x="103" y="102"/>
                </a:cubicBezTo>
                <a:cubicBezTo>
                  <a:pt x="109" y="101"/>
                  <a:pt x="116" y="99"/>
                  <a:pt x="122" y="97"/>
                </a:cubicBezTo>
                <a:cubicBezTo>
                  <a:pt x="132" y="93"/>
                  <a:pt x="142" y="88"/>
                  <a:pt x="150" y="81"/>
                </a:cubicBezTo>
                <a:close/>
                <a:moveTo>
                  <a:pt x="60" y="0"/>
                </a:moveTo>
                <a:cubicBezTo>
                  <a:pt x="47" y="0"/>
                  <a:pt x="37" y="11"/>
                  <a:pt x="37" y="24"/>
                </a:cubicBezTo>
                <a:cubicBezTo>
                  <a:pt x="37" y="38"/>
                  <a:pt x="37" y="38"/>
                  <a:pt x="37" y="38"/>
                </a:cubicBezTo>
                <a:cubicBezTo>
                  <a:pt x="15" y="38"/>
                  <a:pt x="15" y="38"/>
                  <a:pt x="15" y="38"/>
                </a:cubicBezTo>
                <a:cubicBezTo>
                  <a:pt x="7" y="38"/>
                  <a:pt x="0" y="45"/>
                  <a:pt x="0" y="54"/>
                </a:cubicBezTo>
                <a:cubicBezTo>
                  <a:pt x="0" y="137"/>
                  <a:pt x="0" y="137"/>
                  <a:pt x="0" y="137"/>
                </a:cubicBezTo>
                <a:cubicBezTo>
                  <a:pt x="0" y="150"/>
                  <a:pt x="10" y="160"/>
                  <a:pt x="23" y="160"/>
                </a:cubicBezTo>
                <a:cubicBezTo>
                  <a:pt x="136" y="160"/>
                  <a:pt x="136" y="160"/>
                  <a:pt x="136" y="160"/>
                </a:cubicBezTo>
                <a:cubicBezTo>
                  <a:pt x="149" y="160"/>
                  <a:pt x="160" y="150"/>
                  <a:pt x="160" y="137"/>
                </a:cubicBezTo>
                <a:cubicBezTo>
                  <a:pt x="160" y="53"/>
                  <a:pt x="160" y="53"/>
                  <a:pt x="160" y="53"/>
                </a:cubicBezTo>
                <a:cubicBezTo>
                  <a:pt x="159" y="45"/>
                  <a:pt x="153" y="38"/>
                  <a:pt x="145" y="38"/>
                </a:cubicBezTo>
                <a:cubicBezTo>
                  <a:pt x="121" y="38"/>
                  <a:pt x="121" y="38"/>
                  <a:pt x="121" y="38"/>
                </a:cubicBezTo>
                <a:cubicBezTo>
                  <a:pt x="121" y="24"/>
                  <a:pt x="121" y="24"/>
                  <a:pt x="121" y="24"/>
                </a:cubicBezTo>
                <a:cubicBezTo>
                  <a:pt x="121" y="11"/>
                  <a:pt x="111" y="0"/>
                  <a:pt x="98" y="0"/>
                </a:cubicBezTo>
                <a:lnTo>
                  <a:pt x="6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B31A43D-8BA1-4EF4-839E-5D279BA6F275}"/>
              </a:ext>
            </a:extLst>
          </p:cNvPr>
          <p:cNvSpPr/>
          <p:nvPr/>
        </p:nvSpPr>
        <p:spPr>
          <a:xfrm>
            <a:off x="6711779" y="3316412"/>
            <a:ext cx="850900" cy="850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C39CDB-931A-46FF-8A56-792178372DCD}"/>
              </a:ext>
            </a:extLst>
          </p:cNvPr>
          <p:cNvSpPr txBox="1"/>
          <p:nvPr/>
        </p:nvSpPr>
        <p:spPr>
          <a:xfrm>
            <a:off x="6115599" y="4685404"/>
            <a:ext cx="2053188" cy="6896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000" i="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variations of passages of Lorem Ipsum injected</a:t>
            </a:r>
            <a:endParaRPr lang="en-US" sz="1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C283BD-FA81-4D36-931C-769EFD2B9275}"/>
              </a:ext>
            </a:extLst>
          </p:cNvPr>
          <p:cNvSpPr txBox="1"/>
          <p:nvPr/>
        </p:nvSpPr>
        <p:spPr>
          <a:xfrm>
            <a:off x="6215599" y="4336591"/>
            <a:ext cx="1853186" cy="334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14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First Season </a:t>
            </a:r>
          </a:p>
        </p:txBody>
      </p:sp>
      <p:sp>
        <p:nvSpPr>
          <p:cNvPr id="47" name="Freeform 190">
            <a:extLst>
              <a:ext uri="{FF2B5EF4-FFF2-40B4-BE49-F238E27FC236}">
                <a16:creationId xmlns:a16="http://schemas.microsoft.com/office/drawing/2014/main" id="{47555D8F-430B-4D18-A677-A96E7AFD723A}"/>
              </a:ext>
            </a:extLst>
          </p:cNvPr>
          <p:cNvSpPr>
            <a:spLocks noEditPoints="1"/>
          </p:cNvSpPr>
          <p:nvPr/>
        </p:nvSpPr>
        <p:spPr bwMode="auto">
          <a:xfrm>
            <a:off x="6946752" y="3551385"/>
            <a:ext cx="380954" cy="380954"/>
          </a:xfrm>
          <a:custGeom>
            <a:avLst/>
            <a:gdLst>
              <a:gd name="T0" fmla="*/ 149 w 160"/>
              <a:gd name="T1" fmla="*/ 45 h 160"/>
              <a:gd name="T2" fmla="*/ 132 w 160"/>
              <a:gd name="T3" fmla="*/ 19 h 160"/>
              <a:gd name="T4" fmla="*/ 112 w 160"/>
              <a:gd name="T5" fmla="*/ 39 h 160"/>
              <a:gd name="T6" fmla="*/ 110 w 160"/>
              <a:gd name="T7" fmla="*/ 57 h 160"/>
              <a:gd name="T8" fmla="*/ 103 w 160"/>
              <a:gd name="T9" fmla="*/ 24 h 160"/>
              <a:gd name="T10" fmla="*/ 80 w 160"/>
              <a:gd name="T11" fmla="*/ 0 h 160"/>
              <a:gd name="T12" fmla="*/ 56 w 160"/>
              <a:gd name="T13" fmla="*/ 24 h 160"/>
              <a:gd name="T14" fmla="*/ 49 w 160"/>
              <a:gd name="T15" fmla="*/ 57 h 160"/>
              <a:gd name="T16" fmla="*/ 47 w 160"/>
              <a:gd name="T17" fmla="*/ 39 h 160"/>
              <a:gd name="T18" fmla="*/ 28 w 160"/>
              <a:gd name="T19" fmla="*/ 19 h 160"/>
              <a:gd name="T20" fmla="*/ 11 w 160"/>
              <a:gd name="T21" fmla="*/ 45 h 160"/>
              <a:gd name="T22" fmla="*/ 0 w 160"/>
              <a:gd name="T23" fmla="*/ 75 h 160"/>
              <a:gd name="T24" fmla="*/ 9 w 160"/>
              <a:gd name="T25" fmla="*/ 113 h 160"/>
              <a:gd name="T26" fmla="*/ 23 w 160"/>
              <a:gd name="T27" fmla="*/ 151 h 160"/>
              <a:gd name="T28" fmla="*/ 46 w 160"/>
              <a:gd name="T29" fmla="*/ 137 h 160"/>
              <a:gd name="T30" fmla="*/ 47 w 160"/>
              <a:gd name="T31" fmla="*/ 113 h 160"/>
              <a:gd name="T32" fmla="*/ 56 w 160"/>
              <a:gd name="T33" fmla="*/ 113 h 160"/>
              <a:gd name="T34" fmla="*/ 70 w 160"/>
              <a:gd name="T35" fmla="*/ 160 h 160"/>
              <a:gd name="T36" fmla="*/ 103 w 160"/>
              <a:gd name="T37" fmla="*/ 147 h 160"/>
              <a:gd name="T38" fmla="*/ 108 w 160"/>
              <a:gd name="T39" fmla="*/ 110 h 160"/>
              <a:gd name="T40" fmla="*/ 113 w 160"/>
              <a:gd name="T41" fmla="*/ 113 h 160"/>
              <a:gd name="T42" fmla="*/ 127 w 160"/>
              <a:gd name="T43" fmla="*/ 151 h 160"/>
              <a:gd name="T44" fmla="*/ 151 w 160"/>
              <a:gd name="T45" fmla="*/ 137 h 160"/>
              <a:gd name="T46" fmla="*/ 160 w 160"/>
              <a:gd name="T47" fmla="*/ 100 h 160"/>
              <a:gd name="T48" fmla="*/ 145 w 160"/>
              <a:gd name="T49" fmla="*/ 51 h 160"/>
              <a:gd name="T50" fmla="*/ 145 w 160"/>
              <a:gd name="T51" fmla="*/ 105 h 160"/>
              <a:gd name="T52" fmla="*/ 140 w 160"/>
              <a:gd name="T53" fmla="*/ 110 h 160"/>
              <a:gd name="T54" fmla="*/ 137 w 160"/>
              <a:gd name="T55" fmla="*/ 142 h 160"/>
              <a:gd name="T56" fmla="*/ 123 w 160"/>
              <a:gd name="T57" fmla="*/ 137 h 160"/>
              <a:gd name="T58" fmla="*/ 119 w 160"/>
              <a:gd name="T59" fmla="*/ 104 h 160"/>
              <a:gd name="T60" fmla="*/ 114 w 160"/>
              <a:gd name="T61" fmla="*/ 75 h 160"/>
              <a:gd name="T62" fmla="*/ 149 w 160"/>
              <a:gd name="T63" fmla="*/ 75 h 160"/>
              <a:gd name="T64" fmla="*/ 149 w 160"/>
              <a:gd name="T65" fmla="*/ 100 h 160"/>
              <a:gd name="T66" fmla="*/ 140 w 160"/>
              <a:gd name="T67" fmla="*/ 39 h 160"/>
              <a:gd name="T68" fmla="*/ 123 w 160"/>
              <a:gd name="T69" fmla="*/ 39 h 160"/>
              <a:gd name="T70" fmla="*/ 140 w 160"/>
              <a:gd name="T71" fmla="*/ 39 h 160"/>
              <a:gd name="T72" fmla="*/ 80 w 160"/>
              <a:gd name="T73" fmla="*/ 11 h 160"/>
              <a:gd name="T74" fmla="*/ 80 w 160"/>
              <a:gd name="T75" fmla="*/ 39 h 160"/>
              <a:gd name="T76" fmla="*/ 20 w 160"/>
              <a:gd name="T77" fmla="*/ 138 h 160"/>
              <a:gd name="T78" fmla="*/ 15 w 160"/>
              <a:gd name="T79" fmla="*/ 105 h 160"/>
              <a:gd name="T80" fmla="*/ 12 w 160"/>
              <a:gd name="T81" fmla="*/ 104 h 160"/>
              <a:gd name="T82" fmla="*/ 10 w 160"/>
              <a:gd name="T83" fmla="*/ 100 h 160"/>
              <a:gd name="T84" fmla="*/ 28 w 160"/>
              <a:gd name="T85" fmla="*/ 57 h 160"/>
              <a:gd name="T86" fmla="*/ 45 w 160"/>
              <a:gd name="T87" fmla="*/ 100 h 160"/>
              <a:gd name="T88" fmla="*/ 36 w 160"/>
              <a:gd name="T89" fmla="*/ 109 h 160"/>
              <a:gd name="T90" fmla="*/ 31 w 160"/>
              <a:gd name="T91" fmla="*/ 142 h 160"/>
              <a:gd name="T92" fmla="*/ 20 w 160"/>
              <a:gd name="T93" fmla="*/ 138 h 160"/>
              <a:gd name="T94" fmla="*/ 28 w 160"/>
              <a:gd name="T95" fmla="*/ 48 h 160"/>
              <a:gd name="T96" fmla="*/ 28 w 160"/>
              <a:gd name="T97" fmla="*/ 30 h 160"/>
              <a:gd name="T98" fmla="*/ 71 w 160"/>
              <a:gd name="T99" fmla="*/ 152 h 160"/>
              <a:gd name="T100" fmla="*/ 66 w 160"/>
              <a:gd name="T101" fmla="*/ 109 h 160"/>
              <a:gd name="T102" fmla="*/ 57 w 160"/>
              <a:gd name="T103" fmla="*/ 100 h 160"/>
              <a:gd name="T104" fmla="*/ 73 w 160"/>
              <a:gd name="T105" fmla="*/ 49 h 160"/>
              <a:gd name="T106" fmla="*/ 78 w 160"/>
              <a:gd name="T107" fmla="*/ 86 h 160"/>
              <a:gd name="T108" fmla="*/ 81 w 160"/>
              <a:gd name="T109" fmla="*/ 86 h 160"/>
              <a:gd name="T110" fmla="*/ 86 w 160"/>
              <a:gd name="T111" fmla="*/ 49 h 160"/>
              <a:gd name="T112" fmla="*/ 103 w 160"/>
              <a:gd name="T113" fmla="*/ 100 h 160"/>
              <a:gd name="T114" fmla="*/ 93 w 160"/>
              <a:gd name="T115" fmla="*/ 109 h 160"/>
              <a:gd name="T116" fmla="*/ 88 w 160"/>
              <a:gd name="T117" fmla="*/ 152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60" h="160">
                <a:moveTo>
                  <a:pt x="145" y="51"/>
                </a:moveTo>
                <a:cubicBezTo>
                  <a:pt x="147" y="49"/>
                  <a:pt x="148" y="47"/>
                  <a:pt x="149" y="45"/>
                </a:cubicBezTo>
                <a:cubicBezTo>
                  <a:pt x="150" y="43"/>
                  <a:pt x="151" y="40"/>
                  <a:pt x="151" y="37"/>
                </a:cubicBezTo>
                <a:cubicBezTo>
                  <a:pt x="151" y="28"/>
                  <a:pt x="142" y="19"/>
                  <a:pt x="132" y="19"/>
                </a:cubicBezTo>
                <a:cubicBezTo>
                  <a:pt x="124" y="19"/>
                  <a:pt x="117" y="24"/>
                  <a:pt x="114" y="31"/>
                </a:cubicBezTo>
                <a:cubicBezTo>
                  <a:pt x="113" y="33"/>
                  <a:pt x="112" y="36"/>
                  <a:pt x="112" y="39"/>
                </a:cubicBezTo>
                <a:cubicBezTo>
                  <a:pt x="112" y="43"/>
                  <a:pt x="114" y="48"/>
                  <a:pt x="117" y="51"/>
                </a:cubicBezTo>
                <a:cubicBezTo>
                  <a:pt x="114" y="53"/>
                  <a:pt x="112" y="55"/>
                  <a:pt x="110" y="57"/>
                </a:cubicBezTo>
                <a:cubicBezTo>
                  <a:pt x="107" y="50"/>
                  <a:pt x="102" y="45"/>
                  <a:pt x="95" y="41"/>
                </a:cubicBezTo>
                <a:cubicBezTo>
                  <a:pt x="100" y="37"/>
                  <a:pt x="103" y="31"/>
                  <a:pt x="103" y="24"/>
                </a:cubicBezTo>
                <a:cubicBezTo>
                  <a:pt x="103" y="11"/>
                  <a:pt x="93" y="0"/>
                  <a:pt x="80" y="0"/>
                </a:cubicBezTo>
                <a:cubicBezTo>
                  <a:pt x="80" y="0"/>
                  <a:pt x="80" y="0"/>
                  <a:pt x="80" y="0"/>
                </a:cubicBezTo>
                <a:cubicBezTo>
                  <a:pt x="80" y="0"/>
                  <a:pt x="79" y="0"/>
                  <a:pt x="79" y="0"/>
                </a:cubicBezTo>
                <a:cubicBezTo>
                  <a:pt x="66" y="0"/>
                  <a:pt x="56" y="11"/>
                  <a:pt x="56" y="24"/>
                </a:cubicBezTo>
                <a:cubicBezTo>
                  <a:pt x="56" y="31"/>
                  <a:pt x="59" y="37"/>
                  <a:pt x="64" y="41"/>
                </a:cubicBezTo>
                <a:cubicBezTo>
                  <a:pt x="58" y="45"/>
                  <a:pt x="52" y="50"/>
                  <a:pt x="49" y="57"/>
                </a:cubicBezTo>
                <a:cubicBezTo>
                  <a:pt x="47" y="55"/>
                  <a:pt x="45" y="53"/>
                  <a:pt x="42" y="51"/>
                </a:cubicBezTo>
                <a:cubicBezTo>
                  <a:pt x="45" y="48"/>
                  <a:pt x="47" y="43"/>
                  <a:pt x="47" y="39"/>
                </a:cubicBezTo>
                <a:cubicBezTo>
                  <a:pt x="47" y="36"/>
                  <a:pt x="47" y="33"/>
                  <a:pt x="46" y="31"/>
                </a:cubicBezTo>
                <a:cubicBezTo>
                  <a:pt x="43" y="24"/>
                  <a:pt x="36" y="19"/>
                  <a:pt x="28" y="19"/>
                </a:cubicBezTo>
                <a:cubicBezTo>
                  <a:pt x="17" y="19"/>
                  <a:pt x="9" y="28"/>
                  <a:pt x="9" y="37"/>
                </a:cubicBezTo>
                <a:cubicBezTo>
                  <a:pt x="9" y="40"/>
                  <a:pt x="9" y="43"/>
                  <a:pt x="11" y="45"/>
                </a:cubicBezTo>
                <a:cubicBezTo>
                  <a:pt x="11" y="47"/>
                  <a:pt x="13" y="49"/>
                  <a:pt x="14" y="51"/>
                </a:cubicBezTo>
                <a:cubicBezTo>
                  <a:pt x="6" y="56"/>
                  <a:pt x="0" y="65"/>
                  <a:pt x="0" y="75"/>
                </a:cubicBezTo>
                <a:cubicBezTo>
                  <a:pt x="0" y="100"/>
                  <a:pt x="0" y="100"/>
                  <a:pt x="0" y="100"/>
                </a:cubicBezTo>
                <a:cubicBezTo>
                  <a:pt x="0" y="106"/>
                  <a:pt x="4" y="111"/>
                  <a:pt x="9" y="113"/>
                </a:cubicBezTo>
                <a:cubicBezTo>
                  <a:pt x="9" y="137"/>
                  <a:pt x="9" y="137"/>
                  <a:pt x="9" y="137"/>
                </a:cubicBezTo>
                <a:cubicBezTo>
                  <a:pt x="9" y="145"/>
                  <a:pt x="15" y="151"/>
                  <a:pt x="23" y="151"/>
                </a:cubicBezTo>
                <a:cubicBezTo>
                  <a:pt x="32" y="151"/>
                  <a:pt x="32" y="151"/>
                  <a:pt x="32" y="151"/>
                </a:cubicBezTo>
                <a:cubicBezTo>
                  <a:pt x="40" y="151"/>
                  <a:pt x="46" y="145"/>
                  <a:pt x="46" y="137"/>
                </a:cubicBezTo>
                <a:cubicBezTo>
                  <a:pt x="46" y="113"/>
                  <a:pt x="46" y="113"/>
                  <a:pt x="46" y="113"/>
                </a:cubicBezTo>
                <a:cubicBezTo>
                  <a:pt x="47" y="113"/>
                  <a:pt x="47" y="113"/>
                  <a:pt x="47" y="113"/>
                </a:cubicBezTo>
                <a:cubicBezTo>
                  <a:pt x="49" y="112"/>
                  <a:pt x="50" y="111"/>
                  <a:pt x="51" y="110"/>
                </a:cubicBezTo>
                <a:cubicBezTo>
                  <a:pt x="53" y="112"/>
                  <a:pt x="54" y="112"/>
                  <a:pt x="56" y="113"/>
                </a:cubicBezTo>
                <a:cubicBezTo>
                  <a:pt x="56" y="147"/>
                  <a:pt x="56" y="147"/>
                  <a:pt x="56" y="147"/>
                </a:cubicBezTo>
                <a:cubicBezTo>
                  <a:pt x="56" y="154"/>
                  <a:pt x="62" y="160"/>
                  <a:pt x="70" y="160"/>
                </a:cubicBezTo>
                <a:cubicBezTo>
                  <a:pt x="90" y="160"/>
                  <a:pt x="90" y="160"/>
                  <a:pt x="90" y="160"/>
                </a:cubicBezTo>
                <a:cubicBezTo>
                  <a:pt x="97" y="160"/>
                  <a:pt x="103" y="154"/>
                  <a:pt x="103" y="147"/>
                </a:cubicBezTo>
                <a:cubicBezTo>
                  <a:pt x="103" y="113"/>
                  <a:pt x="103" y="113"/>
                  <a:pt x="103" y="113"/>
                </a:cubicBezTo>
                <a:cubicBezTo>
                  <a:pt x="106" y="112"/>
                  <a:pt x="107" y="112"/>
                  <a:pt x="108" y="110"/>
                </a:cubicBezTo>
                <a:cubicBezTo>
                  <a:pt x="110" y="111"/>
                  <a:pt x="111" y="112"/>
                  <a:pt x="112" y="113"/>
                </a:cubicBezTo>
                <a:cubicBezTo>
                  <a:pt x="113" y="113"/>
                  <a:pt x="113" y="113"/>
                  <a:pt x="113" y="113"/>
                </a:cubicBezTo>
                <a:cubicBezTo>
                  <a:pt x="113" y="137"/>
                  <a:pt x="113" y="137"/>
                  <a:pt x="113" y="137"/>
                </a:cubicBezTo>
                <a:cubicBezTo>
                  <a:pt x="113" y="145"/>
                  <a:pt x="119" y="151"/>
                  <a:pt x="127" y="151"/>
                </a:cubicBezTo>
                <a:cubicBezTo>
                  <a:pt x="136" y="151"/>
                  <a:pt x="136" y="151"/>
                  <a:pt x="136" y="151"/>
                </a:cubicBezTo>
                <a:cubicBezTo>
                  <a:pt x="144" y="151"/>
                  <a:pt x="151" y="145"/>
                  <a:pt x="151" y="137"/>
                </a:cubicBezTo>
                <a:cubicBezTo>
                  <a:pt x="151" y="113"/>
                  <a:pt x="151" y="113"/>
                  <a:pt x="151" y="113"/>
                </a:cubicBezTo>
                <a:cubicBezTo>
                  <a:pt x="156" y="111"/>
                  <a:pt x="160" y="106"/>
                  <a:pt x="160" y="100"/>
                </a:cubicBezTo>
                <a:cubicBezTo>
                  <a:pt x="160" y="75"/>
                  <a:pt x="160" y="75"/>
                  <a:pt x="160" y="75"/>
                </a:cubicBezTo>
                <a:cubicBezTo>
                  <a:pt x="160" y="65"/>
                  <a:pt x="154" y="56"/>
                  <a:pt x="145" y="51"/>
                </a:cubicBezTo>
                <a:close/>
                <a:moveTo>
                  <a:pt x="147" y="104"/>
                </a:moveTo>
                <a:cubicBezTo>
                  <a:pt x="146" y="104"/>
                  <a:pt x="145" y="105"/>
                  <a:pt x="145" y="105"/>
                </a:cubicBezTo>
                <a:cubicBezTo>
                  <a:pt x="145" y="105"/>
                  <a:pt x="145" y="105"/>
                  <a:pt x="145" y="105"/>
                </a:cubicBezTo>
                <a:cubicBezTo>
                  <a:pt x="142" y="105"/>
                  <a:pt x="140" y="107"/>
                  <a:pt x="140" y="110"/>
                </a:cubicBezTo>
                <a:cubicBezTo>
                  <a:pt x="140" y="138"/>
                  <a:pt x="140" y="138"/>
                  <a:pt x="140" y="138"/>
                </a:cubicBezTo>
                <a:cubicBezTo>
                  <a:pt x="140" y="140"/>
                  <a:pt x="139" y="141"/>
                  <a:pt x="137" y="142"/>
                </a:cubicBezTo>
                <a:cubicBezTo>
                  <a:pt x="128" y="142"/>
                  <a:pt x="128" y="142"/>
                  <a:pt x="128" y="142"/>
                </a:cubicBezTo>
                <a:cubicBezTo>
                  <a:pt x="126" y="142"/>
                  <a:pt x="123" y="140"/>
                  <a:pt x="123" y="137"/>
                </a:cubicBezTo>
                <a:cubicBezTo>
                  <a:pt x="123" y="109"/>
                  <a:pt x="123" y="109"/>
                  <a:pt x="123" y="109"/>
                </a:cubicBezTo>
                <a:cubicBezTo>
                  <a:pt x="123" y="106"/>
                  <a:pt x="121" y="104"/>
                  <a:pt x="119" y="104"/>
                </a:cubicBezTo>
                <a:cubicBezTo>
                  <a:pt x="116" y="104"/>
                  <a:pt x="114" y="103"/>
                  <a:pt x="114" y="100"/>
                </a:cubicBezTo>
                <a:cubicBezTo>
                  <a:pt x="114" y="75"/>
                  <a:pt x="114" y="75"/>
                  <a:pt x="114" y="75"/>
                </a:cubicBezTo>
                <a:cubicBezTo>
                  <a:pt x="114" y="66"/>
                  <a:pt x="122" y="57"/>
                  <a:pt x="132" y="57"/>
                </a:cubicBezTo>
                <a:cubicBezTo>
                  <a:pt x="141" y="57"/>
                  <a:pt x="149" y="66"/>
                  <a:pt x="149" y="75"/>
                </a:cubicBezTo>
                <a:cubicBezTo>
                  <a:pt x="149" y="100"/>
                  <a:pt x="149" y="100"/>
                  <a:pt x="149" y="100"/>
                </a:cubicBezTo>
                <a:cubicBezTo>
                  <a:pt x="149" y="100"/>
                  <a:pt x="149" y="100"/>
                  <a:pt x="149" y="100"/>
                </a:cubicBezTo>
                <a:cubicBezTo>
                  <a:pt x="149" y="102"/>
                  <a:pt x="148" y="103"/>
                  <a:pt x="147" y="104"/>
                </a:cubicBezTo>
                <a:close/>
                <a:moveTo>
                  <a:pt x="140" y="39"/>
                </a:moveTo>
                <a:cubicBezTo>
                  <a:pt x="140" y="43"/>
                  <a:pt x="136" y="47"/>
                  <a:pt x="132" y="48"/>
                </a:cubicBezTo>
                <a:cubicBezTo>
                  <a:pt x="127" y="47"/>
                  <a:pt x="123" y="43"/>
                  <a:pt x="123" y="39"/>
                </a:cubicBezTo>
                <a:cubicBezTo>
                  <a:pt x="123" y="34"/>
                  <a:pt x="127" y="30"/>
                  <a:pt x="132" y="30"/>
                </a:cubicBezTo>
                <a:cubicBezTo>
                  <a:pt x="136" y="30"/>
                  <a:pt x="140" y="34"/>
                  <a:pt x="140" y="39"/>
                </a:cubicBezTo>
                <a:close/>
                <a:moveTo>
                  <a:pt x="66" y="24"/>
                </a:moveTo>
                <a:cubicBezTo>
                  <a:pt x="66" y="17"/>
                  <a:pt x="72" y="11"/>
                  <a:pt x="80" y="11"/>
                </a:cubicBezTo>
                <a:cubicBezTo>
                  <a:pt x="87" y="11"/>
                  <a:pt x="93" y="17"/>
                  <a:pt x="93" y="24"/>
                </a:cubicBezTo>
                <a:cubicBezTo>
                  <a:pt x="93" y="32"/>
                  <a:pt x="87" y="38"/>
                  <a:pt x="80" y="39"/>
                </a:cubicBezTo>
                <a:cubicBezTo>
                  <a:pt x="72" y="38"/>
                  <a:pt x="66" y="32"/>
                  <a:pt x="66" y="24"/>
                </a:cubicBezTo>
                <a:close/>
                <a:moveTo>
                  <a:pt x="20" y="138"/>
                </a:moveTo>
                <a:cubicBezTo>
                  <a:pt x="20" y="110"/>
                  <a:pt x="20" y="110"/>
                  <a:pt x="20" y="110"/>
                </a:cubicBezTo>
                <a:cubicBezTo>
                  <a:pt x="20" y="107"/>
                  <a:pt x="17" y="105"/>
                  <a:pt x="15" y="105"/>
                </a:cubicBezTo>
                <a:cubicBezTo>
                  <a:pt x="15" y="105"/>
                  <a:pt x="15" y="105"/>
                  <a:pt x="15" y="105"/>
                </a:cubicBezTo>
                <a:cubicBezTo>
                  <a:pt x="14" y="105"/>
                  <a:pt x="13" y="104"/>
                  <a:pt x="12" y="104"/>
                </a:cubicBezTo>
                <a:cubicBezTo>
                  <a:pt x="11" y="103"/>
                  <a:pt x="10" y="102"/>
                  <a:pt x="10" y="100"/>
                </a:cubicBezTo>
                <a:cubicBezTo>
                  <a:pt x="10" y="100"/>
                  <a:pt x="10" y="100"/>
                  <a:pt x="10" y="100"/>
                </a:cubicBezTo>
                <a:cubicBezTo>
                  <a:pt x="10" y="75"/>
                  <a:pt x="10" y="75"/>
                  <a:pt x="10" y="75"/>
                </a:cubicBezTo>
                <a:cubicBezTo>
                  <a:pt x="10" y="66"/>
                  <a:pt x="18" y="57"/>
                  <a:pt x="28" y="57"/>
                </a:cubicBezTo>
                <a:cubicBezTo>
                  <a:pt x="37" y="57"/>
                  <a:pt x="45" y="66"/>
                  <a:pt x="45" y="75"/>
                </a:cubicBezTo>
                <a:cubicBezTo>
                  <a:pt x="45" y="100"/>
                  <a:pt x="45" y="100"/>
                  <a:pt x="45" y="100"/>
                </a:cubicBezTo>
                <a:cubicBezTo>
                  <a:pt x="46" y="103"/>
                  <a:pt x="43" y="104"/>
                  <a:pt x="41" y="104"/>
                </a:cubicBezTo>
                <a:cubicBezTo>
                  <a:pt x="38" y="104"/>
                  <a:pt x="36" y="106"/>
                  <a:pt x="36" y="109"/>
                </a:cubicBezTo>
                <a:cubicBezTo>
                  <a:pt x="36" y="137"/>
                  <a:pt x="36" y="137"/>
                  <a:pt x="36" y="137"/>
                </a:cubicBezTo>
                <a:cubicBezTo>
                  <a:pt x="36" y="140"/>
                  <a:pt x="34" y="142"/>
                  <a:pt x="31" y="142"/>
                </a:cubicBezTo>
                <a:cubicBezTo>
                  <a:pt x="22" y="142"/>
                  <a:pt x="22" y="142"/>
                  <a:pt x="22" y="142"/>
                </a:cubicBezTo>
                <a:cubicBezTo>
                  <a:pt x="21" y="141"/>
                  <a:pt x="20" y="140"/>
                  <a:pt x="20" y="138"/>
                </a:cubicBezTo>
                <a:close/>
                <a:moveTo>
                  <a:pt x="36" y="39"/>
                </a:moveTo>
                <a:cubicBezTo>
                  <a:pt x="36" y="43"/>
                  <a:pt x="32" y="47"/>
                  <a:pt x="28" y="48"/>
                </a:cubicBezTo>
                <a:cubicBezTo>
                  <a:pt x="23" y="47"/>
                  <a:pt x="20" y="43"/>
                  <a:pt x="20" y="39"/>
                </a:cubicBezTo>
                <a:cubicBezTo>
                  <a:pt x="20" y="34"/>
                  <a:pt x="23" y="30"/>
                  <a:pt x="28" y="30"/>
                </a:cubicBezTo>
                <a:cubicBezTo>
                  <a:pt x="32" y="30"/>
                  <a:pt x="36" y="34"/>
                  <a:pt x="36" y="39"/>
                </a:cubicBezTo>
                <a:close/>
                <a:moveTo>
                  <a:pt x="71" y="152"/>
                </a:moveTo>
                <a:cubicBezTo>
                  <a:pt x="68" y="152"/>
                  <a:pt x="66" y="150"/>
                  <a:pt x="66" y="147"/>
                </a:cubicBezTo>
                <a:cubicBezTo>
                  <a:pt x="66" y="109"/>
                  <a:pt x="66" y="109"/>
                  <a:pt x="66" y="109"/>
                </a:cubicBezTo>
                <a:cubicBezTo>
                  <a:pt x="66" y="106"/>
                  <a:pt x="64" y="104"/>
                  <a:pt x="61" y="104"/>
                </a:cubicBezTo>
                <a:cubicBezTo>
                  <a:pt x="59" y="104"/>
                  <a:pt x="56" y="103"/>
                  <a:pt x="57" y="100"/>
                </a:cubicBezTo>
                <a:cubicBezTo>
                  <a:pt x="57" y="71"/>
                  <a:pt x="57" y="71"/>
                  <a:pt x="57" y="71"/>
                </a:cubicBezTo>
                <a:cubicBezTo>
                  <a:pt x="57" y="61"/>
                  <a:pt x="64" y="52"/>
                  <a:pt x="73" y="49"/>
                </a:cubicBezTo>
                <a:cubicBezTo>
                  <a:pt x="73" y="81"/>
                  <a:pt x="73" y="81"/>
                  <a:pt x="73" y="81"/>
                </a:cubicBezTo>
                <a:cubicBezTo>
                  <a:pt x="73" y="84"/>
                  <a:pt x="75" y="86"/>
                  <a:pt x="78" y="86"/>
                </a:cubicBezTo>
                <a:cubicBezTo>
                  <a:pt x="79" y="86"/>
                  <a:pt x="79" y="86"/>
                  <a:pt x="80" y="85"/>
                </a:cubicBezTo>
                <a:cubicBezTo>
                  <a:pt x="80" y="86"/>
                  <a:pt x="81" y="86"/>
                  <a:pt x="81" y="86"/>
                </a:cubicBezTo>
                <a:cubicBezTo>
                  <a:pt x="84" y="86"/>
                  <a:pt x="86" y="84"/>
                  <a:pt x="86" y="81"/>
                </a:cubicBezTo>
                <a:cubicBezTo>
                  <a:pt x="86" y="49"/>
                  <a:pt x="86" y="49"/>
                  <a:pt x="86" y="49"/>
                </a:cubicBezTo>
                <a:cubicBezTo>
                  <a:pt x="96" y="52"/>
                  <a:pt x="103" y="61"/>
                  <a:pt x="103" y="71"/>
                </a:cubicBezTo>
                <a:cubicBezTo>
                  <a:pt x="103" y="100"/>
                  <a:pt x="103" y="100"/>
                  <a:pt x="103" y="100"/>
                </a:cubicBezTo>
                <a:cubicBezTo>
                  <a:pt x="103" y="103"/>
                  <a:pt x="101" y="104"/>
                  <a:pt x="98" y="104"/>
                </a:cubicBezTo>
                <a:cubicBezTo>
                  <a:pt x="95" y="104"/>
                  <a:pt x="93" y="106"/>
                  <a:pt x="93" y="109"/>
                </a:cubicBezTo>
                <a:cubicBezTo>
                  <a:pt x="93" y="147"/>
                  <a:pt x="93" y="147"/>
                  <a:pt x="93" y="147"/>
                </a:cubicBezTo>
                <a:cubicBezTo>
                  <a:pt x="93" y="150"/>
                  <a:pt x="91" y="152"/>
                  <a:pt x="88" y="152"/>
                </a:cubicBezTo>
                <a:lnTo>
                  <a:pt x="71" y="15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DD92053-2761-444F-84CF-19D0F3A0D7A9}"/>
              </a:ext>
            </a:extLst>
          </p:cNvPr>
          <p:cNvSpPr txBox="1"/>
          <p:nvPr/>
        </p:nvSpPr>
        <p:spPr>
          <a:xfrm>
            <a:off x="7562678" y="798629"/>
            <a:ext cx="4023067" cy="580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20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variations of passages of Lorem Ipsum available, but the or randomized words.</a:t>
            </a:r>
            <a:endParaRPr lang="en-US" sz="1200" i="1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E7632A0-E025-4900-BB92-567C1D27AEA3}"/>
              </a:ext>
            </a:extLst>
          </p:cNvPr>
          <p:cNvSpPr/>
          <p:nvPr/>
        </p:nvSpPr>
        <p:spPr>
          <a:xfrm>
            <a:off x="921645" y="2683357"/>
            <a:ext cx="1951808" cy="83627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Prevalence">
            <a:extLst>
              <a:ext uri="{FF2B5EF4-FFF2-40B4-BE49-F238E27FC236}">
                <a16:creationId xmlns:a16="http://schemas.microsoft.com/office/drawing/2014/main" id="{7B1453C2-D5A9-42D1-A795-1F3F88664EED}"/>
              </a:ext>
            </a:extLst>
          </p:cNvPr>
          <p:cNvSpPr/>
          <p:nvPr/>
        </p:nvSpPr>
        <p:spPr>
          <a:xfrm>
            <a:off x="1177155" y="2753486"/>
            <a:ext cx="1156183" cy="5046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>
              <a:lnSpc>
                <a:spcPts val="4500"/>
              </a:lnSpc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Name: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4484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2C9B4FED-2E86-483F-A808-4983A16B1C36}"/>
              </a:ext>
            </a:extLst>
          </p:cNvPr>
          <p:cNvSpPr/>
          <p:nvPr/>
        </p:nvSpPr>
        <p:spPr>
          <a:xfrm>
            <a:off x="6079017" y="4301385"/>
            <a:ext cx="2529220" cy="18464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1D36C71-819C-44E9-8683-836D2BEC3BDB}"/>
              </a:ext>
            </a:extLst>
          </p:cNvPr>
          <p:cNvSpPr/>
          <p:nvPr/>
        </p:nvSpPr>
        <p:spPr>
          <a:xfrm>
            <a:off x="8852511" y="4301387"/>
            <a:ext cx="2529220" cy="1846456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4070987-C88B-4BB0-A764-2F8DD27E9B2C}"/>
              </a:ext>
            </a:extLst>
          </p:cNvPr>
          <p:cNvSpPr/>
          <p:nvPr/>
        </p:nvSpPr>
        <p:spPr>
          <a:xfrm>
            <a:off x="6056108" y="2247903"/>
            <a:ext cx="2529220" cy="184645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D168048-ED5B-4E00-A0B2-0ADF77711D84}"/>
              </a:ext>
            </a:extLst>
          </p:cNvPr>
          <p:cNvSpPr/>
          <p:nvPr/>
        </p:nvSpPr>
        <p:spPr>
          <a:xfrm>
            <a:off x="8852511" y="2247903"/>
            <a:ext cx="2529220" cy="1846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7819D9-7FD0-4320-BFF2-3251FDA7D77A}"/>
              </a:ext>
            </a:extLst>
          </p:cNvPr>
          <p:cNvSpPr txBox="1"/>
          <p:nvPr/>
        </p:nvSpPr>
        <p:spPr>
          <a:xfrm>
            <a:off x="717046" y="621598"/>
            <a:ext cx="5045800" cy="65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500" dirty="0">
                <a:solidFill>
                  <a:schemeClr val="accent2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Assets &amp; </a:t>
            </a:r>
            <a:r>
              <a:rPr lang="en-US" sz="3500" dirty="0">
                <a:latin typeface="Poppins SemiBold" panose="00000700000000000000" pitchFamily="50" charset="0"/>
                <a:cs typeface="Poppins SemiBold" panose="00000700000000000000" pitchFamily="50" charset="0"/>
              </a:rPr>
              <a:t>Expenses</a:t>
            </a:r>
          </a:p>
        </p:txBody>
      </p:sp>
      <p:sp>
        <p:nvSpPr>
          <p:cNvPr id="119" name="Prevalence">
            <a:extLst>
              <a:ext uri="{FF2B5EF4-FFF2-40B4-BE49-F238E27FC236}">
                <a16:creationId xmlns:a16="http://schemas.microsoft.com/office/drawing/2014/main" id="{A7AA31B6-2614-46C4-8E6D-81D2D7AD09A8}"/>
              </a:ext>
            </a:extLst>
          </p:cNvPr>
          <p:cNvSpPr/>
          <p:nvPr/>
        </p:nvSpPr>
        <p:spPr>
          <a:xfrm>
            <a:off x="9580449" y="3003404"/>
            <a:ext cx="1091336" cy="223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6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$54.3M </a:t>
            </a:r>
            <a:r>
              <a:rPr lang="af-ZA" sz="11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USD</a:t>
            </a:r>
            <a:endParaRPr sz="1600" dirty="0">
              <a:solidFill>
                <a:schemeClr val="bg1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120" name="Prevalence">
            <a:extLst>
              <a:ext uri="{FF2B5EF4-FFF2-40B4-BE49-F238E27FC236}">
                <a16:creationId xmlns:a16="http://schemas.microsoft.com/office/drawing/2014/main" id="{03E5F4E7-0750-4310-8DE9-B191EE137A9F}"/>
              </a:ext>
            </a:extLst>
          </p:cNvPr>
          <p:cNvSpPr/>
          <p:nvPr/>
        </p:nvSpPr>
        <p:spPr>
          <a:xfrm>
            <a:off x="6775050" y="3029352"/>
            <a:ext cx="1091336" cy="223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$39.8M </a:t>
            </a:r>
            <a:r>
              <a:rPr lang="af-ZA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USD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121" name="Prevalence">
            <a:extLst>
              <a:ext uri="{FF2B5EF4-FFF2-40B4-BE49-F238E27FC236}">
                <a16:creationId xmlns:a16="http://schemas.microsoft.com/office/drawing/2014/main" id="{0EB7785C-277A-45C7-BF90-BD0DABAD6D5B}"/>
              </a:ext>
            </a:extLst>
          </p:cNvPr>
          <p:cNvSpPr/>
          <p:nvPr/>
        </p:nvSpPr>
        <p:spPr>
          <a:xfrm>
            <a:off x="9571453" y="5073516"/>
            <a:ext cx="1091336" cy="223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$17.3M </a:t>
            </a:r>
            <a:r>
              <a:rPr lang="af-ZA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USD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122" name="Prevalence">
            <a:extLst>
              <a:ext uri="{FF2B5EF4-FFF2-40B4-BE49-F238E27FC236}">
                <a16:creationId xmlns:a16="http://schemas.microsoft.com/office/drawing/2014/main" id="{1E4AC3E7-6D1B-4DD7-B3D0-346C62FAB778}"/>
              </a:ext>
            </a:extLst>
          </p:cNvPr>
          <p:cNvSpPr/>
          <p:nvPr/>
        </p:nvSpPr>
        <p:spPr>
          <a:xfrm>
            <a:off x="6797959" y="5073516"/>
            <a:ext cx="1091336" cy="223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/>
            <a:r>
              <a:rPr lang="af-ZA" sz="16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$14.3M </a:t>
            </a:r>
            <a:r>
              <a:rPr lang="af-ZA" sz="11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USD</a:t>
            </a:r>
            <a:endParaRPr sz="1600" dirty="0">
              <a:solidFill>
                <a:schemeClr val="bg1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1112DD24-5081-4FAC-9828-673E261D747E}"/>
              </a:ext>
            </a:extLst>
          </p:cNvPr>
          <p:cNvSpPr txBox="1"/>
          <p:nvPr/>
        </p:nvSpPr>
        <p:spPr>
          <a:xfrm>
            <a:off x="6337800" y="3256408"/>
            <a:ext cx="1965837" cy="6896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passages of Lore psumsuff rerandomized  which don't look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212AC24A-7369-4D99-9EBE-912F5E00F624}"/>
              </a:ext>
            </a:extLst>
          </p:cNvPr>
          <p:cNvSpPr txBox="1"/>
          <p:nvPr/>
        </p:nvSpPr>
        <p:spPr>
          <a:xfrm>
            <a:off x="6337800" y="5311039"/>
            <a:ext cx="1965837" cy="6896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000" i="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passages of randomized  which don't look  slightly believable.</a:t>
            </a:r>
            <a:endParaRPr lang="en-US" sz="10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DDEEE352-3F19-4329-B6C3-45941CA2DB2D}"/>
              </a:ext>
            </a:extLst>
          </p:cNvPr>
          <p:cNvSpPr txBox="1"/>
          <p:nvPr/>
        </p:nvSpPr>
        <p:spPr>
          <a:xfrm>
            <a:off x="9134203" y="5311039"/>
            <a:ext cx="1965837" cy="6896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passages of randomized  which don't look  slightly believable.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CA5AFA89-69CC-49E5-A9AD-32964A785ADA}"/>
              </a:ext>
            </a:extLst>
          </p:cNvPr>
          <p:cNvSpPr txBox="1"/>
          <p:nvPr/>
        </p:nvSpPr>
        <p:spPr>
          <a:xfrm>
            <a:off x="9143199" y="3256408"/>
            <a:ext cx="1965837" cy="6896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000" i="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passages of randomized  which don't look  slightly believable.</a:t>
            </a:r>
            <a:endParaRPr lang="en-US" sz="10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7A0867DD-D6BE-4C37-BDF9-C3683EE79D4F}"/>
              </a:ext>
            </a:extLst>
          </p:cNvPr>
          <p:cNvSpPr/>
          <p:nvPr/>
        </p:nvSpPr>
        <p:spPr>
          <a:xfrm>
            <a:off x="9898294" y="2397852"/>
            <a:ext cx="429951" cy="4299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9" name="Freeform 7">
            <a:extLst>
              <a:ext uri="{FF2B5EF4-FFF2-40B4-BE49-F238E27FC236}">
                <a16:creationId xmlns:a16="http://schemas.microsoft.com/office/drawing/2014/main" id="{CF1CEE32-C469-4E75-B009-C9ABBA52A6C4}"/>
              </a:ext>
            </a:extLst>
          </p:cNvPr>
          <p:cNvSpPr>
            <a:spLocks noEditPoints="1"/>
          </p:cNvSpPr>
          <p:nvPr/>
        </p:nvSpPr>
        <p:spPr bwMode="auto">
          <a:xfrm>
            <a:off x="9986269" y="2485827"/>
            <a:ext cx="254000" cy="254000"/>
          </a:xfrm>
          <a:custGeom>
            <a:avLst/>
            <a:gdLst>
              <a:gd name="T0" fmla="*/ 80 w 160"/>
              <a:gd name="T1" fmla="*/ 39 h 160"/>
              <a:gd name="T2" fmla="*/ 38 w 160"/>
              <a:gd name="T3" fmla="*/ 106 h 160"/>
              <a:gd name="T4" fmla="*/ 54 w 160"/>
              <a:gd name="T5" fmla="*/ 134 h 160"/>
              <a:gd name="T6" fmla="*/ 47 w 160"/>
              <a:gd name="T7" fmla="*/ 156 h 160"/>
              <a:gd name="T8" fmla="*/ 107 w 160"/>
              <a:gd name="T9" fmla="*/ 160 h 160"/>
              <a:gd name="T10" fmla="*/ 112 w 160"/>
              <a:gd name="T11" fmla="*/ 146 h 160"/>
              <a:gd name="T12" fmla="*/ 121 w 160"/>
              <a:gd name="T13" fmla="*/ 111 h 160"/>
              <a:gd name="T14" fmla="*/ 84 w 160"/>
              <a:gd name="T15" fmla="*/ 41 h 160"/>
              <a:gd name="T16" fmla="*/ 57 w 160"/>
              <a:gd name="T17" fmla="*/ 151 h 160"/>
              <a:gd name="T18" fmla="*/ 61 w 160"/>
              <a:gd name="T19" fmla="*/ 141 h 160"/>
              <a:gd name="T20" fmla="*/ 103 w 160"/>
              <a:gd name="T21" fmla="*/ 146 h 160"/>
              <a:gd name="T22" fmla="*/ 75 w 160"/>
              <a:gd name="T23" fmla="*/ 99 h 160"/>
              <a:gd name="T24" fmla="*/ 84 w 160"/>
              <a:gd name="T25" fmla="*/ 99 h 160"/>
              <a:gd name="T26" fmla="*/ 75 w 160"/>
              <a:gd name="T27" fmla="*/ 99 h 160"/>
              <a:gd name="T28" fmla="*/ 84 w 160"/>
              <a:gd name="T29" fmla="*/ 132 h 160"/>
              <a:gd name="T30" fmla="*/ 94 w 160"/>
              <a:gd name="T31" fmla="*/ 99 h 160"/>
              <a:gd name="T32" fmla="*/ 66 w 160"/>
              <a:gd name="T33" fmla="*/ 99 h 160"/>
              <a:gd name="T34" fmla="*/ 75 w 160"/>
              <a:gd name="T35" fmla="*/ 132 h 160"/>
              <a:gd name="T36" fmla="*/ 48 w 160"/>
              <a:gd name="T37" fmla="*/ 108 h 160"/>
              <a:gd name="T38" fmla="*/ 112 w 160"/>
              <a:gd name="T39" fmla="*/ 108 h 160"/>
              <a:gd name="T40" fmla="*/ 146 w 160"/>
              <a:gd name="T41" fmla="*/ 28 h 160"/>
              <a:gd name="T42" fmla="*/ 146 w 160"/>
              <a:gd name="T43" fmla="*/ 0 h 160"/>
              <a:gd name="T44" fmla="*/ 94 w 160"/>
              <a:gd name="T45" fmla="*/ 10 h 160"/>
              <a:gd name="T46" fmla="*/ 89 w 160"/>
              <a:gd name="T47" fmla="*/ 1 h 160"/>
              <a:gd name="T48" fmla="*/ 66 w 160"/>
              <a:gd name="T49" fmla="*/ 5 h 160"/>
              <a:gd name="T50" fmla="*/ 27 w 160"/>
              <a:gd name="T51" fmla="*/ 10 h 160"/>
              <a:gd name="T52" fmla="*/ 0 w 160"/>
              <a:gd name="T53" fmla="*/ 15 h 160"/>
              <a:gd name="T54" fmla="*/ 27 w 160"/>
              <a:gd name="T55" fmla="*/ 20 h 160"/>
              <a:gd name="T56" fmla="*/ 34 w 160"/>
              <a:gd name="T57" fmla="*/ 31 h 160"/>
              <a:gd name="T58" fmla="*/ 15 w 160"/>
              <a:gd name="T59" fmla="*/ 67 h 160"/>
              <a:gd name="T60" fmla="*/ 10 w 160"/>
              <a:gd name="T61" fmla="*/ 90 h 160"/>
              <a:gd name="T62" fmla="*/ 34 w 160"/>
              <a:gd name="T63" fmla="*/ 95 h 160"/>
              <a:gd name="T64" fmla="*/ 39 w 160"/>
              <a:gd name="T65" fmla="*/ 71 h 160"/>
              <a:gd name="T66" fmla="*/ 29 w 160"/>
              <a:gd name="T67" fmla="*/ 67 h 160"/>
              <a:gd name="T68" fmla="*/ 66 w 160"/>
              <a:gd name="T69" fmla="*/ 24 h 160"/>
              <a:gd name="T70" fmla="*/ 90 w 160"/>
              <a:gd name="T71" fmla="*/ 29 h 160"/>
              <a:gd name="T72" fmla="*/ 95 w 160"/>
              <a:gd name="T73" fmla="*/ 21 h 160"/>
              <a:gd name="T74" fmla="*/ 127 w 160"/>
              <a:gd name="T75" fmla="*/ 66 h 160"/>
              <a:gd name="T76" fmla="*/ 123 w 160"/>
              <a:gd name="T77" fmla="*/ 90 h 160"/>
              <a:gd name="T78" fmla="*/ 146 w 160"/>
              <a:gd name="T79" fmla="*/ 95 h 160"/>
              <a:gd name="T80" fmla="*/ 151 w 160"/>
              <a:gd name="T81" fmla="*/ 71 h 160"/>
              <a:gd name="T82" fmla="*/ 142 w 160"/>
              <a:gd name="T83" fmla="*/ 66 h 160"/>
              <a:gd name="T84" fmla="*/ 113 w 160"/>
              <a:gd name="T85" fmla="*/ 19 h 160"/>
              <a:gd name="T86" fmla="*/ 146 w 160"/>
              <a:gd name="T87" fmla="*/ 28 h 160"/>
              <a:gd name="T88" fmla="*/ 151 w 160"/>
              <a:gd name="T89" fmla="*/ 15 h 160"/>
              <a:gd name="T90" fmla="*/ 141 w 160"/>
              <a:gd name="T91" fmla="*/ 15 h 160"/>
              <a:gd name="T92" fmla="*/ 14 w 160"/>
              <a:gd name="T93" fmla="*/ 19 h 160"/>
              <a:gd name="T94" fmla="*/ 14 w 160"/>
              <a:gd name="T95" fmla="*/ 10 h 160"/>
              <a:gd name="T96" fmla="*/ 14 w 160"/>
              <a:gd name="T97" fmla="*/ 19 h 160"/>
              <a:gd name="T98" fmla="*/ 19 w 160"/>
              <a:gd name="T99" fmla="*/ 85 h 160"/>
              <a:gd name="T100" fmla="*/ 28 w 160"/>
              <a:gd name="T101" fmla="*/ 76 h 160"/>
              <a:gd name="T102" fmla="*/ 84 w 160"/>
              <a:gd name="T103" fmla="*/ 19 h 160"/>
              <a:gd name="T104" fmla="*/ 75 w 160"/>
              <a:gd name="T105" fmla="*/ 10 h 160"/>
              <a:gd name="T106" fmla="*/ 84 w 160"/>
              <a:gd name="T107" fmla="*/ 19 h 160"/>
              <a:gd name="T108" fmla="*/ 132 w 160"/>
              <a:gd name="T109" fmla="*/ 85 h 160"/>
              <a:gd name="T110" fmla="*/ 141 w 160"/>
              <a:gd name="T111" fmla="*/ 76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60" h="160">
                <a:moveTo>
                  <a:pt x="84" y="41"/>
                </a:moveTo>
                <a:cubicBezTo>
                  <a:pt x="83" y="39"/>
                  <a:pt x="81" y="39"/>
                  <a:pt x="80" y="39"/>
                </a:cubicBezTo>
                <a:cubicBezTo>
                  <a:pt x="78" y="39"/>
                  <a:pt x="77" y="39"/>
                  <a:pt x="76" y="41"/>
                </a:cubicBezTo>
                <a:cubicBezTo>
                  <a:pt x="38" y="106"/>
                  <a:pt x="38" y="106"/>
                  <a:pt x="38" y="106"/>
                </a:cubicBezTo>
                <a:cubicBezTo>
                  <a:pt x="38" y="108"/>
                  <a:pt x="38" y="110"/>
                  <a:pt x="38" y="111"/>
                </a:cubicBezTo>
                <a:cubicBezTo>
                  <a:pt x="54" y="134"/>
                  <a:pt x="54" y="134"/>
                  <a:pt x="54" y="134"/>
                </a:cubicBezTo>
                <a:cubicBezTo>
                  <a:pt x="50" y="137"/>
                  <a:pt x="47" y="141"/>
                  <a:pt x="47" y="146"/>
                </a:cubicBezTo>
                <a:cubicBezTo>
                  <a:pt x="47" y="156"/>
                  <a:pt x="47" y="156"/>
                  <a:pt x="47" y="156"/>
                </a:cubicBezTo>
                <a:cubicBezTo>
                  <a:pt x="47" y="158"/>
                  <a:pt x="49" y="160"/>
                  <a:pt x="52" y="160"/>
                </a:cubicBezTo>
                <a:cubicBezTo>
                  <a:pt x="107" y="160"/>
                  <a:pt x="107" y="160"/>
                  <a:pt x="107" y="160"/>
                </a:cubicBezTo>
                <a:cubicBezTo>
                  <a:pt x="110" y="160"/>
                  <a:pt x="112" y="158"/>
                  <a:pt x="112" y="156"/>
                </a:cubicBezTo>
                <a:cubicBezTo>
                  <a:pt x="112" y="146"/>
                  <a:pt x="112" y="146"/>
                  <a:pt x="112" y="146"/>
                </a:cubicBezTo>
                <a:cubicBezTo>
                  <a:pt x="112" y="141"/>
                  <a:pt x="109" y="137"/>
                  <a:pt x="105" y="134"/>
                </a:cubicBezTo>
                <a:cubicBezTo>
                  <a:pt x="121" y="111"/>
                  <a:pt x="121" y="111"/>
                  <a:pt x="121" y="111"/>
                </a:cubicBezTo>
                <a:cubicBezTo>
                  <a:pt x="122" y="110"/>
                  <a:pt x="122" y="108"/>
                  <a:pt x="121" y="106"/>
                </a:cubicBezTo>
                <a:lnTo>
                  <a:pt x="84" y="41"/>
                </a:lnTo>
                <a:close/>
                <a:moveTo>
                  <a:pt x="103" y="151"/>
                </a:moveTo>
                <a:cubicBezTo>
                  <a:pt x="57" y="151"/>
                  <a:pt x="57" y="151"/>
                  <a:pt x="57" y="151"/>
                </a:cubicBezTo>
                <a:cubicBezTo>
                  <a:pt x="57" y="146"/>
                  <a:pt x="57" y="146"/>
                  <a:pt x="57" y="146"/>
                </a:cubicBezTo>
                <a:cubicBezTo>
                  <a:pt x="57" y="143"/>
                  <a:pt x="59" y="141"/>
                  <a:pt x="61" y="141"/>
                </a:cubicBezTo>
                <a:cubicBezTo>
                  <a:pt x="99" y="141"/>
                  <a:pt x="99" y="141"/>
                  <a:pt x="99" y="141"/>
                </a:cubicBezTo>
                <a:cubicBezTo>
                  <a:pt x="102" y="141"/>
                  <a:pt x="103" y="143"/>
                  <a:pt x="103" y="146"/>
                </a:cubicBezTo>
                <a:lnTo>
                  <a:pt x="103" y="151"/>
                </a:lnTo>
                <a:close/>
                <a:moveTo>
                  <a:pt x="75" y="99"/>
                </a:moveTo>
                <a:cubicBezTo>
                  <a:pt x="75" y="97"/>
                  <a:pt x="77" y="95"/>
                  <a:pt x="80" y="95"/>
                </a:cubicBezTo>
                <a:cubicBezTo>
                  <a:pt x="82" y="95"/>
                  <a:pt x="84" y="97"/>
                  <a:pt x="84" y="99"/>
                </a:cubicBezTo>
                <a:cubicBezTo>
                  <a:pt x="84" y="102"/>
                  <a:pt x="82" y="104"/>
                  <a:pt x="80" y="104"/>
                </a:cubicBezTo>
                <a:cubicBezTo>
                  <a:pt x="77" y="104"/>
                  <a:pt x="75" y="102"/>
                  <a:pt x="75" y="99"/>
                </a:cubicBezTo>
                <a:close/>
                <a:moveTo>
                  <a:pt x="96" y="132"/>
                </a:moveTo>
                <a:cubicBezTo>
                  <a:pt x="84" y="132"/>
                  <a:pt x="84" y="132"/>
                  <a:pt x="84" y="132"/>
                </a:cubicBezTo>
                <a:cubicBezTo>
                  <a:pt x="84" y="112"/>
                  <a:pt x="84" y="112"/>
                  <a:pt x="84" y="112"/>
                </a:cubicBezTo>
                <a:cubicBezTo>
                  <a:pt x="90" y="110"/>
                  <a:pt x="94" y="105"/>
                  <a:pt x="94" y="99"/>
                </a:cubicBezTo>
                <a:cubicBezTo>
                  <a:pt x="94" y="91"/>
                  <a:pt x="88" y="85"/>
                  <a:pt x="80" y="85"/>
                </a:cubicBezTo>
                <a:cubicBezTo>
                  <a:pt x="72" y="85"/>
                  <a:pt x="66" y="91"/>
                  <a:pt x="66" y="99"/>
                </a:cubicBezTo>
                <a:cubicBezTo>
                  <a:pt x="66" y="106"/>
                  <a:pt x="69" y="111"/>
                  <a:pt x="75" y="112"/>
                </a:cubicBezTo>
                <a:cubicBezTo>
                  <a:pt x="75" y="132"/>
                  <a:pt x="75" y="132"/>
                  <a:pt x="75" y="132"/>
                </a:cubicBezTo>
                <a:cubicBezTo>
                  <a:pt x="64" y="132"/>
                  <a:pt x="64" y="132"/>
                  <a:pt x="64" y="132"/>
                </a:cubicBezTo>
                <a:cubicBezTo>
                  <a:pt x="48" y="108"/>
                  <a:pt x="48" y="108"/>
                  <a:pt x="48" y="108"/>
                </a:cubicBezTo>
                <a:cubicBezTo>
                  <a:pt x="80" y="52"/>
                  <a:pt x="80" y="52"/>
                  <a:pt x="80" y="52"/>
                </a:cubicBezTo>
                <a:cubicBezTo>
                  <a:pt x="112" y="108"/>
                  <a:pt x="112" y="108"/>
                  <a:pt x="112" y="108"/>
                </a:cubicBezTo>
                <a:lnTo>
                  <a:pt x="96" y="132"/>
                </a:lnTo>
                <a:close/>
                <a:moveTo>
                  <a:pt x="146" y="28"/>
                </a:moveTo>
                <a:cubicBezTo>
                  <a:pt x="153" y="28"/>
                  <a:pt x="160" y="22"/>
                  <a:pt x="160" y="14"/>
                </a:cubicBezTo>
                <a:cubicBezTo>
                  <a:pt x="160" y="7"/>
                  <a:pt x="153" y="0"/>
                  <a:pt x="146" y="0"/>
                </a:cubicBezTo>
                <a:cubicBezTo>
                  <a:pt x="140" y="0"/>
                  <a:pt x="134" y="4"/>
                  <a:pt x="132" y="10"/>
                </a:cubicBezTo>
                <a:cubicBezTo>
                  <a:pt x="94" y="10"/>
                  <a:pt x="94" y="10"/>
                  <a:pt x="94" y="10"/>
                </a:cubicBezTo>
                <a:cubicBezTo>
                  <a:pt x="94" y="5"/>
                  <a:pt x="94" y="5"/>
                  <a:pt x="94" y="5"/>
                </a:cubicBezTo>
                <a:cubicBezTo>
                  <a:pt x="94" y="3"/>
                  <a:pt x="92" y="1"/>
                  <a:pt x="89" y="1"/>
                </a:cubicBezTo>
                <a:cubicBezTo>
                  <a:pt x="71" y="1"/>
                  <a:pt x="71" y="1"/>
                  <a:pt x="71" y="1"/>
                </a:cubicBezTo>
                <a:cubicBezTo>
                  <a:pt x="68" y="1"/>
                  <a:pt x="66" y="3"/>
                  <a:pt x="66" y="5"/>
                </a:cubicBezTo>
                <a:cubicBezTo>
                  <a:pt x="66" y="10"/>
                  <a:pt x="66" y="10"/>
                  <a:pt x="66" y="10"/>
                </a:cubicBezTo>
                <a:cubicBezTo>
                  <a:pt x="27" y="10"/>
                  <a:pt x="27" y="10"/>
                  <a:pt x="27" y="10"/>
                </a:cubicBezTo>
                <a:cubicBezTo>
                  <a:pt x="25" y="5"/>
                  <a:pt x="20" y="1"/>
                  <a:pt x="14" y="1"/>
                </a:cubicBezTo>
                <a:cubicBezTo>
                  <a:pt x="6" y="1"/>
                  <a:pt x="0" y="7"/>
                  <a:pt x="0" y="15"/>
                </a:cubicBezTo>
                <a:cubicBezTo>
                  <a:pt x="0" y="23"/>
                  <a:pt x="6" y="29"/>
                  <a:pt x="14" y="29"/>
                </a:cubicBezTo>
                <a:cubicBezTo>
                  <a:pt x="20" y="29"/>
                  <a:pt x="26" y="25"/>
                  <a:pt x="27" y="20"/>
                </a:cubicBezTo>
                <a:cubicBezTo>
                  <a:pt x="48" y="20"/>
                  <a:pt x="48" y="20"/>
                  <a:pt x="48" y="20"/>
                </a:cubicBezTo>
                <a:cubicBezTo>
                  <a:pt x="42" y="23"/>
                  <a:pt x="38" y="27"/>
                  <a:pt x="34" y="31"/>
                </a:cubicBezTo>
                <a:cubicBezTo>
                  <a:pt x="25" y="42"/>
                  <a:pt x="20" y="54"/>
                  <a:pt x="19" y="67"/>
                </a:cubicBezTo>
                <a:cubicBezTo>
                  <a:pt x="15" y="67"/>
                  <a:pt x="15" y="67"/>
                  <a:pt x="15" y="67"/>
                </a:cubicBezTo>
                <a:cubicBezTo>
                  <a:pt x="12" y="67"/>
                  <a:pt x="10" y="69"/>
                  <a:pt x="10" y="71"/>
                </a:cubicBezTo>
                <a:cubicBezTo>
                  <a:pt x="10" y="90"/>
                  <a:pt x="10" y="90"/>
                  <a:pt x="10" y="90"/>
                </a:cubicBezTo>
                <a:cubicBezTo>
                  <a:pt x="10" y="93"/>
                  <a:pt x="12" y="95"/>
                  <a:pt x="15" y="95"/>
                </a:cubicBezTo>
                <a:cubicBezTo>
                  <a:pt x="34" y="95"/>
                  <a:pt x="34" y="95"/>
                  <a:pt x="34" y="95"/>
                </a:cubicBezTo>
                <a:cubicBezTo>
                  <a:pt x="36" y="95"/>
                  <a:pt x="39" y="93"/>
                  <a:pt x="39" y="90"/>
                </a:cubicBezTo>
                <a:cubicBezTo>
                  <a:pt x="39" y="71"/>
                  <a:pt x="39" y="71"/>
                  <a:pt x="39" y="71"/>
                </a:cubicBezTo>
                <a:cubicBezTo>
                  <a:pt x="39" y="69"/>
                  <a:pt x="36" y="67"/>
                  <a:pt x="34" y="67"/>
                </a:cubicBezTo>
                <a:cubicBezTo>
                  <a:pt x="29" y="67"/>
                  <a:pt x="29" y="67"/>
                  <a:pt x="29" y="67"/>
                </a:cubicBezTo>
                <a:cubicBezTo>
                  <a:pt x="31" y="46"/>
                  <a:pt x="46" y="27"/>
                  <a:pt x="66" y="22"/>
                </a:cubicBezTo>
                <a:cubicBezTo>
                  <a:pt x="66" y="24"/>
                  <a:pt x="66" y="24"/>
                  <a:pt x="66" y="24"/>
                </a:cubicBezTo>
                <a:cubicBezTo>
                  <a:pt x="66" y="27"/>
                  <a:pt x="68" y="29"/>
                  <a:pt x="71" y="29"/>
                </a:cubicBezTo>
                <a:cubicBezTo>
                  <a:pt x="90" y="29"/>
                  <a:pt x="90" y="29"/>
                  <a:pt x="90" y="29"/>
                </a:cubicBezTo>
                <a:cubicBezTo>
                  <a:pt x="92" y="29"/>
                  <a:pt x="95" y="27"/>
                  <a:pt x="95" y="24"/>
                </a:cubicBezTo>
                <a:cubicBezTo>
                  <a:pt x="95" y="21"/>
                  <a:pt x="95" y="21"/>
                  <a:pt x="95" y="21"/>
                </a:cubicBezTo>
                <a:cubicBezTo>
                  <a:pt x="115" y="27"/>
                  <a:pt x="130" y="45"/>
                  <a:pt x="132" y="66"/>
                </a:cubicBezTo>
                <a:cubicBezTo>
                  <a:pt x="127" y="66"/>
                  <a:pt x="127" y="66"/>
                  <a:pt x="127" y="66"/>
                </a:cubicBezTo>
                <a:cubicBezTo>
                  <a:pt x="125" y="66"/>
                  <a:pt x="123" y="68"/>
                  <a:pt x="123" y="71"/>
                </a:cubicBezTo>
                <a:cubicBezTo>
                  <a:pt x="123" y="90"/>
                  <a:pt x="123" y="90"/>
                  <a:pt x="123" y="90"/>
                </a:cubicBezTo>
                <a:cubicBezTo>
                  <a:pt x="123" y="93"/>
                  <a:pt x="125" y="95"/>
                  <a:pt x="127" y="95"/>
                </a:cubicBezTo>
                <a:cubicBezTo>
                  <a:pt x="146" y="95"/>
                  <a:pt x="146" y="95"/>
                  <a:pt x="146" y="95"/>
                </a:cubicBezTo>
                <a:cubicBezTo>
                  <a:pt x="149" y="95"/>
                  <a:pt x="151" y="93"/>
                  <a:pt x="151" y="90"/>
                </a:cubicBezTo>
                <a:cubicBezTo>
                  <a:pt x="151" y="71"/>
                  <a:pt x="151" y="71"/>
                  <a:pt x="151" y="71"/>
                </a:cubicBezTo>
                <a:cubicBezTo>
                  <a:pt x="151" y="68"/>
                  <a:pt x="149" y="66"/>
                  <a:pt x="146" y="66"/>
                </a:cubicBezTo>
                <a:cubicBezTo>
                  <a:pt x="142" y="66"/>
                  <a:pt x="142" y="66"/>
                  <a:pt x="142" y="66"/>
                </a:cubicBezTo>
                <a:cubicBezTo>
                  <a:pt x="140" y="54"/>
                  <a:pt x="136" y="41"/>
                  <a:pt x="127" y="31"/>
                </a:cubicBezTo>
                <a:cubicBezTo>
                  <a:pt x="123" y="26"/>
                  <a:pt x="119" y="22"/>
                  <a:pt x="113" y="19"/>
                </a:cubicBezTo>
                <a:cubicBezTo>
                  <a:pt x="134" y="19"/>
                  <a:pt x="134" y="19"/>
                  <a:pt x="134" y="19"/>
                </a:cubicBezTo>
                <a:cubicBezTo>
                  <a:pt x="135" y="25"/>
                  <a:pt x="140" y="28"/>
                  <a:pt x="146" y="28"/>
                </a:cubicBezTo>
                <a:close/>
                <a:moveTo>
                  <a:pt x="146" y="10"/>
                </a:moveTo>
                <a:cubicBezTo>
                  <a:pt x="148" y="10"/>
                  <a:pt x="151" y="12"/>
                  <a:pt x="151" y="15"/>
                </a:cubicBezTo>
                <a:cubicBezTo>
                  <a:pt x="151" y="18"/>
                  <a:pt x="148" y="20"/>
                  <a:pt x="146" y="20"/>
                </a:cubicBezTo>
                <a:cubicBezTo>
                  <a:pt x="143" y="20"/>
                  <a:pt x="141" y="18"/>
                  <a:pt x="141" y="15"/>
                </a:cubicBezTo>
                <a:cubicBezTo>
                  <a:pt x="141" y="12"/>
                  <a:pt x="143" y="10"/>
                  <a:pt x="146" y="10"/>
                </a:cubicBezTo>
                <a:close/>
                <a:moveTo>
                  <a:pt x="14" y="19"/>
                </a:moveTo>
                <a:cubicBezTo>
                  <a:pt x="12" y="19"/>
                  <a:pt x="10" y="17"/>
                  <a:pt x="10" y="14"/>
                </a:cubicBezTo>
                <a:cubicBezTo>
                  <a:pt x="10" y="12"/>
                  <a:pt x="12" y="10"/>
                  <a:pt x="14" y="10"/>
                </a:cubicBezTo>
                <a:cubicBezTo>
                  <a:pt x="17" y="10"/>
                  <a:pt x="19" y="12"/>
                  <a:pt x="19" y="14"/>
                </a:cubicBezTo>
                <a:cubicBezTo>
                  <a:pt x="19" y="17"/>
                  <a:pt x="17" y="19"/>
                  <a:pt x="14" y="19"/>
                </a:cubicBezTo>
                <a:close/>
                <a:moveTo>
                  <a:pt x="28" y="85"/>
                </a:moveTo>
                <a:cubicBezTo>
                  <a:pt x="19" y="85"/>
                  <a:pt x="19" y="85"/>
                  <a:pt x="19" y="85"/>
                </a:cubicBezTo>
                <a:cubicBezTo>
                  <a:pt x="19" y="76"/>
                  <a:pt x="19" y="76"/>
                  <a:pt x="19" y="76"/>
                </a:cubicBezTo>
                <a:cubicBezTo>
                  <a:pt x="28" y="76"/>
                  <a:pt x="28" y="76"/>
                  <a:pt x="28" y="76"/>
                </a:cubicBezTo>
                <a:lnTo>
                  <a:pt x="28" y="85"/>
                </a:lnTo>
                <a:close/>
                <a:moveTo>
                  <a:pt x="84" y="19"/>
                </a:moveTo>
                <a:cubicBezTo>
                  <a:pt x="75" y="19"/>
                  <a:pt x="75" y="19"/>
                  <a:pt x="75" y="19"/>
                </a:cubicBezTo>
                <a:cubicBezTo>
                  <a:pt x="75" y="10"/>
                  <a:pt x="75" y="10"/>
                  <a:pt x="75" y="10"/>
                </a:cubicBezTo>
                <a:cubicBezTo>
                  <a:pt x="84" y="10"/>
                  <a:pt x="84" y="10"/>
                  <a:pt x="84" y="10"/>
                </a:cubicBezTo>
                <a:lnTo>
                  <a:pt x="84" y="19"/>
                </a:lnTo>
                <a:close/>
                <a:moveTo>
                  <a:pt x="141" y="85"/>
                </a:moveTo>
                <a:cubicBezTo>
                  <a:pt x="132" y="85"/>
                  <a:pt x="132" y="85"/>
                  <a:pt x="132" y="85"/>
                </a:cubicBezTo>
                <a:cubicBezTo>
                  <a:pt x="132" y="76"/>
                  <a:pt x="132" y="76"/>
                  <a:pt x="132" y="76"/>
                </a:cubicBezTo>
                <a:cubicBezTo>
                  <a:pt x="141" y="76"/>
                  <a:pt x="141" y="76"/>
                  <a:pt x="141" y="76"/>
                </a:cubicBezTo>
                <a:lnTo>
                  <a:pt x="141" y="85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B40A738A-63CA-4546-AB25-6031172322C9}"/>
              </a:ext>
            </a:extLst>
          </p:cNvPr>
          <p:cNvSpPr/>
          <p:nvPr/>
        </p:nvSpPr>
        <p:spPr>
          <a:xfrm>
            <a:off x="7072303" y="2399555"/>
            <a:ext cx="429951" cy="42995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0" name="Freeform 26">
            <a:extLst>
              <a:ext uri="{FF2B5EF4-FFF2-40B4-BE49-F238E27FC236}">
                <a16:creationId xmlns:a16="http://schemas.microsoft.com/office/drawing/2014/main" id="{51480797-B2B2-4CEB-A0AC-3579BAE3E925}"/>
              </a:ext>
            </a:extLst>
          </p:cNvPr>
          <p:cNvSpPr>
            <a:spLocks noEditPoints="1"/>
          </p:cNvSpPr>
          <p:nvPr/>
        </p:nvSpPr>
        <p:spPr bwMode="auto">
          <a:xfrm>
            <a:off x="7160278" y="2488324"/>
            <a:ext cx="254000" cy="252413"/>
          </a:xfrm>
          <a:custGeom>
            <a:avLst/>
            <a:gdLst>
              <a:gd name="T0" fmla="*/ 107 w 160"/>
              <a:gd name="T1" fmla="*/ 23 h 159"/>
              <a:gd name="T2" fmla="*/ 54 w 160"/>
              <a:gd name="T3" fmla="*/ 23 h 159"/>
              <a:gd name="T4" fmla="*/ 80 w 160"/>
              <a:gd name="T5" fmla="*/ 10 h 159"/>
              <a:gd name="T6" fmla="*/ 76 w 160"/>
              <a:gd name="T7" fmla="*/ 45 h 159"/>
              <a:gd name="T8" fmla="*/ 48 w 160"/>
              <a:gd name="T9" fmla="*/ 67 h 159"/>
              <a:gd name="T10" fmla="*/ 48 w 160"/>
              <a:gd name="T11" fmla="*/ 31 h 159"/>
              <a:gd name="T12" fmla="*/ 113 w 160"/>
              <a:gd name="T13" fmla="*/ 67 h 159"/>
              <a:gd name="T14" fmla="*/ 85 w 160"/>
              <a:gd name="T15" fmla="*/ 45 h 159"/>
              <a:gd name="T16" fmla="*/ 113 w 160"/>
              <a:gd name="T17" fmla="*/ 31 h 159"/>
              <a:gd name="T18" fmla="*/ 70 w 160"/>
              <a:gd name="T19" fmla="*/ 89 h 159"/>
              <a:gd name="T20" fmla="*/ 16 w 160"/>
              <a:gd name="T21" fmla="*/ 89 h 159"/>
              <a:gd name="T22" fmla="*/ 43 w 160"/>
              <a:gd name="T23" fmla="*/ 75 h 159"/>
              <a:gd name="T24" fmla="*/ 145 w 160"/>
              <a:gd name="T25" fmla="*/ 89 h 159"/>
              <a:gd name="T26" fmla="*/ 92 w 160"/>
              <a:gd name="T27" fmla="*/ 89 h 159"/>
              <a:gd name="T28" fmla="*/ 118 w 160"/>
              <a:gd name="T29" fmla="*/ 75 h 159"/>
              <a:gd name="T30" fmla="*/ 76 w 160"/>
              <a:gd name="T31" fmla="*/ 132 h 159"/>
              <a:gd name="T32" fmla="*/ 48 w 160"/>
              <a:gd name="T33" fmla="*/ 111 h 159"/>
              <a:gd name="T34" fmla="*/ 76 w 160"/>
              <a:gd name="T35" fmla="*/ 96 h 159"/>
              <a:gd name="T36" fmla="*/ 151 w 160"/>
              <a:gd name="T37" fmla="*/ 133 h 159"/>
              <a:gd name="T38" fmla="*/ 123 w 160"/>
              <a:gd name="T39" fmla="*/ 111 h 159"/>
              <a:gd name="T40" fmla="*/ 151 w 160"/>
              <a:gd name="T41" fmla="*/ 96 h 159"/>
              <a:gd name="T42" fmla="*/ 38 w 160"/>
              <a:gd name="T43" fmla="*/ 111 h 159"/>
              <a:gd name="T44" fmla="*/ 10 w 160"/>
              <a:gd name="T45" fmla="*/ 134 h 159"/>
              <a:gd name="T46" fmla="*/ 10 w 160"/>
              <a:gd name="T47" fmla="*/ 97 h 159"/>
              <a:gd name="T48" fmla="*/ 113 w 160"/>
              <a:gd name="T49" fmla="*/ 111 h 159"/>
              <a:gd name="T50" fmla="*/ 85 w 160"/>
              <a:gd name="T51" fmla="*/ 134 h 159"/>
              <a:gd name="T52" fmla="*/ 85 w 160"/>
              <a:gd name="T53" fmla="*/ 97 h 159"/>
              <a:gd name="T54" fmla="*/ 78 w 160"/>
              <a:gd name="T55" fmla="*/ 0 h 159"/>
              <a:gd name="T56" fmla="*/ 38 w 160"/>
              <a:gd name="T57" fmla="*/ 23 h 159"/>
              <a:gd name="T58" fmla="*/ 3 w 160"/>
              <a:gd name="T59" fmla="*/ 85 h 159"/>
              <a:gd name="T60" fmla="*/ 0 w 160"/>
              <a:gd name="T61" fmla="*/ 136 h 159"/>
              <a:gd name="T62" fmla="*/ 41 w 160"/>
              <a:gd name="T63" fmla="*/ 159 h 159"/>
              <a:gd name="T64" fmla="*/ 45 w 160"/>
              <a:gd name="T65" fmla="*/ 159 h 159"/>
              <a:gd name="T66" fmla="*/ 116 w 160"/>
              <a:gd name="T67" fmla="*/ 159 h 159"/>
              <a:gd name="T68" fmla="*/ 120 w 160"/>
              <a:gd name="T69" fmla="*/ 159 h 159"/>
              <a:gd name="T70" fmla="*/ 160 w 160"/>
              <a:gd name="T71" fmla="*/ 136 h 159"/>
              <a:gd name="T72" fmla="*/ 158 w 160"/>
              <a:gd name="T73" fmla="*/ 85 h 159"/>
              <a:gd name="T74" fmla="*/ 122 w 160"/>
              <a:gd name="T75" fmla="*/ 23 h 159"/>
              <a:gd name="T76" fmla="*/ 82 w 160"/>
              <a:gd name="T77" fmla="*/ 0 h 1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60" h="159">
                <a:moveTo>
                  <a:pt x="80" y="10"/>
                </a:moveTo>
                <a:cubicBezTo>
                  <a:pt x="107" y="23"/>
                  <a:pt x="107" y="23"/>
                  <a:pt x="107" y="23"/>
                </a:cubicBezTo>
                <a:cubicBezTo>
                  <a:pt x="80" y="37"/>
                  <a:pt x="80" y="37"/>
                  <a:pt x="80" y="37"/>
                </a:cubicBezTo>
                <a:cubicBezTo>
                  <a:pt x="54" y="23"/>
                  <a:pt x="54" y="23"/>
                  <a:pt x="54" y="23"/>
                </a:cubicBezTo>
                <a:cubicBezTo>
                  <a:pt x="80" y="10"/>
                  <a:pt x="80" y="10"/>
                  <a:pt x="80" y="10"/>
                </a:cubicBezTo>
                <a:cubicBezTo>
                  <a:pt x="80" y="10"/>
                  <a:pt x="80" y="10"/>
                  <a:pt x="80" y="10"/>
                </a:cubicBezTo>
                <a:close/>
                <a:moveTo>
                  <a:pt x="48" y="31"/>
                </a:moveTo>
                <a:cubicBezTo>
                  <a:pt x="76" y="45"/>
                  <a:pt x="76" y="45"/>
                  <a:pt x="76" y="45"/>
                </a:cubicBezTo>
                <a:cubicBezTo>
                  <a:pt x="76" y="82"/>
                  <a:pt x="76" y="82"/>
                  <a:pt x="76" y="82"/>
                </a:cubicBezTo>
                <a:cubicBezTo>
                  <a:pt x="48" y="67"/>
                  <a:pt x="48" y="67"/>
                  <a:pt x="48" y="67"/>
                </a:cubicBezTo>
                <a:cubicBezTo>
                  <a:pt x="48" y="31"/>
                  <a:pt x="48" y="31"/>
                  <a:pt x="48" y="31"/>
                </a:cubicBezTo>
                <a:cubicBezTo>
                  <a:pt x="48" y="31"/>
                  <a:pt x="48" y="31"/>
                  <a:pt x="48" y="31"/>
                </a:cubicBezTo>
                <a:close/>
                <a:moveTo>
                  <a:pt x="113" y="31"/>
                </a:moveTo>
                <a:cubicBezTo>
                  <a:pt x="113" y="67"/>
                  <a:pt x="113" y="67"/>
                  <a:pt x="113" y="67"/>
                </a:cubicBezTo>
                <a:cubicBezTo>
                  <a:pt x="85" y="82"/>
                  <a:pt x="85" y="82"/>
                  <a:pt x="85" y="82"/>
                </a:cubicBezTo>
                <a:cubicBezTo>
                  <a:pt x="85" y="45"/>
                  <a:pt x="85" y="45"/>
                  <a:pt x="85" y="45"/>
                </a:cubicBezTo>
                <a:cubicBezTo>
                  <a:pt x="113" y="31"/>
                  <a:pt x="113" y="31"/>
                  <a:pt x="113" y="31"/>
                </a:cubicBezTo>
                <a:cubicBezTo>
                  <a:pt x="113" y="31"/>
                  <a:pt x="113" y="31"/>
                  <a:pt x="113" y="31"/>
                </a:cubicBezTo>
                <a:close/>
                <a:moveTo>
                  <a:pt x="43" y="75"/>
                </a:moveTo>
                <a:cubicBezTo>
                  <a:pt x="70" y="89"/>
                  <a:pt x="70" y="89"/>
                  <a:pt x="70" y="89"/>
                </a:cubicBezTo>
                <a:cubicBezTo>
                  <a:pt x="43" y="103"/>
                  <a:pt x="43" y="103"/>
                  <a:pt x="43" y="103"/>
                </a:cubicBezTo>
                <a:cubicBezTo>
                  <a:pt x="16" y="89"/>
                  <a:pt x="16" y="89"/>
                  <a:pt x="16" y="89"/>
                </a:cubicBezTo>
                <a:cubicBezTo>
                  <a:pt x="43" y="75"/>
                  <a:pt x="43" y="75"/>
                  <a:pt x="43" y="75"/>
                </a:cubicBezTo>
                <a:cubicBezTo>
                  <a:pt x="43" y="75"/>
                  <a:pt x="43" y="75"/>
                  <a:pt x="43" y="75"/>
                </a:cubicBezTo>
                <a:close/>
                <a:moveTo>
                  <a:pt x="118" y="75"/>
                </a:moveTo>
                <a:cubicBezTo>
                  <a:pt x="145" y="89"/>
                  <a:pt x="145" y="89"/>
                  <a:pt x="145" y="89"/>
                </a:cubicBezTo>
                <a:cubicBezTo>
                  <a:pt x="118" y="103"/>
                  <a:pt x="118" y="103"/>
                  <a:pt x="118" y="103"/>
                </a:cubicBezTo>
                <a:cubicBezTo>
                  <a:pt x="92" y="89"/>
                  <a:pt x="92" y="89"/>
                  <a:pt x="92" y="89"/>
                </a:cubicBezTo>
                <a:cubicBezTo>
                  <a:pt x="118" y="75"/>
                  <a:pt x="118" y="75"/>
                  <a:pt x="118" y="75"/>
                </a:cubicBezTo>
                <a:cubicBezTo>
                  <a:pt x="118" y="75"/>
                  <a:pt x="118" y="75"/>
                  <a:pt x="118" y="75"/>
                </a:cubicBezTo>
                <a:close/>
                <a:moveTo>
                  <a:pt x="76" y="96"/>
                </a:moveTo>
                <a:cubicBezTo>
                  <a:pt x="76" y="132"/>
                  <a:pt x="76" y="132"/>
                  <a:pt x="76" y="132"/>
                </a:cubicBezTo>
                <a:cubicBezTo>
                  <a:pt x="48" y="147"/>
                  <a:pt x="48" y="147"/>
                  <a:pt x="48" y="147"/>
                </a:cubicBezTo>
                <a:cubicBezTo>
                  <a:pt x="48" y="111"/>
                  <a:pt x="48" y="111"/>
                  <a:pt x="48" y="111"/>
                </a:cubicBezTo>
                <a:cubicBezTo>
                  <a:pt x="76" y="96"/>
                  <a:pt x="76" y="96"/>
                  <a:pt x="76" y="96"/>
                </a:cubicBezTo>
                <a:cubicBezTo>
                  <a:pt x="76" y="96"/>
                  <a:pt x="76" y="96"/>
                  <a:pt x="76" y="96"/>
                </a:cubicBezTo>
                <a:close/>
                <a:moveTo>
                  <a:pt x="151" y="96"/>
                </a:moveTo>
                <a:cubicBezTo>
                  <a:pt x="151" y="133"/>
                  <a:pt x="151" y="133"/>
                  <a:pt x="151" y="133"/>
                </a:cubicBezTo>
                <a:cubicBezTo>
                  <a:pt x="123" y="147"/>
                  <a:pt x="123" y="147"/>
                  <a:pt x="123" y="147"/>
                </a:cubicBezTo>
                <a:cubicBezTo>
                  <a:pt x="123" y="111"/>
                  <a:pt x="123" y="111"/>
                  <a:pt x="123" y="111"/>
                </a:cubicBezTo>
                <a:cubicBezTo>
                  <a:pt x="151" y="96"/>
                  <a:pt x="151" y="96"/>
                  <a:pt x="151" y="96"/>
                </a:cubicBezTo>
                <a:cubicBezTo>
                  <a:pt x="151" y="96"/>
                  <a:pt x="151" y="96"/>
                  <a:pt x="151" y="96"/>
                </a:cubicBezTo>
                <a:close/>
                <a:moveTo>
                  <a:pt x="10" y="97"/>
                </a:moveTo>
                <a:cubicBezTo>
                  <a:pt x="38" y="111"/>
                  <a:pt x="38" y="111"/>
                  <a:pt x="38" y="111"/>
                </a:cubicBezTo>
                <a:cubicBezTo>
                  <a:pt x="38" y="148"/>
                  <a:pt x="38" y="148"/>
                  <a:pt x="38" y="148"/>
                </a:cubicBezTo>
                <a:cubicBezTo>
                  <a:pt x="10" y="134"/>
                  <a:pt x="10" y="134"/>
                  <a:pt x="10" y="134"/>
                </a:cubicBezTo>
                <a:cubicBezTo>
                  <a:pt x="10" y="97"/>
                  <a:pt x="10" y="97"/>
                  <a:pt x="10" y="97"/>
                </a:cubicBezTo>
                <a:cubicBezTo>
                  <a:pt x="10" y="97"/>
                  <a:pt x="10" y="97"/>
                  <a:pt x="10" y="97"/>
                </a:cubicBezTo>
                <a:close/>
                <a:moveTo>
                  <a:pt x="85" y="97"/>
                </a:moveTo>
                <a:cubicBezTo>
                  <a:pt x="113" y="111"/>
                  <a:pt x="113" y="111"/>
                  <a:pt x="113" y="111"/>
                </a:cubicBezTo>
                <a:cubicBezTo>
                  <a:pt x="113" y="148"/>
                  <a:pt x="113" y="148"/>
                  <a:pt x="113" y="148"/>
                </a:cubicBezTo>
                <a:cubicBezTo>
                  <a:pt x="85" y="134"/>
                  <a:pt x="85" y="134"/>
                  <a:pt x="85" y="134"/>
                </a:cubicBezTo>
                <a:cubicBezTo>
                  <a:pt x="85" y="97"/>
                  <a:pt x="85" y="97"/>
                  <a:pt x="85" y="97"/>
                </a:cubicBezTo>
                <a:cubicBezTo>
                  <a:pt x="85" y="97"/>
                  <a:pt x="85" y="97"/>
                  <a:pt x="85" y="97"/>
                </a:cubicBezTo>
                <a:close/>
                <a:moveTo>
                  <a:pt x="80" y="0"/>
                </a:moveTo>
                <a:cubicBezTo>
                  <a:pt x="80" y="0"/>
                  <a:pt x="79" y="0"/>
                  <a:pt x="78" y="0"/>
                </a:cubicBezTo>
                <a:cubicBezTo>
                  <a:pt x="41" y="19"/>
                  <a:pt x="41" y="19"/>
                  <a:pt x="41" y="19"/>
                </a:cubicBezTo>
                <a:cubicBezTo>
                  <a:pt x="39" y="20"/>
                  <a:pt x="38" y="22"/>
                  <a:pt x="38" y="23"/>
                </a:cubicBezTo>
                <a:cubicBezTo>
                  <a:pt x="38" y="67"/>
                  <a:pt x="38" y="67"/>
                  <a:pt x="38" y="67"/>
                </a:cubicBezTo>
                <a:cubicBezTo>
                  <a:pt x="3" y="85"/>
                  <a:pt x="3" y="85"/>
                  <a:pt x="3" y="85"/>
                </a:cubicBezTo>
                <a:cubicBezTo>
                  <a:pt x="1" y="86"/>
                  <a:pt x="0" y="87"/>
                  <a:pt x="0" y="89"/>
                </a:cubicBezTo>
                <a:cubicBezTo>
                  <a:pt x="0" y="136"/>
                  <a:pt x="0" y="136"/>
                  <a:pt x="0" y="136"/>
                </a:cubicBezTo>
                <a:cubicBezTo>
                  <a:pt x="0" y="137"/>
                  <a:pt x="1" y="139"/>
                  <a:pt x="3" y="140"/>
                </a:cubicBezTo>
                <a:cubicBezTo>
                  <a:pt x="41" y="159"/>
                  <a:pt x="41" y="159"/>
                  <a:pt x="41" y="159"/>
                </a:cubicBezTo>
                <a:cubicBezTo>
                  <a:pt x="41" y="159"/>
                  <a:pt x="42" y="159"/>
                  <a:pt x="43" y="159"/>
                </a:cubicBezTo>
                <a:cubicBezTo>
                  <a:pt x="44" y="159"/>
                  <a:pt x="44" y="159"/>
                  <a:pt x="45" y="159"/>
                </a:cubicBezTo>
                <a:cubicBezTo>
                  <a:pt x="80" y="141"/>
                  <a:pt x="80" y="141"/>
                  <a:pt x="80" y="141"/>
                </a:cubicBezTo>
                <a:cubicBezTo>
                  <a:pt x="116" y="159"/>
                  <a:pt x="116" y="159"/>
                  <a:pt x="116" y="159"/>
                </a:cubicBezTo>
                <a:cubicBezTo>
                  <a:pt x="116" y="159"/>
                  <a:pt x="117" y="159"/>
                  <a:pt x="118" y="159"/>
                </a:cubicBezTo>
                <a:cubicBezTo>
                  <a:pt x="118" y="159"/>
                  <a:pt x="119" y="159"/>
                  <a:pt x="120" y="159"/>
                </a:cubicBezTo>
                <a:cubicBezTo>
                  <a:pt x="158" y="140"/>
                  <a:pt x="158" y="140"/>
                  <a:pt x="158" y="140"/>
                </a:cubicBezTo>
                <a:cubicBezTo>
                  <a:pt x="159" y="139"/>
                  <a:pt x="160" y="137"/>
                  <a:pt x="160" y="136"/>
                </a:cubicBezTo>
                <a:cubicBezTo>
                  <a:pt x="160" y="89"/>
                  <a:pt x="160" y="89"/>
                  <a:pt x="160" y="89"/>
                </a:cubicBezTo>
                <a:cubicBezTo>
                  <a:pt x="160" y="87"/>
                  <a:pt x="160" y="86"/>
                  <a:pt x="158" y="85"/>
                </a:cubicBezTo>
                <a:cubicBezTo>
                  <a:pt x="122" y="67"/>
                  <a:pt x="122" y="67"/>
                  <a:pt x="122" y="67"/>
                </a:cubicBezTo>
                <a:cubicBezTo>
                  <a:pt x="122" y="23"/>
                  <a:pt x="122" y="23"/>
                  <a:pt x="122" y="23"/>
                </a:cubicBezTo>
                <a:cubicBezTo>
                  <a:pt x="122" y="22"/>
                  <a:pt x="121" y="20"/>
                  <a:pt x="120" y="19"/>
                </a:cubicBezTo>
                <a:cubicBezTo>
                  <a:pt x="82" y="0"/>
                  <a:pt x="82" y="0"/>
                  <a:pt x="82" y="0"/>
                </a:cubicBezTo>
                <a:cubicBezTo>
                  <a:pt x="82" y="0"/>
                  <a:pt x="81" y="0"/>
                  <a:pt x="8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FE577AFF-1762-48AE-A9BC-2716663CC659}"/>
              </a:ext>
            </a:extLst>
          </p:cNvPr>
          <p:cNvSpPr/>
          <p:nvPr/>
        </p:nvSpPr>
        <p:spPr>
          <a:xfrm>
            <a:off x="9902146" y="4456995"/>
            <a:ext cx="429951" cy="4299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1" name="Freeform 35">
            <a:extLst>
              <a:ext uri="{FF2B5EF4-FFF2-40B4-BE49-F238E27FC236}">
                <a16:creationId xmlns:a16="http://schemas.microsoft.com/office/drawing/2014/main" id="{CFD0A669-81EB-49AE-A94E-88257B5F8504}"/>
              </a:ext>
            </a:extLst>
          </p:cNvPr>
          <p:cNvSpPr>
            <a:spLocks noEditPoints="1"/>
          </p:cNvSpPr>
          <p:nvPr/>
        </p:nvSpPr>
        <p:spPr bwMode="auto">
          <a:xfrm>
            <a:off x="10005202" y="4544970"/>
            <a:ext cx="223838" cy="254000"/>
          </a:xfrm>
          <a:custGeom>
            <a:avLst/>
            <a:gdLst>
              <a:gd name="T0" fmla="*/ 70 w 141"/>
              <a:gd name="T1" fmla="*/ 10 h 160"/>
              <a:gd name="T2" fmla="*/ 125 w 141"/>
              <a:gd name="T3" fmla="*/ 37 h 160"/>
              <a:gd name="T4" fmla="*/ 107 w 141"/>
              <a:gd name="T5" fmla="*/ 46 h 160"/>
              <a:gd name="T6" fmla="*/ 73 w 141"/>
              <a:gd name="T7" fmla="*/ 29 h 160"/>
              <a:gd name="T8" fmla="*/ 71 w 141"/>
              <a:gd name="T9" fmla="*/ 28 h 160"/>
              <a:gd name="T10" fmla="*/ 68 w 141"/>
              <a:gd name="T11" fmla="*/ 29 h 160"/>
              <a:gd name="T12" fmla="*/ 33 w 141"/>
              <a:gd name="T13" fmla="*/ 46 h 160"/>
              <a:gd name="T14" fmla="*/ 16 w 141"/>
              <a:gd name="T15" fmla="*/ 37 h 160"/>
              <a:gd name="T16" fmla="*/ 70 w 141"/>
              <a:gd name="T17" fmla="*/ 10 h 160"/>
              <a:gd name="T18" fmla="*/ 70 w 141"/>
              <a:gd name="T19" fmla="*/ 10 h 160"/>
              <a:gd name="T20" fmla="*/ 65 w 141"/>
              <a:gd name="T21" fmla="*/ 41 h 160"/>
              <a:gd name="T22" fmla="*/ 65 w 141"/>
              <a:gd name="T23" fmla="*/ 83 h 160"/>
              <a:gd name="T24" fmla="*/ 37 w 141"/>
              <a:gd name="T25" fmla="*/ 97 h 160"/>
              <a:gd name="T26" fmla="*/ 37 w 141"/>
              <a:gd name="T27" fmla="*/ 55 h 160"/>
              <a:gd name="T28" fmla="*/ 65 w 141"/>
              <a:gd name="T29" fmla="*/ 41 h 160"/>
              <a:gd name="T30" fmla="*/ 65 w 141"/>
              <a:gd name="T31" fmla="*/ 41 h 160"/>
              <a:gd name="T32" fmla="*/ 75 w 141"/>
              <a:gd name="T33" fmla="*/ 41 h 160"/>
              <a:gd name="T34" fmla="*/ 103 w 141"/>
              <a:gd name="T35" fmla="*/ 55 h 160"/>
              <a:gd name="T36" fmla="*/ 103 w 141"/>
              <a:gd name="T37" fmla="*/ 97 h 160"/>
              <a:gd name="T38" fmla="*/ 75 w 141"/>
              <a:gd name="T39" fmla="*/ 83 h 160"/>
              <a:gd name="T40" fmla="*/ 75 w 141"/>
              <a:gd name="T41" fmla="*/ 41 h 160"/>
              <a:gd name="T42" fmla="*/ 75 w 141"/>
              <a:gd name="T43" fmla="*/ 41 h 160"/>
              <a:gd name="T44" fmla="*/ 70 w 141"/>
              <a:gd name="T45" fmla="*/ 90 h 160"/>
              <a:gd name="T46" fmla="*/ 97 w 141"/>
              <a:gd name="T47" fmla="*/ 104 h 160"/>
              <a:gd name="T48" fmla="*/ 70 w 141"/>
              <a:gd name="T49" fmla="*/ 118 h 160"/>
              <a:gd name="T50" fmla="*/ 44 w 141"/>
              <a:gd name="T51" fmla="*/ 104 h 160"/>
              <a:gd name="T52" fmla="*/ 70 w 141"/>
              <a:gd name="T53" fmla="*/ 90 h 160"/>
              <a:gd name="T54" fmla="*/ 70 w 141"/>
              <a:gd name="T55" fmla="*/ 90 h 160"/>
              <a:gd name="T56" fmla="*/ 10 w 141"/>
              <a:gd name="T57" fmla="*/ 45 h 160"/>
              <a:gd name="T58" fmla="*/ 28 w 141"/>
              <a:gd name="T59" fmla="*/ 55 h 160"/>
              <a:gd name="T60" fmla="*/ 28 w 141"/>
              <a:gd name="T61" fmla="*/ 105 h 160"/>
              <a:gd name="T62" fmla="*/ 31 w 141"/>
              <a:gd name="T63" fmla="*/ 108 h 160"/>
              <a:gd name="T64" fmla="*/ 65 w 141"/>
              <a:gd name="T65" fmla="*/ 126 h 160"/>
              <a:gd name="T66" fmla="*/ 65 w 141"/>
              <a:gd name="T67" fmla="*/ 147 h 160"/>
              <a:gd name="T68" fmla="*/ 10 w 141"/>
              <a:gd name="T69" fmla="*/ 118 h 160"/>
              <a:gd name="T70" fmla="*/ 10 w 141"/>
              <a:gd name="T71" fmla="*/ 45 h 160"/>
              <a:gd name="T72" fmla="*/ 10 w 141"/>
              <a:gd name="T73" fmla="*/ 45 h 160"/>
              <a:gd name="T74" fmla="*/ 131 w 141"/>
              <a:gd name="T75" fmla="*/ 45 h 160"/>
              <a:gd name="T76" fmla="*/ 131 w 141"/>
              <a:gd name="T77" fmla="*/ 119 h 160"/>
              <a:gd name="T78" fmla="*/ 75 w 141"/>
              <a:gd name="T79" fmla="*/ 147 h 160"/>
              <a:gd name="T80" fmla="*/ 75 w 141"/>
              <a:gd name="T81" fmla="*/ 126 h 160"/>
              <a:gd name="T82" fmla="*/ 109 w 141"/>
              <a:gd name="T83" fmla="*/ 109 h 160"/>
              <a:gd name="T84" fmla="*/ 112 w 141"/>
              <a:gd name="T85" fmla="*/ 105 h 160"/>
              <a:gd name="T86" fmla="*/ 112 w 141"/>
              <a:gd name="T87" fmla="*/ 55 h 160"/>
              <a:gd name="T88" fmla="*/ 131 w 141"/>
              <a:gd name="T89" fmla="*/ 45 h 160"/>
              <a:gd name="T90" fmla="*/ 131 w 141"/>
              <a:gd name="T91" fmla="*/ 45 h 160"/>
              <a:gd name="T92" fmla="*/ 70 w 141"/>
              <a:gd name="T93" fmla="*/ 0 h 160"/>
              <a:gd name="T94" fmla="*/ 68 w 141"/>
              <a:gd name="T95" fmla="*/ 1 h 160"/>
              <a:gd name="T96" fmla="*/ 4 w 141"/>
              <a:gd name="T97" fmla="*/ 33 h 160"/>
              <a:gd name="T98" fmla="*/ 0 w 141"/>
              <a:gd name="T99" fmla="*/ 38 h 160"/>
              <a:gd name="T100" fmla="*/ 0 w 141"/>
              <a:gd name="T101" fmla="*/ 122 h 160"/>
              <a:gd name="T102" fmla="*/ 3 w 141"/>
              <a:gd name="T103" fmla="*/ 127 h 160"/>
              <a:gd name="T104" fmla="*/ 68 w 141"/>
              <a:gd name="T105" fmla="*/ 160 h 160"/>
              <a:gd name="T106" fmla="*/ 70 w 141"/>
              <a:gd name="T107" fmla="*/ 160 h 160"/>
              <a:gd name="T108" fmla="*/ 72 w 141"/>
              <a:gd name="T109" fmla="*/ 160 h 160"/>
              <a:gd name="T110" fmla="*/ 138 w 141"/>
              <a:gd name="T111" fmla="*/ 127 h 160"/>
              <a:gd name="T112" fmla="*/ 141 w 141"/>
              <a:gd name="T113" fmla="*/ 122 h 160"/>
              <a:gd name="T114" fmla="*/ 141 w 141"/>
              <a:gd name="T115" fmla="*/ 37 h 160"/>
              <a:gd name="T116" fmla="*/ 138 w 141"/>
              <a:gd name="T117" fmla="*/ 34 h 160"/>
              <a:gd name="T118" fmla="*/ 72 w 141"/>
              <a:gd name="T119" fmla="*/ 1 h 160"/>
              <a:gd name="T120" fmla="*/ 70 w 141"/>
              <a:gd name="T121" fmla="*/ 0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41" h="160">
                <a:moveTo>
                  <a:pt x="70" y="10"/>
                </a:moveTo>
                <a:cubicBezTo>
                  <a:pt x="125" y="37"/>
                  <a:pt x="125" y="37"/>
                  <a:pt x="125" y="37"/>
                </a:cubicBezTo>
                <a:cubicBezTo>
                  <a:pt x="107" y="46"/>
                  <a:pt x="107" y="46"/>
                  <a:pt x="107" y="46"/>
                </a:cubicBezTo>
                <a:cubicBezTo>
                  <a:pt x="73" y="29"/>
                  <a:pt x="73" y="29"/>
                  <a:pt x="73" y="29"/>
                </a:cubicBezTo>
                <a:cubicBezTo>
                  <a:pt x="72" y="28"/>
                  <a:pt x="71" y="28"/>
                  <a:pt x="71" y="28"/>
                </a:cubicBezTo>
                <a:cubicBezTo>
                  <a:pt x="70" y="28"/>
                  <a:pt x="69" y="28"/>
                  <a:pt x="68" y="29"/>
                </a:cubicBezTo>
                <a:cubicBezTo>
                  <a:pt x="33" y="46"/>
                  <a:pt x="33" y="46"/>
                  <a:pt x="33" y="46"/>
                </a:cubicBezTo>
                <a:cubicBezTo>
                  <a:pt x="16" y="37"/>
                  <a:pt x="16" y="37"/>
                  <a:pt x="16" y="37"/>
                </a:cubicBezTo>
                <a:cubicBezTo>
                  <a:pt x="70" y="10"/>
                  <a:pt x="70" y="10"/>
                  <a:pt x="70" y="10"/>
                </a:cubicBezTo>
                <a:cubicBezTo>
                  <a:pt x="70" y="10"/>
                  <a:pt x="70" y="10"/>
                  <a:pt x="70" y="10"/>
                </a:cubicBezTo>
                <a:close/>
                <a:moveTo>
                  <a:pt x="65" y="41"/>
                </a:moveTo>
                <a:cubicBezTo>
                  <a:pt x="65" y="83"/>
                  <a:pt x="65" y="83"/>
                  <a:pt x="65" y="83"/>
                </a:cubicBezTo>
                <a:cubicBezTo>
                  <a:pt x="37" y="97"/>
                  <a:pt x="37" y="97"/>
                  <a:pt x="37" y="97"/>
                </a:cubicBezTo>
                <a:cubicBezTo>
                  <a:pt x="37" y="55"/>
                  <a:pt x="37" y="55"/>
                  <a:pt x="37" y="55"/>
                </a:cubicBezTo>
                <a:cubicBezTo>
                  <a:pt x="65" y="41"/>
                  <a:pt x="65" y="41"/>
                  <a:pt x="65" y="41"/>
                </a:cubicBezTo>
                <a:cubicBezTo>
                  <a:pt x="65" y="41"/>
                  <a:pt x="65" y="41"/>
                  <a:pt x="65" y="41"/>
                </a:cubicBezTo>
                <a:close/>
                <a:moveTo>
                  <a:pt x="75" y="41"/>
                </a:moveTo>
                <a:cubicBezTo>
                  <a:pt x="103" y="55"/>
                  <a:pt x="103" y="55"/>
                  <a:pt x="103" y="55"/>
                </a:cubicBezTo>
                <a:cubicBezTo>
                  <a:pt x="103" y="97"/>
                  <a:pt x="103" y="97"/>
                  <a:pt x="103" y="97"/>
                </a:cubicBezTo>
                <a:cubicBezTo>
                  <a:pt x="75" y="83"/>
                  <a:pt x="75" y="83"/>
                  <a:pt x="75" y="83"/>
                </a:cubicBezTo>
                <a:cubicBezTo>
                  <a:pt x="75" y="41"/>
                  <a:pt x="75" y="41"/>
                  <a:pt x="75" y="41"/>
                </a:cubicBezTo>
                <a:cubicBezTo>
                  <a:pt x="75" y="41"/>
                  <a:pt x="75" y="41"/>
                  <a:pt x="75" y="41"/>
                </a:cubicBezTo>
                <a:close/>
                <a:moveTo>
                  <a:pt x="70" y="90"/>
                </a:moveTo>
                <a:cubicBezTo>
                  <a:pt x="97" y="104"/>
                  <a:pt x="97" y="104"/>
                  <a:pt x="97" y="104"/>
                </a:cubicBezTo>
                <a:cubicBezTo>
                  <a:pt x="70" y="118"/>
                  <a:pt x="70" y="118"/>
                  <a:pt x="70" y="118"/>
                </a:cubicBezTo>
                <a:cubicBezTo>
                  <a:pt x="44" y="104"/>
                  <a:pt x="44" y="104"/>
                  <a:pt x="44" y="104"/>
                </a:cubicBezTo>
                <a:cubicBezTo>
                  <a:pt x="70" y="90"/>
                  <a:pt x="70" y="90"/>
                  <a:pt x="70" y="90"/>
                </a:cubicBezTo>
                <a:cubicBezTo>
                  <a:pt x="70" y="90"/>
                  <a:pt x="70" y="90"/>
                  <a:pt x="70" y="90"/>
                </a:cubicBezTo>
                <a:close/>
                <a:moveTo>
                  <a:pt x="10" y="45"/>
                </a:moveTo>
                <a:cubicBezTo>
                  <a:pt x="28" y="55"/>
                  <a:pt x="28" y="55"/>
                  <a:pt x="28" y="55"/>
                </a:cubicBezTo>
                <a:cubicBezTo>
                  <a:pt x="28" y="105"/>
                  <a:pt x="28" y="105"/>
                  <a:pt x="28" y="105"/>
                </a:cubicBezTo>
                <a:cubicBezTo>
                  <a:pt x="28" y="106"/>
                  <a:pt x="29" y="108"/>
                  <a:pt x="31" y="108"/>
                </a:cubicBezTo>
                <a:cubicBezTo>
                  <a:pt x="65" y="126"/>
                  <a:pt x="65" y="126"/>
                  <a:pt x="65" y="126"/>
                </a:cubicBezTo>
                <a:cubicBezTo>
                  <a:pt x="65" y="147"/>
                  <a:pt x="65" y="147"/>
                  <a:pt x="65" y="147"/>
                </a:cubicBezTo>
                <a:cubicBezTo>
                  <a:pt x="10" y="118"/>
                  <a:pt x="10" y="118"/>
                  <a:pt x="10" y="118"/>
                </a:cubicBezTo>
                <a:cubicBezTo>
                  <a:pt x="10" y="45"/>
                  <a:pt x="10" y="45"/>
                  <a:pt x="10" y="45"/>
                </a:cubicBezTo>
                <a:cubicBezTo>
                  <a:pt x="10" y="45"/>
                  <a:pt x="10" y="45"/>
                  <a:pt x="10" y="45"/>
                </a:cubicBezTo>
                <a:close/>
                <a:moveTo>
                  <a:pt x="131" y="45"/>
                </a:moveTo>
                <a:cubicBezTo>
                  <a:pt x="131" y="119"/>
                  <a:pt x="131" y="119"/>
                  <a:pt x="131" y="119"/>
                </a:cubicBezTo>
                <a:cubicBezTo>
                  <a:pt x="75" y="147"/>
                  <a:pt x="75" y="147"/>
                  <a:pt x="75" y="147"/>
                </a:cubicBezTo>
                <a:cubicBezTo>
                  <a:pt x="75" y="126"/>
                  <a:pt x="75" y="126"/>
                  <a:pt x="75" y="126"/>
                </a:cubicBezTo>
                <a:cubicBezTo>
                  <a:pt x="109" y="109"/>
                  <a:pt x="109" y="109"/>
                  <a:pt x="109" y="109"/>
                </a:cubicBezTo>
                <a:cubicBezTo>
                  <a:pt x="111" y="108"/>
                  <a:pt x="112" y="107"/>
                  <a:pt x="112" y="105"/>
                </a:cubicBezTo>
                <a:cubicBezTo>
                  <a:pt x="112" y="55"/>
                  <a:pt x="112" y="55"/>
                  <a:pt x="112" y="55"/>
                </a:cubicBezTo>
                <a:cubicBezTo>
                  <a:pt x="131" y="45"/>
                  <a:pt x="131" y="45"/>
                  <a:pt x="131" y="45"/>
                </a:cubicBezTo>
                <a:cubicBezTo>
                  <a:pt x="131" y="45"/>
                  <a:pt x="131" y="45"/>
                  <a:pt x="131" y="45"/>
                </a:cubicBezTo>
                <a:close/>
                <a:moveTo>
                  <a:pt x="70" y="0"/>
                </a:moveTo>
                <a:cubicBezTo>
                  <a:pt x="69" y="0"/>
                  <a:pt x="69" y="0"/>
                  <a:pt x="68" y="1"/>
                </a:cubicBezTo>
                <a:cubicBezTo>
                  <a:pt x="4" y="33"/>
                  <a:pt x="4" y="33"/>
                  <a:pt x="4" y="33"/>
                </a:cubicBezTo>
                <a:cubicBezTo>
                  <a:pt x="1" y="34"/>
                  <a:pt x="0" y="36"/>
                  <a:pt x="0" y="38"/>
                </a:cubicBezTo>
                <a:cubicBezTo>
                  <a:pt x="0" y="122"/>
                  <a:pt x="0" y="122"/>
                  <a:pt x="0" y="122"/>
                </a:cubicBezTo>
                <a:cubicBezTo>
                  <a:pt x="0" y="124"/>
                  <a:pt x="1" y="126"/>
                  <a:pt x="3" y="127"/>
                </a:cubicBezTo>
                <a:cubicBezTo>
                  <a:pt x="68" y="160"/>
                  <a:pt x="68" y="160"/>
                  <a:pt x="68" y="160"/>
                </a:cubicBezTo>
                <a:cubicBezTo>
                  <a:pt x="69" y="160"/>
                  <a:pt x="69" y="160"/>
                  <a:pt x="70" y="160"/>
                </a:cubicBezTo>
                <a:cubicBezTo>
                  <a:pt x="71" y="160"/>
                  <a:pt x="72" y="160"/>
                  <a:pt x="72" y="160"/>
                </a:cubicBezTo>
                <a:cubicBezTo>
                  <a:pt x="138" y="127"/>
                  <a:pt x="138" y="127"/>
                  <a:pt x="138" y="127"/>
                </a:cubicBezTo>
                <a:cubicBezTo>
                  <a:pt x="139" y="126"/>
                  <a:pt x="141" y="124"/>
                  <a:pt x="141" y="122"/>
                </a:cubicBezTo>
                <a:cubicBezTo>
                  <a:pt x="141" y="37"/>
                  <a:pt x="141" y="37"/>
                  <a:pt x="141" y="37"/>
                </a:cubicBezTo>
                <a:cubicBezTo>
                  <a:pt x="141" y="36"/>
                  <a:pt x="139" y="34"/>
                  <a:pt x="138" y="34"/>
                </a:cubicBezTo>
                <a:cubicBezTo>
                  <a:pt x="72" y="1"/>
                  <a:pt x="72" y="1"/>
                  <a:pt x="72" y="1"/>
                </a:cubicBezTo>
                <a:cubicBezTo>
                  <a:pt x="72" y="0"/>
                  <a:pt x="71" y="0"/>
                  <a:pt x="7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3969A93B-942B-45FA-841B-402C2B5C6B15}"/>
              </a:ext>
            </a:extLst>
          </p:cNvPr>
          <p:cNvSpPr/>
          <p:nvPr/>
        </p:nvSpPr>
        <p:spPr>
          <a:xfrm>
            <a:off x="7128652" y="4456995"/>
            <a:ext cx="429951" cy="4299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2" name="Freeform 83">
            <a:extLst>
              <a:ext uri="{FF2B5EF4-FFF2-40B4-BE49-F238E27FC236}">
                <a16:creationId xmlns:a16="http://schemas.microsoft.com/office/drawing/2014/main" id="{5387DE87-82AF-4031-8D62-364808B93CFB}"/>
              </a:ext>
            </a:extLst>
          </p:cNvPr>
          <p:cNvSpPr>
            <a:spLocks noEditPoints="1"/>
          </p:cNvSpPr>
          <p:nvPr/>
        </p:nvSpPr>
        <p:spPr bwMode="auto">
          <a:xfrm>
            <a:off x="7239646" y="4544970"/>
            <a:ext cx="207963" cy="254000"/>
          </a:xfrm>
          <a:custGeom>
            <a:avLst/>
            <a:gdLst>
              <a:gd name="T0" fmla="*/ 123 w 131"/>
              <a:gd name="T1" fmla="*/ 45 h 160"/>
              <a:gd name="T2" fmla="*/ 117 w 131"/>
              <a:gd name="T3" fmla="*/ 40 h 160"/>
              <a:gd name="T4" fmla="*/ 93 w 131"/>
              <a:gd name="T5" fmla="*/ 40 h 160"/>
              <a:gd name="T6" fmla="*/ 93 w 131"/>
              <a:gd name="T7" fmla="*/ 30 h 160"/>
              <a:gd name="T8" fmla="*/ 66 w 131"/>
              <a:gd name="T9" fmla="*/ 0 h 160"/>
              <a:gd name="T10" fmla="*/ 38 w 131"/>
              <a:gd name="T11" fmla="*/ 30 h 160"/>
              <a:gd name="T12" fmla="*/ 38 w 131"/>
              <a:gd name="T13" fmla="*/ 40 h 160"/>
              <a:gd name="T14" fmla="*/ 14 w 131"/>
              <a:gd name="T15" fmla="*/ 40 h 160"/>
              <a:gd name="T16" fmla="*/ 10 w 131"/>
              <a:gd name="T17" fmla="*/ 45 h 160"/>
              <a:gd name="T18" fmla="*/ 0 w 131"/>
              <a:gd name="T19" fmla="*/ 155 h 160"/>
              <a:gd name="T20" fmla="*/ 2 w 131"/>
              <a:gd name="T21" fmla="*/ 159 h 160"/>
              <a:gd name="T22" fmla="*/ 4 w 131"/>
              <a:gd name="T23" fmla="*/ 160 h 160"/>
              <a:gd name="T24" fmla="*/ 127 w 131"/>
              <a:gd name="T25" fmla="*/ 160 h 160"/>
              <a:gd name="T26" fmla="*/ 131 w 131"/>
              <a:gd name="T27" fmla="*/ 159 h 160"/>
              <a:gd name="T28" fmla="*/ 131 w 131"/>
              <a:gd name="T29" fmla="*/ 155 h 160"/>
              <a:gd name="T30" fmla="*/ 123 w 131"/>
              <a:gd name="T31" fmla="*/ 45 h 160"/>
              <a:gd name="T32" fmla="*/ 123 w 131"/>
              <a:gd name="T33" fmla="*/ 45 h 160"/>
              <a:gd name="T34" fmla="*/ 48 w 131"/>
              <a:gd name="T35" fmla="*/ 30 h 160"/>
              <a:gd name="T36" fmla="*/ 66 w 131"/>
              <a:gd name="T37" fmla="*/ 11 h 160"/>
              <a:gd name="T38" fmla="*/ 85 w 131"/>
              <a:gd name="T39" fmla="*/ 30 h 160"/>
              <a:gd name="T40" fmla="*/ 85 w 131"/>
              <a:gd name="T41" fmla="*/ 40 h 160"/>
              <a:gd name="T42" fmla="*/ 48 w 131"/>
              <a:gd name="T43" fmla="*/ 40 h 160"/>
              <a:gd name="T44" fmla="*/ 48 w 131"/>
              <a:gd name="T45" fmla="*/ 30 h 160"/>
              <a:gd name="T46" fmla="*/ 48 w 131"/>
              <a:gd name="T47" fmla="*/ 30 h 160"/>
              <a:gd name="T48" fmla="*/ 10 w 131"/>
              <a:gd name="T49" fmla="*/ 150 h 160"/>
              <a:gd name="T50" fmla="*/ 18 w 131"/>
              <a:gd name="T51" fmla="*/ 51 h 160"/>
              <a:gd name="T52" fmla="*/ 38 w 131"/>
              <a:gd name="T53" fmla="*/ 51 h 160"/>
              <a:gd name="T54" fmla="*/ 38 w 131"/>
              <a:gd name="T55" fmla="*/ 61 h 160"/>
              <a:gd name="T56" fmla="*/ 34 w 131"/>
              <a:gd name="T57" fmla="*/ 70 h 160"/>
              <a:gd name="T58" fmla="*/ 42 w 131"/>
              <a:gd name="T59" fmla="*/ 80 h 160"/>
              <a:gd name="T60" fmla="*/ 52 w 131"/>
              <a:gd name="T61" fmla="*/ 70 h 160"/>
              <a:gd name="T62" fmla="*/ 48 w 131"/>
              <a:gd name="T63" fmla="*/ 61 h 160"/>
              <a:gd name="T64" fmla="*/ 48 w 131"/>
              <a:gd name="T65" fmla="*/ 51 h 160"/>
              <a:gd name="T66" fmla="*/ 85 w 131"/>
              <a:gd name="T67" fmla="*/ 51 h 160"/>
              <a:gd name="T68" fmla="*/ 85 w 131"/>
              <a:gd name="T69" fmla="*/ 61 h 160"/>
              <a:gd name="T70" fmla="*/ 79 w 131"/>
              <a:gd name="T71" fmla="*/ 70 h 160"/>
              <a:gd name="T72" fmla="*/ 89 w 131"/>
              <a:gd name="T73" fmla="*/ 80 h 160"/>
              <a:gd name="T74" fmla="*/ 99 w 131"/>
              <a:gd name="T75" fmla="*/ 70 h 160"/>
              <a:gd name="T76" fmla="*/ 93 w 131"/>
              <a:gd name="T77" fmla="*/ 61 h 160"/>
              <a:gd name="T78" fmla="*/ 93 w 131"/>
              <a:gd name="T79" fmla="*/ 51 h 160"/>
              <a:gd name="T80" fmla="*/ 113 w 131"/>
              <a:gd name="T81" fmla="*/ 51 h 160"/>
              <a:gd name="T82" fmla="*/ 121 w 131"/>
              <a:gd name="T83" fmla="*/ 150 h 160"/>
              <a:gd name="T84" fmla="*/ 10 w 131"/>
              <a:gd name="T85" fmla="*/ 150 h 160"/>
              <a:gd name="T86" fmla="*/ 10 w 131"/>
              <a:gd name="T87" fmla="*/ 150 h 160"/>
              <a:gd name="T88" fmla="*/ 10 w 131"/>
              <a:gd name="T89" fmla="*/ 150 h 160"/>
              <a:gd name="T90" fmla="*/ 10 w 131"/>
              <a:gd name="T91" fmla="*/ 150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131" h="160">
                <a:moveTo>
                  <a:pt x="123" y="45"/>
                </a:moveTo>
                <a:cubicBezTo>
                  <a:pt x="121" y="42"/>
                  <a:pt x="120" y="40"/>
                  <a:pt x="117" y="40"/>
                </a:cubicBezTo>
                <a:cubicBezTo>
                  <a:pt x="93" y="40"/>
                  <a:pt x="93" y="40"/>
                  <a:pt x="93" y="40"/>
                </a:cubicBezTo>
                <a:cubicBezTo>
                  <a:pt x="93" y="30"/>
                  <a:pt x="93" y="30"/>
                  <a:pt x="93" y="30"/>
                </a:cubicBezTo>
                <a:cubicBezTo>
                  <a:pt x="93" y="14"/>
                  <a:pt x="81" y="0"/>
                  <a:pt x="66" y="0"/>
                </a:cubicBezTo>
                <a:cubicBezTo>
                  <a:pt x="50" y="0"/>
                  <a:pt x="38" y="14"/>
                  <a:pt x="38" y="30"/>
                </a:cubicBezTo>
                <a:cubicBezTo>
                  <a:pt x="38" y="40"/>
                  <a:pt x="38" y="40"/>
                  <a:pt x="38" y="40"/>
                </a:cubicBezTo>
                <a:cubicBezTo>
                  <a:pt x="14" y="40"/>
                  <a:pt x="14" y="40"/>
                  <a:pt x="14" y="40"/>
                </a:cubicBezTo>
                <a:cubicBezTo>
                  <a:pt x="11" y="40"/>
                  <a:pt x="10" y="42"/>
                  <a:pt x="10" y="45"/>
                </a:cubicBezTo>
                <a:cubicBezTo>
                  <a:pt x="0" y="155"/>
                  <a:pt x="0" y="155"/>
                  <a:pt x="0" y="155"/>
                </a:cubicBezTo>
                <a:cubicBezTo>
                  <a:pt x="0" y="156"/>
                  <a:pt x="0" y="157"/>
                  <a:pt x="2" y="159"/>
                </a:cubicBezTo>
                <a:cubicBezTo>
                  <a:pt x="3" y="159"/>
                  <a:pt x="3" y="160"/>
                  <a:pt x="4" y="160"/>
                </a:cubicBezTo>
                <a:cubicBezTo>
                  <a:pt x="127" y="160"/>
                  <a:pt x="127" y="160"/>
                  <a:pt x="127" y="160"/>
                </a:cubicBezTo>
                <a:cubicBezTo>
                  <a:pt x="128" y="160"/>
                  <a:pt x="130" y="159"/>
                  <a:pt x="131" y="159"/>
                </a:cubicBezTo>
                <a:cubicBezTo>
                  <a:pt x="131" y="157"/>
                  <a:pt x="131" y="156"/>
                  <a:pt x="131" y="155"/>
                </a:cubicBezTo>
                <a:cubicBezTo>
                  <a:pt x="123" y="45"/>
                  <a:pt x="123" y="45"/>
                  <a:pt x="123" y="45"/>
                </a:cubicBezTo>
                <a:cubicBezTo>
                  <a:pt x="123" y="45"/>
                  <a:pt x="123" y="45"/>
                  <a:pt x="123" y="45"/>
                </a:cubicBezTo>
                <a:close/>
                <a:moveTo>
                  <a:pt x="48" y="30"/>
                </a:moveTo>
                <a:cubicBezTo>
                  <a:pt x="48" y="20"/>
                  <a:pt x="56" y="11"/>
                  <a:pt x="66" y="11"/>
                </a:cubicBezTo>
                <a:cubicBezTo>
                  <a:pt x="77" y="11"/>
                  <a:pt x="85" y="20"/>
                  <a:pt x="85" y="30"/>
                </a:cubicBezTo>
                <a:cubicBezTo>
                  <a:pt x="85" y="40"/>
                  <a:pt x="85" y="40"/>
                  <a:pt x="85" y="40"/>
                </a:cubicBezTo>
                <a:cubicBezTo>
                  <a:pt x="48" y="40"/>
                  <a:pt x="48" y="40"/>
                  <a:pt x="48" y="40"/>
                </a:cubicBezTo>
                <a:cubicBezTo>
                  <a:pt x="48" y="30"/>
                  <a:pt x="48" y="30"/>
                  <a:pt x="48" y="30"/>
                </a:cubicBezTo>
                <a:cubicBezTo>
                  <a:pt x="48" y="30"/>
                  <a:pt x="48" y="30"/>
                  <a:pt x="48" y="30"/>
                </a:cubicBezTo>
                <a:close/>
                <a:moveTo>
                  <a:pt x="10" y="150"/>
                </a:moveTo>
                <a:cubicBezTo>
                  <a:pt x="18" y="51"/>
                  <a:pt x="18" y="51"/>
                  <a:pt x="18" y="51"/>
                </a:cubicBezTo>
                <a:cubicBezTo>
                  <a:pt x="38" y="51"/>
                  <a:pt x="38" y="51"/>
                  <a:pt x="38" y="51"/>
                </a:cubicBezTo>
                <a:cubicBezTo>
                  <a:pt x="38" y="61"/>
                  <a:pt x="38" y="61"/>
                  <a:pt x="38" y="61"/>
                </a:cubicBezTo>
                <a:cubicBezTo>
                  <a:pt x="35" y="63"/>
                  <a:pt x="34" y="67"/>
                  <a:pt x="34" y="70"/>
                </a:cubicBezTo>
                <a:cubicBezTo>
                  <a:pt x="34" y="76"/>
                  <a:pt x="38" y="80"/>
                  <a:pt x="42" y="80"/>
                </a:cubicBezTo>
                <a:cubicBezTo>
                  <a:pt x="48" y="80"/>
                  <a:pt x="52" y="76"/>
                  <a:pt x="52" y="70"/>
                </a:cubicBezTo>
                <a:cubicBezTo>
                  <a:pt x="52" y="67"/>
                  <a:pt x="50" y="63"/>
                  <a:pt x="48" y="61"/>
                </a:cubicBezTo>
                <a:cubicBezTo>
                  <a:pt x="48" y="51"/>
                  <a:pt x="48" y="51"/>
                  <a:pt x="48" y="51"/>
                </a:cubicBezTo>
                <a:cubicBezTo>
                  <a:pt x="85" y="51"/>
                  <a:pt x="85" y="51"/>
                  <a:pt x="85" y="51"/>
                </a:cubicBezTo>
                <a:cubicBezTo>
                  <a:pt x="85" y="61"/>
                  <a:pt x="85" y="61"/>
                  <a:pt x="85" y="61"/>
                </a:cubicBezTo>
                <a:cubicBezTo>
                  <a:pt x="82" y="63"/>
                  <a:pt x="79" y="67"/>
                  <a:pt x="79" y="70"/>
                </a:cubicBezTo>
                <a:cubicBezTo>
                  <a:pt x="79" y="76"/>
                  <a:pt x="84" y="80"/>
                  <a:pt x="89" y="80"/>
                </a:cubicBezTo>
                <a:cubicBezTo>
                  <a:pt x="95" y="80"/>
                  <a:pt x="99" y="76"/>
                  <a:pt x="99" y="70"/>
                </a:cubicBezTo>
                <a:cubicBezTo>
                  <a:pt x="99" y="67"/>
                  <a:pt x="96" y="63"/>
                  <a:pt x="93" y="61"/>
                </a:cubicBezTo>
                <a:cubicBezTo>
                  <a:pt x="93" y="51"/>
                  <a:pt x="93" y="51"/>
                  <a:pt x="93" y="51"/>
                </a:cubicBezTo>
                <a:cubicBezTo>
                  <a:pt x="113" y="51"/>
                  <a:pt x="113" y="51"/>
                  <a:pt x="113" y="51"/>
                </a:cubicBezTo>
                <a:cubicBezTo>
                  <a:pt x="121" y="150"/>
                  <a:pt x="121" y="150"/>
                  <a:pt x="121" y="150"/>
                </a:cubicBezTo>
                <a:cubicBezTo>
                  <a:pt x="10" y="150"/>
                  <a:pt x="10" y="150"/>
                  <a:pt x="10" y="150"/>
                </a:cubicBezTo>
                <a:cubicBezTo>
                  <a:pt x="10" y="150"/>
                  <a:pt x="10" y="150"/>
                  <a:pt x="10" y="150"/>
                </a:cubicBezTo>
                <a:close/>
                <a:moveTo>
                  <a:pt x="10" y="150"/>
                </a:moveTo>
                <a:cubicBezTo>
                  <a:pt x="10" y="150"/>
                  <a:pt x="10" y="150"/>
                  <a:pt x="10" y="150"/>
                </a:cubicBezTo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5693A56-E5FD-4BA9-84C1-1E330E78828C}"/>
              </a:ext>
            </a:extLst>
          </p:cNvPr>
          <p:cNvSpPr txBox="1"/>
          <p:nvPr/>
        </p:nvSpPr>
        <p:spPr>
          <a:xfrm>
            <a:off x="7451887" y="765003"/>
            <a:ext cx="4023067" cy="580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20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variations of passages of Lorem Ipsum available, but the or randomized words.</a:t>
            </a:r>
            <a:endParaRPr lang="en-US" sz="1200" i="1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864316-205E-4FB0-A801-F83A4F3B3A7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2180331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Rectangle 178">
            <a:extLst>
              <a:ext uri="{FF2B5EF4-FFF2-40B4-BE49-F238E27FC236}">
                <a16:creationId xmlns:a16="http://schemas.microsoft.com/office/drawing/2014/main" id="{1CB3DDCD-6389-4D80-85E3-4F0BAA1B1086}"/>
              </a:ext>
            </a:extLst>
          </p:cNvPr>
          <p:cNvSpPr/>
          <p:nvPr/>
        </p:nvSpPr>
        <p:spPr>
          <a:xfrm>
            <a:off x="9231680" y="5614319"/>
            <a:ext cx="2056785" cy="4301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C18C2C40-CFFE-4D8B-8850-DE8F89982DEE}"/>
              </a:ext>
            </a:extLst>
          </p:cNvPr>
          <p:cNvCxnSpPr>
            <a:cxnSpLocks/>
          </p:cNvCxnSpPr>
          <p:nvPr/>
        </p:nvCxnSpPr>
        <p:spPr>
          <a:xfrm>
            <a:off x="5118100" y="2470449"/>
            <a:ext cx="0" cy="272537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90A25159-A90E-49C6-B17F-186C8E2ECC54}"/>
              </a:ext>
            </a:extLst>
          </p:cNvPr>
          <p:cNvCxnSpPr>
            <a:cxnSpLocks/>
          </p:cNvCxnSpPr>
          <p:nvPr/>
        </p:nvCxnSpPr>
        <p:spPr>
          <a:xfrm>
            <a:off x="7957087" y="2470449"/>
            <a:ext cx="0" cy="314387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7910661E-D2A5-4091-A1CB-4B0D3B77FAC4}"/>
              </a:ext>
            </a:extLst>
          </p:cNvPr>
          <p:cNvCxnSpPr>
            <a:cxnSpLocks/>
          </p:cNvCxnSpPr>
          <p:nvPr/>
        </p:nvCxnSpPr>
        <p:spPr>
          <a:xfrm>
            <a:off x="9231680" y="2470449"/>
            <a:ext cx="0" cy="357398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D5346E30-BCCA-44DB-8B13-694E6AEF0413}"/>
              </a:ext>
            </a:extLst>
          </p:cNvPr>
          <p:cNvCxnSpPr>
            <a:cxnSpLocks/>
          </p:cNvCxnSpPr>
          <p:nvPr/>
        </p:nvCxnSpPr>
        <p:spPr>
          <a:xfrm>
            <a:off x="11288470" y="2470449"/>
            <a:ext cx="0" cy="357398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A8A9241E-5887-4EC6-8333-CF6DE18A7756}"/>
              </a:ext>
            </a:extLst>
          </p:cNvPr>
          <p:cNvCxnSpPr>
            <a:cxnSpLocks/>
          </p:cNvCxnSpPr>
          <p:nvPr/>
        </p:nvCxnSpPr>
        <p:spPr>
          <a:xfrm>
            <a:off x="5118101" y="3074297"/>
            <a:ext cx="617036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259152C9-7E9B-49A2-9EF3-16ADB6A37502}"/>
              </a:ext>
            </a:extLst>
          </p:cNvPr>
          <p:cNvCxnSpPr>
            <a:cxnSpLocks/>
          </p:cNvCxnSpPr>
          <p:nvPr/>
        </p:nvCxnSpPr>
        <p:spPr>
          <a:xfrm>
            <a:off x="5118100" y="3498603"/>
            <a:ext cx="617037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1CA685F4-659B-4CC1-8DD5-B632ECFEF71B}"/>
              </a:ext>
            </a:extLst>
          </p:cNvPr>
          <p:cNvCxnSpPr>
            <a:cxnSpLocks/>
          </p:cNvCxnSpPr>
          <p:nvPr/>
        </p:nvCxnSpPr>
        <p:spPr>
          <a:xfrm>
            <a:off x="5118100" y="3922909"/>
            <a:ext cx="617037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45879BD6-70EB-42B9-91B3-E41FB1A3B82D}"/>
              </a:ext>
            </a:extLst>
          </p:cNvPr>
          <p:cNvCxnSpPr>
            <a:cxnSpLocks/>
          </p:cNvCxnSpPr>
          <p:nvPr/>
        </p:nvCxnSpPr>
        <p:spPr>
          <a:xfrm>
            <a:off x="5118100" y="4347215"/>
            <a:ext cx="617037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642EC843-6C82-401E-989B-69C9FC73952C}"/>
              </a:ext>
            </a:extLst>
          </p:cNvPr>
          <p:cNvCxnSpPr>
            <a:cxnSpLocks/>
          </p:cNvCxnSpPr>
          <p:nvPr/>
        </p:nvCxnSpPr>
        <p:spPr>
          <a:xfrm>
            <a:off x="5118100" y="4771521"/>
            <a:ext cx="617037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14AE0E49-7F50-4A48-B45E-50EA2051B74A}"/>
              </a:ext>
            </a:extLst>
          </p:cNvPr>
          <p:cNvCxnSpPr>
            <a:cxnSpLocks/>
          </p:cNvCxnSpPr>
          <p:nvPr/>
        </p:nvCxnSpPr>
        <p:spPr>
          <a:xfrm>
            <a:off x="5118100" y="5195827"/>
            <a:ext cx="617037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5A6D7B57-0587-4BB6-B5A6-33DFEF80DE00}"/>
              </a:ext>
            </a:extLst>
          </p:cNvPr>
          <p:cNvSpPr txBox="1"/>
          <p:nvPr/>
        </p:nvSpPr>
        <p:spPr>
          <a:xfrm>
            <a:off x="9706403" y="3172446"/>
            <a:ext cx="11286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Poppins" panose="00000500000000000000" pitchFamily="50" charset="0"/>
                <a:cs typeface="Poppins" panose="00000500000000000000" pitchFamily="50" charset="0"/>
              </a:rPr>
              <a:t>$ XXX.XX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48CABDC-EB2B-4D1A-AFDC-2121928A7896}"/>
              </a:ext>
            </a:extLst>
          </p:cNvPr>
          <p:cNvSpPr txBox="1"/>
          <p:nvPr/>
        </p:nvSpPr>
        <p:spPr>
          <a:xfrm>
            <a:off x="8030423" y="3172446"/>
            <a:ext cx="11286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Poppins" panose="00000500000000000000" pitchFamily="50" charset="0"/>
                <a:cs typeface="Poppins" panose="00000500000000000000" pitchFamily="50" charset="0"/>
              </a:rPr>
              <a:t>2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06BF6D5-D3C5-426A-9D17-C39D530C9E90}"/>
              </a:ext>
            </a:extLst>
          </p:cNvPr>
          <p:cNvSpPr txBox="1"/>
          <p:nvPr/>
        </p:nvSpPr>
        <p:spPr>
          <a:xfrm>
            <a:off x="9706403" y="3591300"/>
            <a:ext cx="11286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Poppins" panose="00000500000000000000" pitchFamily="50" charset="0"/>
                <a:cs typeface="Poppins" panose="00000500000000000000" pitchFamily="50" charset="0"/>
              </a:rPr>
              <a:t>$ XXX.XX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59639DBF-9A2D-435D-8CBE-0DFD13B55AC4}"/>
              </a:ext>
            </a:extLst>
          </p:cNvPr>
          <p:cNvSpPr txBox="1"/>
          <p:nvPr/>
        </p:nvSpPr>
        <p:spPr>
          <a:xfrm>
            <a:off x="8030423" y="3591300"/>
            <a:ext cx="11286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Poppins" panose="00000500000000000000" pitchFamily="50" charset="0"/>
                <a:cs typeface="Poppins" panose="00000500000000000000" pitchFamily="50" charset="0"/>
              </a:rPr>
              <a:t>2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C6FE3F33-09F7-4D9E-84CF-2C3324374781}"/>
              </a:ext>
            </a:extLst>
          </p:cNvPr>
          <p:cNvSpPr txBox="1"/>
          <p:nvPr/>
        </p:nvSpPr>
        <p:spPr>
          <a:xfrm>
            <a:off x="9706403" y="4019925"/>
            <a:ext cx="11286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Poppins" panose="00000500000000000000" pitchFamily="50" charset="0"/>
                <a:cs typeface="Poppins" panose="00000500000000000000" pitchFamily="50" charset="0"/>
              </a:rPr>
              <a:t>$ XXX.XX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965E8A5-BB3A-4B19-A0AA-556BE715DA73}"/>
              </a:ext>
            </a:extLst>
          </p:cNvPr>
          <p:cNvSpPr txBox="1"/>
          <p:nvPr/>
        </p:nvSpPr>
        <p:spPr>
          <a:xfrm>
            <a:off x="8030423" y="4019925"/>
            <a:ext cx="11286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Poppins" panose="00000500000000000000" pitchFamily="50" charset="0"/>
                <a:cs typeface="Poppins" panose="00000500000000000000" pitchFamily="50" charset="0"/>
              </a:rPr>
              <a:t>2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97EFBB7-89E5-4BF2-8BF2-97313DF99ECC}"/>
              </a:ext>
            </a:extLst>
          </p:cNvPr>
          <p:cNvSpPr txBox="1"/>
          <p:nvPr/>
        </p:nvSpPr>
        <p:spPr>
          <a:xfrm>
            <a:off x="9706403" y="4448550"/>
            <a:ext cx="11286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Poppins" panose="00000500000000000000" pitchFamily="50" charset="0"/>
                <a:cs typeface="Poppins" panose="00000500000000000000" pitchFamily="50" charset="0"/>
              </a:rPr>
              <a:t>$ XXX.XX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CD1D79C1-AE56-4732-A7C0-05EBC591AA73}"/>
              </a:ext>
            </a:extLst>
          </p:cNvPr>
          <p:cNvSpPr txBox="1"/>
          <p:nvPr/>
        </p:nvSpPr>
        <p:spPr>
          <a:xfrm>
            <a:off x="8030423" y="4448550"/>
            <a:ext cx="11286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Poppins" panose="00000500000000000000" pitchFamily="50" charset="0"/>
                <a:cs typeface="Poppins" panose="00000500000000000000" pitchFamily="50" charset="0"/>
              </a:rPr>
              <a:t>2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C96E8301-651E-434F-986F-E0343A40EDCD}"/>
              </a:ext>
            </a:extLst>
          </p:cNvPr>
          <p:cNvSpPr txBox="1"/>
          <p:nvPr/>
        </p:nvSpPr>
        <p:spPr>
          <a:xfrm>
            <a:off x="9706403" y="4867650"/>
            <a:ext cx="11286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Poppins" panose="00000500000000000000" pitchFamily="50" charset="0"/>
                <a:cs typeface="Poppins" panose="00000500000000000000" pitchFamily="50" charset="0"/>
              </a:rPr>
              <a:t>$ XXX.XX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B4CA505C-87EA-424F-B92E-DBE663637088}"/>
              </a:ext>
            </a:extLst>
          </p:cNvPr>
          <p:cNvSpPr txBox="1"/>
          <p:nvPr/>
        </p:nvSpPr>
        <p:spPr>
          <a:xfrm>
            <a:off x="8030423" y="4867650"/>
            <a:ext cx="11286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Poppins" panose="00000500000000000000" pitchFamily="50" charset="0"/>
                <a:cs typeface="Poppins" panose="00000500000000000000" pitchFamily="50" charset="0"/>
              </a:rPr>
              <a:t>2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4E8B21AE-F2B4-4454-8AE1-C620858EAD4B}"/>
              </a:ext>
            </a:extLst>
          </p:cNvPr>
          <p:cNvSpPr txBox="1"/>
          <p:nvPr/>
        </p:nvSpPr>
        <p:spPr>
          <a:xfrm>
            <a:off x="717045" y="695612"/>
            <a:ext cx="4836836" cy="65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500" dirty="0">
                <a:solidFill>
                  <a:schemeClr val="accent2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Assets &amp; </a:t>
            </a:r>
            <a:r>
              <a:rPr lang="en-US" sz="3500" dirty="0">
                <a:latin typeface="Poppins SemiBold" panose="00000700000000000000" pitchFamily="50" charset="0"/>
                <a:cs typeface="Poppins SemiBold" panose="00000700000000000000" pitchFamily="50" charset="0"/>
              </a:rPr>
              <a:t>Expenses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E284059A-6ED6-44DA-96B9-8D3D0763ECF3}"/>
              </a:ext>
            </a:extLst>
          </p:cNvPr>
          <p:cNvSpPr/>
          <p:nvPr/>
        </p:nvSpPr>
        <p:spPr>
          <a:xfrm>
            <a:off x="7957087" y="2470450"/>
            <a:ext cx="1274594" cy="60386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70376391-4B15-4C79-9A0E-64A644FDB60F}"/>
              </a:ext>
            </a:extLst>
          </p:cNvPr>
          <p:cNvSpPr/>
          <p:nvPr/>
        </p:nvSpPr>
        <p:spPr>
          <a:xfrm>
            <a:off x="9231681" y="2470450"/>
            <a:ext cx="2056790" cy="6038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A8A492BF-714D-4106-99DB-D9EF110C9383}"/>
              </a:ext>
            </a:extLst>
          </p:cNvPr>
          <p:cNvSpPr/>
          <p:nvPr/>
        </p:nvSpPr>
        <p:spPr>
          <a:xfrm>
            <a:off x="5118099" y="2470450"/>
            <a:ext cx="2838985" cy="6038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Prevalence">
            <a:extLst>
              <a:ext uri="{FF2B5EF4-FFF2-40B4-BE49-F238E27FC236}">
                <a16:creationId xmlns:a16="http://schemas.microsoft.com/office/drawing/2014/main" id="{C48B7669-7233-40BE-8078-BEEC3084A419}"/>
              </a:ext>
            </a:extLst>
          </p:cNvPr>
          <p:cNvSpPr/>
          <p:nvPr/>
        </p:nvSpPr>
        <p:spPr>
          <a:xfrm>
            <a:off x="1459456" y="3738269"/>
            <a:ext cx="2578589" cy="2426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>
              <a:lnSpc>
                <a:spcPts val="2000"/>
              </a:lnSpc>
            </a:pPr>
            <a:r>
              <a:rPr lang="en-US" sz="1400" dirty="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Assess Customer Needs</a:t>
            </a:r>
          </a:p>
        </p:txBody>
      </p:sp>
      <p:sp>
        <p:nvSpPr>
          <p:cNvPr id="149" name="Prevalence">
            <a:extLst>
              <a:ext uri="{FF2B5EF4-FFF2-40B4-BE49-F238E27FC236}">
                <a16:creationId xmlns:a16="http://schemas.microsoft.com/office/drawing/2014/main" id="{0CAC9AE9-775F-43F0-8822-3A70810FB0C1}"/>
              </a:ext>
            </a:extLst>
          </p:cNvPr>
          <p:cNvSpPr/>
          <p:nvPr/>
        </p:nvSpPr>
        <p:spPr>
          <a:xfrm>
            <a:off x="1459457" y="2415011"/>
            <a:ext cx="2397822" cy="2426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>
              <a:lnSpc>
                <a:spcPts val="2000"/>
              </a:lnSpc>
            </a:pPr>
            <a:r>
              <a:rPr lang="en-US" sz="1400" dirty="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Create a Customer Vision</a:t>
            </a:r>
          </a:p>
        </p:txBody>
      </p:sp>
      <p:sp>
        <p:nvSpPr>
          <p:cNvPr id="150" name="Prevalence">
            <a:extLst>
              <a:ext uri="{FF2B5EF4-FFF2-40B4-BE49-F238E27FC236}">
                <a16:creationId xmlns:a16="http://schemas.microsoft.com/office/drawing/2014/main" id="{513543E9-6F26-4335-BF23-0B40E73C3B96}"/>
              </a:ext>
            </a:extLst>
          </p:cNvPr>
          <p:cNvSpPr/>
          <p:nvPr/>
        </p:nvSpPr>
        <p:spPr>
          <a:xfrm>
            <a:off x="1459456" y="4992955"/>
            <a:ext cx="2397823" cy="2426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>
              <a:lnSpc>
                <a:spcPts val="2000"/>
              </a:lnSpc>
            </a:pPr>
            <a:r>
              <a:rPr lang="en-US" sz="1400" dirty="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Hire the Right Employees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97679457-41EF-49C4-97C3-C5E28EE0D48E}"/>
              </a:ext>
            </a:extLst>
          </p:cNvPr>
          <p:cNvSpPr txBox="1"/>
          <p:nvPr/>
        </p:nvSpPr>
        <p:spPr>
          <a:xfrm>
            <a:off x="1353128" y="2737968"/>
            <a:ext cx="3003664" cy="484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Ipsum, but the have suffered alteration some randomized believable.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1318D87E-E72A-42E2-A3DE-FC03220487D3}"/>
              </a:ext>
            </a:extLst>
          </p:cNvPr>
          <p:cNvSpPr txBox="1"/>
          <p:nvPr/>
        </p:nvSpPr>
        <p:spPr>
          <a:xfrm>
            <a:off x="1353127" y="4015077"/>
            <a:ext cx="2871645" cy="484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Ipsum, but the have suffered alteration some randomized believable.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CB2D3510-CD7F-49A6-82F0-FAE8FE57BE16}"/>
              </a:ext>
            </a:extLst>
          </p:cNvPr>
          <p:cNvSpPr txBox="1"/>
          <p:nvPr/>
        </p:nvSpPr>
        <p:spPr>
          <a:xfrm>
            <a:off x="1353128" y="5280392"/>
            <a:ext cx="2881786" cy="484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Ipsum, but the have suffered alteration some randomized believable.</a:t>
            </a:r>
          </a:p>
        </p:txBody>
      </p:sp>
      <p:sp>
        <p:nvSpPr>
          <p:cNvPr id="157" name="Prevalence">
            <a:extLst>
              <a:ext uri="{FF2B5EF4-FFF2-40B4-BE49-F238E27FC236}">
                <a16:creationId xmlns:a16="http://schemas.microsoft.com/office/drawing/2014/main" id="{D81F085D-1360-470B-9F78-D9BC0EB2E46D}"/>
              </a:ext>
            </a:extLst>
          </p:cNvPr>
          <p:cNvSpPr/>
          <p:nvPr/>
        </p:nvSpPr>
        <p:spPr>
          <a:xfrm>
            <a:off x="7748705" y="2651069"/>
            <a:ext cx="1548149" cy="2426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>
              <a:lnSpc>
                <a:spcPts val="2000"/>
              </a:lnSpc>
            </a:pPr>
            <a:r>
              <a:rPr lang="en-US" sz="1400" dirty="0">
                <a:solidFill>
                  <a:schemeClr val="tx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 For Year</a:t>
            </a:r>
          </a:p>
        </p:txBody>
      </p:sp>
      <p:sp>
        <p:nvSpPr>
          <p:cNvPr id="158" name="Prevalence">
            <a:extLst>
              <a:ext uri="{FF2B5EF4-FFF2-40B4-BE49-F238E27FC236}">
                <a16:creationId xmlns:a16="http://schemas.microsoft.com/office/drawing/2014/main" id="{7AFC8F5D-062E-49D7-8EB7-E2DF294152A0}"/>
              </a:ext>
            </a:extLst>
          </p:cNvPr>
          <p:cNvSpPr/>
          <p:nvPr/>
        </p:nvSpPr>
        <p:spPr>
          <a:xfrm>
            <a:off x="5647840" y="2651069"/>
            <a:ext cx="622732" cy="2426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>
              <a:lnSpc>
                <a:spcPts val="2000"/>
              </a:lnSpc>
            </a:pPr>
            <a:r>
              <a:rPr lang="en-US" sz="1400" dirty="0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Assets</a:t>
            </a:r>
          </a:p>
        </p:txBody>
      </p:sp>
      <p:sp>
        <p:nvSpPr>
          <p:cNvPr id="159" name="Prevalence">
            <a:extLst>
              <a:ext uri="{FF2B5EF4-FFF2-40B4-BE49-F238E27FC236}">
                <a16:creationId xmlns:a16="http://schemas.microsoft.com/office/drawing/2014/main" id="{A1BFC168-E659-4A20-9DC6-34400947E1E5}"/>
              </a:ext>
            </a:extLst>
          </p:cNvPr>
          <p:cNvSpPr/>
          <p:nvPr/>
        </p:nvSpPr>
        <p:spPr>
          <a:xfrm>
            <a:off x="9397868" y="2651069"/>
            <a:ext cx="1724417" cy="2426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>
              <a:lnSpc>
                <a:spcPts val="2000"/>
              </a:lnSpc>
            </a:pPr>
            <a:r>
              <a:rPr lang="en-US" sz="1400" dirty="0">
                <a:solidFill>
                  <a:schemeClr val="tx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Year-End Balances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D4BE1D6E-4F89-4B3A-A379-0F8ECE9BF21C}"/>
              </a:ext>
            </a:extLst>
          </p:cNvPr>
          <p:cNvSpPr txBox="1"/>
          <p:nvPr/>
        </p:nvSpPr>
        <p:spPr>
          <a:xfrm>
            <a:off x="5553881" y="3162335"/>
            <a:ext cx="15098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latin typeface="Poppins" panose="00000500000000000000" pitchFamily="2" charset="0"/>
                <a:cs typeface="Poppins" panose="00000500000000000000" pitchFamily="2" charset="0"/>
              </a:rPr>
              <a:t>Sales Revenue</a:t>
            </a:r>
            <a:endParaRPr lang="en-IN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0AD05BD0-1C91-47E2-889A-1A8A9D4C7B12}"/>
              </a:ext>
            </a:extLst>
          </p:cNvPr>
          <p:cNvSpPr txBox="1"/>
          <p:nvPr/>
        </p:nvSpPr>
        <p:spPr>
          <a:xfrm>
            <a:off x="5553881" y="3596432"/>
            <a:ext cx="19847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latin typeface="Poppins" panose="00000500000000000000" pitchFamily="2" charset="0"/>
                <a:cs typeface="Poppins" panose="00000500000000000000" pitchFamily="2" charset="0"/>
              </a:rPr>
              <a:t>Depreciation Expense</a:t>
            </a:r>
            <a:endParaRPr lang="en-IN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82F4B025-479F-4511-9C70-D84E4F8CCBFA}"/>
              </a:ext>
            </a:extLst>
          </p:cNvPr>
          <p:cNvSpPr txBox="1"/>
          <p:nvPr/>
        </p:nvSpPr>
        <p:spPr>
          <a:xfrm>
            <a:off x="5553881" y="4025339"/>
            <a:ext cx="15098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latin typeface="Poppins" panose="00000500000000000000" pitchFamily="2" charset="0"/>
                <a:cs typeface="Poppins" panose="00000500000000000000" pitchFamily="2" charset="0"/>
              </a:rPr>
              <a:t>Cost of Goods</a:t>
            </a:r>
            <a:endParaRPr lang="en-IN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5ED8DEF6-0F28-43AA-872F-79E92BEEB361}"/>
              </a:ext>
            </a:extLst>
          </p:cNvPr>
          <p:cNvSpPr txBox="1"/>
          <p:nvPr/>
        </p:nvSpPr>
        <p:spPr>
          <a:xfrm>
            <a:off x="5553881" y="4448803"/>
            <a:ext cx="19847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latin typeface="Poppins" panose="00000500000000000000" pitchFamily="2" charset="0"/>
                <a:cs typeface="Poppins" panose="00000500000000000000" pitchFamily="2" charset="0"/>
              </a:rPr>
              <a:t>Amortization Expense</a:t>
            </a:r>
            <a:endParaRPr lang="en-IN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BFADE95D-CD36-4ABD-8180-8A48420F159E}"/>
              </a:ext>
            </a:extLst>
          </p:cNvPr>
          <p:cNvSpPr txBox="1"/>
          <p:nvPr/>
        </p:nvSpPr>
        <p:spPr>
          <a:xfrm>
            <a:off x="5553881" y="4852123"/>
            <a:ext cx="24113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latin typeface="Poppins" panose="00000500000000000000" pitchFamily="2" charset="0"/>
                <a:cs typeface="Poppins" panose="00000500000000000000" pitchFamily="2" charset="0"/>
              </a:rPr>
              <a:t>Profit, Or Net Earnings</a:t>
            </a:r>
            <a:endParaRPr lang="en-IN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9" name="Prevalence">
            <a:extLst>
              <a:ext uri="{FF2B5EF4-FFF2-40B4-BE49-F238E27FC236}">
                <a16:creationId xmlns:a16="http://schemas.microsoft.com/office/drawing/2014/main" id="{13FC0696-2CA8-466C-8BFE-328E0DCE0CF3}"/>
              </a:ext>
            </a:extLst>
          </p:cNvPr>
          <p:cNvSpPr/>
          <p:nvPr/>
        </p:nvSpPr>
        <p:spPr>
          <a:xfrm>
            <a:off x="8207813" y="5277410"/>
            <a:ext cx="1190055" cy="235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>
              <a:lnSpc>
                <a:spcPts val="2000"/>
              </a:lnSpc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Inventory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DB961F33-E41C-4621-B25D-E1FBF13C2DDE}"/>
              </a:ext>
            </a:extLst>
          </p:cNvPr>
          <p:cNvSpPr txBox="1"/>
          <p:nvPr/>
        </p:nvSpPr>
        <p:spPr>
          <a:xfrm>
            <a:off x="9706403" y="5288801"/>
            <a:ext cx="11286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Poppins" panose="00000500000000000000" pitchFamily="50" charset="0"/>
                <a:cs typeface="Poppins" panose="00000500000000000000" pitchFamily="50" charset="0"/>
              </a:rPr>
              <a:t>$ 56.000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7276BD5B-4299-4A09-B637-1BA7008D342A}"/>
              </a:ext>
            </a:extLst>
          </p:cNvPr>
          <p:cNvSpPr txBox="1"/>
          <p:nvPr/>
        </p:nvSpPr>
        <p:spPr>
          <a:xfrm>
            <a:off x="9706403" y="5718918"/>
            <a:ext cx="11286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$ 23.584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736E37BB-B2B7-4359-B311-F94C6734BCC9}"/>
              </a:ext>
            </a:extLst>
          </p:cNvPr>
          <p:cNvSpPr/>
          <p:nvPr/>
        </p:nvSpPr>
        <p:spPr>
          <a:xfrm>
            <a:off x="965408" y="2503823"/>
            <a:ext cx="120615" cy="12061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4B0D1822-2E58-4F48-A19C-C748BDBB0FB8}"/>
              </a:ext>
            </a:extLst>
          </p:cNvPr>
          <p:cNvSpPr/>
          <p:nvPr/>
        </p:nvSpPr>
        <p:spPr>
          <a:xfrm>
            <a:off x="965408" y="3802294"/>
            <a:ext cx="120615" cy="12061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C391F62A-F081-4684-9D79-715C2FBA3CBF}"/>
              </a:ext>
            </a:extLst>
          </p:cNvPr>
          <p:cNvSpPr/>
          <p:nvPr/>
        </p:nvSpPr>
        <p:spPr>
          <a:xfrm>
            <a:off x="965408" y="5035174"/>
            <a:ext cx="120615" cy="12061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C4A824E-8694-49BA-A667-3CA1464C5D28}"/>
              </a:ext>
            </a:extLst>
          </p:cNvPr>
          <p:cNvSpPr txBox="1"/>
          <p:nvPr/>
        </p:nvSpPr>
        <p:spPr>
          <a:xfrm>
            <a:off x="7562678" y="798629"/>
            <a:ext cx="4023067" cy="580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20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variations of passages of Lorem Ipsum available, but the or randomized words.</a:t>
            </a:r>
            <a:endParaRPr lang="en-US" sz="1200" i="1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1C224C37-4143-4AA6-8EDA-5BFB2DBFC97D}"/>
              </a:ext>
            </a:extLst>
          </p:cNvPr>
          <p:cNvCxnSpPr>
            <a:cxnSpLocks/>
          </p:cNvCxnSpPr>
          <p:nvPr/>
        </p:nvCxnSpPr>
        <p:spPr>
          <a:xfrm>
            <a:off x="7957084" y="5614319"/>
            <a:ext cx="1274596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9058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2">
            <a:extLst>
              <a:ext uri="{FF2B5EF4-FFF2-40B4-BE49-F238E27FC236}">
                <a16:creationId xmlns:a16="http://schemas.microsoft.com/office/drawing/2014/main" id="{F44731B5-C9A2-41FE-88C5-FD32569ED8A3}"/>
              </a:ext>
            </a:extLst>
          </p:cNvPr>
          <p:cNvSpPr/>
          <p:nvPr/>
        </p:nvSpPr>
        <p:spPr>
          <a:xfrm>
            <a:off x="6422934" y="3084931"/>
            <a:ext cx="1672660" cy="25400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FAC111-BF55-44E6-A2D3-57FA6706CAA2}"/>
              </a:ext>
            </a:extLst>
          </p:cNvPr>
          <p:cNvSpPr/>
          <p:nvPr/>
        </p:nvSpPr>
        <p:spPr>
          <a:xfrm>
            <a:off x="8096458" y="5624953"/>
            <a:ext cx="3266439" cy="4301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D53F356-4768-414F-9E24-2D2CF9A398C2}"/>
              </a:ext>
            </a:extLst>
          </p:cNvPr>
          <p:cNvCxnSpPr>
            <a:cxnSpLocks/>
          </p:cNvCxnSpPr>
          <p:nvPr/>
        </p:nvCxnSpPr>
        <p:spPr>
          <a:xfrm>
            <a:off x="8099914" y="2481083"/>
            <a:ext cx="0" cy="357398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6A1A4BA-5FC3-4B42-9FBE-9AABF1550428}"/>
              </a:ext>
            </a:extLst>
          </p:cNvPr>
          <p:cNvCxnSpPr>
            <a:cxnSpLocks/>
          </p:cNvCxnSpPr>
          <p:nvPr/>
        </p:nvCxnSpPr>
        <p:spPr>
          <a:xfrm>
            <a:off x="10353907" y="2481083"/>
            <a:ext cx="0" cy="357398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338504B-1479-4D42-84AD-EE6DB76D9EE2}"/>
              </a:ext>
            </a:extLst>
          </p:cNvPr>
          <p:cNvCxnSpPr>
            <a:cxnSpLocks/>
          </p:cNvCxnSpPr>
          <p:nvPr/>
        </p:nvCxnSpPr>
        <p:spPr>
          <a:xfrm>
            <a:off x="6422069" y="2481083"/>
            <a:ext cx="0" cy="357398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C9FA668-2584-4B2C-8528-BA9C762C1E43}"/>
              </a:ext>
            </a:extLst>
          </p:cNvPr>
          <p:cNvCxnSpPr>
            <a:cxnSpLocks/>
          </p:cNvCxnSpPr>
          <p:nvPr/>
        </p:nvCxnSpPr>
        <p:spPr>
          <a:xfrm>
            <a:off x="11352268" y="2481083"/>
            <a:ext cx="0" cy="357398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7AF885F-F77E-49A6-BB81-14E9628F8BF7}"/>
              </a:ext>
            </a:extLst>
          </p:cNvPr>
          <p:cNvCxnSpPr>
            <a:cxnSpLocks/>
          </p:cNvCxnSpPr>
          <p:nvPr/>
        </p:nvCxnSpPr>
        <p:spPr>
          <a:xfrm>
            <a:off x="6422070" y="3084931"/>
            <a:ext cx="494083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Group 59">
            <a:extLst>
              <a:ext uri="{FF2B5EF4-FFF2-40B4-BE49-F238E27FC236}">
                <a16:creationId xmlns:a16="http://schemas.microsoft.com/office/drawing/2014/main" id="{20282DB2-CD7F-4206-9BAD-A72941916023}"/>
              </a:ext>
            </a:extLst>
          </p:cNvPr>
          <p:cNvGrpSpPr/>
          <p:nvPr/>
        </p:nvGrpSpPr>
        <p:grpSpPr>
          <a:xfrm>
            <a:off x="6419312" y="2481083"/>
            <a:ext cx="4943589" cy="2725378"/>
            <a:chOff x="3901593" y="2481083"/>
            <a:chExt cx="7461308" cy="2725378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4685FD3-D689-4647-B4EB-AA9506D44B00}"/>
                </a:ext>
              </a:extLst>
            </p:cNvPr>
            <p:cNvCxnSpPr>
              <a:cxnSpLocks/>
            </p:cNvCxnSpPr>
            <p:nvPr/>
          </p:nvCxnSpPr>
          <p:spPr>
            <a:xfrm>
              <a:off x="6422069" y="3509237"/>
              <a:ext cx="494083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FC0AFE6-A544-461C-A4F6-23824457AECE}"/>
                </a:ext>
              </a:extLst>
            </p:cNvPr>
            <p:cNvCxnSpPr>
              <a:cxnSpLocks/>
            </p:cNvCxnSpPr>
            <p:nvPr/>
          </p:nvCxnSpPr>
          <p:spPr>
            <a:xfrm>
              <a:off x="6422069" y="3933543"/>
              <a:ext cx="494083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AA3EEA9-5B3B-432F-97F0-09C2407DC292}"/>
                </a:ext>
              </a:extLst>
            </p:cNvPr>
            <p:cNvCxnSpPr>
              <a:cxnSpLocks/>
            </p:cNvCxnSpPr>
            <p:nvPr/>
          </p:nvCxnSpPr>
          <p:spPr>
            <a:xfrm>
              <a:off x="6422069" y="4357849"/>
              <a:ext cx="494083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16AB577-23D0-4DCE-8A34-19A39220787A}"/>
                </a:ext>
              </a:extLst>
            </p:cNvPr>
            <p:cNvCxnSpPr>
              <a:cxnSpLocks/>
            </p:cNvCxnSpPr>
            <p:nvPr/>
          </p:nvCxnSpPr>
          <p:spPr>
            <a:xfrm>
              <a:off x="6422069" y="4782155"/>
              <a:ext cx="494083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BBED4DB-7A54-47A6-951C-086B92A56281}"/>
                </a:ext>
              </a:extLst>
            </p:cNvPr>
            <p:cNvCxnSpPr>
              <a:cxnSpLocks/>
            </p:cNvCxnSpPr>
            <p:nvPr/>
          </p:nvCxnSpPr>
          <p:spPr>
            <a:xfrm>
              <a:off x="6422069" y="5206461"/>
              <a:ext cx="494083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52C214CF-B23C-4DDC-906C-443E3DA4BA3E}"/>
                </a:ext>
              </a:extLst>
            </p:cNvPr>
            <p:cNvCxnSpPr>
              <a:cxnSpLocks/>
            </p:cNvCxnSpPr>
            <p:nvPr/>
          </p:nvCxnSpPr>
          <p:spPr>
            <a:xfrm>
              <a:off x="3901593" y="2481083"/>
              <a:ext cx="7445259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2401BA33-82E3-485A-B73A-22CD79D1914A}"/>
              </a:ext>
            </a:extLst>
          </p:cNvPr>
          <p:cNvSpPr txBox="1"/>
          <p:nvPr/>
        </p:nvSpPr>
        <p:spPr>
          <a:xfrm>
            <a:off x="717045" y="752762"/>
            <a:ext cx="4434205" cy="65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500" dirty="0">
                <a:solidFill>
                  <a:schemeClr val="accent2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Balance</a:t>
            </a:r>
            <a:r>
              <a:rPr lang="en-US" sz="3500" dirty="0">
                <a:latin typeface="Poppins SemiBold" panose="00000700000000000000" pitchFamily="50" charset="0"/>
                <a:cs typeface="Poppins SemiBold" panose="00000700000000000000" pitchFamily="50" charset="0"/>
              </a:rPr>
              <a:t> Sheet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DD6A397-C72F-424C-91C4-3CD12B06AD60}"/>
              </a:ext>
            </a:extLst>
          </p:cNvPr>
          <p:cNvSpPr/>
          <p:nvPr/>
        </p:nvSpPr>
        <p:spPr>
          <a:xfrm>
            <a:off x="831856" y="3084931"/>
            <a:ext cx="1672660" cy="25400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4449A00-551B-43BF-8CBB-546CB5022382}"/>
              </a:ext>
            </a:extLst>
          </p:cNvPr>
          <p:cNvSpPr/>
          <p:nvPr/>
        </p:nvSpPr>
        <p:spPr>
          <a:xfrm>
            <a:off x="2498846" y="5624953"/>
            <a:ext cx="3273839" cy="4301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DDF7D5B-C14D-409C-9C74-24DB774C8646}"/>
              </a:ext>
            </a:extLst>
          </p:cNvPr>
          <p:cNvCxnSpPr>
            <a:cxnSpLocks/>
          </p:cNvCxnSpPr>
          <p:nvPr/>
        </p:nvCxnSpPr>
        <p:spPr>
          <a:xfrm>
            <a:off x="2509706" y="2481083"/>
            <a:ext cx="0" cy="357398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D33E994-F6EE-470E-85A2-1EA25B7C611D}"/>
              </a:ext>
            </a:extLst>
          </p:cNvPr>
          <p:cNvCxnSpPr>
            <a:cxnSpLocks/>
          </p:cNvCxnSpPr>
          <p:nvPr/>
        </p:nvCxnSpPr>
        <p:spPr>
          <a:xfrm>
            <a:off x="4763697" y="2481083"/>
            <a:ext cx="0" cy="357398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905A68D-B10D-4E94-8830-C292F5446D4E}"/>
              </a:ext>
            </a:extLst>
          </p:cNvPr>
          <p:cNvCxnSpPr>
            <a:cxnSpLocks/>
          </p:cNvCxnSpPr>
          <p:nvPr/>
        </p:nvCxnSpPr>
        <p:spPr>
          <a:xfrm>
            <a:off x="831857" y="2481083"/>
            <a:ext cx="0" cy="357398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7C43864-6AF1-4A5F-9847-644C1488CF67}"/>
              </a:ext>
            </a:extLst>
          </p:cNvPr>
          <p:cNvCxnSpPr>
            <a:cxnSpLocks/>
          </p:cNvCxnSpPr>
          <p:nvPr/>
        </p:nvCxnSpPr>
        <p:spPr>
          <a:xfrm>
            <a:off x="5762056" y="2481083"/>
            <a:ext cx="0" cy="357398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8438D55-DCB3-499D-8E8E-BEF713CC5C08}"/>
              </a:ext>
            </a:extLst>
          </p:cNvPr>
          <p:cNvCxnSpPr>
            <a:cxnSpLocks/>
          </p:cNvCxnSpPr>
          <p:nvPr/>
        </p:nvCxnSpPr>
        <p:spPr>
          <a:xfrm>
            <a:off x="831858" y="3084931"/>
            <a:ext cx="494083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183E71D-6AB6-4602-A6FD-ACE9D5BBF7FA}"/>
              </a:ext>
            </a:extLst>
          </p:cNvPr>
          <p:cNvGrpSpPr/>
          <p:nvPr/>
        </p:nvGrpSpPr>
        <p:grpSpPr>
          <a:xfrm>
            <a:off x="2509705" y="3509237"/>
            <a:ext cx="3262983" cy="1697224"/>
            <a:chOff x="831857" y="3509237"/>
            <a:chExt cx="4940832" cy="1697224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B7DB4B2-CBAF-4DFD-93CA-858FB0872E06}"/>
                </a:ext>
              </a:extLst>
            </p:cNvPr>
            <p:cNvCxnSpPr>
              <a:cxnSpLocks/>
            </p:cNvCxnSpPr>
            <p:nvPr/>
          </p:nvCxnSpPr>
          <p:spPr>
            <a:xfrm>
              <a:off x="831857" y="3509237"/>
              <a:ext cx="494083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A992077-5FA2-48BB-B494-382E5E394C43}"/>
                </a:ext>
              </a:extLst>
            </p:cNvPr>
            <p:cNvCxnSpPr>
              <a:cxnSpLocks/>
            </p:cNvCxnSpPr>
            <p:nvPr/>
          </p:nvCxnSpPr>
          <p:spPr>
            <a:xfrm>
              <a:off x="831857" y="3933543"/>
              <a:ext cx="494083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AEA3496-6C51-4219-9916-0A25D7A204A9}"/>
                </a:ext>
              </a:extLst>
            </p:cNvPr>
            <p:cNvCxnSpPr>
              <a:cxnSpLocks/>
            </p:cNvCxnSpPr>
            <p:nvPr/>
          </p:nvCxnSpPr>
          <p:spPr>
            <a:xfrm>
              <a:off x="831857" y="4357849"/>
              <a:ext cx="494083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5C2F48E-8739-4EEB-BFBB-1F659D9895FB}"/>
                </a:ext>
              </a:extLst>
            </p:cNvPr>
            <p:cNvCxnSpPr>
              <a:cxnSpLocks/>
            </p:cNvCxnSpPr>
            <p:nvPr/>
          </p:nvCxnSpPr>
          <p:spPr>
            <a:xfrm>
              <a:off x="831857" y="4782155"/>
              <a:ext cx="494083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2D15D0D-2B61-432D-819C-2708F5A906FE}"/>
                </a:ext>
              </a:extLst>
            </p:cNvPr>
            <p:cNvCxnSpPr>
              <a:cxnSpLocks/>
            </p:cNvCxnSpPr>
            <p:nvPr/>
          </p:nvCxnSpPr>
          <p:spPr>
            <a:xfrm>
              <a:off x="831857" y="5206461"/>
              <a:ext cx="494083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44630EC7-5969-4450-8E35-83C4FFD0436A}"/>
              </a:ext>
            </a:extLst>
          </p:cNvPr>
          <p:cNvCxnSpPr>
            <a:cxnSpLocks/>
          </p:cNvCxnSpPr>
          <p:nvPr/>
        </p:nvCxnSpPr>
        <p:spPr>
          <a:xfrm>
            <a:off x="831858" y="2481083"/>
            <a:ext cx="494083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Prevalence">
            <a:extLst>
              <a:ext uri="{FF2B5EF4-FFF2-40B4-BE49-F238E27FC236}">
                <a16:creationId xmlns:a16="http://schemas.microsoft.com/office/drawing/2014/main" id="{DDB22E7F-5871-4FAD-8045-4914FEDD895B}"/>
              </a:ext>
            </a:extLst>
          </p:cNvPr>
          <p:cNvSpPr/>
          <p:nvPr/>
        </p:nvSpPr>
        <p:spPr>
          <a:xfrm>
            <a:off x="2782419" y="2614987"/>
            <a:ext cx="756825" cy="2426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>
              <a:lnSpc>
                <a:spcPts val="2000"/>
              </a:lnSpc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ASSETS</a:t>
            </a:r>
          </a:p>
        </p:txBody>
      </p:sp>
      <p:sp>
        <p:nvSpPr>
          <p:cNvPr id="64" name="Prevalence">
            <a:extLst>
              <a:ext uri="{FF2B5EF4-FFF2-40B4-BE49-F238E27FC236}">
                <a16:creationId xmlns:a16="http://schemas.microsoft.com/office/drawing/2014/main" id="{80E32838-203C-4B3E-8C3A-08FCD5F4956F}"/>
              </a:ext>
            </a:extLst>
          </p:cNvPr>
          <p:cNvSpPr/>
          <p:nvPr/>
        </p:nvSpPr>
        <p:spPr>
          <a:xfrm>
            <a:off x="8173134" y="2604655"/>
            <a:ext cx="1390655" cy="2426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>
              <a:lnSpc>
                <a:spcPts val="2000"/>
              </a:lnSpc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LIABILITIES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6619A40-78B7-4123-838E-2CD458C85AE2}"/>
              </a:ext>
            </a:extLst>
          </p:cNvPr>
          <p:cNvSpPr txBox="1"/>
          <p:nvPr/>
        </p:nvSpPr>
        <p:spPr>
          <a:xfrm>
            <a:off x="2739887" y="3191293"/>
            <a:ext cx="15098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latin typeface="Poppins" panose="00000500000000000000" pitchFamily="2" charset="0"/>
                <a:cs typeface="Poppins" panose="00000500000000000000" pitchFamily="2" charset="0"/>
              </a:rPr>
              <a:t>Cash (equivalents)</a:t>
            </a:r>
            <a:endParaRPr lang="en-IN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A71E70D-5A03-4172-84D0-CB409AB33ED3}"/>
              </a:ext>
            </a:extLst>
          </p:cNvPr>
          <p:cNvSpPr txBox="1"/>
          <p:nvPr/>
        </p:nvSpPr>
        <p:spPr>
          <a:xfrm>
            <a:off x="2739887" y="3616534"/>
            <a:ext cx="19847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latin typeface="Poppins" panose="00000500000000000000" pitchFamily="2" charset="0"/>
                <a:cs typeface="Poppins" panose="00000500000000000000" pitchFamily="2" charset="0"/>
              </a:rPr>
              <a:t>Inventories</a:t>
            </a:r>
            <a:endParaRPr lang="en-IN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B6FA32A-6D02-4230-AFBB-05FA8C68BDCF}"/>
              </a:ext>
            </a:extLst>
          </p:cNvPr>
          <p:cNvSpPr txBox="1"/>
          <p:nvPr/>
        </p:nvSpPr>
        <p:spPr>
          <a:xfrm>
            <a:off x="2739887" y="4039885"/>
            <a:ext cx="175749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latin typeface="Poppins" panose="00000500000000000000" pitchFamily="2" charset="0"/>
                <a:cs typeface="Poppins" panose="00000500000000000000" pitchFamily="2" charset="0"/>
              </a:rPr>
              <a:t>Accounts Receivable</a:t>
            </a:r>
            <a:endParaRPr lang="en-IN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5B486C4-5E76-469E-8105-F61EFA36388B}"/>
              </a:ext>
            </a:extLst>
          </p:cNvPr>
          <p:cNvSpPr txBox="1"/>
          <p:nvPr/>
        </p:nvSpPr>
        <p:spPr>
          <a:xfrm>
            <a:off x="2729254" y="4478438"/>
            <a:ext cx="19847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latin typeface="Poppins" panose="00000500000000000000" pitchFamily="2" charset="0"/>
                <a:cs typeface="Poppins" panose="00000500000000000000" pitchFamily="2" charset="0"/>
              </a:rPr>
              <a:t>PPE</a:t>
            </a:r>
            <a:endParaRPr lang="en-IN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20A9C6D-1A77-4A7A-ADD3-BEB2B00A7E04}"/>
              </a:ext>
            </a:extLst>
          </p:cNvPr>
          <p:cNvSpPr txBox="1"/>
          <p:nvPr/>
        </p:nvSpPr>
        <p:spPr>
          <a:xfrm>
            <a:off x="2739887" y="4893505"/>
            <a:ext cx="24113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latin typeface="Poppins" panose="00000500000000000000" pitchFamily="2" charset="0"/>
                <a:cs typeface="Poppins" panose="00000500000000000000" pitchFamily="2" charset="0"/>
              </a:rPr>
              <a:t>Goodwill</a:t>
            </a:r>
            <a:endParaRPr lang="en-IN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C41D503-E931-452C-B253-1548161773B9}"/>
              </a:ext>
            </a:extLst>
          </p:cNvPr>
          <p:cNvSpPr txBox="1"/>
          <p:nvPr/>
        </p:nvSpPr>
        <p:spPr>
          <a:xfrm>
            <a:off x="2739887" y="5297983"/>
            <a:ext cx="24113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latin typeface="Poppins" panose="00000500000000000000" pitchFamily="2" charset="0"/>
                <a:cs typeface="Poppins" panose="00000500000000000000" pitchFamily="2" charset="0"/>
              </a:rPr>
              <a:t>Intangible Assets</a:t>
            </a:r>
            <a:endParaRPr lang="en-IN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2" name="Prevalence">
            <a:extLst>
              <a:ext uri="{FF2B5EF4-FFF2-40B4-BE49-F238E27FC236}">
                <a16:creationId xmlns:a16="http://schemas.microsoft.com/office/drawing/2014/main" id="{680E0896-9D5B-40B5-8802-5BB81CCDA102}"/>
              </a:ext>
            </a:extLst>
          </p:cNvPr>
          <p:cNvSpPr/>
          <p:nvPr/>
        </p:nvSpPr>
        <p:spPr>
          <a:xfrm>
            <a:off x="2814316" y="5686469"/>
            <a:ext cx="1190055" cy="235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>
              <a:lnSpc>
                <a:spcPts val="2000"/>
              </a:lnSpc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Total Assets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4EB9A14-B77D-437D-8D11-BDF64F9F4C6B}"/>
              </a:ext>
            </a:extLst>
          </p:cNvPr>
          <p:cNvSpPr txBox="1"/>
          <p:nvPr/>
        </p:nvSpPr>
        <p:spPr>
          <a:xfrm>
            <a:off x="4685460" y="3201719"/>
            <a:ext cx="11286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Poppins" panose="00000500000000000000" pitchFamily="50" charset="0"/>
                <a:cs typeface="Poppins" panose="00000500000000000000" pitchFamily="50" charset="0"/>
              </a:rPr>
              <a:t>$ XXX.XX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6090067-9DCB-4859-8F84-4AACD0C9953C}"/>
              </a:ext>
            </a:extLst>
          </p:cNvPr>
          <p:cNvSpPr txBox="1"/>
          <p:nvPr/>
        </p:nvSpPr>
        <p:spPr>
          <a:xfrm>
            <a:off x="4685460" y="3620573"/>
            <a:ext cx="11286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Poppins" panose="00000500000000000000" pitchFamily="50" charset="0"/>
                <a:cs typeface="Poppins" panose="00000500000000000000" pitchFamily="50" charset="0"/>
              </a:rPr>
              <a:t>$ XXX.XX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0E68845-79AA-415E-BD0C-4F726BED92AC}"/>
              </a:ext>
            </a:extLst>
          </p:cNvPr>
          <p:cNvSpPr txBox="1"/>
          <p:nvPr/>
        </p:nvSpPr>
        <p:spPr>
          <a:xfrm>
            <a:off x="4685460" y="4049198"/>
            <a:ext cx="11286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Poppins" panose="00000500000000000000" pitchFamily="50" charset="0"/>
                <a:cs typeface="Poppins" panose="00000500000000000000" pitchFamily="50" charset="0"/>
              </a:rPr>
              <a:t>$ XXX.XX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01FF0BD-AC1D-4647-B3E7-B83CBF14ED7C}"/>
              </a:ext>
            </a:extLst>
          </p:cNvPr>
          <p:cNvSpPr txBox="1"/>
          <p:nvPr/>
        </p:nvSpPr>
        <p:spPr>
          <a:xfrm>
            <a:off x="4685460" y="4477823"/>
            <a:ext cx="11286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Poppins" panose="00000500000000000000" pitchFamily="50" charset="0"/>
                <a:cs typeface="Poppins" panose="00000500000000000000" pitchFamily="50" charset="0"/>
              </a:rPr>
              <a:t>$ XXX.XX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9D132AD-86F9-479C-BEC0-5C57FC52765E}"/>
              </a:ext>
            </a:extLst>
          </p:cNvPr>
          <p:cNvSpPr txBox="1"/>
          <p:nvPr/>
        </p:nvSpPr>
        <p:spPr>
          <a:xfrm>
            <a:off x="4685460" y="4896923"/>
            <a:ext cx="11286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Poppins" panose="00000500000000000000" pitchFamily="50" charset="0"/>
                <a:cs typeface="Poppins" panose="00000500000000000000" pitchFamily="50" charset="0"/>
              </a:rPr>
              <a:t>$ XXX.XX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76A1CAB-7640-44B7-B9F7-27A76192AD12}"/>
              </a:ext>
            </a:extLst>
          </p:cNvPr>
          <p:cNvSpPr txBox="1"/>
          <p:nvPr/>
        </p:nvSpPr>
        <p:spPr>
          <a:xfrm>
            <a:off x="4685460" y="5257911"/>
            <a:ext cx="11286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Poppins" panose="00000500000000000000" pitchFamily="50" charset="0"/>
                <a:cs typeface="Poppins" panose="00000500000000000000" pitchFamily="50" charset="0"/>
              </a:rPr>
              <a:t>$ XXX.XX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2E04CAB-DAFB-4BEB-9361-5FFF5B31CE32}"/>
              </a:ext>
            </a:extLst>
          </p:cNvPr>
          <p:cNvSpPr txBox="1"/>
          <p:nvPr/>
        </p:nvSpPr>
        <p:spPr>
          <a:xfrm>
            <a:off x="4685460" y="5699932"/>
            <a:ext cx="1128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Poppins Medium" panose="00000600000000000000" pitchFamily="2" charset="0"/>
                <a:cs typeface="Poppins Medium" panose="00000600000000000000" pitchFamily="2" charset="0"/>
              </a:rPr>
              <a:t>$ XXX.XX</a:t>
            </a:r>
          </a:p>
        </p:txBody>
      </p:sp>
      <p:sp>
        <p:nvSpPr>
          <p:cNvPr id="84" name="Prevalence">
            <a:extLst>
              <a:ext uri="{FF2B5EF4-FFF2-40B4-BE49-F238E27FC236}">
                <a16:creationId xmlns:a16="http://schemas.microsoft.com/office/drawing/2014/main" id="{75CE2ACD-BD30-4051-B905-097CB59F4B85}"/>
              </a:ext>
            </a:extLst>
          </p:cNvPr>
          <p:cNvSpPr/>
          <p:nvPr/>
        </p:nvSpPr>
        <p:spPr>
          <a:xfrm>
            <a:off x="1098904" y="4233627"/>
            <a:ext cx="1140995" cy="2426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>
              <a:lnSpc>
                <a:spcPts val="2000"/>
              </a:lnSpc>
            </a:pPr>
            <a:r>
              <a:rPr lang="en-US" sz="14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CURRENT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F7FBD61-13C3-48F5-BCB6-EE85680EE397}"/>
              </a:ext>
            </a:extLst>
          </p:cNvPr>
          <p:cNvSpPr txBox="1"/>
          <p:nvPr/>
        </p:nvSpPr>
        <p:spPr>
          <a:xfrm>
            <a:off x="8340956" y="3191293"/>
            <a:ext cx="15098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latin typeface="Poppins" panose="00000500000000000000" pitchFamily="2" charset="0"/>
                <a:cs typeface="Poppins" panose="00000500000000000000" pitchFamily="2" charset="0"/>
              </a:rPr>
              <a:t>Cash (equivalents)</a:t>
            </a:r>
            <a:endParaRPr lang="en-IN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F15D6BB-B062-4637-A3DD-C2BDA5686C8A}"/>
              </a:ext>
            </a:extLst>
          </p:cNvPr>
          <p:cNvSpPr txBox="1"/>
          <p:nvPr/>
        </p:nvSpPr>
        <p:spPr>
          <a:xfrm>
            <a:off x="8340956" y="3616534"/>
            <a:ext cx="19847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latin typeface="Poppins" panose="00000500000000000000" pitchFamily="2" charset="0"/>
                <a:cs typeface="Poppins" panose="00000500000000000000" pitchFamily="2" charset="0"/>
              </a:rPr>
              <a:t>Inventories</a:t>
            </a:r>
            <a:endParaRPr lang="en-IN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86FA50C-9529-4133-BD3E-60E6E5879339}"/>
              </a:ext>
            </a:extLst>
          </p:cNvPr>
          <p:cNvSpPr txBox="1"/>
          <p:nvPr/>
        </p:nvSpPr>
        <p:spPr>
          <a:xfrm>
            <a:off x="8340956" y="4039885"/>
            <a:ext cx="175749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latin typeface="Poppins" panose="00000500000000000000" pitchFamily="2" charset="0"/>
                <a:cs typeface="Poppins" panose="00000500000000000000" pitchFamily="2" charset="0"/>
              </a:rPr>
              <a:t>Accounts Receivable</a:t>
            </a:r>
            <a:endParaRPr lang="en-IN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FF8D8F6-D78B-44E7-B599-8459D864C94F}"/>
              </a:ext>
            </a:extLst>
          </p:cNvPr>
          <p:cNvSpPr txBox="1"/>
          <p:nvPr/>
        </p:nvSpPr>
        <p:spPr>
          <a:xfrm>
            <a:off x="8330323" y="4478438"/>
            <a:ext cx="19847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latin typeface="Poppins" panose="00000500000000000000" pitchFamily="2" charset="0"/>
                <a:cs typeface="Poppins" panose="00000500000000000000" pitchFamily="2" charset="0"/>
              </a:rPr>
              <a:t>PPE</a:t>
            </a:r>
            <a:endParaRPr lang="en-IN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902E315-96FF-4C14-9B5D-980231245A63}"/>
              </a:ext>
            </a:extLst>
          </p:cNvPr>
          <p:cNvSpPr txBox="1"/>
          <p:nvPr/>
        </p:nvSpPr>
        <p:spPr>
          <a:xfrm>
            <a:off x="8340956" y="4893505"/>
            <a:ext cx="24113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latin typeface="Poppins" panose="00000500000000000000" pitchFamily="2" charset="0"/>
                <a:cs typeface="Poppins" panose="00000500000000000000" pitchFamily="2" charset="0"/>
              </a:rPr>
              <a:t>Goodwill</a:t>
            </a:r>
            <a:endParaRPr lang="en-IN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69D90F78-A62E-4745-A366-5D0ABA410850}"/>
              </a:ext>
            </a:extLst>
          </p:cNvPr>
          <p:cNvSpPr txBox="1"/>
          <p:nvPr/>
        </p:nvSpPr>
        <p:spPr>
          <a:xfrm>
            <a:off x="8340956" y="5297983"/>
            <a:ext cx="24113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latin typeface="Poppins" panose="00000500000000000000" pitchFamily="2" charset="0"/>
                <a:cs typeface="Poppins" panose="00000500000000000000" pitchFamily="2" charset="0"/>
              </a:rPr>
              <a:t>Intangible Assets</a:t>
            </a:r>
            <a:endParaRPr lang="en-IN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7" name="Prevalence">
            <a:extLst>
              <a:ext uri="{FF2B5EF4-FFF2-40B4-BE49-F238E27FC236}">
                <a16:creationId xmlns:a16="http://schemas.microsoft.com/office/drawing/2014/main" id="{BD14DDC3-4E82-44AF-A347-373BFAC57515}"/>
              </a:ext>
            </a:extLst>
          </p:cNvPr>
          <p:cNvSpPr/>
          <p:nvPr/>
        </p:nvSpPr>
        <p:spPr>
          <a:xfrm>
            <a:off x="8415385" y="5686469"/>
            <a:ext cx="1190055" cy="235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>
              <a:lnSpc>
                <a:spcPts val="2000"/>
              </a:lnSpc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Total Liabilities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578432F6-F1AF-4771-89C6-F937D6BC4BB4}"/>
              </a:ext>
            </a:extLst>
          </p:cNvPr>
          <p:cNvSpPr txBox="1"/>
          <p:nvPr/>
        </p:nvSpPr>
        <p:spPr>
          <a:xfrm>
            <a:off x="10286529" y="3201719"/>
            <a:ext cx="11286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Poppins" panose="00000500000000000000" pitchFamily="50" charset="0"/>
                <a:cs typeface="Poppins" panose="00000500000000000000" pitchFamily="50" charset="0"/>
              </a:rPr>
              <a:t>$ XXX.XX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EB55960A-55EF-42FB-8960-08C9059638CB}"/>
              </a:ext>
            </a:extLst>
          </p:cNvPr>
          <p:cNvSpPr txBox="1"/>
          <p:nvPr/>
        </p:nvSpPr>
        <p:spPr>
          <a:xfrm>
            <a:off x="10286529" y="3620573"/>
            <a:ext cx="11286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Poppins" panose="00000500000000000000" pitchFamily="50" charset="0"/>
                <a:cs typeface="Poppins" panose="00000500000000000000" pitchFamily="50" charset="0"/>
              </a:rPr>
              <a:t>$ XXX.XX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2E5CD5F-6FB8-42D5-AE65-9E2AC934D7E4}"/>
              </a:ext>
            </a:extLst>
          </p:cNvPr>
          <p:cNvSpPr txBox="1"/>
          <p:nvPr/>
        </p:nvSpPr>
        <p:spPr>
          <a:xfrm>
            <a:off x="10286529" y="4049198"/>
            <a:ext cx="11286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Poppins" panose="00000500000000000000" pitchFamily="50" charset="0"/>
                <a:cs typeface="Poppins" panose="00000500000000000000" pitchFamily="50" charset="0"/>
              </a:rPr>
              <a:t>$ XXX.XX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1E205C1F-7076-46AC-A2E4-FD6CD61CEE46}"/>
              </a:ext>
            </a:extLst>
          </p:cNvPr>
          <p:cNvSpPr txBox="1"/>
          <p:nvPr/>
        </p:nvSpPr>
        <p:spPr>
          <a:xfrm>
            <a:off x="10286529" y="4477823"/>
            <a:ext cx="11286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Poppins" panose="00000500000000000000" pitchFamily="50" charset="0"/>
                <a:cs typeface="Poppins" panose="00000500000000000000" pitchFamily="50" charset="0"/>
              </a:rPr>
              <a:t>$ XXX.XX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6C47D6DE-3DAE-40D8-A891-3E7907FA4D72}"/>
              </a:ext>
            </a:extLst>
          </p:cNvPr>
          <p:cNvSpPr txBox="1"/>
          <p:nvPr/>
        </p:nvSpPr>
        <p:spPr>
          <a:xfrm>
            <a:off x="10286529" y="4896923"/>
            <a:ext cx="11286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Poppins" panose="00000500000000000000" pitchFamily="50" charset="0"/>
                <a:cs typeface="Poppins" panose="00000500000000000000" pitchFamily="50" charset="0"/>
              </a:rPr>
              <a:t>$ XXX.XX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5D400F1B-10C0-4016-9784-20FB17AFC0DB}"/>
              </a:ext>
            </a:extLst>
          </p:cNvPr>
          <p:cNvSpPr txBox="1"/>
          <p:nvPr/>
        </p:nvSpPr>
        <p:spPr>
          <a:xfrm>
            <a:off x="10286529" y="5257911"/>
            <a:ext cx="11286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Poppins" panose="00000500000000000000" pitchFamily="50" charset="0"/>
                <a:cs typeface="Poppins" panose="00000500000000000000" pitchFamily="50" charset="0"/>
              </a:rPr>
              <a:t>$ XXX.XX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2291F4AF-45B2-434F-ABCC-494A2ECBD483}"/>
              </a:ext>
            </a:extLst>
          </p:cNvPr>
          <p:cNvSpPr txBox="1"/>
          <p:nvPr/>
        </p:nvSpPr>
        <p:spPr>
          <a:xfrm>
            <a:off x="10286529" y="5699932"/>
            <a:ext cx="1128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Poppins Medium" panose="00000600000000000000" pitchFamily="2" charset="0"/>
                <a:cs typeface="Poppins Medium" panose="00000600000000000000" pitchFamily="2" charset="0"/>
              </a:rPr>
              <a:t>$ XXX.XX</a:t>
            </a:r>
          </a:p>
        </p:txBody>
      </p:sp>
      <p:sp>
        <p:nvSpPr>
          <p:cNvPr id="105" name="Prevalence">
            <a:extLst>
              <a:ext uri="{FF2B5EF4-FFF2-40B4-BE49-F238E27FC236}">
                <a16:creationId xmlns:a16="http://schemas.microsoft.com/office/drawing/2014/main" id="{15C20C15-3CF3-4C18-B781-86032AB4CBCE}"/>
              </a:ext>
            </a:extLst>
          </p:cNvPr>
          <p:cNvSpPr/>
          <p:nvPr/>
        </p:nvSpPr>
        <p:spPr>
          <a:xfrm>
            <a:off x="6699973" y="4233627"/>
            <a:ext cx="1140995" cy="2426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>
              <a:lnSpc>
                <a:spcPts val="2000"/>
              </a:lnSpc>
            </a:pPr>
            <a:r>
              <a:rPr lang="en-US" sz="14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FIXED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78D05B8-EBC3-4CDD-9FDA-D0FFA2F9B822}"/>
              </a:ext>
            </a:extLst>
          </p:cNvPr>
          <p:cNvSpPr txBox="1"/>
          <p:nvPr/>
        </p:nvSpPr>
        <p:spPr>
          <a:xfrm>
            <a:off x="7562678" y="798629"/>
            <a:ext cx="4023067" cy="580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20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variations of passages of Lorem Ipsum available, but the or randomized words.</a:t>
            </a:r>
            <a:endParaRPr lang="en-US" sz="1200" i="1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0288C061-33A9-4EFA-B234-30294C5490ED}"/>
              </a:ext>
            </a:extLst>
          </p:cNvPr>
          <p:cNvCxnSpPr>
            <a:cxnSpLocks/>
          </p:cNvCxnSpPr>
          <p:nvPr/>
        </p:nvCxnSpPr>
        <p:spPr>
          <a:xfrm>
            <a:off x="831858" y="6048719"/>
            <a:ext cx="167784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7451742C-5561-455E-9C93-E1EEBE10A49D}"/>
              </a:ext>
            </a:extLst>
          </p:cNvPr>
          <p:cNvCxnSpPr>
            <a:cxnSpLocks/>
          </p:cNvCxnSpPr>
          <p:nvPr/>
        </p:nvCxnSpPr>
        <p:spPr>
          <a:xfrm>
            <a:off x="6411440" y="6048719"/>
            <a:ext cx="167784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5455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77E83FB-4BB6-44CA-8756-5C1630896DB7}"/>
              </a:ext>
            </a:extLst>
          </p:cNvPr>
          <p:cNvSpPr txBox="1"/>
          <p:nvPr/>
        </p:nvSpPr>
        <p:spPr>
          <a:xfrm>
            <a:off x="717045" y="733712"/>
            <a:ext cx="3131055" cy="65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500" dirty="0">
                <a:solidFill>
                  <a:schemeClr val="accent2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Sale</a:t>
            </a:r>
            <a:r>
              <a:rPr lang="en-US" sz="3500" dirty="0">
                <a:latin typeface="Poppins SemiBold" panose="00000700000000000000" pitchFamily="50" charset="0"/>
                <a:cs typeface="Poppins SemiBold" panose="00000700000000000000" pitchFamily="50" charset="0"/>
              </a:rPr>
              <a:t> Report</a:t>
            </a:r>
          </a:p>
        </p:txBody>
      </p:sp>
      <p:sp>
        <p:nvSpPr>
          <p:cNvPr id="4" name="Prevalence">
            <a:extLst>
              <a:ext uri="{FF2B5EF4-FFF2-40B4-BE49-F238E27FC236}">
                <a16:creationId xmlns:a16="http://schemas.microsoft.com/office/drawing/2014/main" id="{9C6B676F-1985-40E9-B299-5341FF581033}"/>
              </a:ext>
            </a:extLst>
          </p:cNvPr>
          <p:cNvSpPr/>
          <p:nvPr/>
        </p:nvSpPr>
        <p:spPr>
          <a:xfrm>
            <a:off x="1459456" y="3312964"/>
            <a:ext cx="1883819" cy="2426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>
              <a:lnSpc>
                <a:spcPts val="2000"/>
              </a:lnSpc>
            </a:pPr>
            <a:r>
              <a:rPr lang="en-US" sz="1400" dirty="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USD 2.4 Million</a:t>
            </a:r>
          </a:p>
        </p:txBody>
      </p:sp>
      <p:sp>
        <p:nvSpPr>
          <p:cNvPr id="5" name="Prevalence">
            <a:extLst>
              <a:ext uri="{FF2B5EF4-FFF2-40B4-BE49-F238E27FC236}">
                <a16:creationId xmlns:a16="http://schemas.microsoft.com/office/drawing/2014/main" id="{335A90CF-749E-4F0D-B7B3-ED5C0B4E68DC}"/>
              </a:ext>
            </a:extLst>
          </p:cNvPr>
          <p:cNvSpPr/>
          <p:nvPr/>
        </p:nvSpPr>
        <p:spPr>
          <a:xfrm>
            <a:off x="1459457" y="2319318"/>
            <a:ext cx="1503851" cy="2426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>
              <a:lnSpc>
                <a:spcPts val="2000"/>
              </a:lnSpc>
            </a:pPr>
            <a:r>
              <a:rPr lang="en-US" sz="1400" dirty="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58.4%</a:t>
            </a:r>
          </a:p>
        </p:txBody>
      </p:sp>
      <p:sp>
        <p:nvSpPr>
          <p:cNvPr id="6" name="Prevalence">
            <a:extLst>
              <a:ext uri="{FF2B5EF4-FFF2-40B4-BE49-F238E27FC236}">
                <a16:creationId xmlns:a16="http://schemas.microsoft.com/office/drawing/2014/main" id="{D79B6D86-0060-4E6A-97A0-0C2B22D4E389}"/>
              </a:ext>
            </a:extLst>
          </p:cNvPr>
          <p:cNvSpPr/>
          <p:nvPr/>
        </p:nvSpPr>
        <p:spPr>
          <a:xfrm>
            <a:off x="1459456" y="4333734"/>
            <a:ext cx="1503851" cy="2426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>
              <a:lnSpc>
                <a:spcPts val="2000"/>
              </a:lnSpc>
            </a:pPr>
            <a:r>
              <a:rPr lang="en-US" sz="1400" dirty="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EUR 5.7 Million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A4AA9E-9953-43D9-AF25-5D46607E95BB}"/>
              </a:ext>
            </a:extLst>
          </p:cNvPr>
          <p:cNvSpPr txBox="1"/>
          <p:nvPr/>
        </p:nvSpPr>
        <p:spPr>
          <a:xfrm>
            <a:off x="1353128" y="2599745"/>
            <a:ext cx="2337966" cy="484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Ipsum, but the </a:t>
            </a:r>
          </a:p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alteration in believable.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" name="Prevalence">
            <a:extLst>
              <a:ext uri="{FF2B5EF4-FFF2-40B4-BE49-F238E27FC236}">
                <a16:creationId xmlns:a16="http://schemas.microsoft.com/office/drawing/2014/main" id="{1F855367-934F-4258-9445-7499A5FE7E09}"/>
              </a:ext>
            </a:extLst>
          </p:cNvPr>
          <p:cNvSpPr/>
          <p:nvPr/>
        </p:nvSpPr>
        <p:spPr>
          <a:xfrm>
            <a:off x="1459456" y="5306023"/>
            <a:ext cx="1503851" cy="2426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>
              <a:lnSpc>
                <a:spcPts val="2000"/>
              </a:lnSpc>
            </a:pPr>
            <a:r>
              <a:rPr lang="en-US" sz="1400" dirty="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Sales 78.9%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CF7057-F013-4145-8491-0EB75A51DFCF}"/>
              </a:ext>
            </a:extLst>
          </p:cNvPr>
          <p:cNvSpPr txBox="1"/>
          <p:nvPr/>
        </p:nvSpPr>
        <p:spPr>
          <a:xfrm>
            <a:off x="1353127" y="3594802"/>
            <a:ext cx="2337966" cy="484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Ipsum, but the </a:t>
            </a:r>
          </a:p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alteration in believable.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CE1BC55-2D89-4530-AC7F-9A7DD0FAB320}"/>
              </a:ext>
            </a:extLst>
          </p:cNvPr>
          <p:cNvSpPr txBox="1"/>
          <p:nvPr/>
        </p:nvSpPr>
        <p:spPr>
          <a:xfrm>
            <a:off x="1339536" y="4625516"/>
            <a:ext cx="2337966" cy="484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Ipsum, but the </a:t>
            </a:r>
          </a:p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alteration in believable.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9105BC-2C9E-469B-8D89-2006C5786C19}"/>
              </a:ext>
            </a:extLst>
          </p:cNvPr>
          <p:cNvSpPr txBox="1"/>
          <p:nvPr/>
        </p:nvSpPr>
        <p:spPr>
          <a:xfrm>
            <a:off x="1339536" y="5597179"/>
            <a:ext cx="2337966" cy="484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Ipsum, but the </a:t>
            </a:r>
          </a:p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alteration in believable.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aphicFrame>
        <p:nvGraphicFramePr>
          <p:cNvPr id="22" name="Chart 21">
            <a:extLst>
              <a:ext uri="{FF2B5EF4-FFF2-40B4-BE49-F238E27FC236}">
                <a16:creationId xmlns:a16="http://schemas.microsoft.com/office/drawing/2014/main" id="{D441F2F8-F96C-4A8F-9F79-D16DFD9C22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20471941"/>
              </p:ext>
            </p:extLst>
          </p:nvPr>
        </p:nvGraphicFramePr>
        <p:xfrm>
          <a:off x="4762499" y="1638300"/>
          <a:ext cx="6826987" cy="5219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635D4524-DB70-41E5-859A-B92B74869E72}"/>
              </a:ext>
            </a:extLst>
          </p:cNvPr>
          <p:cNvSpPr txBox="1"/>
          <p:nvPr/>
        </p:nvSpPr>
        <p:spPr>
          <a:xfrm>
            <a:off x="7562678" y="798629"/>
            <a:ext cx="4023067" cy="580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20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variations of passages of Lorem Ipsum available, but the or randomized words.</a:t>
            </a:r>
            <a:endParaRPr lang="en-US" sz="1200" i="1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CF2C16C-8CC6-4684-9FB6-FBB7157C6F28}"/>
              </a:ext>
            </a:extLst>
          </p:cNvPr>
          <p:cNvSpPr/>
          <p:nvPr/>
        </p:nvSpPr>
        <p:spPr>
          <a:xfrm>
            <a:off x="965408" y="2427623"/>
            <a:ext cx="120615" cy="12061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2DBD3F4-A598-4FF7-89B3-63045A560EF0}"/>
              </a:ext>
            </a:extLst>
          </p:cNvPr>
          <p:cNvSpPr/>
          <p:nvPr/>
        </p:nvSpPr>
        <p:spPr>
          <a:xfrm>
            <a:off x="965408" y="3364208"/>
            <a:ext cx="120615" cy="12061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094E7D0-7C2D-4BBC-8089-A4DD63F2F123}"/>
              </a:ext>
            </a:extLst>
          </p:cNvPr>
          <p:cNvSpPr/>
          <p:nvPr/>
        </p:nvSpPr>
        <p:spPr>
          <a:xfrm>
            <a:off x="965408" y="4406524"/>
            <a:ext cx="120615" cy="12061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C6650F7-CC58-4E9C-9D36-66AB73BBADD5}"/>
              </a:ext>
            </a:extLst>
          </p:cNvPr>
          <p:cNvSpPr/>
          <p:nvPr/>
        </p:nvSpPr>
        <p:spPr>
          <a:xfrm>
            <a:off x="965408" y="5377248"/>
            <a:ext cx="120615" cy="12061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859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B85AA33-5F37-4C02-BF37-D5A51201AE4A}"/>
              </a:ext>
            </a:extLst>
          </p:cNvPr>
          <p:cNvSpPr/>
          <p:nvPr/>
        </p:nvSpPr>
        <p:spPr>
          <a:xfrm>
            <a:off x="818469" y="3205032"/>
            <a:ext cx="4317975" cy="3884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1C853D-6D55-4F6B-AB2C-A08FF03F082F}"/>
              </a:ext>
            </a:extLst>
          </p:cNvPr>
          <p:cNvSpPr/>
          <p:nvPr/>
        </p:nvSpPr>
        <p:spPr>
          <a:xfrm>
            <a:off x="818469" y="3584915"/>
            <a:ext cx="10541883" cy="388407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518890D-C816-45E5-B499-C5FA543DC1AA}"/>
              </a:ext>
            </a:extLst>
          </p:cNvPr>
          <p:cNvSpPr/>
          <p:nvPr/>
        </p:nvSpPr>
        <p:spPr>
          <a:xfrm>
            <a:off x="818469" y="3976087"/>
            <a:ext cx="10541883" cy="388407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F823DF-8A4A-49D7-BF7F-E99A26CE1919}"/>
              </a:ext>
            </a:extLst>
          </p:cNvPr>
          <p:cNvSpPr/>
          <p:nvPr/>
        </p:nvSpPr>
        <p:spPr>
          <a:xfrm>
            <a:off x="818469" y="4367258"/>
            <a:ext cx="10541883" cy="388407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302B67-F38A-45F1-9BCD-CAABDEA55A97}"/>
              </a:ext>
            </a:extLst>
          </p:cNvPr>
          <p:cNvSpPr txBox="1"/>
          <p:nvPr/>
        </p:nvSpPr>
        <p:spPr>
          <a:xfrm>
            <a:off x="717045" y="733712"/>
            <a:ext cx="2383667" cy="65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500" dirty="0">
                <a:latin typeface="Poppins SemiBold" panose="00000700000000000000" pitchFamily="50" charset="0"/>
                <a:cs typeface="Poppins SemiBold" panose="00000700000000000000" pitchFamily="50" charset="0"/>
              </a:rPr>
              <a:t>Invoice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D9D8CDA-D963-4DA9-9243-6292D57D7FC7}"/>
              </a:ext>
            </a:extLst>
          </p:cNvPr>
          <p:cNvSpPr/>
          <p:nvPr/>
        </p:nvSpPr>
        <p:spPr>
          <a:xfrm>
            <a:off x="5136444" y="3205032"/>
            <a:ext cx="2235199" cy="38840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D3F8EA6-FA53-4426-8FA6-D8165B16C64D}"/>
              </a:ext>
            </a:extLst>
          </p:cNvPr>
          <p:cNvSpPr/>
          <p:nvPr/>
        </p:nvSpPr>
        <p:spPr>
          <a:xfrm>
            <a:off x="7371643" y="3205032"/>
            <a:ext cx="1952977" cy="38840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BC4C6E3-D8D8-4E64-AB65-6FF17592D8A9}"/>
              </a:ext>
            </a:extLst>
          </p:cNvPr>
          <p:cNvSpPr/>
          <p:nvPr/>
        </p:nvSpPr>
        <p:spPr>
          <a:xfrm>
            <a:off x="9324621" y="3205032"/>
            <a:ext cx="2047022" cy="3884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249E09-D910-4B99-BAAA-244F2421C0B2}"/>
              </a:ext>
            </a:extLst>
          </p:cNvPr>
          <p:cNvSpPr txBox="1"/>
          <p:nvPr/>
        </p:nvSpPr>
        <p:spPr>
          <a:xfrm>
            <a:off x="750735" y="2383828"/>
            <a:ext cx="202617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latin typeface="Poppins" panose="00000500000000000000" pitchFamily="2" charset="0"/>
                <a:cs typeface="Poppins" panose="00000500000000000000" pitchFamily="2" charset="0"/>
              </a:rPr>
              <a:t>Invoice#      ABC_12345</a:t>
            </a:r>
          </a:p>
          <a:p>
            <a:r>
              <a:rPr lang="en-IN" sz="1000" dirty="0">
                <a:latin typeface="Poppins" panose="00000500000000000000" pitchFamily="2" charset="0"/>
                <a:cs typeface="Poppins" panose="00000500000000000000" pitchFamily="2" charset="0"/>
              </a:rPr>
              <a:t>Date              January 10,2024</a:t>
            </a:r>
          </a:p>
          <a:p>
            <a:r>
              <a:rPr lang="en-IN" sz="1000" dirty="0">
                <a:latin typeface="Poppins" panose="00000500000000000000" pitchFamily="2" charset="0"/>
                <a:cs typeface="Poppins" panose="00000500000000000000" pitchFamily="2" charset="0"/>
              </a:rPr>
              <a:t>Due               February 10, 2025</a:t>
            </a:r>
            <a:endParaRPr lang="en-IN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Prevalence">
            <a:extLst>
              <a:ext uri="{FF2B5EF4-FFF2-40B4-BE49-F238E27FC236}">
                <a16:creationId xmlns:a16="http://schemas.microsoft.com/office/drawing/2014/main" id="{62E8F7E5-EAD3-4F77-BB83-E1F70FD98061}"/>
              </a:ext>
            </a:extLst>
          </p:cNvPr>
          <p:cNvSpPr/>
          <p:nvPr/>
        </p:nvSpPr>
        <p:spPr>
          <a:xfrm>
            <a:off x="1181396" y="3269556"/>
            <a:ext cx="1136502" cy="2426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>
              <a:lnSpc>
                <a:spcPts val="2000"/>
              </a:lnSpc>
            </a:pPr>
            <a:r>
              <a:rPr lang="en-US" sz="1400" dirty="0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Description</a:t>
            </a:r>
          </a:p>
        </p:txBody>
      </p:sp>
      <p:sp>
        <p:nvSpPr>
          <p:cNvPr id="23" name="Prevalence">
            <a:extLst>
              <a:ext uri="{FF2B5EF4-FFF2-40B4-BE49-F238E27FC236}">
                <a16:creationId xmlns:a16="http://schemas.microsoft.com/office/drawing/2014/main" id="{B197FF47-E18E-419B-AFB1-B0DAA6A51D6E}"/>
              </a:ext>
            </a:extLst>
          </p:cNvPr>
          <p:cNvSpPr/>
          <p:nvPr/>
        </p:nvSpPr>
        <p:spPr>
          <a:xfrm>
            <a:off x="5685793" y="3269556"/>
            <a:ext cx="1136502" cy="2426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>
              <a:lnSpc>
                <a:spcPts val="2000"/>
              </a:lnSpc>
            </a:pPr>
            <a:r>
              <a:rPr lang="en-US" sz="1400" dirty="0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Unit Price</a:t>
            </a:r>
          </a:p>
        </p:txBody>
      </p:sp>
      <p:sp>
        <p:nvSpPr>
          <p:cNvPr id="24" name="Prevalence">
            <a:extLst>
              <a:ext uri="{FF2B5EF4-FFF2-40B4-BE49-F238E27FC236}">
                <a16:creationId xmlns:a16="http://schemas.microsoft.com/office/drawing/2014/main" id="{4D5D72A5-137F-4BE4-BD99-5F835DBEDB23}"/>
              </a:ext>
            </a:extLst>
          </p:cNvPr>
          <p:cNvSpPr/>
          <p:nvPr/>
        </p:nvSpPr>
        <p:spPr>
          <a:xfrm>
            <a:off x="7779880" y="3269556"/>
            <a:ext cx="1136502" cy="2426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>
              <a:lnSpc>
                <a:spcPts val="2000"/>
              </a:lnSpc>
            </a:pPr>
            <a:r>
              <a:rPr lang="en-US" sz="1400" dirty="0">
                <a:solidFill>
                  <a:schemeClr val="tx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QTY</a:t>
            </a:r>
          </a:p>
        </p:txBody>
      </p:sp>
      <p:sp>
        <p:nvSpPr>
          <p:cNvPr id="25" name="Prevalence">
            <a:extLst>
              <a:ext uri="{FF2B5EF4-FFF2-40B4-BE49-F238E27FC236}">
                <a16:creationId xmlns:a16="http://schemas.microsoft.com/office/drawing/2014/main" id="{1A3EF9B4-69A3-4C8D-94E3-BB24D585D670}"/>
              </a:ext>
            </a:extLst>
          </p:cNvPr>
          <p:cNvSpPr/>
          <p:nvPr/>
        </p:nvSpPr>
        <p:spPr>
          <a:xfrm>
            <a:off x="9779881" y="3269556"/>
            <a:ext cx="1136502" cy="2426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algn="ctr">
              <a:lnSpc>
                <a:spcPts val="2000"/>
              </a:lnSpc>
            </a:pPr>
            <a:r>
              <a:rPr lang="en-US" sz="1400" dirty="0">
                <a:solidFill>
                  <a:schemeClr val="tx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Amount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6E0F387-D136-4DA0-9E45-F51D2CF5FEDD}"/>
              </a:ext>
            </a:extLst>
          </p:cNvPr>
          <p:cNvSpPr txBox="1"/>
          <p:nvPr/>
        </p:nvSpPr>
        <p:spPr>
          <a:xfrm>
            <a:off x="1168035" y="3666167"/>
            <a:ext cx="19326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latin typeface="Poppins" panose="00000500000000000000" pitchFamily="2" charset="0"/>
                <a:cs typeface="Poppins" panose="00000500000000000000" pitchFamily="2" charset="0"/>
              </a:rPr>
              <a:t>Label  A  Brochure Design</a:t>
            </a:r>
            <a:endParaRPr lang="en-IN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CF01C7D-727B-4290-9B47-3FE5C402C852}"/>
              </a:ext>
            </a:extLst>
          </p:cNvPr>
          <p:cNvSpPr txBox="1"/>
          <p:nvPr/>
        </p:nvSpPr>
        <p:spPr>
          <a:xfrm>
            <a:off x="5689738" y="3686027"/>
            <a:ext cx="11286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Poppins" panose="00000500000000000000" pitchFamily="50" charset="0"/>
                <a:cs typeface="Poppins" panose="00000500000000000000" pitchFamily="50" charset="0"/>
              </a:rPr>
              <a:t>$ XXX.XX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7235632-9378-4F59-BEE5-FE7E8F5D8FA0}"/>
              </a:ext>
            </a:extLst>
          </p:cNvPr>
          <p:cNvCxnSpPr>
            <a:cxnSpLocks/>
          </p:cNvCxnSpPr>
          <p:nvPr/>
        </p:nvCxnSpPr>
        <p:spPr>
          <a:xfrm>
            <a:off x="5136444" y="3205032"/>
            <a:ext cx="0" cy="1550633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1FAA426-DB83-4377-9A43-406C5CAD2FFF}"/>
              </a:ext>
            </a:extLst>
          </p:cNvPr>
          <p:cNvCxnSpPr>
            <a:cxnSpLocks/>
          </p:cNvCxnSpPr>
          <p:nvPr/>
        </p:nvCxnSpPr>
        <p:spPr>
          <a:xfrm>
            <a:off x="7371643" y="3205032"/>
            <a:ext cx="0" cy="1550633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67D7217-690D-45B8-8CE3-509F0C682877}"/>
              </a:ext>
            </a:extLst>
          </p:cNvPr>
          <p:cNvCxnSpPr>
            <a:cxnSpLocks/>
          </p:cNvCxnSpPr>
          <p:nvPr/>
        </p:nvCxnSpPr>
        <p:spPr>
          <a:xfrm>
            <a:off x="9324620" y="3205032"/>
            <a:ext cx="0" cy="263840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05E3E307-389A-4DDB-925B-B61E6362BD61}"/>
              </a:ext>
            </a:extLst>
          </p:cNvPr>
          <p:cNvSpPr txBox="1"/>
          <p:nvPr/>
        </p:nvSpPr>
        <p:spPr>
          <a:xfrm>
            <a:off x="1168035" y="4046050"/>
            <a:ext cx="24649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latin typeface="Poppins" panose="00000500000000000000" pitchFamily="2" charset="0"/>
                <a:cs typeface="Poppins" panose="00000500000000000000" pitchFamily="2" charset="0"/>
              </a:rPr>
              <a:t>Label  B  Magazine &amp; Card Design</a:t>
            </a:r>
            <a:endParaRPr lang="en-IN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7FD03B6-9509-43CA-95C3-C27CB8CFFC94}"/>
              </a:ext>
            </a:extLst>
          </p:cNvPr>
          <p:cNvSpPr txBox="1"/>
          <p:nvPr/>
        </p:nvSpPr>
        <p:spPr>
          <a:xfrm>
            <a:off x="1168035" y="4438350"/>
            <a:ext cx="24649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latin typeface="Poppins" panose="00000500000000000000" pitchFamily="2" charset="0"/>
                <a:cs typeface="Poppins" panose="00000500000000000000" pitchFamily="2" charset="0"/>
              </a:rPr>
              <a:t>Label  C  Social Media</a:t>
            </a:r>
            <a:endParaRPr lang="en-IN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D65DCDD-2BBC-4DA2-83E2-C646E17C3D31}"/>
              </a:ext>
            </a:extLst>
          </p:cNvPr>
          <p:cNvSpPr txBox="1"/>
          <p:nvPr/>
        </p:nvSpPr>
        <p:spPr>
          <a:xfrm>
            <a:off x="5689738" y="4046049"/>
            <a:ext cx="11286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Poppins" panose="00000500000000000000" pitchFamily="50" charset="0"/>
                <a:cs typeface="Poppins" panose="00000500000000000000" pitchFamily="50" charset="0"/>
              </a:rPr>
              <a:t>$ XXX.XX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A63F158-2328-437A-99ED-4EDF6C93A65F}"/>
              </a:ext>
            </a:extLst>
          </p:cNvPr>
          <p:cNvSpPr txBox="1"/>
          <p:nvPr/>
        </p:nvSpPr>
        <p:spPr>
          <a:xfrm>
            <a:off x="5689738" y="4438350"/>
            <a:ext cx="11286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Poppins" panose="00000500000000000000" pitchFamily="50" charset="0"/>
                <a:cs typeface="Poppins" panose="00000500000000000000" pitchFamily="50" charset="0"/>
              </a:rPr>
              <a:t>$ XXX.XX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666F67-E863-4887-946D-258F35068D34}"/>
              </a:ext>
            </a:extLst>
          </p:cNvPr>
          <p:cNvSpPr txBox="1"/>
          <p:nvPr/>
        </p:nvSpPr>
        <p:spPr>
          <a:xfrm>
            <a:off x="9783827" y="3686027"/>
            <a:ext cx="11286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Poppins" panose="00000500000000000000" pitchFamily="50" charset="0"/>
                <a:cs typeface="Poppins" panose="00000500000000000000" pitchFamily="50" charset="0"/>
              </a:rPr>
              <a:t>$ XXX.XX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C21B4D2-9962-4592-9B36-11B29A117236}"/>
              </a:ext>
            </a:extLst>
          </p:cNvPr>
          <p:cNvSpPr txBox="1"/>
          <p:nvPr/>
        </p:nvSpPr>
        <p:spPr>
          <a:xfrm>
            <a:off x="9783827" y="4046049"/>
            <a:ext cx="11286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Poppins" panose="00000500000000000000" pitchFamily="50" charset="0"/>
                <a:cs typeface="Poppins" panose="00000500000000000000" pitchFamily="50" charset="0"/>
              </a:rPr>
              <a:t>$ XXX.XX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A2B2BED-D9CC-47BE-9C63-CA3A9FE797B9}"/>
              </a:ext>
            </a:extLst>
          </p:cNvPr>
          <p:cNvSpPr txBox="1"/>
          <p:nvPr/>
        </p:nvSpPr>
        <p:spPr>
          <a:xfrm>
            <a:off x="9783827" y="4438350"/>
            <a:ext cx="11286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Poppins" panose="00000500000000000000" pitchFamily="50" charset="0"/>
                <a:cs typeface="Poppins" panose="00000500000000000000" pitchFamily="50" charset="0"/>
              </a:rPr>
              <a:t>$ XXX.XX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E4778D6-5CF2-4DD4-945D-14BD69C8261F}"/>
              </a:ext>
            </a:extLst>
          </p:cNvPr>
          <p:cNvSpPr txBox="1"/>
          <p:nvPr/>
        </p:nvSpPr>
        <p:spPr>
          <a:xfrm>
            <a:off x="7783826" y="3686027"/>
            <a:ext cx="11286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Poppins" panose="00000500000000000000" pitchFamily="50" charset="0"/>
                <a:cs typeface="Poppins" panose="00000500000000000000" pitchFamily="50" charset="0"/>
              </a:rPr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D304E12-31F2-4B5E-8FA6-8249CB8DEBA9}"/>
              </a:ext>
            </a:extLst>
          </p:cNvPr>
          <p:cNvSpPr txBox="1"/>
          <p:nvPr/>
        </p:nvSpPr>
        <p:spPr>
          <a:xfrm>
            <a:off x="7783826" y="4046049"/>
            <a:ext cx="11286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Poppins" panose="00000500000000000000" pitchFamily="50" charset="0"/>
                <a:cs typeface="Poppins" panose="00000500000000000000" pitchFamily="50" charset="0"/>
              </a:rPr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C474BA1-B7A7-4D83-9D1B-C605503AC7DC}"/>
              </a:ext>
            </a:extLst>
          </p:cNvPr>
          <p:cNvSpPr txBox="1"/>
          <p:nvPr/>
        </p:nvSpPr>
        <p:spPr>
          <a:xfrm>
            <a:off x="7783826" y="4438350"/>
            <a:ext cx="11286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Poppins" panose="00000500000000000000" pitchFamily="50" charset="0"/>
                <a:cs typeface="Poppins" panose="00000500000000000000" pitchFamily="50" charset="0"/>
              </a:rPr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297CE11-578C-458F-806F-74ABECCA02DE}"/>
              </a:ext>
            </a:extLst>
          </p:cNvPr>
          <p:cNvSpPr txBox="1"/>
          <p:nvPr/>
        </p:nvSpPr>
        <p:spPr>
          <a:xfrm>
            <a:off x="9495806" y="4923396"/>
            <a:ext cx="187337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latin typeface="Poppins" panose="00000500000000000000" pitchFamily="2" charset="0"/>
                <a:cs typeface="Poppins" panose="00000500000000000000" pitchFamily="2" charset="0"/>
              </a:rPr>
              <a:t>Subtotal        $12,00,00</a:t>
            </a:r>
          </a:p>
          <a:p>
            <a:r>
              <a:rPr lang="en-IN" sz="1000" dirty="0">
                <a:latin typeface="Poppins" panose="00000500000000000000" pitchFamily="2" charset="0"/>
                <a:cs typeface="Poppins" panose="00000500000000000000" pitchFamily="2" charset="0"/>
              </a:rPr>
              <a:t>Tax (10%)       $278</a:t>
            </a:r>
          </a:p>
          <a:p>
            <a:endParaRPr lang="en-IN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IN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IN" sz="1000" b="1" dirty="0">
                <a:latin typeface="Poppins" panose="00000500000000000000" pitchFamily="2" charset="0"/>
                <a:cs typeface="Poppins" panose="00000500000000000000" pitchFamily="2" charset="0"/>
              </a:rPr>
              <a:t>Total                  $ 24,46,00</a:t>
            </a:r>
            <a:endParaRPr lang="en-IN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2CABB9F-F414-423F-ADE1-10A649BFC799}"/>
              </a:ext>
            </a:extLst>
          </p:cNvPr>
          <p:cNvCxnSpPr>
            <a:cxnSpLocks/>
          </p:cNvCxnSpPr>
          <p:nvPr/>
        </p:nvCxnSpPr>
        <p:spPr>
          <a:xfrm>
            <a:off x="11360350" y="4755665"/>
            <a:ext cx="0" cy="1087769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9F825EB0-74DA-4B01-9D80-5A0E32343744}"/>
              </a:ext>
            </a:extLst>
          </p:cNvPr>
          <p:cNvSpPr/>
          <p:nvPr/>
        </p:nvSpPr>
        <p:spPr>
          <a:xfrm>
            <a:off x="9324619" y="5461715"/>
            <a:ext cx="2030180" cy="388407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7686CFC-0C42-4A11-B799-A6AB16129832}"/>
              </a:ext>
            </a:extLst>
          </p:cNvPr>
          <p:cNvSpPr txBox="1"/>
          <p:nvPr/>
        </p:nvSpPr>
        <p:spPr>
          <a:xfrm>
            <a:off x="717045" y="5662059"/>
            <a:ext cx="24766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Poppins Medium" panose="00000600000000000000" pitchFamily="2" charset="0"/>
                <a:cs typeface="Poppins Medium" panose="00000600000000000000" pitchFamily="2" charset="0"/>
              </a:rPr>
              <a:t>Thank you for your Business!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B70DEF0-BB85-4D06-9DE4-18B504CE4B1B}"/>
              </a:ext>
            </a:extLst>
          </p:cNvPr>
          <p:cNvSpPr txBox="1"/>
          <p:nvPr/>
        </p:nvSpPr>
        <p:spPr>
          <a:xfrm>
            <a:off x="6018241" y="1223421"/>
            <a:ext cx="5332549" cy="484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600"/>
              </a:lnSpc>
            </a:pPr>
            <a:r>
              <a:rPr lang="en-US" sz="1000" i="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variations of passages of Lorem Ipsum available, but the have suffered in some form humor, or randomized  believable.</a:t>
            </a:r>
            <a:endParaRPr lang="en-US" sz="1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2A994D7-96C0-466D-AB55-D73171804EB1}"/>
              </a:ext>
            </a:extLst>
          </p:cNvPr>
          <p:cNvSpPr txBox="1"/>
          <p:nvPr/>
        </p:nvSpPr>
        <p:spPr>
          <a:xfrm>
            <a:off x="10712611" y="917850"/>
            <a:ext cx="6381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000" u="sng" dirty="0">
                <a:solidFill>
                  <a:schemeClr val="accent2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Note:</a:t>
            </a:r>
            <a:endParaRPr lang="en-IN" sz="900" u="sng" dirty="0">
              <a:solidFill>
                <a:schemeClr val="accent2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42456D3-D8A0-419B-910C-ACEB14064B9B}"/>
              </a:ext>
            </a:extLst>
          </p:cNvPr>
          <p:cNvSpPr txBox="1"/>
          <p:nvPr/>
        </p:nvSpPr>
        <p:spPr>
          <a:xfrm>
            <a:off x="9324619" y="2294827"/>
            <a:ext cx="20261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000" dirty="0">
                <a:latin typeface="Poppins" panose="00000500000000000000" pitchFamily="2" charset="0"/>
                <a:cs typeface="Poppins" panose="00000500000000000000" pitchFamily="2" charset="0"/>
              </a:rPr>
              <a:t>Invoice Date: 05 / 01 /2025</a:t>
            </a:r>
            <a:endParaRPr lang="en-IN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628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426C5D03-1E88-4997-B486-039FEE55A33F}"/>
              </a:ext>
            </a:extLst>
          </p:cNvPr>
          <p:cNvSpPr/>
          <p:nvPr/>
        </p:nvSpPr>
        <p:spPr>
          <a:xfrm>
            <a:off x="5887135" y="0"/>
            <a:ext cx="6304865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E7EF76-0067-4926-B10A-1E4C5B1FD150}"/>
              </a:ext>
            </a:extLst>
          </p:cNvPr>
          <p:cNvSpPr txBox="1"/>
          <p:nvPr/>
        </p:nvSpPr>
        <p:spPr>
          <a:xfrm>
            <a:off x="717046" y="692395"/>
            <a:ext cx="3764756" cy="65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500" dirty="0">
                <a:solidFill>
                  <a:schemeClr val="accent2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Contacts</a:t>
            </a:r>
            <a:r>
              <a:rPr lang="en-US" sz="3500" dirty="0">
                <a:latin typeface="Poppins SemiBold" panose="00000700000000000000" pitchFamily="50" charset="0"/>
                <a:cs typeface="Poppins SemiBold" panose="00000700000000000000" pitchFamily="50" charset="0"/>
              </a:rPr>
              <a:t> Us</a:t>
            </a:r>
          </a:p>
        </p:txBody>
      </p:sp>
      <p:sp>
        <p:nvSpPr>
          <p:cNvPr id="33" name="Freeform 211">
            <a:extLst>
              <a:ext uri="{FF2B5EF4-FFF2-40B4-BE49-F238E27FC236}">
                <a16:creationId xmlns:a16="http://schemas.microsoft.com/office/drawing/2014/main" id="{837B6E8F-2A2F-455F-B389-A691ECE7C9FD}"/>
              </a:ext>
            </a:extLst>
          </p:cNvPr>
          <p:cNvSpPr>
            <a:spLocks noEditPoints="1"/>
          </p:cNvSpPr>
          <p:nvPr/>
        </p:nvSpPr>
        <p:spPr bwMode="auto">
          <a:xfrm>
            <a:off x="10790092" y="1560340"/>
            <a:ext cx="213185" cy="213185"/>
          </a:xfrm>
          <a:custGeom>
            <a:avLst/>
            <a:gdLst>
              <a:gd name="T0" fmla="*/ 0 w 160"/>
              <a:gd name="T1" fmla="*/ 80 h 160"/>
              <a:gd name="T2" fmla="*/ 160 w 160"/>
              <a:gd name="T3" fmla="*/ 80 h 160"/>
              <a:gd name="T4" fmla="*/ 155 w 160"/>
              <a:gd name="T5" fmla="*/ 78 h 160"/>
              <a:gd name="T6" fmla="*/ 123 w 160"/>
              <a:gd name="T7" fmla="*/ 42 h 160"/>
              <a:gd name="T8" fmla="*/ 155 w 160"/>
              <a:gd name="T9" fmla="*/ 78 h 160"/>
              <a:gd name="T10" fmla="*/ 82 w 160"/>
              <a:gd name="T11" fmla="*/ 78 h 160"/>
              <a:gd name="T12" fmla="*/ 120 w 160"/>
              <a:gd name="T13" fmla="*/ 40 h 160"/>
              <a:gd name="T14" fmla="*/ 82 w 160"/>
              <a:gd name="T15" fmla="*/ 31 h 160"/>
              <a:gd name="T16" fmla="*/ 91 w 160"/>
              <a:gd name="T17" fmla="*/ 6 h 160"/>
              <a:gd name="T18" fmla="*/ 82 w 160"/>
              <a:gd name="T19" fmla="*/ 31 h 160"/>
              <a:gd name="T20" fmla="*/ 79 w 160"/>
              <a:gd name="T21" fmla="*/ 31 h 160"/>
              <a:gd name="T22" fmla="*/ 69 w 160"/>
              <a:gd name="T23" fmla="*/ 6 h 160"/>
              <a:gd name="T24" fmla="*/ 79 w 160"/>
              <a:gd name="T25" fmla="*/ 34 h 160"/>
              <a:gd name="T26" fmla="*/ 34 w 160"/>
              <a:gd name="T27" fmla="*/ 78 h 160"/>
              <a:gd name="T28" fmla="*/ 79 w 160"/>
              <a:gd name="T29" fmla="*/ 34 h 160"/>
              <a:gd name="T30" fmla="*/ 6 w 160"/>
              <a:gd name="T31" fmla="*/ 78 h 160"/>
              <a:gd name="T32" fmla="*/ 38 w 160"/>
              <a:gd name="T33" fmla="*/ 42 h 160"/>
              <a:gd name="T34" fmla="*/ 6 w 160"/>
              <a:gd name="T35" fmla="*/ 81 h 160"/>
              <a:gd name="T36" fmla="*/ 38 w 160"/>
              <a:gd name="T37" fmla="*/ 118 h 160"/>
              <a:gd name="T38" fmla="*/ 6 w 160"/>
              <a:gd name="T39" fmla="*/ 81 h 160"/>
              <a:gd name="T40" fmla="*/ 79 w 160"/>
              <a:gd name="T41" fmla="*/ 81 h 160"/>
              <a:gd name="T42" fmla="*/ 41 w 160"/>
              <a:gd name="T43" fmla="*/ 119 h 160"/>
              <a:gd name="T44" fmla="*/ 79 w 160"/>
              <a:gd name="T45" fmla="*/ 128 h 160"/>
              <a:gd name="T46" fmla="*/ 69 w 160"/>
              <a:gd name="T47" fmla="*/ 154 h 160"/>
              <a:gd name="T48" fmla="*/ 79 w 160"/>
              <a:gd name="T49" fmla="*/ 128 h 160"/>
              <a:gd name="T50" fmla="*/ 82 w 160"/>
              <a:gd name="T51" fmla="*/ 128 h 160"/>
              <a:gd name="T52" fmla="*/ 91 w 160"/>
              <a:gd name="T53" fmla="*/ 154 h 160"/>
              <a:gd name="T54" fmla="*/ 82 w 160"/>
              <a:gd name="T55" fmla="*/ 126 h 160"/>
              <a:gd name="T56" fmla="*/ 126 w 160"/>
              <a:gd name="T57" fmla="*/ 81 h 160"/>
              <a:gd name="T58" fmla="*/ 82 w 160"/>
              <a:gd name="T59" fmla="*/ 126 h 160"/>
              <a:gd name="T60" fmla="*/ 155 w 160"/>
              <a:gd name="T61" fmla="*/ 81 h 160"/>
              <a:gd name="T62" fmla="*/ 123 w 160"/>
              <a:gd name="T63" fmla="*/ 118 h 160"/>
              <a:gd name="T64" fmla="*/ 152 w 160"/>
              <a:gd name="T65" fmla="*/ 60 h 160"/>
              <a:gd name="T66" fmla="*/ 100 w 160"/>
              <a:gd name="T67" fmla="*/ 8 h 160"/>
              <a:gd name="T68" fmla="*/ 61 w 160"/>
              <a:gd name="T69" fmla="*/ 8 h 160"/>
              <a:gd name="T70" fmla="*/ 8 w 160"/>
              <a:gd name="T71" fmla="*/ 60 h 160"/>
              <a:gd name="T72" fmla="*/ 8 w 160"/>
              <a:gd name="T73" fmla="*/ 99 h 160"/>
              <a:gd name="T74" fmla="*/ 61 w 160"/>
              <a:gd name="T75" fmla="*/ 152 h 160"/>
              <a:gd name="T76" fmla="*/ 100 w 160"/>
              <a:gd name="T77" fmla="*/ 152 h 160"/>
              <a:gd name="T78" fmla="*/ 152 w 160"/>
              <a:gd name="T79" fmla="*/ 99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60" h="160">
                <a:moveTo>
                  <a:pt x="80" y="0"/>
                </a:moveTo>
                <a:cubicBezTo>
                  <a:pt x="36" y="0"/>
                  <a:pt x="0" y="36"/>
                  <a:pt x="0" y="80"/>
                </a:cubicBezTo>
                <a:cubicBezTo>
                  <a:pt x="0" y="124"/>
                  <a:pt x="36" y="160"/>
                  <a:pt x="80" y="160"/>
                </a:cubicBezTo>
                <a:cubicBezTo>
                  <a:pt x="124" y="160"/>
                  <a:pt x="160" y="124"/>
                  <a:pt x="160" y="80"/>
                </a:cubicBezTo>
                <a:cubicBezTo>
                  <a:pt x="160" y="36"/>
                  <a:pt x="124" y="0"/>
                  <a:pt x="80" y="0"/>
                </a:cubicBezTo>
                <a:close/>
                <a:moveTo>
                  <a:pt x="155" y="78"/>
                </a:moveTo>
                <a:cubicBezTo>
                  <a:pt x="129" y="78"/>
                  <a:pt x="129" y="78"/>
                  <a:pt x="129" y="78"/>
                </a:cubicBezTo>
                <a:cubicBezTo>
                  <a:pt x="129" y="65"/>
                  <a:pt x="127" y="53"/>
                  <a:pt x="123" y="42"/>
                </a:cubicBezTo>
                <a:cubicBezTo>
                  <a:pt x="138" y="48"/>
                  <a:pt x="150" y="58"/>
                  <a:pt x="154" y="69"/>
                </a:cubicBezTo>
                <a:cubicBezTo>
                  <a:pt x="155" y="72"/>
                  <a:pt x="155" y="75"/>
                  <a:pt x="155" y="78"/>
                </a:cubicBezTo>
                <a:close/>
                <a:moveTo>
                  <a:pt x="126" y="78"/>
                </a:moveTo>
                <a:cubicBezTo>
                  <a:pt x="82" y="78"/>
                  <a:pt x="82" y="78"/>
                  <a:pt x="82" y="78"/>
                </a:cubicBezTo>
                <a:cubicBezTo>
                  <a:pt x="82" y="34"/>
                  <a:pt x="82" y="34"/>
                  <a:pt x="82" y="34"/>
                </a:cubicBezTo>
                <a:cubicBezTo>
                  <a:pt x="96" y="34"/>
                  <a:pt x="109" y="36"/>
                  <a:pt x="120" y="40"/>
                </a:cubicBezTo>
                <a:cubicBezTo>
                  <a:pt x="124" y="51"/>
                  <a:pt x="126" y="64"/>
                  <a:pt x="126" y="78"/>
                </a:cubicBezTo>
                <a:close/>
                <a:moveTo>
                  <a:pt x="82" y="31"/>
                </a:moveTo>
                <a:cubicBezTo>
                  <a:pt x="82" y="5"/>
                  <a:pt x="82" y="5"/>
                  <a:pt x="82" y="5"/>
                </a:cubicBezTo>
                <a:cubicBezTo>
                  <a:pt x="85" y="5"/>
                  <a:pt x="88" y="5"/>
                  <a:pt x="91" y="6"/>
                </a:cubicBezTo>
                <a:cubicBezTo>
                  <a:pt x="102" y="10"/>
                  <a:pt x="112" y="22"/>
                  <a:pt x="118" y="37"/>
                </a:cubicBezTo>
                <a:cubicBezTo>
                  <a:pt x="107" y="33"/>
                  <a:pt x="95" y="31"/>
                  <a:pt x="82" y="31"/>
                </a:cubicBezTo>
                <a:close/>
                <a:moveTo>
                  <a:pt x="79" y="5"/>
                </a:moveTo>
                <a:cubicBezTo>
                  <a:pt x="79" y="31"/>
                  <a:pt x="79" y="31"/>
                  <a:pt x="79" y="31"/>
                </a:cubicBezTo>
                <a:cubicBezTo>
                  <a:pt x="66" y="31"/>
                  <a:pt x="53" y="33"/>
                  <a:pt x="42" y="37"/>
                </a:cubicBezTo>
                <a:cubicBezTo>
                  <a:pt x="49" y="22"/>
                  <a:pt x="58" y="10"/>
                  <a:pt x="69" y="6"/>
                </a:cubicBezTo>
                <a:cubicBezTo>
                  <a:pt x="73" y="5"/>
                  <a:pt x="76" y="5"/>
                  <a:pt x="79" y="5"/>
                </a:cubicBezTo>
                <a:close/>
                <a:moveTo>
                  <a:pt x="79" y="34"/>
                </a:moveTo>
                <a:cubicBezTo>
                  <a:pt x="79" y="78"/>
                  <a:pt x="79" y="78"/>
                  <a:pt x="79" y="78"/>
                </a:cubicBezTo>
                <a:cubicBezTo>
                  <a:pt x="34" y="78"/>
                  <a:pt x="34" y="78"/>
                  <a:pt x="34" y="78"/>
                </a:cubicBezTo>
                <a:cubicBezTo>
                  <a:pt x="34" y="64"/>
                  <a:pt x="37" y="51"/>
                  <a:pt x="41" y="40"/>
                </a:cubicBezTo>
                <a:cubicBezTo>
                  <a:pt x="52" y="36"/>
                  <a:pt x="65" y="34"/>
                  <a:pt x="79" y="34"/>
                </a:cubicBezTo>
                <a:close/>
                <a:moveTo>
                  <a:pt x="32" y="78"/>
                </a:moveTo>
                <a:cubicBezTo>
                  <a:pt x="6" y="78"/>
                  <a:pt x="6" y="78"/>
                  <a:pt x="6" y="78"/>
                </a:cubicBezTo>
                <a:cubicBezTo>
                  <a:pt x="6" y="75"/>
                  <a:pt x="6" y="72"/>
                  <a:pt x="6" y="69"/>
                </a:cubicBezTo>
                <a:cubicBezTo>
                  <a:pt x="11" y="58"/>
                  <a:pt x="22" y="48"/>
                  <a:pt x="38" y="42"/>
                </a:cubicBezTo>
                <a:cubicBezTo>
                  <a:pt x="34" y="53"/>
                  <a:pt x="32" y="65"/>
                  <a:pt x="32" y="78"/>
                </a:cubicBezTo>
                <a:close/>
                <a:moveTo>
                  <a:pt x="6" y="81"/>
                </a:moveTo>
                <a:cubicBezTo>
                  <a:pt x="32" y="81"/>
                  <a:pt x="32" y="81"/>
                  <a:pt x="32" y="81"/>
                </a:cubicBezTo>
                <a:cubicBezTo>
                  <a:pt x="32" y="94"/>
                  <a:pt x="34" y="107"/>
                  <a:pt x="38" y="118"/>
                </a:cubicBezTo>
                <a:cubicBezTo>
                  <a:pt x="22" y="111"/>
                  <a:pt x="11" y="102"/>
                  <a:pt x="6" y="91"/>
                </a:cubicBezTo>
                <a:cubicBezTo>
                  <a:pt x="6" y="87"/>
                  <a:pt x="6" y="84"/>
                  <a:pt x="6" y="81"/>
                </a:cubicBezTo>
                <a:close/>
                <a:moveTo>
                  <a:pt x="34" y="81"/>
                </a:moveTo>
                <a:cubicBezTo>
                  <a:pt x="79" y="81"/>
                  <a:pt x="79" y="81"/>
                  <a:pt x="79" y="81"/>
                </a:cubicBezTo>
                <a:cubicBezTo>
                  <a:pt x="79" y="126"/>
                  <a:pt x="79" y="126"/>
                  <a:pt x="79" y="126"/>
                </a:cubicBezTo>
                <a:cubicBezTo>
                  <a:pt x="65" y="126"/>
                  <a:pt x="52" y="123"/>
                  <a:pt x="41" y="119"/>
                </a:cubicBezTo>
                <a:cubicBezTo>
                  <a:pt x="37" y="108"/>
                  <a:pt x="34" y="95"/>
                  <a:pt x="34" y="81"/>
                </a:cubicBezTo>
                <a:close/>
                <a:moveTo>
                  <a:pt x="79" y="128"/>
                </a:moveTo>
                <a:cubicBezTo>
                  <a:pt x="79" y="154"/>
                  <a:pt x="79" y="154"/>
                  <a:pt x="79" y="154"/>
                </a:cubicBezTo>
                <a:cubicBezTo>
                  <a:pt x="76" y="154"/>
                  <a:pt x="73" y="154"/>
                  <a:pt x="69" y="154"/>
                </a:cubicBezTo>
                <a:cubicBezTo>
                  <a:pt x="58" y="149"/>
                  <a:pt x="49" y="138"/>
                  <a:pt x="42" y="122"/>
                </a:cubicBezTo>
                <a:cubicBezTo>
                  <a:pt x="53" y="126"/>
                  <a:pt x="66" y="128"/>
                  <a:pt x="79" y="128"/>
                </a:cubicBezTo>
                <a:close/>
                <a:moveTo>
                  <a:pt x="82" y="154"/>
                </a:moveTo>
                <a:cubicBezTo>
                  <a:pt x="82" y="128"/>
                  <a:pt x="82" y="128"/>
                  <a:pt x="82" y="128"/>
                </a:cubicBezTo>
                <a:cubicBezTo>
                  <a:pt x="95" y="128"/>
                  <a:pt x="107" y="126"/>
                  <a:pt x="118" y="122"/>
                </a:cubicBezTo>
                <a:cubicBezTo>
                  <a:pt x="112" y="138"/>
                  <a:pt x="102" y="149"/>
                  <a:pt x="91" y="154"/>
                </a:cubicBezTo>
                <a:cubicBezTo>
                  <a:pt x="88" y="154"/>
                  <a:pt x="85" y="154"/>
                  <a:pt x="82" y="154"/>
                </a:cubicBezTo>
                <a:close/>
                <a:moveTo>
                  <a:pt x="82" y="126"/>
                </a:moveTo>
                <a:cubicBezTo>
                  <a:pt x="82" y="81"/>
                  <a:pt x="82" y="81"/>
                  <a:pt x="82" y="81"/>
                </a:cubicBezTo>
                <a:cubicBezTo>
                  <a:pt x="126" y="81"/>
                  <a:pt x="126" y="81"/>
                  <a:pt x="126" y="81"/>
                </a:cubicBezTo>
                <a:cubicBezTo>
                  <a:pt x="126" y="95"/>
                  <a:pt x="124" y="108"/>
                  <a:pt x="120" y="119"/>
                </a:cubicBezTo>
                <a:cubicBezTo>
                  <a:pt x="109" y="123"/>
                  <a:pt x="96" y="126"/>
                  <a:pt x="82" y="126"/>
                </a:cubicBezTo>
                <a:close/>
                <a:moveTo>
                  <a:pt x="129" y="81"/>
                </a:moveTo>
                <a:cubicBezTo>
                  <a:pt x="155" y="81"/>
                  <a:pt x="155" y="81"/>
                  <a:pt x="155" y="81"/>
                </a:cubicBezTo>
                <a:cubicBezTo>
                  <a:pt x="155" y="84"/>
                  <a:pt x="155" y="87"/>
                  <a:pt x="154" y="91"/>
                </a:cubicBezTo>
                <a:cubicBezTo>
                  <a:pt x="150" y="102"/>
                  <a:pt x="138" y="111"/>
                  <a:pt x="123" y="118"/>
                </a:cubicBezTo>
                <a:cubicBezTo>
                  <a:pt x="127" y="107"/>
                  <a:pt x="129" y="94"/>
                  <a:pt x="129" y="81"/>
                </a:cubicBezTo>
                <a:close/>
                <a:moveTo>
                  <a:pt x="152" y="60"/>
                </a:moveTo>
                <a:cubicBezTo>
                  <a:pt x="146" y="51"/>
                  <a:pt x="135" y="43"/>
                  <a:pt x="122" y="38"/>
                </a:cubicBezTo>
                <a:cubicBezTo>
                  <a:pt x="117" y="25"/>
                  <a:pt x="109" y="14"/>
                  <a:pt x="100" y="8"/>
                </a:cubicBezTo>
                <a:cubicBezTo>
                  <a:pt x="125" y="15"/>
                  <a:pt x="145" y="35"/>
                  <a:pt x="152" y="60"/>
                </a:cubicBezTo>
                <a:close/>
                <a:moveTo>
                  <a:pt x="61" y="8"/>
                </a:moveTo>
                <a:cubicBezTo>
                  <a:pt x="52" y="14"/>
                  <a:pt x="44" y="25"/>
                  <a:pt x="39" y="38"/>
                </a:cubicBezTo>
                <a:cubicBezTo>
                  <a:pt x="25" y="43"/>
                  <a:pt x="15" y="51"/>
                  <a:pt x="8" y="60"/>
                </a:cubicBezTo>
                <a:cubicBezTo>
                  <a:pt x="15" y="35"/>
                  <a:pt x="35" y="15"/>
                  <a:pt x="61" y="8"/>
                </a:cubicBezTo>
                <a:close/>
                <a:moveTo>
                  <a:pt x="8" y="99"/>
                </a:moveTo>
                <a:cubicBezTo>
                  <a:pt x="15" y="108"/>
                  <a:pt x="25" y="116"/>
                  <a:pt x="39" y="121"/>
                </a:cubicBezTo>
                <a:cubicBezTo>
                  <a:pt x="44" y="135"/>
                  <a:pt x="52" y="145"/>
                  <a:pt x="61" y="152"/>
                </a:cubicBezTo>
                <a:cubicBezTo>
                  <a:pt x="35" y="145"/>
                  <a:pt x="15" y="125"/>
                  <a:pt x="8" y="99"/>
                </a:cubicBezTo>
                <a:close/>
                <a:moveTo>
                  <a:pt x="100" y="152"/>
                </a:moveTo>
                <a:cubicBezTo>
                  <a:pt x="109" y="145"/>
                  <a:pt x="117" y="135"/>
                  <a:pt x="122" y="121"/>
                </a:cubicBezTo>
                <a:cubicBezTo>
                  <a:pt x="135" y="116"/>
                  <a:pt x="146" y="108"/>
                  <a:pt x="152" y="99"/>
                </a:cubicBezTo>
                <a:cubicBezTo>
                  <a:pt x="145" y="125"/>
                  <a:pt x="125" y="145"/>
                  <a:pt x="100" y="152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" name="Freeform 233">
            <a:extLst>
              <a:ext uri="{FF2B5EF4-FFF2-40B4-BE49-F238E27FC236}">
                <a16:creationId xmlns:a16="http://schemas.microsoft.com/office/drawing/2014/main" id="{A1006BB4-64F7-40F9-A8A4-8DB5E032D353}"/>
              </a:ext>
            </a:extLst>
          </p:cNvPr>
          <p:cNvSpPr>
            <a:spLocks noEditPoints="1"/>
          </p:cNvSpPr>
          <p:nvPr/>
        </p:nvSpPr>
        <p:spPr bwMode="auto">
          <a:xfrm>
            <a:off x="10581104" y="1560385"/>
            <a:ext cx="118535" cy="213095"/>
          </a:xfrm>
          <a:custGeom>
            <a:avLst/>
            <a:gdLst>
              <a:gd name="T0" fmla="*/ 56 w 89"/>
              <a:gd name="T1" fmla="*/ 160 h 160"/>
              <a:gd name="T2" fmla="*/ 29 w 89"/>
              <a:gd name="T3" fmla="*/ 160 h 160"/>
              <a:gd name="T4" fmla="*/ 23 w 89"/>
              <a:gd name="T5" fmla="*/ 154 h 160"/>
              <a:gd name="T6" fmla="*/ 23 w 89"/>
              <a:gd name="T7" fmla="*/ 93 h 160"/>
              <a:gd name="T8" fmla="*/ 6 w 89"/>
              <a:gd name="T9" fmla="*/ 93 h 160"/>
              <a:gd name="T10" fmla="*/ 0 w 89"/>
              <a:gd name="T11" fmla="*/ 87 h 160"/>
              <a:gd name="T12" fmla="*/ 0 w 89"/>
              <a:gd name="T13" fmla="*/ 62 h 160"/>
              <a:gd name="T14" fmla="*/ 6 w 89"/>
              <a:gd name="T15" fmla="*/ 56 h 160"/>
              <a:gd name="T16" fmla="*/ 23 w 89"/>
              <a:gd name="T17" fmla="*/ 56 h 160"/>
              <a:gd name="T18" fmla="*/ 23 w 89"/>
              <a:gd name="T19" fmla="*/ 41 h 160"/>
              <a:gd name="T20" fmla="*/ 63 w 89"/>
              <a:gd name="T21" fmla="*/ 0 h 160"/>
              <a:gd name="T22" fmla="*/ 83 w 89"/>
              <a:gd name="T23" fmla="*/ 0 h 160"/>
              <a:gd name="T24" fmla="*/ 89 w 89"/>
              <a:gd name="T25" fmla="*/ 7 h 160"/>
              <a:gd name="T26" fmla="*/ 89 w 89"/>
              <a:gd name="T27" fmla="*/ 30 h 160"/>
              <a:gd name="T28" fmla="*/ 83 w 89"/>
              <a:gd name="T29" fmla="*/ 36 h 160"/>
              <a:gd name="T30" fmla="*/ 70 w 89"/>
              <a:gd name="T31" fmla="*/ 36 h 160"/>
              <a:gd name="T32" fmla="*/ 62 w 89"/>
              <a:gd name="T33" fmla="*/ 44 h 160"/>
              <a:gd name="T34" fmla="*/ 62 w 89"/>
              <a:gd name="T35" fmla="*/ 56 h 160"/>
              <a:gd name="T36" fmla="*/ 82 w 89"/>
              <a:gd name="T37" fmla="*/ 56 h 160"/>
              <a:gd name="T38" fmla="*/ 86 w 89"/>
              <a:gd name="T39" fmla="*/ 58 h 160"/>
              <a:gd name="T40" fmla="*/ 88 w 89"/>
              <a:gd name="T41" fmla="*/ 62 h 160"/>
              <a:gd name="T42" fmla="*/ 88 w 89"/>
              <a:gd name="T43" fmla="*/ 87 h 160"/>
              <a:gd name="T44" fmla="*/ 82 w 89"/>
              <a:gd name="T45" fmla="*/ 93 h 160"/>
              <a:gd name="T46" fmla="*/ 62 w 89"/>
              <a:gd name="T47" fmla="*/ 93 h 160"/>
              <a:gd name="T48" fmla="*/ 62 w 89"/>
              <a:gd name="T49" fmla="*/ 154 h 160"/>
              <a:gd name="T50" fmla="*/ 56 w 89"/>
              <a:gd name="T51" fmla="*/ 160 h 160"/>
              <a:gd name="T52" fmla="*/ 6 w 89"/>
              <a:gd name="T53" fmla="*/ 62 h 160"/>
              <a:gd name="T54" fmla="*/ 6 w 89"/>
              <a:gd name="T55" fmla="*/ 87 h 160"/>
              <a:gd name="T56" fmla="*/ 29 w 89"/>
              <a:gd name="T57" fmla="*/ 87 h 160"/>
              <a:gd name="T58" fmla="*/ 29 w 89"/>
              <a:gd name="T59" fmla="*/ 154 h 160"/>
              <a:gd name="T60" fmla="*/ 56 w 89"/>
              <a:gd name="T61" fmla="*/ 154 h 160"/>
              <a:gd name="T62" fmla="*/ 56 w 89"/>
              <a:gd name="T63" fmla="*/ 154 h 160"/>
              <a:gd name="T64" fmla="*/ 56 w 89"/>
              <a:gd name="T65" fmla="*/ 87 h 160"/>
              <a:gd name="T66" fmla="*/ 82 w 89"/>
              <a:gd name="T67" fmla="*/ 87 h 160"/>
              <a:gd name="T68" fmla="*/ 82 w 89"/>
              <a:gd name="T69" fmla="*/ 62 h 160"/>
              <a:gd name="T70" fmla="*/ 56 w 89"/>
              <a:gd name="T71" fmla="*/ 62 h 160"/>
              <a:gd name="T72" fmla="*/ 56 w 89"/>
              <a:gd name="T73" fmla="*/ 44 h 160"/>
              <a:gd name="T74" fmla="*/ 70 w 89"/>
              <a:gd name="T75" fmla="*/ 30 h 160"/>
              <a:gd name="T76" fmla="*/ 83 w 89"/>
              <a:gd name="T77" fmla="*/ 30 h 160"/>
              <a:gd name="T78" fmla="*/ 83 w 89"/>
              <a:gd name="T79" fmla="*/ 7 h 160"/>
              <a:gd name="T80" fmla="*/ 63 w 89"/>
              <a:gd name="T81" fmla="*/ 6 h 160"/>
              <a:gd name="T82" fmla="*/ 29 w 89"/>
              <a:gd name="T83" fmla="*/ 41 h 160"/>
              <a:gd name="T84" fmla="*/ 29 w 89"/>
              <a:gd name="T85" fmla="*/ 62 h 160"/>
              <a:gd name="T86" fmla="*/ 6 w 89"/>
              <a:gd name="T87" fmla="*/ 62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89" h="160">
                <a:moveTo>
                  <a:pt x="56" y="160"/>
                </a:moveTo>
                <a:cubicBezTo>
                  <a:pt x="29" y="160"/>
                  <a:pt x="29" y="160"/>
                  <a:pt x="29" y="160"/>
                </a:cubicBezTo>
                <a:cubicBezTo>
                  <a:pt x="26" y="160"/>
                  <a:pt x="23" y="158"/>
                  <a:pt x="23" y="154"/>
                </a:cubicBezTo>
                <a:cubicBezTo>
                  <a:pt x="23" y="93"/>
                  <a:pt x="23" y="93"/>
                  <a:pt x="23" y="93"/>
                </a:cubicBezTo>
                <a:cubicBezTo>
                  <a:pt x="6" y="93"/>
                  <a:pt x="6" y="93"/>
                  <a:pt x="6" y="93"/>
                </a:cubicBezTo>
                <a:cubicBezTo>
                  <a:pt x="3" y="93"/>
                  <a:pt x="0" y="91"/>
                  <a:pt x="0" y="87"/>
                </a:cubicBezTo>
                <a:cubicBezTo>
                  <a:pt x="0" y="62"/>
                  <a:pt x="0" y="62"/>
                  <a:pt x="0" y="62"/>
                </a:cubicBezTo>
                <a:cubicBezTo>
                  <a:pt x="0" y="59"/>
                  <a:pt x="3" y="56"/>
                  <a:pt x="6" y="56"/>
                </a:cubicBezTo>
                <a:cubicBezTo>
                  <a:pt x="23" y="56"/>
                  <a:pt x="23" y="56"/>
                  <a:pt x="23" y="56"/>
                </a:cubicBezTo>
                <a:cubicBezTo>
                  <a:pt x="23" y="41"/>
                  <a:pt x="23" y="41"/>
                  <a:pt x="23" y="41"/>
                </a:cubicBezTo>
                <a:cubicBezTo>
                  <a:pt x="23" y="17"/>
                  <a:pt x="39" y="0"/>
                  <a:pt x="63" y="0"/>
                </a:cubicBezTo>
                <a:cubicBezTo>
                  <a:pt x="83" y="0"/>
                  <a:pt x="83" y="0"/>
                  <a:pt x="83" y="0"/>
                </a:cubicBezTo>
                <a:cubicBezTo>
                  <a:pt x="86" y="1"/>
                  <a:pt x="89" y="3"/>
                  <a:pt x="89" y="7"/>
                </a:cubicBezTo>
                <a:cubicBezTo>
                  <a:pt x="89" y="30"/>
                  <a:pt x="89" y="30"/>
                  <a:pt x="89" y="30"/>
                </a:cubicBezTo>
                <a:cubicBezTo>
                  <a:pt x="89" y="34"/>
                  <a:pt x="86" y="36"/>
                  <a:pt x="83" y="36"/>
                </a:cubicBezTo>
                <a:cubicBezTo>
                  <a:pt x="70" y="36"/>
                  <a:pt x="70" y="36"/>
                  <a:pt x="70" y="36"/>
                </a:cubicBezTo>
                <a:cubicBezTo>
                  <a:pt x="62" y="36"/>
                  <a:pt x="62" y="38"/>
                  <a:pt x="62" y="44"/>
                </a:cubicBezTo>
                <a:cubicBezTo>
                  <a:pt x="62" y="56"/>
                  <a:pt x="62" y="56"/>
                  <a:pt x="62" y="56"/>
                </a:cubicBezTo>
                <a:cubicBezTo>
                  <a:pt x="82" y="56"/>
                  <a:pt x="82" y="56"/>
                  <a:pt x="82" y="56"/>
                </a:cubicBezTo>
                <a:cubicBezTo>
                  <a:pt x="84" y="56"/>
                  <a:pt x="85" y="56"/>
                  <a:pt x="86" y="58"/>
                </a:cubicBezTo>
                <a:cubicBezTo>
                  <a:pt x="88" y="59"/>
                  <a:pt x="88" y="60"/>
                  <a:pt x="88" y="62"/>
                </a:cubicBezTo>
                <a:cubicBezTo>
                  <a:pt x="88" y="87"/>
                  <a:pt x="88" y="87"/>
                  <a:pt x="88" y="87"/>
                </a:cubicBezTo>
                <a:cubicBezTo>
                  <a:pt x="88" y="91"/>
                  <a:pt x="86" y="93"/>
                  <a:pt x="82" y="93"/>
                </a:cubicBezTo>
                <a:cubicBezTo>
                  <a:pt x="62" y="93"/>
                  <a:pt x="62" y="93"/>
                  <a:pt x="62" y="93"/>
                </a:cubicBezTo>
                <a:cubicBezTo>
                  <a:pt x="62" y="154"/>
                  <a:pt x="62" y="154"/>
                  <a:pt x="62" y="154"/>
                </a:cubicBezTo>
                <a:cubicBezTo>
                  <a:pt x="62" y="158"/>
                  <a:pt x="59" y="160"/>
                  <a:pt x="56" y="160"/>
                </a:cubicBezTo>
                <a:close/>
                <a:moveTo>
                  <a:pt x="6" y="62"/>
                </a:moveTo>
                <a:cubicBezTo>
                  <a:pt x="6" y="87"/>
                  <a:pt x="6" y="87"/>
                  <a:pt x="6" y="87"/>
                </a:cubicBezTo>
                <a:cubicBezTo>
                  <a:pt x="29" y="87"/>
                  <a:pt x="29" y="87"/>
                  <a:pt x="29" y="87"/>
                </a:cubicBezTo>
                <a:cubicBezTo>
                  <a:pt x="29" y="154"/>
                  <a:pt x="29" y="154"/>
                  <a:pt x="29" y="154"/>
                </a:cubicBezTo>
                <a:cubicBezTo>
                  <a:pt x="56" y="154"/>
                  <a:pt x="56" y="154"/>
                  <a:pt x="56" y="154"/>
                </a:cubicBezTo>
                <a:cubicBezTo>
                  <a:pt x="56" y="154"/>
                  <a:pt x="56" y="154"/>
                  <a:pt x="56" y="154"/>
                </a:cubicBezTo>
                <a:cubicBezTo>
                  <a:pt x="56" y="87"/>
                  <a:pt x="56" y="87"/>
                  <a:pt x="56" y="87"/>
                </a:cubicBezTo>
                <a:cubicBezTo>
                  <a:pt x="82" y="87"/>
                  <a:pt x="82" y="87"/>
                  <a:pt x="82" y="87"/>
                </a:cubicBezTo>
                <a:cubicBezTo>
                  <a:pt x="82" y="62"/>
                  <a:pt x="82" y="62"/>
                  <a:pt x="82" y="62"/>
                </a:cubicBezTo>
                <a:cubicBezTo>
                  <a:pt x="56" y="62"/>
                  <a:pt x="56" y="62"/>
                  <a:pt x="56" y="62"/>
                </a:cubicBezTo>
                <a:cubicBezTo>
                  <a:pt x="56" y="44"/>
                  <a:pt x="56" y="44"/>
                  <a:pt x="56" y="44"/>
                </a:cubicBezTo>
                <a:cubicBezTo>
                  <a:pt x="56" y="37"/>
                  <a:pt x="57" y="30"/>
                  <a:pt x="70" y="30"/>
                </a:cubicBezTo>
                <a:cubicBezTo>
                  <a:pt x="83" y="30"/>
                  <a:pt x="83" y="30"/>
                  <a:pt x="83" y="30"/>
                </a:cubicBezTo>
                <a:cubicBezTo>
                  <a:pt x="83" y="7"/>
                  <a:pt x="83" y="7"/>
                  <a:pt x="83" y="7"/>
                </a:cubicBezTo>
                <a:cubicBezTo>
                  <a:pt x="63" y="6"/>
                  <a:pt x="63" y="6"/>
                  <a:pt x="63" y="6"/>
                </a:cubicBezTo>
                <a:cubicBezTo>
                  <a:pt x="42" y="6"/>
                  <a:pt x="29" y="20"/>
                  <a:pt x="29" y="41"/>
                </a:cubicBezTo>
                <a:cubicBezTo>
                  <a:pt x="29" y="62"/>
                  <a:pt x="29" y="62"/>
                  <a:pt x="29" y="62"/>
                </a:cubicBezTo>
                <a:lnTo>
                  <a:pt x="6" y="62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" name="Freeform 235">
            <a:extLst>
              <a:ext uri="{FF2B5EF4-FFF2-40B4-BE49-F238E27FC236}">
                <a16:creationId xmlns:a16="http://schemas.microsoft.com/office/drawing/2014/main" id="{E181BF18-03A6-478F-ADA3-66FC44D5E7B5}"/>
              </a:ext>
            </a:extLst>
          </p:cNvPr>
          <p:cNvSpPr>
            <a:spLocks noEditPoints="1"/>
          </p:cNvSpPr>
          <p:nvPr/>
        </p:nvSpPr>
        <p:spPr bwMode="auto">
          <a:xfrm>
            <a:off x="11093730" y="1565876"/>
            <a:ext cx="239268" cy="202113"/>
          </a:xfrm>
          <a:custGeom>
            <a:avLst/>
            <a:gdLst>
              <a:gd name="T0" fmla="*/ 3 w 161"/>
              <a:gd name="T1" fmla="*/ 123 h 136"/>
              <a:gd name="T2" fmla="*/ 6 w 161"/>
              <a:gd name="T3" fmla="*/ 112 h 136"/>
              <a:gd name="T4" fmla="*/ 36 w 161"/>
              <a:gd name="T5" fmla="*/ 106 h 136"/>
              <a:gd name="T6" fmla="*/ 16 w 161"/>
              <a:gd name="T7" fmla="*/ 79 h 136"/>
              <a:gd name="T8" fmla="*/ 4 w 161"/>
              <a:gd name="T9" fmla="*/ 50 h 136"/>
              <a:gd name="T10" fmla="*/ 4 w 161"/>
              <a:gd name="T11" fmla="*/ 28 h 136"/>
              <a:gd name="T12" fmla="*/ 13 w 161"/>
              <a:gd name="T13" fmla="*/ 7 h 136"/>
              <a:gd name="T14" fmla="*/ 72 w 161"/>
              <a:gd name="T15" fmla="*/ 40 h 136"/>
              <a:gd name="T16" fmla="*/ 97 w 161"/>
              <a:gd name="T17" fmla="*/ 3 h 136"/>
              <a:gd name="T18" fmla="*/ 133 w 161"/>
              <a:gd name="T19" fmla="*/ 11 h 136"/>
              <a:gd name="T20" fmla="*/ 155 w 161"/>
              <a:gd name="T21" fmla="*/ 6 h 136"/>
              <a:gd name="T22" fmla="*/ 153 w 161"/>
              <a:gd name="T23" fmla="*/ 17 h 136"/>
              <a:gd name="T24" fmla="*/ 160 w 161"/>
              <a:gd name="T25" fmla="*/ 19 h 136"/>
              <a:gd name="T26" fmla="*/ 146 w 161"/>
              <a:gd name="T27" fmla="*/ 39 h 136"/>
              <a:gd name="T28" fmla="*/ 145 w 161"/>
              <a:gd name="T29" fmla="*/ 42 h 136"/>
              <a:gd name="T30" fmla="*/ 121 w 161"/>
              <a:gd name="T31" fmla="*/ 105 h 136"/>
              <a:gd name="T32" fmla="*/ 51 w 161"/>
              <a:gd name="T33" fmla="*/ 136 h 136"/>
              <a:gd name="T34" fmla="*/ 51 w 161"/>
              <a:gd name="T35" fmla="*/ 129 h 136"/>
              <a:gd name="T36" fmla="*/ 116 w 161"/>
              <a:gd name="T37" fmla="*/ 101 h 136"/>
              <a:gd name="T38" fmla="*/ 138 w 161"/>
              <a:gd name="T39" fmla="*/ 42 h 136"/>
              <a:gd name="T40" fmla="*/ 142 w 161"/>
              <a:gd name="T41" fmla="*/ 34 h 136"/>
              <a:gd name="T42" fmla="*/ 145 w 161"/>
              <a:gd name="T43" fmla="*/ 27 h 136"/>
              <a:gd name="T44" fmla="*/ 142 w 161"/>
              <a:gd name="T45" fmla="*/ 21 h 136"/>
              <a:gd name="T46" fmla="*/ 135 w 161"/>
              <a:gd name="T47" fmla="*/ 17 h 136"/>
              <a:gd name="T48" fmla="*/ 99 w 161"/>
              <a:gd name="T49" fmla="*/ 10 h 136"/>
              <a:gd name="T50" fmla="*/ 79 w 161"/>
              <a:gd name="T51" fmla="*/ 41 h 136"/>
              <a:gd name="T52" fmla="*/ 74 w 161"/>
              <a:gd name="T53" fmla="*/ 46 h 136"/>
              <a:gd name="T54" fmla="*/ 13 w 161"/>
              <a:gd name="T55" fmla="*/ 15 h 136"/>
              <a:gd name="T56" fmla="*/ 19 w 161"/>
              <a:gd name="T57" fmla="*/ 49 h 136"/>
              <a:gd name="T58" fmla="*/ 16 w 161"/>
              <a:gd name="T59" fmla="*/ 55 h 136"/>
              <a:gd name="T60" fmla="*/ 28 w 161"/>
              <a:gd name="T61" fmla="*/ 78 h 136"/>
              <a:gd name="T62" fmla="*/ 26 w 161"/>
              <a:gd name="T63" fmla="*/ 84 h 136"/>
              <a:gd name="T64" fmla="*/ 45 w 161"/>
              <a:gd name="T65" fmla="*/ 102 h 136"/>
              <a:gd name="T66" fmla="*/ 46 w 161"/>
              <a:gd name="T67" fmla="*/ 108 h 136"/>
              <a:gd name="T68" fmla="*/ 9 w 161"/>
              <a:gd name="T69" fmla="*/ 119 h 1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61" h="136">
                <a:moveTo>
                  <a:pt x="51" y="136"/>
                </a:moveTo>
                <a:cubicBezTo>
                  <a:pt x="34" y="136"/>
                  <a:pt x="18" y="131"/>
                  <a:pt x="3" y="123"/>
                </a:cubicBezTo>
                <a:cubicBezTo>
                  <a:pt x="1" y="122"/>
                  <a:pt x="0" y="119"/>
                  <a:pt x="1" y="117"/>
                </a:cubicBezTo>
                <a:cubicBezTo>
                  <a:pt x="1" y="114"/>
                  <a:pt x="4" y="112"/>
                  <a:pt x="6" y="112"/>
                </a:cubicBezTo>
                <a:cubicBezTo>
                  <a:pt x="10" y="112"/>
                  <a:pt x="10" y="112"/>
                  <a:pt x="10" y="112"/>
                </a:cubicBezTo>
                <a:cubicBezTo>
                  <a:pt x="19" y="112"/>
                  <a:pt x="28" y="110"/>
                  <a:pt x="36" y="106"/>
                </a:cubicBezTo>
                <a:cubicBezTo>
                  <a:pt x="26" y="102"/>
                  <a:pt x="18" y="94"/>
                  <a:pt x="15" y="84"/>
                </a:cubicBezTo>
                <a:cubicBezTo>
                  <a:pt x="14" y="82"/>
                  <a:pt x="15" y="80"/>
                  <a:pt x="16" y="79"/>
                </a:cubicBezTo>
                <a:cubicBezTo>
                  <a:pt x="16" y="79"/>
                  <a:pt x="16" y="79"/>
                  <a:pt x="16" y="78"/>
                </a:cubicBezTo>
                <a:cubicBezTo>
                  <a:pt x="8" y="71"/>
                  <a:pt x="4" y="61"/>
                  <a:pt x="4" y="50"/>
                </a:cubicBezTo>
                <a:cubicBezTo>
                  <a:pt x="4" y="48"/>
                  <a:pt x="6" y="46"/>
                  <a:pt x="8" y="45"/>
                </a:cubicBezTo>
                <a:cubicBezTo>
                  <a:pt x="5" y="40"/>
                  <a:pt x="4" y="34"/>
                  <a:pt x="4" y="28"/>
                </a:cubicBezTo>
                <a:cubicBezTo>
                  <a:pt x="4" y="22"/>
                  <a:pt x="6" y="15"/>
                  <a:pt x="9" y="10"/>
                </a:cubicBezTo>
                <a:cubicBezTo>
                  <a:pt x="10" y="8"/>
                  <a:pt x="11" y="7"/>
                  <a:pt x="13" y="7"/>
                </a:cubicBezTo>
                <a:cubicBezTo>
                  <a:pt x="15" y="7"/>
                  <a:pt x="16" y="8"/>
                  <a:pt x="17" y="9"/>
                </a:cubicBezTo>
                <a:cubicBezTo>
                  <a:pt x="31" y="26"/>
                  <a:pt x="50" y="37"/>
                  <a:pt x="72" y="40"/>
                </a:cubicBezTo>
                <a:cubicBezTo>
                  <a:pt x="72" y="36"/>
                  <a:pt x="72" y="33"/>
                  <a:pt x="73" y="29"/>
                </a:cubicBezTo>
                <a:cubicBezTo>
                  <a:pt x="76" y="17"/>
                  <a:pt x="85" y="7"/>
                  <a:pt x="97" y="3"/>
                </a:cubicBezTo>
                <a:cubicBezTo>
                  <a:pt x="109" y="0"/>
                  <a:pt x="123" y="2"/>
                  <a:pt x="132" y="11"/>
                </a:cubicBezTo>
                <a:cubicBezTo>
                  <a:pt x="133" y="11"/>
                  <a:pt x="133" y="11"/>
                  <a:pt x="133" y="11"/>
                </a:cubicBezTo>
                <a:cubicBezTo>
                  <a:pt x="139" y="10"/>
                  <a:pt x="144" y="8"/>
                  <a:pt x="149" y="5"/>
                </a:cubicBezTo>
                <a:cubicBezTo>
                  <a:pt x="151" y="3"/>
                  <a:pt x="154" y="4"/>
                  <a:pt x="155" y="6"/>
                </a:cubicBezTo>
                <a:cubicBezTo>
                  <a:pt x="156" y="7"/>
                  <a:pt x="156" y="9"/>
                  <a:pt x="156" y="11"/>
                </a:cubicBezTo>
                <a:cubicBezTo>
                  <a:pt x="155" y="13"/>
                  <a:pt x="154" y="15"/>
                  <a:pt x="153" y="17"/>
                </a:cubicBezTo>
                <a:cubicBezTo>
                  <a:pt x="153" y="17"/>
                  <a:pt x="153" y="17"/>
                  <a:pt x="153" y="17"/>
                </a:cubicBezTo>
                <a:cubicBezTo>
                  <a:pt x="156" y="16"/>
                  <a:pt x="159" y="17"/>
                  <a:pt x="160" y="19"/>
                </a:cubicBezTo>
                <a:cubicBezTo>
                  <a:pt x="161" y="21"/>
                  <a:pt x="161" y="23"/>
                  <a:pt x="159" y="24"/>
                </a:cubicBezTo>
                <a:cubicBezTo>
                  <a:pt x="156" y="30"/>
                  <a:pt x="151" y="35"/>
                  <a:pt x="146" y="39"/>
                </a:cubicBezTo>
                <a:cubicBezTo>
                  <a:pt x="145" y="40"/>
                  <a:pt x="145" y="40"/>
                  <a:pt x="145" y="41"/>
                </a:cubicBezTo>
                <a:cubicBezTo>
                  <a:pt x="145" y="42"/>
                  <a:pt x="145" y="42"/>
                  <a:pt x="145" y="42"/>
                </a:cubicBezTo>
                <a:cubicBezTo>
                  <a:pt x="145" y="53"/>
                  <a:pt x="143" y="64"/>
                  <a:pt x="139" y="75"/>
                </a:cubicBezTo>
                <a:cubicBezTo>
                  <a:pt x="134" y="86"/>
                  <a:pt x="128" y="96"/>
                  <a:pt x="121" y="105"/>
                </a:cubicBezTo>
                <a:cubicBezTo>
                  <a:pt x="112" y="115"/>
                  <a:pt x="102" y="122"/>
                  <a:pt x="91" y="127"/>
                </a:cubicBezTo>
                <a:cubicBezTo>
                  <a:pt x="79" y="133"/>
                  <a:pt x="65" y="136"/>
                  <a:pt x="51" y="136"/>
                </a:cubicBezTo>
                <a:close/>
                <a:moveTo>
                  <a:pt x="9" y="119"/>
                </a:moveTo>
                <a:cubicBezTo>
                  <a:pt x="22" y="126"/>
                  <a:pt x="36" y="129"/>
                  <a:pt x="51" y="129"/>
                </a:cubicBezTo>
                <a:cubicBezTo>
                  <a:pt x="64" y="129"/>
                  <a:pt x="77" y="127"/>
                  <a:pt x="88" y="121"/>
                </a:cubicBezTo>
                <a:cubicBezTo>
                  <a:pt x="99" y="117"/>
                  <a:pt x="108" y="110"/>
                  <a:pt x="116" y="101"/>
                </a:cubicBezTo>
                <a:cubicBezTo>
                  <a:pt x="123" y="93"/>
                  <a:pt x="129" y="83"/>
                  <a:pt x="132" y="73"/>
                </a:cubicBezTo>
                <a:cubicBezTo>
                  <a:pt x="136" y="63"/>
                  <a:pt x="138" y="52"/>
                  <a:pt x="138" y="42"/>
                </a:cubicBezTo>
                <a:cubicBezTo>
                  <a:pt x="138" y="41"/>
                  <a:pt x="138" y="41"/>
                  <a:pt x="138" y="41"/>
                </a:cubicBezTo>
                <a:cubicBezTo>
                  <a:pt x="138" y="38"/>
                  <a:pt x="139" y="36"/>
                  <a:pt x="142" y="34"/>
                </a:cubicBezTo>
                <a:cubicBezTo>
                  <a:pt x="145" y="31"/>
                  <a:pt x="148" y="28"/>
                  <a:pt x="151" y="25"/>
                </a:cubicBezTo>
                <a:cubicBezTo>
                  <a:pt x="149" y="25"/>
                  <a:pt x="147" y="26"/>
                  <a:pt x="145" y="27"/>
                </a:cubicBezTo>
                <a:cubicBezTo>
                  <a:pt x="133" y="29"/>
                  <a:pt x="133" y="29"/>
                  <a:pt x="133" y="29"/>
                </a:cubicBezTo>
                <a:cubicBezTo>
                  <a:pt x="142" y="21"/>
                  <a:pt x="142" y="21"/>
                  <a:pt x="142" y="21"/>
                </a:cubicBezTo>
                <a:cubicBezTo>
                  <a:pt x="144" y="19"/>
                  <a:pt x="146" y="16"/>
                  <a:pt x="148" y="12"/>
                </a:cubicBezTo>
                <a:cubicBezTo>
                  <a:pt x="144" y="15"/>
                  <a:pt x="139" y="16"/>
                  <a:pt x="135" y="17"/>
                </a:cubicBezTo>
                <a:cubicBezTo>
                  <a:pt x="133" y="18"/>
                  <a:pt x="130" y="17"/>
                  <a:pt x="128" y="16"/>
                </a:cubicBezTo>
                <a:cubicBezTo>
                  <a:pt x="120" y="9"/>
                  <a:pt x="109" y="7"/>
                  <a:pt x="99" y="10"/>
                </a:cubicBezTo>
                <a:cubicBezTo>
                  <a:pt x="89" y="13"/>
                  <a:pt x="82" y="21"/>
                  <a:pt x="79" y="30"/>
                </a:cubicBezTo>
                <a:cubicBezTo>
                  <a:pt x="79" y="34"/>
                  <a:pt x="78" y="38"/>
                  <a:pt x="79" y="41"/>
                </a:cubicBezTo>
                <a:cubicBezTo>
                  <a:pt x="79" y="43"/>
                  <a:pt x="78" y="44"/>
                  <a:pt x="78" y="45"/>
                </a:cubicBezTo>
                <a:cubicBezTo>
                  <a:pt x="77" y="46"/>
                  <a:pt x="76" y="46"/>
                  <a:pt x="74" y="46"/>
                </a:cubicBezTo>
                <a:cubicBezTo>
                  <a:pt x="74" y="46"/>
                  <a:pt x="74" y="46"/>
                  <a:pt x="74" y="46"/>
                </a:cubicBezTo>
                <a:cubicBezTo>
                  <a:pt x="50" y="44"/>
                  <a:pt x="29" y="33"/>
                  <a:pt x="13" y="15"/>
                </a:cubicBezTo>
                <a:cubicBezTo>
                  <a:pt x="11" y="19"/>
                  <a:pt x="10" y="24"/>
                  <a:pt x="10" y="28"/>
                </a:cubicBezTo>
                <a:cubicBezTo>
                  <a:pt x="10" y="36"/>
                  <a:pt x="14" y="44"/>
                  <a:pt x="19" y="49"/>
                </a:cubicBezTo>
                <a:cubicBezTo>
                  <a:pt x="28" y="58"/>
                  <a:pt x="28" y="58"/>
                  <a:pt x="28" y="58"/>
                </a:cubicBezTo>
                <a:cubicBezTo>
                  <a:pt x="16" y="55"/>
                  <a:pt x="16" y="55"/>
                  <a:pt x="16" y="55"/>
                </a:cubicBezTo>
                <a:cubicBezTo>
                  <a:pt x="14" y="54"/>
                  <a:pt x="12" y="54"/>
                  <a:pt x="10" y="53"/>
                </a:cubicBezTo>
                <a:cubicBezTo>
                  <a:pt x="11" y="64"/>
                  <a:pt x="18" y="73"/>
                  <a:pt x="28" y="78"/>
                </a:cubicBezTo>
                <a:cubicBezTo>
                  <a:pt x="41" y="84"/>
                  <a:pt x="41" y="84"/>
                  <a:pt x="41" y="84"/>
                </a:cubicBezTo>
                <a:cubicBezTo>
                  <a:pt x="26" y="84"/>
                  <a:pt x="26" y="84"/>
                  <a:pt x="26" y="84"/>
                </a:cubicBezTo>
                <a:cubicBezTo>
                  <a:pt x="24" y="84"/>
                  <a:pt x="23" y="84"/>
                  <a:pt x="22" y="84"/>
                </a:cubicBezTo>
                <a:cubicBezTo>
                  <a:pt x="26" y="93"/>
                  <a:pt x="35" y="100"/>
                  <a:pt x="45" y="102"/>
                </a:cubicBezTo>
                <a:cubicBezTo>
                  <a:pt x="53" y="103"/>
                  <a:pt x="53" y="103"/>
                  <a:pt x="53" y="103"/>
                </a:cubicBezTo>
                <a:cubicBezTo>
                  <a:pt x="46" y="108"/>
                  <a:pt x="46" y="108"/>
                  <a:pt x="46" y="108"/>
                </a:cubicBezTo>
                <a:cubicBezTo>
                  <a:pt x="35" y="115"/>
                  <a:pt x="23" y="119"/>
                  <a:pt x="10" y="119"/>
                </a:cubicBezTo>
                <a:lnTo>
                  <a:pt x="9" y="119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" name="Prevalence">
            <a:extLst>
              <a:ext uri="{FF2B5EF4-FFF2-40B4-BE49-F238E27FC236}">
                <a16:creationId xmlns:a16="http://schemas.microsoft.com/office/drawing/2014/main" id="{533A28C1-52C5-4FBA-97C5-C4BD28E531C0}"/>
              </a:ext>
            </a:extLst>
          </p:cNvPr>
          <p:cNvSpPr/>
          <p:nvPr/>
        </p:nvSpPr>
        <p:spPr>
          <a:xfrm>
            <a:off x="2238876" y="3202768"/>
            <a:ext cx="1428250" cy="2426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>
              <a:lnSpc>
                <a:spcPts val="2000"/>
              </a:lnSpc>
            </a:pPr>
            <a:r>
              <a:rPr lang="en-US" sz="1400" dirty="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Address</a:t>
            </a:r>
          </a:p>
        </p:txBody>
      </p:sp>
      <p:sp>
        <p:nvSpPr>
          <p:cNvPr id="40" name="Prevalence">
            <a:extLst>
              <a:ext uri="{FF2B5EF4-FFF2-40B4-BE49-F238E27FC236}">
                <a16:creationId xmlns:a16="http://schemas.microsoft.com/office/drawing/2014/main" id="{56C97E7D-AD5C-4D4A-AFE6-FC7F7904FF67}"/>
              </a:ext>
            </a:extLst>
          </p:cNvPr>
          <p:cNvSpPr/>
          <p:nvPr/>
        </p:nvSpPr>
        <p:spPr>
          <a:xfrm>
            <a:off x="2238875" y="4223538"/>
            <a:ext cx="1140171" cy="2426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>
              <a:lnSpc>
                <a:spcPts val="2000"/>
              </a:lnSpc>
            </a:pPr>
            <a:r>
              <a:rPr lang="en-US" sz="1400" dirty="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Email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E6040FE-5AA7-4651-8822-A425FB346C75}"/>
              </a:ext>
            </a:extLst>
          </p:cNvPr>
          <p:cNvCxnSpPr>
            <a:cxnSpLocks/>
          </p:cNvCxnSpPr>
          <p:nvPr/>
        </p:nvCxnSpPr>
        <p:spPr>
          <a:xfrm>
            <a:off x="1686183" y="3333743"/>
            <a:ext cx="26817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946916C-F2AB-42B3-BD16-948C460207C8}"/>
              </a:ext>
            </a:extLst>
          </p:cNvPr>
          <p:cNvCxnSpPr>
            <a:cxnSpLocks/>
          </p:cNvCxnSpPr>
          <p:nvPr/>
        </p:nvCxnSpPr>
        <p:spPr>
          <a:xfrm>
            <a:off x="1686183" y="4324916"/>
            <a:ext cx="26817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Prevalence">
            <a:extLst>
              <a:ext uri="{FF2B5EF4-FFF2-40B4-BE49-F238E27FC236}">
                <a16:creationId xmlns:a16="http://schemas.microsoft.com/office/drawing/2014/main" id="{3F3C9FD0-83E1-4FCB-BFF0-C8CDC19AD0C8}"/>
              </a:ext>
            </a:extLst>
          </p:cNvPr>
          <p:cNvSpPr/>
          <p:nvPr/>
        </p:nvSpPr>
        <p:spPr>
          <a:xfrm>
            <a:off x="2238875" y="5195827"/>
            <a:ext cx="1140171" cy="2426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90000"/>
              </a:lnSpc>
              <a:defRPr sz="3600">
                <a:solidFill>
                  <a:srgbClr val="323C4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>
              <a:lnSpc>
                <a:spcPts val="2000"/>
              </a:lnSpc>
            </a:pPr>
            <a:r>
              <a:rPr lang="en-US" sz="1400" dirty="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Website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4443F82-617C-49C0-8D02-B1C9674262DB}"/>
              </a:ext>
            </a:extLst>
          </p:cNvPr>
          <p:cNvCxnSpPr>
            <a:cxnSpLocks/>
          </p:cNvCxnSpPr>
          <p:nvPr/>
        </p:nvCxnSpPr>
        <p:spPr>
          <a:xfrm>
            <a:off x="1686183" y="5297205"/>
            <a:ext cx="26817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9598A3FB-A8C3-42D8-A77C-FF18792DC7D5}"/>
              </a:ext>
            </a:extLst>
          </p:cNvPr>
          <p:cNvSpPr txBox="1"/>
          <p:nvPr/>
        </p:nvSpPr>
        <p:spPr>
          <a:xfrm>
            <a:off x="2143835" y="3484606"/>
            <a:ext cx="2337966" cy="484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Ipsum, but the </a:t>
            </a:r>
          </a:p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alteration in believable.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F9F1E68-EA73-4389-8BE9-BD832AA2A96D}"/>
              </a:ext>
            </a:extLst>
          </p:cNvPr>
          <p:cNvSpPr txBox="1"/>
          <p:nvPr/>
        </p:nvSpPr>
        <p:spPr>
          <a:xfrm>
            <a:off x="2130244" y="4515320"/>
            <a:ext cx="2337966" cy="484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Ipsum, but the </a:t>
            </a:r>
          </a:p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alteration in believable.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C4514B1-75F2-4091-B992-01290BD07DCE}"/>
              </a:ext>
            </a:extLst>
          </p:cNvPr>
          <p:cNvSpPr txBox="1"/>
          <p:nvPr/>
        </p:nvSpPr>
        <p:spPr>
          <a:xfrm>
            <a:off x="2130244" y="5486983"/>
            <a:ext cx="2337966" cy="484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Ipsum, but the </a:t>
            </a:r>
          </a:p>
          <a:p>
            <a:pPr>
              <a:lnSpc>
                <a:spcPts val="1600"/>
              </a:lnSpc>
            </a:pPr>
            <a:r>
              <a:rPr lang="en-US" sz="10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alteration in believable.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7" name="Freeform 192">
            <a:extLst>
              <a:ext uri="{FF2B5EF4-FFF2-40B4-BE49-F238E27FC236}">
                <a16:creationId xmlns:a16="http://schemas.microsoft.com/office/drawing/2014/main" id="{3FE6CEA4-6CDC-4969-AFE9-4AC9BAF84598}"/>
              </a:ext>
            </a:extLst>
          </p:cNvPr>
          <p:cNvSpPr>
            <a:spLocks noEditPoints="1"/>
          </p:cNvSpPr>
          <p:nvPr/>
        </p:nvSpPr>
        <p:spPr bwMode="auto">
          <a:xfrm>
            <a:off x="906605" y="4206890"/>
            <a:ext cx="303212" cy="217934"/>
          </a:xfrm>
          <a:custGeom>
            <a:avLst/>
            <a:gdLst>
              <a:gd name="T0" fmla="*/ 149 w 160"/>
              <a:gd name="T1" fmla="*/ 0 h 115"/>
              <a:gd name="T2" fmla="*/ 12 w 160"/>
              <a:gd name="T3" fmla="*/ 0 h 115"/>
              <a:gd name="T4" fmla="*/ 0 w 160"/>
              <a:gd name="T5" fmla="*/ 12 h 115"/>
              <a:gd name="T6" fmla="*/ 0 w 160"/>
              <a:gd name="T7" fmla="*/ 104 h 115"/>
              <a:gd name="T8" fmla="*/ 12 w 160"/>
              <a:gd name="T9" fmla="*/ 115 h 115"/>
              <a:gd name="T10" fmla="*/ 149 w 160"/>
              <a:gd name="T11" fmla="*/ 115 h 115"/>
              <a:gd name="T12" fmla="*/ 160 w 160"/>
              <a:gd name="T13" fmla="*/ 104 h 115"/>
              <a:gd name="T14" fmla="*/ 160 w 160"/>
              <a:gd name="T15" fmla="*/ 12 h 115"/>
              <a:gd name="T16" fmla="*/ 149 w 160"/>
              <a:gd name="T17" fmla="*/ 0 h 115"/>
              <a:gd name="T18" fmla="*/ 155 w 160"/>
              <a:gd name="T19" fmla="*/ 104 h 115"/>
              <a:gd name="T20" fmla="*/ 154 w 160"/>
              <a:gd name="T21" fmla="*/ 108 h 115"/>
              <a:gd name="T22" fmla="*/ 100 w 160"/>
              <a:gd name="T23" fmla="*/ 57 h 115"/>
              <a:gd name="T24" fmla="*/ 154 w 160"/>
              <a:gd name="T25" fmla="*/ 8 h 115"/>
              <a:gd name="T26" fmla="*/ 155 w 160"/>
              <a:gd name="T27" fmla="*/ 12 h 115"/>
              <a:gd name="T28" fmla="*/ 155 w 160"/>
              <a:gd name="T29" fmla="*/ 104 h 115"/>
              <a:gd name="T30" fmla="*/ 149 w 160"/>
              <a:gd name="T31" fmla="*/ 5 h 115"/>
              <a:gd name="T32" fmla="*/ 152 w 160"/>
              <a:gd name="T33" fmla="*/ 6 h 115"/>
              <a:gd name="T34" fmla="*/ 87 w 160"/>
              <a:gd name="T35" fmla="*/ 66 h 115"/>
              <a:gd name="T36" fmla="*/ 73 w 160"/>
              <a:gd name="T37" fmla="*/ 66 h 115"/>
              <a:gd name="T38" fmla="*/ 9 w 160"/>
              <a:gd name="T39" fmla="*/ 6 h 115"/>
              <a:gd name="T40" fmla="*/ 12 w 160"/>
              <a:gd name="T41" fmla="*/ 5 h 115"/>
              <a:gd name="T42" fmla="*/ 149 w 160"/>
              <a:gd name="T43" fmla="*/ 5 h 115"/>
              <a:gd name="T44" fmla="*/ 7 w 160"/>
              <a:gd name="T45" fmla="*/ 107 h 115"/>
              <a:gd name="T46" fmla="*/ 6 w 160"/>
              <a:gd name="T47" fmla="*/ 104 h 115"/>
              <a:gd name="T48" fmla="*/ 6 w 160"/>
              <a:gd name="T49" fmla="*/ 12 h 115"/>
              <a:gd name="T50" fmla="*/ 7 w 160"/>
              <a:gd name="T51" fmla="*/ 8 h 115"/>
              <a:gd name="T52" fmla="*/ 59 w 160"/>
              <a:gd name="T53" fmla="*/ 57 h 115"/>
              <a:gd name="T54" fmla="*/ 7 w 160"/>
              <a:gd name="T55" fmla="*/ 107 h 115"/>
              <a:gd name="T56" fmla="*/ 12 w 160"/>
              <a:gd name="T57" fmla="*/ 110 h 115"/>
              <a:gd name="T58" fmla="*/ 8 w 160"/>
              <a:gd name="T59" fmla="*/ 109 h 115"/>
              <a:gd name="T60" fmla="*/ 61 w 160"/>
              <a:gd name="T61" fmla="*/ 59 h 115"/>
              <a:gd name="T62" fmla="*/ 71 w 160"/>
              <a:gd name="T63" fmla="*/ 68 h 115"/>
              <a:gd name="T64" fmla="*/ 80 w 160"/>
              <a:gd name="T65" fmla="*/ 72 h 115"/>
              <a:gd name="T66" fmla="*/ 88 w 160"/>
              <a:gd name="T67" fmla="*/ 68 h 115"/>
              <a:gd name="T68" fmla="*/ 98 w 160"/>
              <a:gd name="T69" fmla="*/ 59 h 115"/>
              <a:gd name="T70" fmla="*/ 152 w 160"/>
              <a:gd name="T71" fmla="*/ 110 h 115"/>
              <a:gd name="T72" fmla="*/ 149 w 160"/>
              <a:gd name="T73" fmla="*/ 110 h 115"/>
              <a:gd name="T74" fmla="*/ 12 w 160"/>
              <a:gd name="T75" fmla="*/ 11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60" h="115">
                <a:moveTo>
                  <a:pt x="149" y="0"/>
                </a:moveTo>
                <a:cubicBezTo>
                  <a:pt x="12" y="0"/>
                  <a:pt x="12" y="0"/>
                  <a:pt x="12" y="0"/>
                </a:cubicBezTo>
                <a:cubicBezTo>
                  <a:pt x="6" y="0"/>
                  <a:pt x="0" y="5"/>
                  <a:pt x="0" y="12"/>
                </a:cubicBezTo>
                <a:cubicBezTo>
                  <a:pt x="0" y="104"/>
                  <a:pt x="0" y="104"/>
                  <a:pt x="0" y="104"/>
                </a:cubicBezTo>
                <a:cubicBezTo>
                  <a:pt x="0" y="110"/>
                  <a:pt x="6" y="115"/>
                  <a:pt x="12" y="115"/>
                </a:cubicBezTo>
                <a:cubicBezTo>
                  <a:pt x="149" y="115"/>
                  <a:pt x="149" y="115"/>
                  <a:pt x="149" y="115"/>
                </a:cubicBezTo>
                <a:cubicBezTo>
                  <a:pt x="155" y="115"/>
                  <a:pt x="160" y="110"/>
                  <a:pt x="160" y="104"/>
                </a:cubicBezTo>
                <a:cubicBezTo>
                  <a:pt x="160" y="12"/>
                  <a:pt x="160" y="12"/>
                  <a:pt x="160" y="12"/>
                </a:cubicBezTo>
                <a:cubicBezTo>
                  <a:pt x="160" y="5"/>
                  <a:pt x="155" y="0"/>
                  <a:pt x="149" y="0"/>
                </a:cubicBezTo>
                <a:close/>
                <a:moveTo>
                  <a:pt x="155" y="104"/>
                </a:moveTo>
                <a:cubicBezTo>
                  <a:pt x="155" y="105"/>
                  <a:pt x="155" y="107"/>
                  <a:pt x="154" y="108"/>
                </a:cubicBezTo>
                <a:cubicBezTo>
                  <a:pt x="100" y="57"/>
                  <a:pt x="100" y="57"/>
                  <a:pt x="100" y="57"/>
                </a:cubicBezTo>
                <a:cubicBezTo>
                  <a:pt x="154" y="8"/>
                  <a:pt x="154" y="8"/>
                  <a:pt x="154" y="8"/>
                </a:cubicBezTo>
                <a:cubicBezTo>
                  <a:pt x="155" y="9"/>
                  <a:pt x="155" y="10"/>
                  <a:pt x="155" y="12"/>
                </a:cubicBezTo>
                <a:lnTo>
                  <a:pt x="155" y="104"/>
                </a:lnTo>
                <a:close/>
                <a:moveTo>
                  <a:pt x="149" y="5"/>
                </a:moveTo>
                <a:cubicBezTo>
                  <a:pt x="150" y="5"/>
                  <a:pt x="151" y="6"/>
                  <a:pt x="152" y="6"/>
                </a:cubicBezTo>
                <a:cubicBezTo>
                  <a:pt x="87" y="66"/>
                  <a:pt x="87" y="66"/>
                  <a:pt x="87" y="66"/>
                </a:cubicBezTo>
                <a:cubicBezTo>
                  <a:pt x="83" y="70"/>
                  <a:pt x="77" y="70"/>
                  <a:pt x="73" y="66"/>
                </a:cubicBezTo>
                <a:cubicBezTo>
                  <a:pt x="9" y="6"/>
                  <a:pt x="9" y="6"/>
                  <a:pt x="9" y="6"/>
                </a:cubicBezTo>
                <a:cubicBezTo>
                  <a:pt x="10" y="6"/>
                  <a:pt x="11" y="5"/>
                  <a:pt x="12" y="5"/>
                </a:cubicBezTo>
                <a:lnTo>
                  <a:pt x="149" y="5"/>
                </a:lnTo>
                <a:close/>
                <a:moveTo>
                  <a:pt x="7" y="107"/>
                </a:moveTo>
                <a:cubicBezTo>
                  <a:pt x="6" y="106"/>
                  <a:pt x="6" y="105"/>
                  <a:pt x="6" y="104"/>
                </a:cubicBezTo>
                <a:cubicBezTo>
                  <a:pt x="6" y="12"/>
                  <a:pt x="6" y="12"/>
                  <a:pt x="6" y="12"/>
                </a:cubicBezTo>
                <a:cubicBezTo>
                  <a:pt x="6" y="10"/>
                  <a:pt x="6" y="9"/>
                  <a:pt x="7" y="8"/>
                </a:cubicBezTo>
                <a:cubicBezTo>
                  <a:pt x="59" y="57"/>
                  <a:pt x="59" y="57"/>
                  <a:pt x="59" y="57"/>
                </a:cubicBezTo>
                <a:lnTo>
                  <a:pt x="7" y="107"/>
                </a:lnTo>
                <a:close/>
                <a:moveTo>
                  <a:pt x="12" y="110"/>
                </a:moveTo>
                <a:cubicBezTo>
                  <a:pt x="11" y="110"/>
                  <a:pt x="9" y="110"/>
                  <a:pt x="8" y="109"/>
                </a:cubicBezTo>
                <a:cubicBezTo>
                  <a:pt x="61" y="59"/>
                  <a:pt x="61" y="59"/>
                  <a:pt x="61" y="59"/>
                </a:cubicBezTo>
                <a:cubicBezTo>
                  <a:pt x="71" y="68"/>
                  <a:pt x="71" y="68"/>
                  <a:pt x="71" y="68"/>
                </a:cubicBezTo>
                <a:cubicBezTo>
                  <a:pt x="73" y="70"/>
                  <a:pt x="77" y="72"/>
                  <a:pt x="80" y="72"/>
                </a:cubicBezTo>
                <a:cubicBezTo>
                  <a:pt x="83" y="72"/>
                  <a:pt x="86" y="71"/>
                  <a:pt x="88" y="68"/>
                </a:cubicBezTo>
                <a:cubicBezTo>
                  <a:pt x="98" y="59"/>
                  <a:pt x="98" y="59"/>
                  <a:pt x="98" y="59"/>
                </a:cubicBezTo>
                <a:cubicBezTo>
                  <a:pt x="152" y="110"/>
                  <a:pt x="152" y="110"/>
                  <a:pt x="152" y="110"/>
                </a:cubicBezTo>
                <a:cubicBezTo>
                  <a:pt x="151" y="110"/>
                  <a:pt x="150" y="110"/>
                  <a:pt x="149" y="110"/>
                </a:cubicBezTo>
                <a:lnTo>
                  <a:pt x="12" y="11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Freeform 211">
            <a:extLst>
              <a:ext uri="{FF2B5EF4-FFF2-40B4-BE49-F238E27FC236}">
                <a16:creationId xmlns:a16="http://schemas.microsoft.com/office/drawing/2014/main" id="{A14A8B1A-1BB6-42E7-9A81-DF2F6FFC0674}"/>
              </a:ext>
            </a:extLst>
          </p:cNvPr>
          <p:cNvSpPr>
            <a:spLocks noEditPoints="1"/>
          </p:cNvSpPr>
          <p:nvPr/>
        </p:nvSpPr>
        <p:spPr bwMode="auto">
          <a:xfrm>
            <a:off x="906605" y="5145599"/>
            <a:ext cx="303212" cy="303212"/>
          </a:xfrm>
          <a:custGeom>
            <a:avLst/>
            <a:gdLst>
              <a:gd name="T0" fmla="*/ 0 w 160"/>
              <a:gd name="T1" fmla="*/ 80 h 160"/>
              <a:gd name="T2" fmla="*/ 160 w 160"/>
              <a:gd name="T3" fmla="*/ 80 h 160"/>
              <a:gd name="T4" fmla="*/ 155 w 160"/>
              <a:gd name="T5" fmla="*/ 78 h 160"/>
              <a:gd name="T6" fmla="*/ 123 w 160"/>
              <a:gd name="T7" fmla="*/ 42 h 160"/>
              <a:gd name="T8" fmla="*/ 155 w 160"/>
              <a:gd name="T9" fmla="*/ 78 h 160"/>
              <a:gd name="T10" fmla="*/ 82 w 160"/>
              <a:gd name="T11" fmla="*/ 78 h 160"/>
              <a:gd name="T12" fmla="*/ 120 w 160"/>
              <a:gd name="T13" fmla="*/ 40 h 160"/>
              <a:gd name="T14" fmla="*/ 82 w 160"/>
              <a:gd name="T15" fmla="*/ 31 h 160"/>
              <a:gd name="T16" fmla="*/ 91 w 160"/>
              <a:gd name="T17" fmla="*/ 6 h 160"/>
              <a:gd name="T18" fmla="*/ 82 w 160"/>
              <a:gd name="T19" fmla="*/ 31 h 160"/>
              <a:gd name="T20" fmla="*/ 79 w 160"/>
              <a:gd name="T21" fmla="*/ 31 h 160"/>
              <a:gd name="T22" fmla="*/ 69 w 160"/>
              <a:gd name="T23" fmla="*/ 6 h 160"/>
              <a:gd name="T24" fmla="*/ 79 w 160"/>
              <a:gd name="T25" fmla="*/ 34 h 160"/>
              <a:gd name="T26" fmla="*/ 34 w 160"/>
              <a:gd name="T27" fmla="*/ 78 h 160"/>
              <a:gd name="T28" fmla="*/ 79 w 160"/>
              <a:gd name="T29" fmla="*/ 34 h 160"/>
              <a:gd name="T30" fmla="*/ 6 w 160"/>
              <a:gd name="T31" fmla="*/ 78 h 160"/>
              <a:gd name="T32" fmla="*/ 38 w 160"/>
              <a:gd name="T33" fmla="*/ 42 h 160"/>
              <a:gd name="T34" fmla="*/ 6 w 160"/>
              <a:gd name="T35" fmla="*/ 81 h 160"/>
              <a:gd name="T36" fmla="*/ 38 w 160"/>
              <a:gd name="T37" fmla="*/ 118 h 160"/>
              <a:gd name="T38" fmla="*/ 6 w 160"/>
              <a:gd name="T39" fmla="*/ 81 h 160"/>
              <a:gd name="T40" fmla="*/ 79 w 160"/>
              <a:gd name="T41" fmla="*/ 81 h 160"/>
              <a:gd name="T42" fmla="*/ 41 w 160"/>
              <a:gd name="T43" fmla="*/ 119 h 160"/>
              <a:gd name="T44" fmla="*/ 79 w 160"/>
              <a:gd name="T45" fmla="*/ 128 h 160"/>
              <a:gd name="T46" fmla="*/ 69 w 160"/>
              <a:gd name="T47" fmla="*/ 154 h 160"/>
              <a:gd name="T48" fmla="*/ 79 w 160"/>
              <a:gd name="T49" fmla="*/ 128 h 160"/>
              <a:gd name="T50" fmla="*/ 82 w 160"/>
              <a:gd name="T51" fmla="*/ 128 h 160"/>
              <a:gd name="T52" fmla="*/ 91 w 160"/>
              <a:gd name="T53" fmla="*/ 154 h 160"/>
              <a:gd name="T54" fmla="*/ 82 w 160"/>
              <a:gd name="T55" fmla="*/ 126 h 160"/>
              <a:gd name="T56" fmla="*/ 126 w 160"/>
              <a:gd name="T57" fmla="*/ 81 h 160"/>
              <a:gd name="T58" fmla="*/ 82 w 160"/>
              <a:gd name="T59" fmla="*/ 126 h 160"/>
              <a:gd name="T60" fmla="*/ 155 w 160"/>
              <a:gd name="T61" fmla="*/ 81 h 160"/>
              <a:gd name="T62" fmla="*/ 123 w 160"/>
              <a:gd name="T63" fmla="*/ 118 h 160"/>
              <a:gd name="T64" fmla="*/ 152 w 160"/>
              <a:gd name="T65" fmla="*/ 60 h 160"/>
              <a:gd name="T66" fmla="*/ 100 w 160"/>
              <a:gd name="T67" fmla="*/ 8 h 160"/>
              <a:gd name="T68" fmla="*/ 61 w 160"/>
              <a:gd name="T69" fmla="*/ 8 h 160"/>
              <a:gd name="T70" fmla="*/ 8 w 160"/>
              <a:gd name="T71" fmla="*/ 60 h 160"/>
              <a:gd name="T72" fmla="*/ 8 w 160"/>
              <a:gd name="T73" fmla="*/ 99 h 160"/>
              <a:gd name="T74" fmla="*/ 61 w 160"/>
              <a:gd name="T75" fmla="*/ 152 h 160"/>
              <a:gd name="T76" fmla="*/ 100 w 160"/>
              <a:gd name="T77" fmla="*/ 152 h 160"/>
              <a:gd name="T78" fmla="*/ 152 w 160"/>
              <a:gd name="T79" fmla="*/ 99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60" h="160">
                <a:moveTo>
                  <a:pt x="80" y="0"/>
                </a:moveTo>
                <a:cubicBezTo>
                  <a:pt x="36" y="0"/>
                  <a:pt x="0" y="36"/>
                  <a:pt x="0" y="80"/>
                </a:cubicBezTo>
                <a:cubicBezTo>
                  <a:pt x="0" y="124"/>
                  <a:pt x="36" y="160"/>
                  <a:pt x="80" y="160"/>
                </a:cubicBezTo>
                <a:cubicBezTo>
                  <a:pt x="124" y="160"/>
                  <a:pt x="160" y="124"/>
                  <a:pt x="160" y="80"/>
                </a:cubicBezTo>
                <a:cubicBezTo>
                  <a:pt x="160" y="36"/>
                  <a:pt x="124" y="0"/>
                  <a:pt x="80" y="0"/>
                </a:cubicBezTo>
                <a:close/>
                <a:moveTo>
                  <a:pt x="155" y="78"/>
                </a:moveTo>
                <a:cubicBezTo>
                  <a:pt x="129" y="78"/>
                  <a:pt x="129" y="78"/>
                  <a:pt x="129" y="78"/>
                </a:cubicBezTo>
                <a:cubicBezTo>
                  <a:pt x="129" y="65"/>
                  <a:pt x="127" y="53"/>
                  <a:pt x="123" y="42"/>
                </a:cubicBezTo>
                <a:cubicBezTo>
                  <a:pt x="138" y="48"/>
                  <a:pt x="150" y="58"/>
                  <a:pt x="154" y="69"/>
                </a:cubicBezTo>
                <a:cubicBezTo>
                  <a:pt x="155" y="72"/>
                  <a:pt x="155" y="75"/>
                  <a:pt x="155" y="78"/>
                </a:cubicBezTo>
                <a:close/>
                <a:moveTo>
                  <a:pt x="126" y="78"/>
                </a:moveTo>
                <a:cubicBezTo>
                  <a:pt x="82" y="78"/>
                  <a:pt x="82" y="78"/>
                  <a:pt x="82" y="78"/>
                </a:cubicBezTo>
                <a:cubicBezTo>
                  <a:pt x="82" y="34"/>
                  <a:pt x="82" y="34"/>
                  <a:pt x="82" y="34"/>
                </a:cubicBezTo>
                <a:cubicBezTo>
                  <a:pt x="96" y="34"/>
                  <a:pt x="109" y="36"/>
                  <a:pt x="120" y="40"/>
                </a:cubicBezTo>
                <a:cubicBezTo>
                  <a:pt x="124" y="51"/>
                  <a:pt x="126" y="64"/>
                  <a:pt x="126" y="78"/>
                </a:cubicBezTo>
                <a:close/>
                <a:moveTo>
                  <a:pt x="82" y="31"/>
                </a:moveTo>
                <a:cubicBezTo>
                  <a:pt x="82" y="5"/>
                  <a:pt x="82" y="5"/>
                  <a:pt x="82" y="5"/>
                </a:cubicBezTo>
                <a:cubicBezTo>
                  <a:pt x="85" y="5"/>
                  <a:pt x="88" y="5"/>
                  <a:pt x="91" y="6"/>
                </a:cubicBezTo>
                <a:cubicBezTo>
                  <a:pt x="102" y="10"/>
                  <a:pt x="112" y="22"/>
                  <a:pt x="118" y="37"/>
                </a:cubicBezTo>
                <a:cubicBezTo>
                  <a:pt x="107" y="33"/>
                  <a:pt x="95" y="31"/>
                  <a:pt x="82" y="31"/>
                </a:cubicBezTo>
                <a:close/>
                <a:moveTo>
                  <a:pt x="79" y="5"/>
                </a:moveTo>
                <a:cubicBezTo>
                  <a:pt x="79" y="31"/>
                  <a:pt x="79" y="31"/>
                  <a:pt x="79" y="31"/>
                </a:cubicBezTo>
                <a:cubicBezTo>
                  <a:pt x="66" y="31"/>
                  <a:pt x="53" y="33"/>
                  <a:pt x="42" y="37"/>
                </a:cubicBezTo>
                <a:cubicBezTo>
                  <a:pt x="49" y="22"/>
                  <a:pt x="58" y="10"/>
                  <a:pt x="69" y="6"/>
                </a:cubicBezTo>
                <a:cubicBezTo>
                  <a:pt x="73" y="5"/>
                  <a:pt x="76" y="5"/>
                  <a:pt x="79" y="5"/>
                </a:cubicBezTo>
                <a:close/>
                <a:moveTo>
                  <a:pt x="79" y="34"/>
                </a:moveTo>
                <a:cubicBezTo>
                  <a:pt x="79" y="78"/>
                  <a:pt x="79" y="78"/>
                  <a:pt x="79" y="78"/>
                </a:cubicBezTo>
                <a:cubicBezTo>
                  <a:pt x="34" y="78"/>
                  <a:pt x="34" y="78"/>
                  <a:pt x="34" y="78"/>
                </a:cubicBezTo>
                <a:cubicBezTo>
                  <a:pt x="34" y="64"/>
                  <a:pt x="37" y="51"/>
                  <a:pt x="41" y="40"/>
                </a:cubicBezTo>
                <a:cubicBezTo>
                  <a:pt x="52" y="36"/>
                  <a:pt x="65" y="34"/>
                  <a:pt x="79" y="34"/>
                </a:cubicBezTo>
                <a:close/>
                <a:moveTo>
                  <a:pt x="32" y="78"/>
                </a:moveTo>
                <a:cubicBezTo>
                  <a:pt x="6" y="78"/>
                  <a:pt x="6" y="78"/>
                  <a:pt x="6" y="78"/>
                </a:cubicBezTo>
                <a:cubicBezTo>
                  <a:pt x="6" y="75"/>
                  <a:pt x="6" y="72"/>
                  <a:pt x="6" y="69"/>
                </a:cubicBezTo>
                <a:cubicBezTo>
                  <a:pt x="11" y="58"/>
                  <a:pt x="22" y="48"/>
                  <a:pt x="38" y="42"/>
                </a:cubicBezTo>
                <a:cubicBezTo>
                  <a:pt x="34" y="53"/>
                  <a:pt x="32" y="65"/>
                  <a:pt x="32" y="78"/>
                </a:cubicBezTo>
                <a:close/>
                <a:moveTo>
                  <a:pt x="6" y="81"/>
                </a:moveTo>
                <a:cubicBezTo>
                  <a:pt x="32" y="81"/>
                  <a:pt x="32" y="81"/>
                  <a:pt x="32" y="81"/>
                </a:cubicBezTo>
                <a:cubicBezTo>
                  <a:pt x="32" y="94"/>
                  <a:pt x="34" y="107"/>
                  <a:pt x="38" y="118"/>
                </a:cubicBezTo>
                <a:cubicBezTo>
                  <a:pt x="22" y="111"/>
                  <a:pt x="11" y="102"/>
                  <a:pt x="6" y="91"/>
                </a:cubicBezTo>
                <a:cubicBezTo>
                  <a:pt x="6" y="87"/>
                  <a:pt x="6" y="84"/>
                  <a:pt x="6" y="81"/>
                </a:cubicBezTo>
                <a:close/>
                <a:moveTo>
                  <a:pt x="34" y="81"/>
                </a:moveTo>
                <a:cubicBezTo>
                  <a:pt x="79" y="81"/>
                  <a:pt x="79" y="81"/>
                  <a:pt x="79" y="81"/>
                </a:cubicBezTo>
                <a:cubicBezTo>
                  <a:pt x="79" y="126"/>
                  <a:pt x="79" y="126"/>
                  <a:pt x="79" y="126"/>
                </a:cubicBezTo>
                <a:cubicBezTo>
                  <a:pt x="65" y="126"/>
                  <a:pt x="52" y="123"/>
                  <a:pt x="41" y="119"/>
                </a:cubicBezTo>
                <a:cubicBezTo>
                  <a:pt x="37" y="108"/>
                  <a:pt x="34" y="95"/>
                  <a:pt x="34" y="81"/>
                </a:cubicBezTo>
                <a:close/>
                <a:moveTo>
                  <a:pt x="79" y="128"/>
                </a:moveTo>
                <a:cubicBezTo>
                  <a:pt x="79" y="154"/>
                  <a:pt x="79" y="154"/>
                  <a:pt x="79" y="154"/>
                </a:cubicBezTo>
                <a:cubicBezTo>
                  <a:pt x="76" y="154"/>
                  <a:pt x="73" y="154"/>
                  <a:pt x="69" y="154"/>
                </a:cubicBezTo>
                <a:cubicBezTo>
                  <a:pt x="58" y="149"/>
                  <a:pt x="49" y="138"/>
                  <a:pt x="42" y="122"/>
                </a:cubicBezTo>
                <a:cubicBezTo>
                  <a:pt x="53" y="126"/>
                  <a:pt x="66" y="128"/>
                  <a:pt x="79" y="128"/>
                </a:cubicBezTo>
                <a:close/>
                <a:moveTo>
                  <a:pt x="82" y="154"/>
                </a:moveTo>
                <a:cubicBezTo>
                  <a:pt x="82" y="128"/>
                  <a:pt x="82" y="128"/>
                  <a:pt x="82" y="128"/>
                </a:cubicBezTo>
                <a:cubicBezTo>
                  <a:pt x="95" y="128"/>
                  <a:pt x="107" y="126"/>
                  <a:pt x="118" y="122"/>
                </a:cubicBezTo>
                <a:cubicBezTo>
                  <a:pt x="112" y="138"/>
                  <a:pt x="102" y="149"/>
                  <a:pt x="91" y="154"/>
                </a:cubicBezTo>
                <a:cubicBezTo>
                  <a:pt x="88" y="154"/>
                  <a:pt x="85" y="154"/>
                  <a:pt x="82" y="154"/>
                </a:cubicBezTo>
                <a:close/>
                <a:moveTo>
                  <a:pt x="82" y="126"/>
                </a:moveTo>
                <a:cubicBezTo>
                  <a:pt x="82" y="81"/>
                  <a:pt x="82" y="81"/>
                  <a:pt x="82" y="81"/>
                </a:cubicBezTo>
                <a:cubicBezTo>
                  <a:pt x="126" y="81"/>
                  <a:pt x="126" y="81"/>
                  <a:pt x="126" y="81"/>
                </a:cubicBezTo>
                <a:cubicBezTo>
                  <a:pt x="126" y="95"/>
                  <a:pt x="124" y="108"/>
                  <a:pt x="120" y="119"/>
                </a:cubicBezTo>
                <a:cubicBezTo>
                  <a:pt x="109" y="123"/>
                  <a:pt x="96" y="126"/>
                  <a:pt x="82" y="126"/>
                </a:cubicBezTo>
                <a:close/>
                <a:moveTo>
                  <a:pt x="129" y="81"/>
                </a:moveTo>
                <a:cubicBezTo>
                  <a:pt x="155" y="81"/>
                  <a:pt x="155" y="81"/>
                  <a:pt x="155" y="81"/>
                </a:cubicBezTo>
                <a:cubicBezTo>
                  <a:pt x="155" y="84"/>
                  <a:pt x="155" y="87"/>
                  <a:pt x="154" y="91"/>
                </a:cubicBezTo>
                <a:cubicBezTo>
                  <a:pt x="150" y="102"/>
                  <a:pt x="138" y="111"/>
                  <a:pt x="123" y="118"/>
                </a:cubicBezTo>
                <a:cubicBezTo>
                  <a:pt x="127" y="107"/>
                  <a:pt x="129" y="94"/>
                  <a:pt x="129" y="81"/>
                </a:cubicBezTo>
                <a:close/>
                <a:moveTo>
                  <a:pt x="152" y="60"/>
                </a:moveTo>
                <a:cubicBezTo>
                  <a:pt x="146" y="51"/>
                  <a:pt x="135" y="43"/>
                  <a:pt x="122" y="38"/>
                </a:cubicBezTo>
                <a:cubicBezTo>
                  <a:pt x="117" y="25"/>
                  <a:pt x="109" y="14"/>
                  <a:pt x="100" y="8"/>
                </a:cubicBezTo>
                <a:cubicBezTo>
                  <a:pt x="125" y="15"/>
                  <a:pt x="145" y="35"/>
                  <a:pt x="152" y="60"/>
                </a:cubicBezTo>
                <a:close/>
                <a:moveTo>
                  <a:pt x="61" y="8"/>
                </a:moveTo>
                <a:cubicBezTo>
                  <a:pt x="52" y="14"/>
                  <a:pt x="44" y="25"/>
                  <a:pt x="39" y="38"/>
                </a:cubicBezTo>
                <a:cubicBezTo>
                  <a:pt x="25" y="43"/>
                  <a:pt x="15" y="51"/>
                  <a:pt x="8" y="60"/>
                </a:cubicBezTo>
                <a:cubicBezTo>
                  <a:pt x="15" y="35"/>
                  <a:pt x="35" y="15"/>
                  <a:pt x="61" y="8"/>
                </a:cubicBezTo>
                <a:close/>
                <a:moveTo>
                  <a:pt x="8" y="99"/>
                </a:moveTo>
                <a:cubicBezTo>
                  <a:pt x="15" y="108"/>
                  <a:pt x="25" y="116"/>
                  <a:pt x="39" y="121"/>
                </a:cubicBezTo>
                <a:cubicBezTo>
                  <a:pt x="44" y="135"/>
                  <a:pt x="52" y="145"/>
                  <a:pt x="61" y="152"/>
                </a:cubicBezTo>
                <a:cubicBezTo>
                  <a:pt x="35" y="145"/>
                  <a:pt x="15" y="125"/>
                  <a:pt x="8" y="99"/>
                </a:cubicBezTo>
                <a:close/>
                <a:moveTo>
                  <a:pt x="100" y="152"/>
                </a:moveTo>
                <a:cubicBezTo>
                  <a:pt x="109" y="145"/>
                  <a:pt x="117" y="135"/>
                  <a:pt x="122" y="121"/>
                </a:cubicBezTo>
                <a:cubicBezTo>
                  <a:pt x="135" y="116"/>
                  <a:pt x="146" y="108"/>
                  <a:pt x="152" y="99"/>
                </a:cubicBezTo>
                <a:cubicBezTo>
                  <a:pt x="145" y="125"/>
                  <a:pt x="125" y="145"/>
                  <a:pt x="100" y="152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Freeform 193">
            <a:extLst>
              <a:ext uri="{FF2B5EF4-FFF2-40B4-BE49-F238E27FC236}">
                <a16:creationId xmlns:a16="http://schemas.microsoft.com/office/drawing/2014/main" id="{AB6D7B5F-97B2-48F7-956E-496F0F0A0C09}"/>
              </a:ext>
            </a:extLst>
          </p:cNvPr>
          <p:cNvSpPr>
            <a:spLocks noEditPoints="1"/>
          </p:cNvSpPr>
          <p:nvPr/>
        </p:nvSpPr>
        <p:spPr bwMode="auto">
          <a:xfrm>
            <a:off x="964405" y="3146397"/>
            <a:ext cx="187613" cy="303212"/>
          </a:xfrm>
          <a:custGeom>
            <a:avLst/>
            <a:gdLst>
              <a:gd name="T0" fmla="*/ 49 w 99"/>
              <a:gd name="T1" fmla="*/ 0 h 160"/>
              <a:gd name="T2" fmla="*/ 0 w 99"/>
              <a:gd name="T3" fmla="*/ 49 h 160"/>
              <a:gd name="T4" fmla="*/ 0 w 99"/>
              <a:gd name="T5" fmla="*/ 110 h 160"/>
              <a:gd name="T6" fmla="*/ 49 w 99"/>
              <a:gd name="T7" fmla="*/ 160 h 160"/>
              <a:gd name="T8" fmla="*/ 99 w 99"/>
              <a:gd name="T9" fmla="*/ 110 h 160"/>
              <a:gd name="T10" fmla="*/ 99 w 99"/>
              <a:gd name="T11" fmla="*/ 49 h 160"/>
              <a:gd name="T12" fmla="*/ 49 w 99"/>
              <a:gd name="T13" fmla="*/ 0 h 160"/>
              <a:gd name="T14" fmla="*/ 94 w 99"/>
              <a:gd name="T15" fmla="*/ 110 h 160"/>
              <a:gd name="T16" fmla="*/ 49 w 99"/>
              <a:gd name="T17" fmla="*/ 154 h 160"/>
              <a:gd name="T18" fmla="*/ 5 w 99"/>
              <a:gd name="T19" fmla="*/ 110 h 160"/>
              <a:gd name="T20" fmla="*/ 5 w 99"/>
              <a:gd name="T21" fmla="*/ 49 h 160"/>
              <a:gd name="T22" fmla="*/ 49 w 99"/>
              <a:gd name="T23" fmla="*/ 5 h 160"/>
              <a:gd name="T24" fmla="*/ 94 w 99"/>
              <a:gd name="T25" fmla="*/ 49 h 160"/>
              <a:gd name="T26" fmla="*/ 94 w 99"/>
              <a:gd name="T27" fmla="*/ 110 h 160"/>
              <a:gd name="T28" fmla="*/ 50 w 99"/>
              <a:gd name="T29" fmla="*/ 29 h 160"/>
              <a:gd name="T30" fmla="*/ 45 w 99"/>
              <a:gd name="T31" fmla="*/ 34 h 160"/>
              <a:gd name="T32" fmla="*/ 45 w 99"/>
              <a:gd name="T33" fmla="*/ 47 h 160"/>
              <a:gd name="T34" fmla="*/ 50 w 99"/>
              <a:gd name="T35" fmla="*/ 52 h 160"/>
              <a:gd name="T36" fmla="*/ 55 w 99"/>
              <a:gd name="T37" fmla="*/ 47 h 160"/>
              <a:gd name="T38" fmla="*/ 55 w 99"/>
              <a:gd name="T39" fmla="*/ 34 h 160"/>
              <a:gd name="T40" fmla="*/ 50 w 99"/>
              <a:gd name="T41" fmla="*/ 29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99" h="160">
                <a:moveTo>
                  <a:pt x="49" y="0"/>
                </a:moveTo>
                <a:cubicBezTo>
                  <a:pt x="22" y="0"/>
                  <a:pt x="0" y="22"/>
                  <a:pt x="0" y="49"/>
                </a:cubicBezTo>
                <a:cubicBezTo>
                  <a:pt x="0" y="110"/>
                  <a:pt x="0" y="110"/>
                  <a:pt x="0" y="110"/>
                </a:cubicBezTo>
                <a:cubicBezTo>
                  <a:pt x="0" y="137"/>
                  <a:pt x="22" y="160"/>
                  <a:pt x="49" y="160"/>
                </a:cubicBezTo>
                <a:cubicBezTo>
                  <a:pt x="77" y="160"/>
                  <a:pt x="99" y="137"/>
                  <a:pt x="99" y="110"/>
                </a:cubicBezTo>
                <a:cubicBezTo>
                  <a:pt x="99" y="49"/>
                  <a:pt x="99" y="49"/>
                  <a:pt x="99" y="49"/>
                </a:cubicBezTo>
                <a:cubicBezTo>
                  <a:pt x="99" y="22"/>
                  <a:pt x="77" y="0"/>
                  <a:pt x="49" y="0"/>
                </a:cubicBezTo>
                <a:close/>
                <a:moveTo>
                  <a:pt x="94" y="110"/>
                </a:moveTo>
                <a:cubicBezTo>
                  <a:pt x="94" y="134"/>
                  <a:pt x="74" y="154"/>
                  <a:pt x="49" y="154"/>
                </a:cubicBezTo>
                <a:cubicBezTo>
                  <a:pt x="25" y="154"/>
                  <a:pt x="5" y="134"/>
                  <a:pt x="5" y="110"/>
                </a:cubicBezTo>
                <a:cubicBezTo>
                  <a:pt x="5" y="49"/>
                  <a:pt x="5" y="49"/>
                  <a:pt x="5" y="49"/>
                </a:cubicBezTo>
                <a:cubicBezTo>
                  <a:pt x="5" y="25"/>
                  <a:pt x="25" y="5"/>
                  <a:pt x="49" y="5"/>
                </a:cubicBezTo>
                <a:cubicBezTo>
                  <a:pt x="74" y="5"/>
                  <a:pt x="94" y="25"/>
                  <a:pt x="94" y="49"/>
                </a:cubicBezTo>
                <a:lnTo>
                  <a:pt x="94" y="110"/>
                </a:lnTo>
                <a:close/>
                <a:moveTo>
                  <a:pt x="50" y="29"/>
                </a:moveTo>
                <a:cubicBezTo>
                  <a:pt x="47" y="29"/>
                  <a:pt x="45" y="31"/>
                  <a:pt x="45" y="34"/>
                </a:cubicBezTo>
                <a:cubicBezTo>
                  <a:pt x="45" y="47"/>
                  <a:pt x="45" y="47"/>
                  <a:pt x="45" y="47"/>
                </a:cubicBezTo>
                <a:cubicBezTo>
                  <a:pt x="45" y="50"/>
                  <a:pt x="47" y="52"/>
                  <a:pt x="50" y="52"/>
                </a:cubicBezTo>
                <a:cubicBezTo>
                  <a:pt x="53" y="52"/>
                  <a:pt x="55" y="50"/>
                  <a:pt x="55" y="47"/>
                </a:cubicBezTo>
                <a:cubicBezTo>
                  <a:pt x="55" y="34"/>
                  <a:pt x="55" y="34"/>
                  <a:pt x="55" y="34"/>
                </a:cubicBezTo>
                <a:cubicBezTo>
                  <a:pt x="55" y="31"/>
                  <a:pt x="53" y="29"/>
                  <a:pt x="50" y="29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06F95EE-87A1-44C4-BB84-B915105820AD}"/>
              </a:ext>
            </a:extLst>
          </p:cNvPr>
          <p:cNvSpPr txBox="1"/>
          <p:nvPr/>
        </p:nvSpPr>
        <p:spPr>
          <a:xfrm>
            <a:off x="717046" y="1483061"/>
            <a:ext cx="3908521" cy="580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20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are many variations of passages of Lorem Ipsum available, the or randomized words which</a:t>
            </a:r>
            <a:endParaRPr lang="en-US" sz="1200" i="1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C93375-6D44-402C-B601-D7A3E48071F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2397527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6FC4318-C042-4EB8-90B9-909E7F2B451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>
                  <a:lumMod val="50000"/>
                  <a:alpha val="94000"/>
                </a:schemeClr>
              </a:gs>
              <a:gs pos="100000">
                <a:schemeClr val="accent1">
                  <a:alpha val="93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9CCB9A-D71F-4448-9DAE-7965899CC58C}"/>
              </a:ext>
            </a:extLst>
          </p:cNvPr>
          <p:cNvSpPr txBox="1"/>
          <p:nvPr/>
        </p:nvSpPr>
        <p:spPr>
          <a:xfrm>
            <a:off x="4902708" y="3625008"/>
            <a:ext cx="2386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kern="0" spc="1000" dirty="0">
                <a:solidFill>
                  <a:schemeClr val="bg1"/>
                </a:solidFill>
                <a:latin typeface="Poppins regular" panose="00000500000000000000" pitchFamily="2" charset="0"/>
                <a:ea typeface="Arimo" panose="020B0604020202020204" pitchFamily="34" charset="0"/>
                <a:cs typeface="Poppins regular" panose="00000500000000000000" pitchFamily="2" charset="0"/>
              </a:rPr>
              <a:t>THE.END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2868B7-AE9F-4AA3-B7F5-8035C846042A}"/>
              </a:ext>
            </a:extLst>
          </p:cNvPr>
          <p:cNvSpPr txBox="1"/>
          <p:nvPr/>
        </p:nvSpPr>
        <p:spPr>
          <a:xfrm>
            <a:off x="3517016" y="2863660"/>
            <a:ext cx="51579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kern="0" spc="600" dirty="0">
                <a:solidFill>
                  <a:schemeClr val="bg1"/>
                </a:solidFill>
                <a:latin typeface="Poppins regular" panose="00000500000000000000" pitchFamily="2" charset="0"/>
                <a:ea typeface="Jost" pitchFamily="2" charset="0"/>
                <a:cs typeface="Poppins regular" panose="00000500000000000000" pitchFamily="2" charset="0"/>
              </a:rPr>
              <a:t>THANK YOU.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622F3EB-2480-4A76-8165-6EAA079C489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92243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2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D374B"/>
      </a:accent1>
      <a:accent2>
        <a:srgbClr val="1C46F2"/>
      </a:accent2>
      <a:accent3>
        <a:srgbClr val="9BC3D2"/>
      </a:accent3>
      <a:accent4>
        <a:srgbClr val="F0E1C8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4818</TotalTime>
  <Words>4786</Words>
  <Application>Microsoft Office PowerPoint</Application>
  <PresentationFormat>Widescreen</PresentationFormat>
  <Paragraphs>997</Paragraphs>
  <Slides>62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81" baseType="lpstr">
      <vt:lpstr>Arial</vt:lpstr>
      <vt:lpstr>Arimo</vt:lpstr>
      <vt:lpstr>Calibri</vt:lpstr>
      <vt:lpstr>Calibri Light</vt:lpstr>
      <vt:lpstr>Jost</vt:lpstr>
      <vt:lpstr>Jost SemiBold</vt:lpstr>
      <vt:lpstr>Montserrat SemiBold</vt:lpstr>
      <vt:lpstr>Open Sans</vt:lpstr>
      <vt:lpstr>Open Sans bold</vt:lpstr>
      <vt:lpstr>Open Sans Semibold</vt:lpstr>
      <vt:lpstr>Pacifico</vt:lpstr>
      <vt:lpstr>Poppins</vt:lpstr>
      <vt:lpstr>Poppins Light</vt:lpstr>
      <vt:lpstr>Poppins Medium</vt:lpstr>
      <vt:lpstr>Poppins regular</vt:lpstr>
      <vt:lpstr>Poppins SemiBold</vt:lpstr>
      <vt:lpstr>Roboto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kc</dc:creator>
  <cp:lastModifiedBy>HP</cp:lastModifiedBy>
  <cp:revision>537</cp:revision>
  <dcterms:created xsi:type="dcterms:W3CDTF">2022-01-18T03:45:04Z</dcterms:created>
  <dcterms:modified xsi:type="dcterms:W3CDTF">2024-12-04T15:14:32Z</dcterms:modified>
</cp:coreProperties>
</file>