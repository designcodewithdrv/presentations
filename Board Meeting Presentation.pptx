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5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" userDrawn="1">
          <p15:clr>
            <a:srgbClr val="A4A3A4"/>
          </p15:clr>
        </p15:guide>
        <p15:guide id="2" pos="7248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4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gaskara faiz" initials="Bf" lastIdx="3" clrIdx="0">
    <p:extLst>
      <p:ext uri="{19B8F6BF-5375-455C-9EA6-DF929625EA0E}">
        <p15:presenceInfo xmlns:p15="http://schemas.microsoft.com/office/powerpoint/2012/main" userId="e675f3aad8db4e8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960" y="114"/>
      </p:cViewPr>
      <p:guideLst>
        <p:guide orient="horz" pos="432"/>
        <p:guide pos="7248"/>
        <p:guide orient="horz" pos="3888"/>
        <p:guide pos="4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58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93E-4626-9109-76C8BEAAD3AE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93E-4626-9109-76C8BEAAD3AE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93E-4626-9109-76C8BEAAD3AE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93E-4626-9109-76C8BEAAD3AE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593E-4626-9109-76C8BEAAD3AE}"/>
              </c:ext>
            </c:extLst>
          </c:dPt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50</c:v>
                </c:pt>
                <c:pt idx="2">
                  <c:v>60</c:v>
                </c:pt>
                <c:pt idx="3">
                  <c:v>80</c:v>
                </c:pt>
                <c:pt idx="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93E-4626-9109-76C8BEAAD3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58074448"/>
        <c:axId val="358067376"/>
      </c:lineChart>
      <c:catAx>
        <c:axId val="35807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9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358067376"/>
        <c:crosses val="autoZero"/>
        <c:auto val="1"/>
        <c:lblAlgn val="ctr"/>
        <c:lblOffset val="100"/>
        <c:noMultiLvlLbl val="0"/>
      </c:catAx>
      <c:valAx>
        <c:axId val="358067376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bg2">
                  <a:lumMod val="9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#,##0\k" sourceLinked="0"/>
        <c:majorTickMark val="none"/>
        <c:minorTickMark val="none"/>
        <c:tickLblPos val="nextTo"/>
        <c:crossAx val="358074448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 b="0" i="0">
          <a:solidFill>
            <a:schemeClr val="tx1">
              <a:lumMod val="75000"/>
              <a:lumOff val="25000"/>
            </a:schemeClr>
          </a:solidFill>
          <a:latin typeface="Be Vietnam Pro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58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D3C-4F3C-BC9F-3101F0BD9A3B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D3C-4F3C-BC9F-3101F0BD9A3B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D3C-4F3C-BC9F-3101F0BD9A3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D3C-4F3C-BC9F-3101F0BD9A3B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D3C-4F3C-BC9F-3101F0BD9A3B}"/>
              </c:ext>
            </c:extLst>
          </c:dPt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3C-4F3C-BC9F-3101F0BD9A3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58074448"/>
        <c:axId val="358067376"/>
      </c:lineChart>
      <c:catAx>
        <c:axId val="35807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9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358067376"/>
        <c:crosses val="autoZero"/>
        <c:auto val="1"/>
        <c:lblAlgn val="ctr"/>
        <c:lblOffset val="100"/>
        <c:noMultiLvlLbl val="0"/>
      </c:catAx>
      <c:valAx>
        <c:axId val="358067376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bg2">
                  <a:lumMod val="9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#,##0\k" sourceLinked="0"/>
        <c:majorTickMark val="none"/>
        <c:minorTickMark val="none"/>
        <c:tickLblPos val="nextTo"/>
        <c:crossAx val="358074448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 b="0" i="0">
          <a:solidFill>
            <a:schemeClr val="tx1">
              <a:lumMod val="75000"/>
              <a:lumOff val="25000"/>
            </a:schemeClr>
          </a:solidFill>
          <a:latin typeface="Be Vietnam Pro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58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D0D5-4202-89AD-6594FA239A9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0D5-4202-89AD-6594FA239A9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0D5-4202-89AD-6594FA239A9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D0D5-4202-89AD-6594FA239A9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0D5-4202-89AD-6594FA239A9C}"/>
              </c:ext>
            </c:extLst>
          </c:dPt>
          <c:dLbls>
            <c:delete val="1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70</c:v>
                </c:pt>
                <c:pt idx="2">
                  <c:v>40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0D5-4202-89AD-6594FA239A9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58074448"/>
        <c:axId val="358067376"/>
      </c:lineChart>
      <c:catAx>
        <c:axId val="35807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9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358067376"/>
        <c:crosses val="autoZero"/>
        <c:auto val="1"/>
        <c:lblAlgn val="ctr"/>
        <c:lblOffset val="100"/>
        <c:noMultiLvlLbl val="0"/>
      </c:catAx>
      <c:valAx>
        <c:axId val="358067376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bg2">
                  <a:lumMod val="9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#,##0\k" sourceLinked="0"/>
        <c:majorTickMark val="none"/>
        <c:minorTickMark val="none"/>
        <c:tickLblPos val="nextTo"/>
        <c:crossAx val="358074448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 b="0" i="0">
          <a:solidFill>
            <a:schemeClr val="tx1">
              <a:lumMod val="75000"/>
              <a:lumOff val="25000"/>
            </a:schemeClr>
          </a:solidFill>
          <a:latin typeface="Be Vietnam Pro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5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5A-4389-A406-E1C9386C7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902755088"/>
        <c:axId val="902769008"/>
      </c:barChart>
      <c:catAx>
        <c:axId val="902755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02769008"/>
        <c:crosses val="autoZero"/>
        <c:auto val="1"/>
        <c:lblAlgn val="ctr"/>
        <c:lblOffset val="100"/>
        <c:noMultiLvlLbl val="0"/>
      </c:catAx>
      <c:valAx>
        <c:axId val="902769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2755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0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23B09E3-DC49-9389-7DDA-5A3BBB5DBD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5394082"/>
              <a:gd name="connsiteY0" fmla="*/ 0 h 5486400"/>
              <a:gd name="connsiteX1" fmla="*/ 5394082 w 5394082"/>
              <a:gd name="connsiteY1" fmla="*/ 0 h 5486400"/>
              <a:gd name="connsiteX2" fmla="*/ 5394082 w 5394082"/>
              <a:gd name="connsiteY2" fmla="*/ 5486400 h 5486400"/>
              <a:gd name="connsiteX3" fmla="*/ 0 w 5394082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4082" h="5486400">
                <a:moveTo>
                  <a:pt x="0" y="0"/>
                </a:moveTo>
                <a:lnTo>
                  <a:pt x="5394082" y="0"/>
                </a:lnTo>
                <a:lnTo>
                  <a:pt x="5394082" y="5486400"/>
                </a:lnTo>
                <a:lnTo>
                  <a:pt x="0" y="54864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271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796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97AEA76-FBCB-749E-9687-BAE271260EF8}"/>
              </a:ext>
            </a:extLst>
          </p:cNvPr>
          <p:cNvSpPr/>
          <p:nvPr userDrawn="1"/>
        </p:nvSpPr>
        <p:spPr>
          <a:xfrm>
            <a:off x="0" y="4711561"/>
            <a:ext cx="12192000" cy="2146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D993AC-7C64-0FAD-347B-CEBE8B5AD10F}"/>
              </a:ext>
            </a:extLst>
          </p:cNvPr>
          <p:cNvSpPr txBox="1"/>
          <p:nvPr userDrawn="1"/>
        </p:nvSpPr>
        <p:spPr>
          <a:xfrm>
            <a:off x="5669280" y="6324555"/>
            <a:ext cx="85344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260E2A6B-A809-4840-BF14-8648BC0BDF87}" type="slidenum">
              <a:rPr lang="id-ID" sz="1100" i="0" smtClean="0">
                <a:solidFill>
                  <a:schemeClr val="bg1"/>
                </a:solidFill>
                <a:ea typeface="Noto Sans JP Light" panose="020B0300000000000000" pitchFamily="34" charset="-128"/>
                <a:cs typeface="Segoe UI" panose="020B0502040204020203" pitchFamily="34" charset="0"/>
              </a:rPr>
              <a:pPr algn="ctr"/>
              <a:t>‹#›</a:t>
            </a:fld>
            <a:endParaRPr lang="id-ID" sz="1100" i="0" dirty="0">
              <a:solidFill>
                <a:schemeClr val="bg1"/>
              </a:solidFill>
              <a:ea typeface="Noto Sans JP Light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427B4F-E32A-F0FD-0FF8-383FFD3F4D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918" y="685800"/>
            <a:ext cx="5394082" cy="5486400"/>
          </a:xfrm>
          <a:custGeom>
            <a:avLst/>
            <a:gdLst>
              <a:gd name="connsiteX0" fmla="*/ 0 w 5394082"/>
              <a:gd name="connsiteY0" fmla="*/ 0 h 5486400"/>
              <a:gd name="connsiteX1" fmla="*/ 5394082 w 5394082"/>
              <a:gd name="connsiteY1" fmla="*/ 0 h 5486400"/>
              <a:gd name="connsiteX2" fmla="*/ 5394082 w 5394082"/>
              <a:gd name="connsiteY2" fmla="*/ 5486400 h 5486400"/>
              <a:gd name="connsiteX3" fmla="*/ 0 w 5394082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4082" h="5486400">
                <a:moveTo>
                  <a:pt x="0" y="0"/>
                </a:moveTo>
                <a:lnTo>
                  <a:pt x="5394082" y="0"/>
                </a:lnTo>
                <a:lnTo>
                  <a:pt x="5394082" y="5486400"/>
                </a:lnTo>
                <a:lnTo>
                  <a:pt x="0" y="54864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699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57EF4-3F44-54B6-CCCF-EEA279033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1261" y="685800"/>
            <a:ext cx="4634939" cy="3251098"/>
          </a:xfrm>
          <a:custGeom>
            <a:avLst/>
            <a:gdLst>
              <a:gd name="connsiteX0" fmla="*/ 0 w 4634939"/>
              <a:gd name="connsiteY0" fmla="*/ 0 h 3251098"/>
              <a:gd name="connsiteX1" fmla="*/ 4634939 w 4634939"/>
              <a:gd name="connsiteY1" fmla="*/ 0 h 3251098"/>
              <a:gd name="connsiteX2" fmla="*/ 4634939 w 4634939"/>
              <a:gd name="connsiteY2" fmla="*/ 3251098 h 3251098"/>
              <a:gd name="connsiteX3" fmla="*/ 0 w 4634939"/>
              <a:gd name="connsiteY3" fmla="*/ 3251098 h 325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939" h="3251098">
                <a:moveTo>
                  <a:pt x="0" y="0"/>
                </a:moveTo>
                <a:lnTo>
                  <a:pt x="4634939" y="0"/>
                </a:lnTo>
                <a:lnTo>
                  <a:pt x="4634939" y="3251098"/>
                </a:lnTo>
                <a:lnTo>
                  <a:pt x="0" y="325109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A9D0D-EB47-8ADC-897D-38C6CF1CFD40}"/>
              </a:ext>
            </a:extLst>
          </p:cNvPr>
          <p:cNvSpPr/>
          <p:nvPr userDrawn="1"/>
        </p:nvSpPr>
        <p:spPr>
          <a:xfrm>
            <a:off x="0" y="4714240"/>
            <a:ext cx="12192000" cy="214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8B6ABB-5066-9B32-409B-5192DB1B1937}"/>
              </a:ext>
            </a:extLst>
          </p:cNvPr>
          <p:cNvSpPr txBox="1"/>
          <p:nvPr userDrawn="1"/>
        </p:nvSpPr>
        <p:spPr>
          <a:xfrm>
            <a:off x="5669280" y="6324555"/>
            <a:ext cx="85344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260E2A6B-A809-4840-BF14-8648BC0BDF87}" type="slidenum">
              <a:rPr lang="id-ID" sz="1100" i="0" smtClean="0">
                <a:solidFill>
                  <a:schemeClr val="bg1"/>
                </a:solidFill>
                <a:ea typeface="Noto Sans JP Light" panose="020B0300000000000000" pitchFamily="34" charset="-128"/>
                <a:cs typeface="Segoe UI" panose="020B0502040204020203" pitchFamily="34" charset="0"/>
              </a:rPr>
              <a:pPr algn="ctr"/>
              <a:t>‹#›</a:t>
            </a:fld>
            <a:endParaRPr lang="id-ID" sz="1100" i="0" dirty="0">
              <a:solidFill>
                <a:schemeClr val="bg1"/>
              </a:solidFill>
              <a:ea typeface="Noto Sans JP Light" panose="020B03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69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EC8BB6A-A9F7-8DD5-FE9B-37A549FFE1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5800" y="685800"/>
            <a:ext cx="5143500" cy="2622550"/>
          </a:xfrm>
          <a:custGeom>
            <a:avLst/>
            <a:gdLst>
              <a:gd name="connsiteX0" fmla="*/ 0 w 5410198"/>
              <a:gd name="connsiteY0" fmla="*/ 0 h 3320941"/>
              <a:gd name="connsiteX1" fmla="*/ 5410198 w 5410198"/>
              <a:gd name="connsiteY1" fmla="*/ 0 h 3320941"/>
              <a:gd name="connsiteX2" fmla="*/ 5410198 w 5410198"/>
              <a:gd name="connsiteY2" fmla="*/ 3320941 h 3320941"/>
              <a:gd name="connsiteX3" fmla="*/ 0 w 5410198"/>
              <a:gd name="connsiteY3" fmla="*/ 3320941 h 332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0198" h="3320941">
                <a:moveTo>
                  <a:pt x="0" y="0"/>
                </a:moveTo>
                <a:lnTo>
                  <a:pt x="5410198" y="0"/>
                </a:lnTo>
                <a:lnTo>
                  <a:pt x="5410198" y="3320941"/>
                </a:lnTo>
                <a:lnTo>
                  <a:pt x="0" y="332094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4F6D8C2-A300-936A-ED62-2075478956E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5801" y="3549650"/>
            <a:ext cx="5143499" cy="2622550"/>
          </a:xfrm>
          <a:custGeom>
            <a:avLst/>
            <a:gdLst>
              <a:gd name="connsiteX0" fmla="*/ 0 w 5410199"/>
              <a:gd name="connsiteY0" fmla="*/ 0 h 3537059"/>
              <a:gd name="connsiteX1" fmla="*/ 5410199 w 5410199"/>
              <a:gd name="connsiteY1" fmla="*/ 0 h 3537059"/>
              <a:gd name="connsiteX2" fmla="*/ 5410199 w 5410199"/>
              <a:gd name="connsiteY2" fmla="*/ 3537059 h 3537059"/>
              <a:gd name="connsiteX3" fmla="*/ 0 w 5410199"/>
              <a:gd name="connsiteY3" fmla="*/ 3537059 h 35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0199" h="3537059">
                <a:moveTo>
                  <a:pt x="0" y="0"/>
                </a:moveTo>
                <a:lnTo>
                  <a:pt x="5410199" y="0"/>
                </a:lnTo>
                <a:lnTo>
                  <a:pt x="5410199" y="3537059"/>
                </a:lnTo>
                <a:lnTo>
                  <a:pt x="0" y="35370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217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68FA3-29A9-4B85-7018-A495D36285F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80169" y="1047972"/>
            <a:ext cx="4594646" cy="4594646"/>
          </a:xfrm>
          <a:custGeom>
            <a:avLst/>
            <a:gdLst>
              <a:gd name="connsiteX0" fmla="*/ 2297323 w 4594646"/>
              <a:gd name="connsiteY0" fmla="*/ 0 h 4594646"/>
              <a:gd name="connsiteX1" fmla="*/ 4594646 w 4594646"/>
              <a:gd name="connsiteY1" fmla="*/ 2297323 h 4594646"/>
              <a:gd name="connsiteX2" fmla="*/ 2297323 w 4594646"/>
              <a:gd name="connsiteY2" fmla="*/ 4594646 h 4594646"/>
              <a:gd name="connsiteX3" fmla="*/ 0 w 4594646"/>
              <a:gd name="connsiteY3" fmla="*/ 2297323 h 4594646"/>
              <a:gd name="connsiteX4" fmla="*/ 2297323 w 4594646"/>
              <a:gd name="connsiteY4" fmla="*/ 0 h 459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646" h="4594646">
                <a:moveTo>
                  <a:pt x="2297323" y="0"/>
                </a:moveTo>
                <a:cubicBezTo>
                  <a:pt x="3566099" y="0"/>
                  <a:pt x="4594646" y="1028547"/>
                  <a:pt x="4594646" y="2297323"/>
                </a:cubicBezTo>
                <a:cubicBezTo>
                  <a:pt x="4594646" y="3566099"/>
                  <a:pt x="3566099" y="4594646"/>
                  <a:pt x="2297323" y="4594646"/>
                </a:cubicBezTo>
                <a:cubicBezTo>
                  <a:pt x="1028547" y="4594646"/>
                  <a:pt x="0" y="3566099"/>
                  <a:pt x="0" y="2297323"/>
                </a:cubicBezTo>
                <a:cubicBezTo>
                  <a:pt x="0" y="1028547"/>
                  <a:pt x="1028547" y="0"/>
                  <a:pt x="229732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07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5CC44-39BB-E974-8EF7-0A95ED299D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685800"/>
            <a:ext cx="5410200" cy="27432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12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CB682F8-7AE3-542E-EBBA-29D212C5FEB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5801" y="4069080"/>
            <a:ext cx="2105283" cy="2103120"/>
          </a:xfrm>
          <a:custGeom>
            <a:avLst/>
            <a:gdLst>
              <a:gd name="connsiteX0" fmla="*/ 0 w 2105283"/>
              <a:gd name="connsiteY0" fmla="*/ 0 h 2103120"/>
              <a:gd name="connsiteX1" fmla="*/ 2105283 w 2105283"/>
              <a:gd name="connsiteY1" fmla="*/ 0 h 2103120"/>
              <a:gd name="connsiteX2" fmla="*/ 2105283 w 2105283"/>
              <a:gd name="connsiteY2" fmla="*/ 2103120 h 2103120"/>
              <a:gd name="connsiteX3" fmla="*/ 0 w 2105283"/>
              <a:gd name="connsiteY3" fmla="*/ 2103120 h 210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5283" h="2103120">
                <a:moveTo>
                  <a:pt x="0" y="0"/>
                </a:moveTo>
                <a:lnTo>
                  <a:pt x="2105283" y="0"/>
                </a:lnTo>
                <a:lnTo>
                  <a:pt x="2105283" y="2103120"/>
                </a:lnTo>
                <a:lnTo>
                  <a:pt x="0" y="210312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4C5FD5-C002-B016-BFEC-AEA9D388AF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52092" y="685800"/>
            <a:ext cx="4454108" cy="5486400"/>
          </a:xfrm>
          <a:custGeom>
            <a:avLst/>
            <a:gdLst>
              <a:gd name="connsiteX0" fmla="*/ 0 w 4454108"/>
              <a:gd name="connsiteY0" fmla="*/ 0 h 5486400"/>
              <a:gd name="connsiteX1" fmla="*/ 4454108 w 4454108"/>
              <a:gd name="connsiteY1" fmla="*/ 0 h 5486400"/>
              <a:gd name="connsiteX2" fmla="*/ 4454108 w 4454108"/>
              <a:gd name="connsiteY2" fmla="*/ 5486400 h 5486400"/>
              <a:gd name="connsiteX3" fmla="*/ 0 w 4454108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4108" h="5486400">
                <a:moveTo>
                  <a:pt x="0" y="0"/>
                </a:moveTo>
                <a:lnTo>
                  <a:pt x="4454108" y="0"/>
                </a:lnTo>
                <a:lnTo>
                  <a:pt x="4454108" y="5486400"/>
                </a:lnTo>
                <a:lnTo>
                  <a:pt x="0" y="54864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671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221B3-AED6-C753-C478-8EFE9812C3A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93209" y="1929500"/>
            <a:ext cx="3578062" cy="4242700"/>
          </a:xfrm>
          <a:custGeom>
            <a:avLst/>
            <a:gdLst>
              <a:gd name="connsiteX0" fmla="*/ 0 w 4454108"/>
              <a:gd name="connsiteY0" fmla="*/ 0 h 5486400"/>
              <a:gd name="connsiteX1" fmla="*/ 4454108 w 4454108"/>
              <a:gd name="connsiteY1" fmla="*/ 0 h 5486400"/>
              <a:gd name="connsiteX2" fmla="*/ 4454108 w 4454108"/>
              <a:gd name="connsiteY2" fmla="*/ 5486400 h 5486400"/>
              <a:gd name="connsiteX3" fmla="*/ 0 w 4454108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4108" h="5486400">
                <a:moveTo>
                  <a:pt x="0" y="0"/>
                </a:moveTo>
                <a:lnTo>
                  <a:pt x="4454108" y="0"/>
                </a:lnTo>
                <a:lnTo>
                  <a:pt x="4454108" y="5486400"/>
                </a:lnTo>
                <a:lnTo>
                  <a:pt x="0" y="54864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155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708F45-A2A4-657E-4517-DE725F2DA4E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91300" y="685800"/>
            <a:ext cx="4914900" cy="5486400"/>
          </a:xfrm>
          <a:prstGeom prst="rect">
            <a:avLst/>
          </a:pr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435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426CA19-1DD1-4723-331C-3FAFE5161B7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85800" y="2243721"/>
            <a:ext cx="4542022" cy="2187678"/>
          </a:xfrm>
          <a:prstGeom prst="rect">
            <a:avLst/>
          </a:pr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ACCDD-818C-20EC-8402-770200FE91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46058" y="2243721"/>
            <a:ext cx="6060141" cy="2187678"/>
          </a:xfrm>
          <a:prstGeom prst="rect">
            <a:avLst/>
          </a:pr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97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77253A-CAA5-68E2-8B3B-A5AF9611EE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C64BC-58A0-4C6C-25DB-43BE64EE2A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150" y="2652372"/>
            <a:ext cx="6877050" cy="2355850"/>
          </a:xfrm>
          <a:custGeom>
            <a:avLst/>
            <a:gdLst>
              <a:gd name="connsiteX0" fmla="*/ 0 w 6877050"/>
              <a:gd name="connsiteY0" fmla="*/ 0 h 2355850"/>
              <a:gd name="connsiteX1" fmla="*/ 6877050 w 6877050"/>
              <a:gd name="connsiteY1" fmla="*/ 0 h 2355850"/>
              <a:gd name="connsiteX2" fmla="*/ 6877050 w 6877050"/>
              <a:gd name="connsiteY2" fmla="*/ 2355850 h 2355850"/>
              <a:gd name="connsiteX3" fmla="*/ 0 w 6877050"/>
              <a:gd name="connsiteY3" fmla="*/ 2355850 h 235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7050" h="2355850">
                <a:moveTo>
                  <a:pt x="0" y="0"/>
                </a:moveTo>
                <a:lnTo>
                  <a:pt x="6877050" y="0"/>
                </a:lnTo>
                <a:lnTo>
                  <a:pt x="6877050" y="2355850"/>
                </a:lnTo>
                <a:lnTo>
                  <a:pt x="0" y="23558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37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0766ACA-39F0-0EA4-2048-250673B19E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37A3B90-81F9-8111-233F-881CA8A055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0"/>
            <a:ext cx="3048000" cy="4286250"/>
          </a:xfrm>
          <a:custGeom>
            <a:avLst/>
            <a:gdLst>
              <a:gd name="connsiteX0" fmla="*/ 0 w 3048000"/>
              <a:gd name="connsiteY0" fmla="*/ 0 h 4286250"/>
              <a:gd name="connsiteX1" fmla="*/ 3048000 w 3048000"/>
              <a:gd name="connsiteY1" fmla="*/ 0 h 4286250"/>
              <a:gd name="connsiteX2" fmla="*/ 3048000 w 3048000"/>
              <a:gd name="connsiteY2" fmla="*/ 4286250 h 4286250"/>
              <a:gd name="connsiteX3" fmla="*/ 0 w 30480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4286250">
                <a:moveTo>
                  <a:pt x="0" y="0"/>
                </a:moveTo>
                <a:lnTo>
                  <a:pt x="3048000" y="0"/>
                </a:lnTo>
                <a:lnTo>
                  <a:pt x="3048000" y="4286250"/>
                </a:lnTo>
                <a:lnTo>
                  <a:pt x="0" y="42862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292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D38AD8-C25D-2719-5DFF-A366B94CA5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56344" y="0"/>
            <a:ext cx="2835657" cy="6858000"/>
          </a:xfrm>
          <a:custGeom>
            <a:avLst/>
            <a:gdLst>
              <a:gd name="connsiteX0" fmla="*/ 2 w 2835657"/>
              <a:gd name="connsiteY0" fmla="*/ 0 h 6858000"/>
              <a:gd name="connsiteX1" fmla="*/ 2835657 w 2835657"/>
              <a:gd name="connsiteY1" fmla="*/ 0 h 6858000"/>
              <a:gd name="connsiteX2" fmla="*/ 2835657 w 2835657"/>
              <a:gd name="connsiteY2" fmla="*/ 6858000 h 6858000"/>
              <a:gd name="connsiteX3" fmla="*/ 0 w 2835657"/>
              <a:gd name="connsiteY3" fmla="*/ 6858000 h 6858000"/>
              <a:gd name="connsiteX4" fmla="*/ 109967 w 2835657"/>
              <a:gd name="connsiteY4" fmla="*/ 6652850 h 6858000"/>
              <a:gd name="connsiteX5" fmla="*/ 464601 w 2835657"/>
              <a:gd name="connsiteY5" fmla="*/ 5403602 h 6858000"/>
              <a:gd name="connsiteX6" fmla="*/ 464601 w 2835657"/>
              <a:gd name="connsiteY6" fmla="*/ 1454372 h 6858000"/>
              <a:gd name="connsiteX7" fmla="*/ 109967 w 2835657"/>
              <a:gd name="connsiteY7" fmla="*/ 205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5657" h="6858000">
                <a:moveTo>
                  <a:pt x="2" y="0"/>
                </a:moveTo>
                <a:lnTo>
                  <a:pt x="2835657" y="0"/>
                </a:lnTo>
                <a:lnTo>
                  <a:pt x="2835657" y="6858000"/>
                </a:lnTo>
                <a:lnTo>
                  <a:pt x="0" y="6858000"/>
                </a:lnTo>
                <a:lnTo>
                  <a:pt x="109967" y="6652850"/>
                </a:lnTo>
                <a:cubicBezTo>
                  <a:pt x="295487" y="6268527"/>
                  <a:pt x="418101" y="5847709"/>
                  <a:pt x="464601" y="5403602"/>
                </a:cubicBezTo>
                <a:cubicBezTo>
                  <a:pt x="602110" y="4090788"/>
                  <a:pt x="602110" y="2767195"/>
                  <a:pt x="464601" y="1454372"/>
                </a:cubicBezTo>
                <a:cubicBezTo>
                  <a:pt x="418101" y="1010277"/>
                  <a:pt x="295487" y="589465"/>
                  <a:pt x="109967" y="20514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34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6CF6284-97AA-ECEF-BB19-8B46C7B05F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11835505 w 12192000"/>
              <a:gd name="connsiteY3" fmla="*/ 6857999 h 6857999"/>
              <a:gd name="connsiteX4" fmla="*/ 11777189 w 12192000"/>
              <a:gd name="connsiteY4" fmla="*/ 6740608 h 6857999"/>
              <a:gd name="connsiteX5" fmla="*/ 8952042 w 12192000"/>
              <a:gd name="connsiteY5" fmla="*/ 4224675 h 6857999"/>
              <a:gd name="connsiteX6" fmla="*/ 3554839 w 12192000"/>
              <a:gd name="connsiteY6" fmla="*/ 2778499 h 6857999"/>
              <a:gd name="connsiteX7" fmla="*/ 41604 w 12192000"/>
              <a:gd name="connsiteY7" fmla="*/ 3428935 h 6857999"/>
              <a:gd name="connsiteX8" fmla="*/ 0 w 12192000"/>
              <a:gd name="connsiteY8" fmla="*/ 345532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11835505" y="6857999"/>
                </a:lnTo>
                <a:lnTo>
                  <a:pt x="11777189" y="6740608"/>
                </a:lnTo>
                <a:cubicBezTo>
                  <a:pt x="11189571" y="5617157"/>
                  <a:pt x="10205598" y="4705309"/>
                  <a:pt x="8952042" y="4224675"/>
                </a:cubicBezTo>
                <a:cubicBezTo>
                  <a:pt x="7208228" y="3556069"/>
                  <a:pt x="5399344" y="3071380"/>
                  <a:pt x="3554839" y="2778499"/>
                </a:cubicBezTo>
                <a:cubicBezTo>
                  <a:pt x="2306938" y="2580355"/>
                  <a:pt x="1074828" y="2832404"/>
                  <a:pt x="41604" y="3428935"/>
                </a:cubicBezTo>
                <a:lnTo>
                  <a:pt x="0" y="345532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7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00"/>
            </a:lvl1pPr>
          </a:lstStyle>
          <a:p>
            <a:r>
              <a:rPr lang="id-ID" dirty="0"/>
              <a:t>Pict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825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05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753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355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475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5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58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A84A2-1223-F435-9F5B-B8FA8893C20C}"/>
              </a:ext>
            </a:extLst>
          </p:cNvPr>
          <p:cNvSpPr txBox="1"/>
          <p:nvPr userDrawn="1"/>
        </p:nvSpPr>
        <p:spPr>
          <a:xfrm>
            <a:off x="5669280" y="6324555"/>
            <a:ext cx="85344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260E2A6B-A809-4840-BF14-8648BC0BDF87}" type="slidenum">
              <a:rPr lang="id-ID" sz="1100" i="0" smtClean="0">
                <a:solidFill>
                  <a:schemeClr val="accent1"/>
                </a:solidFill>
                <a:ea typeface="Noto Sans JP Light" panose="020B0300000000000000" pitchFamily="34" charset="-128"/>
                <a:cs typeface="Segoe UI" panose="020B0502040204020203" pitchFamily="34" charset="0"/>
              </a:rPr>
              <a:pPr algn="ctr"/>
              <a:t>‹#›</a:t>
            </a:fld>
            <a:endParaRPr lang="id-ID" sz="1100" i="0" dirty="0">
              <a:solidFill>
                <a:schemeClr val="accent1"/>
              </a:solidFill>
              <a:ea typeface="Noto Sans JP Light" panose="020B03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36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 userDrawn="1">
          <p15:clr>
            <a:srgbClr val="F26B43"/>
          </p15:clr>
        </p15:guide>
        <p15:guide id="2" pos="432" userDrawn="1">
          <p15:clr>
            <a:srgbClr val="F26B43"/>
          </p15:clr>
        </p15:guide>
        <p15:guide id="3" pos="7248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svg"/><Relationship Id="rId7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1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C83530-EE5A-BC37-FF89-77180AD4AE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82000"/>
                </a:schemeClr>
              </a:gs>
              <a:gs pos="100000">
                <a:schemeClr val="accent1"/>
              </a:gs>
              <a:gs pos="59000">
                <a:schemeClr val="accent1">
                  <a:alpha val="96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D2501-DAAB-1E7C-42AD-A2CE3F8DDF51}"/>
              </a:ext>
            </a:extLst>
          </p:cNvPr>
          <p:cNvSpPr txBox="1"/>
          <p:nvPr/>
        </p:nvSpPr>
        <p:spPr>
          <a:xfrm>
            <a:off x="685800" y="2275158"/>
            <a:ext cx="1082040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id-ID" sz="8000" dirty="0">
                <a:solidFill>
                  <a:schemeClr val="bg1"/>
                </a:solidFill>
              </a:rPr>
              <a:t>Board Meeting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585617-5F2F-3152-E5C4-88D9F4D568C6}"/>
              </a:ext>
            </a:extLst>
          </p:cNvPr>
          <p:cNvSpPr/>
          <p:nvPr/>
        </p:nvSpPr>
        <p:spPr>
          <a:xfrm>
            <a:off x="4305301" y="3779573"/>
            <a:ext cx="3581400" cy="487627"/>
          </a:xfrm>
          <a:prstGeom prst="roundRect">
            <a:avLst>
              <a:gd name="adj" fmla="val 24585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bg1">
                  <a:alpha val="5400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>
                <a:solidFill>
                  <a:schemeClr val="bg1"/>
                </a:solidFill>
                <a:latin typeface="+mj-lt"/>
              </a:rPr>
              <a:t>Presentation Template</a:t>
            </a:r>
            <a:endParaRPr lang="en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79E46-4D1B-45A6-89BB-6A94217ED207}"/>
              </a:ext>
            </a:extLst>
          </p:cNvPr>
          <p:cNvSpPr txBox="1"/>
          <p:nvPr/>
        </p:nvSpPr>
        <p:spPr>
          <a:xfrm>
            <a:off x="3755708" y="5310100"/>
            <a:ext cx="4680584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</a:rPr>
              <a:t>amet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consectetuer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adipiscing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elit</a:t>
            </a:r>
            <a:r>
              <a:rPr lang="en-US" sz="1200" dirty="0">
                <a:solidFill>
                  <a:schemeClr val="bg1"/>
                </a:solidFill>
              </a:rPr>
              <a:t>. Aenean </a:t>
            </a:r>
            <a:r>
              <a:rPr lang="en-US" sz="1200" dirty="0" err="1">
                <a:solidFill>
                  <a:schemeClr val="bg1"/>
                </a:solidFill>
              </a:rPr>
              <a:t>commodo</a:t>
            </a:r>
            <a:r>
              <a:rPr lang="en-US" sz="1200" dirty="0">
                <a:solidFill>
                  <a:schemeClr val="bg1"/>
                </a:solidFill>
              </a:rPr>
              <a:t> ligula </a:t>
            </a:r>
            <a:r>
              <a:rPr lang="en-US" sz="1200" dirty="0" err="1">
                <a:solidFill>
                  <a:schemeClr val="bg1"/>
                </a:solidFill>
              </a:rPr>
              <a:t>eget</a:t>
            </a:r>
            <a:r>
              <a:rPr lang="en-US" sz="1200" dirty="0">
                <a:solidFill>
                  <a:schemeClr val="bg1"/>
                </a:solidFill>
              </a:rPr>
              <a:t> dolor. Aenean </a:t>
            </a:r>
            <a:r>
              <a:rPr lang="en-US" sz="1200" dirty="0" err="1">
                <a:solidFill>
                  <a:schemeClr val="bg1"/>
                </a:solidFill>
              </a:rPr>
              <a:t>massa</a:t>
            </a:r>
            <a:r>
              <a:rPr lang="en-US" sz="1200" dirty="0">
                <a:solidFill>
                  <a:schemeClr val="bg1"/>
                </a:solidFill>
              </a:rPr>
              <a:t>. Cum sociis </a:t>
            </a:r>
            <a:r>
              <a:rPr lang="en-US" sz="1200" dirty="0" err="1">
                <a:solidFill>
                  <a:schemeClr val="bg1"/>
                </a:solidFill>
              </a:rPr>
              <a:t>natoque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1F5867-B4DC-4D3D-2138-11259B750682}"/>
              </a:ext>
            </a:extLst>
          </p:cNvPr>
          <p:cNvSpPr/>
          <p:nvPr/>
        </p:nvSpPr>
        <p:spPr>
          <a:xfrm rot="2637268">
            <a:off x="-1418540" y="4644750"/>
            <a:ext cx="3718682" cy="3718682"/>
          </a:xfrm>
          <a:custGeom>
            <a:avLst/>
            <a:gdLst>
              <a:gd name="connsiteX0" fmla="*/ 750446 w 3252486"/>
              <a:gd name="connsiteY0" fmla="*/ 0 h 3252486"/>
              <a:gd name="connsiteX1" fmla="*/ 2502040 w 3252486"/>
              <a:gd name="connsiteY1" fmla="*/ 0 h 3252486"/>
              <a:gd name="connsiteX2" fmla="*/ 3252486 w 3252486"/>
              <a:gd name="connsiteY2" fmla="*/ 750446 h 3252486"/>
              <a:gd name="connsiteX3" fmla="*/ 3252486 w 3252486"/>
              <a:gd name="connsiteY3" fmla="*/ 2502040 h 3252486"/>
              <a:gd name="connsiteX4" fmla="*/ 2502040 w 3252486"/>
              <a:gd name="connsiteY4" fmla="*/ 3252486 h 3252486"/>
              <a:gd name="connsiteX5" fmla="*/ 750446 w 3252486"/>
              <a:gd name="connsiteY5" fmla="*/ 3252486 h 3252486"/>
              <a:gd name="connsiteX6" fmla="*/ 0 w 3252486"/>
              <a:gd name="connsiteY6" fmla="*/ 2502040 h 3252486"/>
              <a:gd name="connsiteX7" fmla="*/ 0 w 3252486"/>
              <a:gd name="connsiteY7" fmla="*/ 750446 h 3252486"/>
              <a:gd name="connsiteX8" fmla="*/ 750446 w 3252486"/>
              <a:gd name="connsiteY8" fmla="*/ 0 h 3252486"/>
              <a:gd name="connsiteX9" fmla="*/ 1195529 w 3252486"/>
              <a:gd name="connsiteY9" fmla="*/ 826461 h 3252486"/>
              <a:gd name="connsiteX10" fmla="*/ 826461 w 3252486"/>
              <a:gd name="connsiteY10" fmla="*/ 1195529 h 3252486"/>
              <a:gd name="connsiteX11" fmla="*/ 826461 w 3252486"/>
              <a:gd name="connsiteY11" fmla="*/ 2056959 h 3252486"/>
              <a:gd name="connsiteX12" fmla="*/ 1195529 w 3252486"/>
              <a:gd name="connsiteY12" fmla="*/ 2426027 h 3252486"/>
              <a:gd name="connsiteX13" fmla="*/ 2056959 w 3252486"/>
              <a:gd name="connsiteY13" fmla="*/ 2426027 h 3252486"/>
              <a:gd name="connsiteX14" fmla="*/ 2426027 w 3252486"/>
              <a:gd name="connsiteY14" fmla="*/ 2056959 h 3252486"/>
              <a:gd name="connsiteX15" fmla="*/ 2426027 w 3252486"/>
              <a:gd name="connsiteY15" fmla="*/ 1195529 h 3252486"/>
              <a:gd name="connsiteX16" fmla="*/ 2056959 w 3252486"/>
              <a:gd name="connsiteY16" fmla="*/ 826461 h 3252486"/>
              <a:gd name="connsiteX17" fmla="*/ 1195529 w 3252486"/>
              <a:gd name="connsiteY17" fmla="*/ 826461 h 325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252486" h="3252486">
                <a:moveTo>
                  <a:pt x="750446" y="0"/>
                </a:moveTo>
                <a:lnTo>
                  <a:pt x="2502040" y="0"/>
                </a:lnTo>
                <a:cubicBezTo>
                  <a:pt x="2916500" y="0"/>
                  <a:pt x="3252486" y="335986"/>
                  <a:pt x="3252486" y="750446"/>
                </a:cubicBezTo>
                <a:lnTo>
                  <a:pt x="3252486" y="2502040"/>
                </a:lnTo>
                <a:cubicBezTo>
                  <a:pt x="3252486" y="2916500"/>
                  <a:pt x="2916500" y="3252486"/>
                  <a:pt x="2502040" y="3252486"/>
                </a:cubicBezTo>
                <a:lnTo>
                  <a:pt x="750446" y="3252486"/>
                </a:lnTo>
                <a:cubicBezTo>
                  <a:pt x="335986" y="3252486"/>
                  <a:pt x="0" y="2916500"/>
                  <a:pt x="0" y="2502040"/>
                </a:cubicBezTo>
                <a:lnTo>
                  <a:pt x="0" y="750446"/>
                </a:lnTo>
                <a:cubicBezTo>
                  <a:pt x="0" y="335986"/>
                  <a:pt x="335986" y="0"/>
                  <a:pt x="750446" y="0"/>
                </a:cubicBezTo>
                <a:close/>
                <a:moveTo>
                  <a:pt x="1195529" y="826461"/>
                </a:moveTo>
                <a:cubicBezTo>
                  <a:pt x="991698" y="826461"/>
                  <a:pt x="826461" y="991698"/>
                  <a:pt x="826461" y="1195529"/>
                </a:cubicBezTo>
                <a:lnTo>
                  <a:pt x="826461" y="2056959"/>
                </a:lnTo>
                <a:cubicBezTo>
                  <a:pt x="826461" y="2260790"/>
                  <a:pt x="991698" y="2426027"/>
                  <a:pt x="1195529" y="2426027"/>
                </a:cubicBezTo>
                <a:lnTo>
                  <a:pt x="2056959" y="2426027"/>
                </a:lnTo>
                <a:cubicBezTo>
                  <a:pt x="2260790" y="2426027"/>
                  <a:pt x="2426027" y="2260790"/>
                  <a:pt x="2426027" y="2056959"/>
                </a:cubicBezTo>
                <a:lnTo>
                  <a:pt x="2426027" y="1195529"/>
                </a:lnTo>
                <a:cubicBezTo>
                  <a:pt x="2426027" y="991698"/>
                  <a:pt x="2260790" y="826461"/>
                  <a:pt x="2056959" y="826461"/>
                </a:cubicBezTo>
                <a:lnTo>
                  <a:pt x="1195529" y="826461"/>
                </a:ln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4688FA1-C9BA-E16C-0EE6-F524D2EF1A60}"/>
              </a:ext>
            </a:extLst>
          </p:cNvPr>
          <p:cNvSpPr/>
          <p:nvPr/>
        </p:nvSpPr>
        <p:spPr>
          <a:xfrm rot="2637268">
            <a:off x="9891859" y="-1505432"/>
            <a:ext cx="3718682" cy="3718682"/>
          </a:xfrm>
          <a:custGeom>
            <a:avLst/>
            <a:gdLst>
              <a:gd name="connsiteX0" fmla="*/ 750446 w 3252486"/>
              <a:gd name="connsiteY0" fmla="*/ 0 h 3252486"/>
              <a:gd name="connsiteX1" fmla="*/ 2502040 w 3252486"/>
              <a:gd name="connsiteY1" fmla="*/ 0 h 3252486"/>
              <a:gd name="connsiteX2" fmla="*/ 3252486 w 3252486"/>
              <a:gd name="connsiteY2" fmla="*/ 750446 h 3252486"/>
              <a:gd name="connsiteX3" fmla="*/ 3252486 w 3252486"/>
              <a:gd name="connsiteY3" fmla="*/ 2502040 h 3252486"/>
              <a:gd name="connsiteX4" fmla="*/ 2502040 w 3252486"/>
              <a:gd name="connsiteY4" fmla="*/ 3252486 h 3252486"/>
              <a:gd name="connsiteX5" fmla="*/ 750446 w 3252486"/>
              <a:gd name="connsiteY5" fmla="*/ 3252486 h 3252486"/>
              <a:gd name="connsiteX6" fmla="*/ 0 w 3252486"/>
              <a:gd name="connsiteY6" fmla="*/ 2502040 h 3252486"/>
              <a:gd name="connsiteX7" fmla="*/ 0 w 3252486"/>
              <a:gd name="connsiteY7" fmla="*/ 750446 h 3252486"/>
              <a:gd name="connsiteX8" fmla="*/ 750446 w 3252486"/>
              <a:gd name="connsiteY8" fmla="*/ 0 h 3252486"/>
              <a:gd name="connsiteX9" fmla="*/ 1195529 w 3252486"/>
              <a:gd name="connsiteY9" fmla="*/ 826461 h 3252486"/>
              <a:gd name="connsiteX10" fmla="*/ 826461 w 3252486"/>
              <a:gd name="connsiteY10" fmla="*/ 1195529 h 3252486"/>
              <a:gd name="connsiteX11" fmla="*/ 826461 w 3252486"/>
              <a:gd name="connsiteY11" fmla="*/ 2056959 h 3252486"/>
              <a:gd name="connsiteX12" fmla="*/ 1195529 w 3252486"/>
              <a:gd name="connsiteY12" fmla="*/ 2426027 h 3252486"/>
              <a:gd name="connsiteX13" fmla="*/ 2056959 w 3252486"/>
              <a:gd name="connsiteY13" fmla="*/ 2426027 h 3252486"/>
              <a:gd name="connsiteX14" fmla="*/ 2426027 w 3252486"/>
              <a:gd name="connsiteY14" fmla="*/ 2056959 h 3252486"/>
              <a:gd name="connsiteX15" fmla="*/ 2426027 w 3252486"/>
              <a:gd name="connsiteY15" fmla="*/ 1195529 h 3252486"/>
              <a:gd name="connsiteX16" fmla="*/ 2056959 w 3252486"/>
              <a:gd name="connsiteY16" fmla="*/ 826461 h 3252486"/>
              <a:gd name="connsiteX17" fmla="*/ 1195529 w 3252486"/>
              <a:gd name="connsiteY17" fmla="*/ 826461 h 325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252486" h="3252486">
                <a:moveTo>
                  <a:pt x="750446" y="0"/>
                </a:moveTo>
                <a:lnTo>
                  <a:pt x="2502040" y="0"/>
                </a:lnTo>
                <a:cubicBezTo>
                  <a:pt x="2916500" y="0"/>
                  <a:pt x="3252486" y="335986"/>
                  <a:pt x="3252486" y="750446"/>
                </a:cubicBezTo>
                <a:lnTo>
                  <a:pt x="3252486" y="2502040"/>
                </a:lnTo>
                <a:cubicBezTo>
                  <a:pt x="3252486" y="2916500"/>
                  <a:pt x="2916500" y="3252486"/>
                  <a:pt x="2502040" y="3252486"/>
                </a:cubicBezTo>
                <a:lnTo>
                  <a:pt x="750446" y="3252486"/>
                </a:lnTo>
                <a:cubicBezTo>
                  <a:pt x="335986" y="3252486"/>
                  <a:pt x="0" y="2916500"/>
                  <a:pt x="0" y="2502040"/>
                </a:cubicBezTo>
                <a:lnTo>
                  <a:pt x="0" y="750446"/>
                </a:lnTo>
                <a:cubicBezTo>
                  <a:pt x="0" y="335986"/>
                  <a:pt x="335986" y="0"/>
                  <a:pt x="750446" y="0"/>
                </a:cubicBezTo>
                <a:close/>
                <a:moveTo>
                  <a:pt x="1195529" y="826461"/>
                </a:moveTo>
                <a:cubicBezTo>
                  <a:pt x="991698" y="826461"/>
                  <a:pt x="826461" y="991698"/>
                  <a:pt x="826461" y="1195529"/>
                </a:cubicBezTo>
                <a:lnTo>
                  <a:pt x="826461" y="2056959"/>
                </a:lnTo>
                <a:cubicBezTo>
                  <a:pt x="826461" y="2260790"/>
                  <a:pt x="991698" y="2426027"/>
                  <a:pt x="1195529" y="2426027"/>
                </a:cubicBezTo>
                <a:lnTo>
                  <a:pt x="2056959" y="2426027"/>
                </a:lnTo>
                <a:cubicBezTo>
                  <a:pt x="2260790" y="2426027"/>
                  <a:pt x="2426027" y="2260790"/>
                  <a:pt x="2426027" y="2056959"/>
                </a:cubicBezTo>
                <a:lnTo>
                  <a:pt x="2426027" y="1195529"/>
                </a:lnTo>
                <a:cubicBezTo>
                  <a:pt x="2426027" y="991698"/>
                  <a:pt x="2260790" y="826461"/>
                  <a:pt x="2056959" y="826461"/>
                </a:cubicBezTo>
                <a:lnTo>
                  <a:pt x="1195529" y="826461"/>
                </a:ln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C254FD-1C34-E15F-8FB5-67DF07CEB3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134736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B6FE0C-4B3F-E6AB-8024-D605EAA2E336}"/>
              </a:ext>
            </a:extLst>
          </p:cNvPr>
          <p:cNvSpPr/>
          <p:nvPr/>
        </p:nvSpPr>
        <p:spPr>
          <a:xfrm>
            <a:off x="6373168" y="2738420"/>
            <a:ext cx="5133031" cy="1733069"/>
          </a:xfrm>
          <a:prstGeom prst="roundRect">
            <a:avLst>
              <a:gd name="adj" fmla="val 1107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1EF2AB-4477-3AFB-1B0C-03F873F9E2CD}"/>
              </a:ext>
            </a:extLst>
          </p:cNvPr>
          <p:cNvSpPr txBox="1"/>
          <p:nvPr/>
        </p:nvSpPr>
        <p:spPr>
          <a:xfrm>
            <a:off x="6423924" y="704033"/>
            <a:ext cx="5082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The Customer Journey Map</a:t>
            </a:r>
            <a:endParaRPr lang="id-ID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B903E1-6A19-B394-688C-D17737EC9AA3}"/>
              </a:ext>
            </a:extLst>
          </p:cNvPr>
          <p:cNvGrpSpPr/>
          <p:nvPr/>
        </p:nvGrpSpPr>
        <p:grpSpPr>
          <a:xfrm>
            <a:off x="6556530" y="2987330"/>
            <a:ext cx="4680584" cy="1235248"/>
            <a:chOff x="6644641" y="3020948"/>
            <a:chExt cx="4680584" cy="123524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F2CDDE-BA8E-C23D-3D51-7CC387CFA5D7}"/>
                </a:ext>
              </a:extLst>
            </p:cNvPr>
            <p:cNvSpPr txBox="1"/>
            <p:nvPr/>
          </p:nvSpPr>
          <p:spPr>
            <a:xfrm>
              <a:off x="9056700" y="3113281"/>
              <a:ext cx="18881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bg1"/>
                  </a:solidFill>
                  <a:latin typeface="+mj-lt"/>
                </a:defRPr>
              </a:lvl1pPr>
            </a:lstStyle>
            <a:p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Advocacy Phase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861C382-4227-A78F-E59C-ADADDE286A07}"/>
                </a:ext>
              </a:extLst>
            </p:cNvPr>
            <p:cNvSpPr txBox="1"/>
            <p:nvPr/>
          </p:nvSpPr>
          <p:spPr>
            <a:xfrm>
              <a:off x="6644641" y="3638526"/>
              <a:ext cx="4680584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sz="1200" dirty="0"/>
                <a:t>Lorem ipsum dolor sit </a:t>
              </a:r>
              <a:r>
                <a:rPr lang="en-US" sz="1200" dirty="0" err="1"/>
                <a:t>amet</a:t>
              </a:r>
              <a:r>
                <a:rPr lang="en-US" sz="1200" dirty="0"/>
                <a:t>, </a:t>
              </a:r>
              <a:r>
                <a:rPr lang="en-US" sz="1200" dirty="0" err="1"/>
                <a:t>consectetuer</a:t>
              </a:r>
              <a:r>
                <a:rPr lang="en-US" sz="1200" dirty="0"/>
                <a:t> </a:t>
              </a:r>
              <a:r>
                <a:rPr lang="en-US" sz="1200" dirty="0" err="1"/>
                <a:t>adipiscing</a:t>
              </a:r>
              <a:r>
                <a:rPr lang="en-US" sz="1200" dirty="0"/>
                <a:t> </a:t>
              </a:r>
              <a:r>
                <a:rPr lang="en-US" sz="1200" dirty="0" err="1"/>
                <a:t>elit</a:t>
              </a:r>
              <a:r>
                <a:rPr lang="en-US" sz="1200" dirty="0"/>
                <a:t>. Aenean </a:t>
              </a:r>
              <a:r>
                <a:rPr lang="en-US" sz="1200" dirty="0" err="1"/>
                <a:t>commodo</a:t>
              </a:r>
              <a:r>
                <a:rPr lang="en-US" sz="1200" dirty="0"/>
                <a:t> ligula </a:t>
              </a:r>
              <a:r>
                <a:rPr lang="en-US" sz="1200" dirty="0" err="1"/>
                <a:t>eget</a:t>
              </a:r>
              <a:r>
                <a:rPr lang="en-US" sz="1200" dirty="0"/>
                <a:t> dolor. Aenean </a:t>
              </a:r>
              <a:r>
                <a:rPr lang="en-US" sz="1200" dirty="0" err="1"/>
                <a:t>massa</a:t>
              </a:r>
              <a:r>
                <a:rPr lang="en-US" sz="1200" dirty="0"/>
                <a:t>. Cum sociis </a:t>
              </a:r>
              <a:r>
                <a:rPr lang="en-US" sz="1200" dirty="0" err="1"/>
                <a:t>natoque</a:t>
              </a:r>
              <a:endParaRPr lang="id-ID" dirty="0"/>
            </a:p>
          </p:txBody>
        </p:sp>
        <p:sp>
          <p:nvSpPr>
            <p:cNvPr id="21" name="Graphic 23">
              <a:extLst>
                <a:ext uri="{FF2B5EF4-FFF2-40B4-BE49-F238E27FC236}">
                  <a16:creationId xmlns:a16="http://schemas.microsoft.com/office/drawing/2014/main" id="{991721B4-2AA5-52C5-F59D-0A90896E80F2}"/>
                </a:ext>
              </a:extLst>
            </p:cNvPr>
            <p:cNvSpPr/>
            <p:nvPr/>
          </p:nvSpPr>
          <p:spPr>
            <a:xfrm rot="5400000">
              <a:off x="8685246" y="3166663"/>
              <a:ext cx="231792" cy="231790"/>
            </a:xfrm>
            <a:custGeom>
              <a:avLst/>
              <a:gdLst>
                <a:gd name="connsiteX0" fmla="*/ 0 w 451244"/>
                <a:gd name="connsiteY0" fmla="*/ 225622 h 451240"/>
                <a:gd name="connsiteX1" fmla="*/ 0 w 451244"/>
                <a:gd name="connsiteY1" fmla="*/ 225622 h 451240"/>
                <a:gd name="connsiteX2" fmla="*/ 66 w 451244"/>
                <a:gd name="connsiteY2" fmla="*/ 225622 h 451240"/>
                <a:gd name="connsiteX3" fmla="*/ 66092 w 451244"/>
                <a:gd name="connsiteY3" fmla="*/ 385153 h 451240"/>
                <a:gd name="connsiteX4" fmla="*/ 225615 w 451244"/>
                <a:gd name="connsiteY4" fmla="*/ 451175 h 451240"/>
                <a:gd name="connsiteX5" fmla="*/ 225615 w 451244"/>
                <a:gd name="connsiteY5" fmla="*/ 451241 h 451240"/>
                <a:gd name="connsiteX6" fmla="*/ 225619 w 451244"/>
                <a:gd name="connsiteY6" fmla="*/ 451241 h 451240"/>
                <a:gd name="connsiteX7" fmla="*/ 225622 w 451244"/>
                <a:gd name="connsiteY7" fmla="*/ 451241 h 451240"/>
                <a:gd name="connsiteX8" fmla="*/ 225622 w 451244"/>
                <a:gd name="connsiteY8" fmla="*/ 451175 h 451240"/>
                <a:gd name="connsiteX9" fmla="*/ 385153 w 451244"/>
                <a:gd name="connsiteY9" fmla="*/ 385149 h 451240"/>
                <a:gd name="connsiteX10" fmla="*/ 451179 w 451244"/>
                <a:gd name="connsiteY10" fmla="*/ 225626 h 451240"/>
                <a:gd name="connsiteX11" fmla="*/ 451245 w 451244"/>
                <a:gd name="connsiteY11" fmla="*/ 225626 h 451240"/>
                <a:gd name="connsiteX12" fmla="*/ 451245 w 451244"/>
                <a:gd name="connsiteY12" fmla="*/ 225622 h 451240"/>
                <a:gd name="connsiteX13" fmla="*/ 451245 w 451244"/>
                <a:gd name="connsiteY13" fmla="*/ 225619 h 451240"/>
                <a:gd name="connsiteX14" fmla="*/ 451179 w 451244"/>
                <a:gd name="connsiteY14" fmla="*/ 225619 h 451240"/>
                <a:gd name="connsiteX15" fmla="*/ 385153 w 451244"/>
                <a:gd name="connsiteY15" fmla="*/ 66088 h 451240"/>
                <a:gd name="connsiteX16" fmla="*/ 225630 w 451244"/>
                <a:gd name="connsiteY16" fmla="*/ 66 h 451240"/>
                <a:gd name="connsiteX17" fmla="*/ 225630 w 451244"/>
                <a:gd name="connsiteY17" fmla="*/ 0 h 451240"/>
                <a:gd name="connsiteX18" fmla="*/ 225622 w 451244"/>
                <a:gd name="connsiteY18" fmla="*/ 0 h 451240"/>
                <a:gd name="connsiteX19" fmla="*/ 225622 w 451244"/>
                <a:gd name="connsiteY19" fmla="*/ 0 h 451240"/>
                <a:gd name="connsiteX20" fmla="*/ 225622 w 451244"/>
                <a:gd name="connsiteY20" fmla="*/ 66 h 451240"/>
                <a:gd name="connsiteX21" fmla="*/ 66092 w 451244"/>
                <a:gd name="connsiteY21" fmla="*/ 66092 h 451240"/>
                <a:gd name="connsiteX22" fmla="*/ 66 w 451244"/>
                <a:gd name="connsiteY22" fmla="*/ 225615 h 451240"/>
                <a:gd name="connsiteX23" fmla="*/ 0 w 451244"/>
                <a:gd name="connsiteY23" fmla="*/ 225615 h 451240"/>
                <a:gd name="connsiteX24" fmla="*/ 0 w 451244"/>
                <a:gd name="connsiteY24" fmla="*/ 225622 h 451240"/>
                <a:gd name="connsiteX25" fmla="*/ 0 w 451244"/>
                <a:gd name="connsiteY25" fmla="*/ 225622 h 451240"/>
                <a:gd name="connsiteX26" fmla="*/ 155994 w 451244"/>
                <a:gd name="connsiteY26" fmla="*/ 263295 h 451240"/>
                <a:gd name="connsiteX27" fmla="*/ 130256 w 451244"/>
                <a:gd name="connsiteY27" fmla="*/ 262935 h 451240"/>
                <a:gd name="connsiteX28" fmla="*/ 130612 w 451244"/>
                <a:gd name="connsiteY28" fmla="*/ 237197 h 451240"/>
                <a:gd name="connsiteX29" fmla="*/ 213313 w 451244"/>
                <a:gd name="connsiteY29" fmla="*/ 157000 h 451240"/>
                <a:gd name="connsiteX30" fmla="*/ 226004 w 451244"/>
                <a:gd name="connsiteY30" fmla="*/ 170048 h 451240"/>
                <a:gd name="connsiteX31" fmla="*/ 213299 w 451244"/>
                <a:gd name="connsiteY31" fmla="*/ 156942 h 451240"/>
                <a:gd name="connsiteX32" fmla="*/ 239110 w 451244"/>
                <a:gd name="connsiteY32" fmla="*/ 157338 h 451240"/>
                <a:gd name="connsiteX33" fmla="*/ 239698 w 451244"/>
                <a:gd name="connsiteY33" fmla="*/ 157981 h 451240"/>
                <a:gd name="connsiteX34" fmla="*/ 320691 w 451244"/>
                <a:gd name="connsiteY34" fmla="*/ 237201 h 451240"/>
                <a:gd name="connsiteX35" fmla="*/ 321051 w 451244"/>
                <a:gd name="connsiteY35" fmla="*/ 262939 h 451240"/>
                <a:gd name="connsiteX36" fmla="*/ 295309 w 451244"/>
                <a:gd name="connsiteY36" fmla="*/ 263299 h 451240"/>
                <a:gd name="connsiteX37" fmla="*/ 225949 w 451244"/>
                <a:gd name="connsiteY37" fmla="*/ 195459 h 451240"/>
                <a:gd name="connsiteX38" fmla="*/ 155994 w 451244"/>
                <a:gd name="connsiteY38" fmla="*/ 263295 h 451240"/>
                <a:gd name="connsiteX39" fmla="*/ 155994 w 451244"/>
                <a:gd name="connsiteY39" fmla="*/ 263295 h 45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51244" h="451240">
                  <a:moveTo>
                    <a:pt x="0" y="225622"/>
                  </a:moveTo>
                  <a:lnTo>
                    <a:pt x="0" y="225622"/>
                  </a:lnTo>
                  <a:lnTo>
                    <a:pt x="66" y="225622"/>
                  </a:lnTo>
                  <a:cubicBezTo>
                    <a:pt x="66" y="287961"/>
                    <a:pt x="25301" y="344362"/>
                    <a:pt x="66092" y="385153"/>
                  </a:cubicBezTo>
                  <a:cubicBezTo>
                    <a:pt x="106882" y="425940"/>
                    <a:pt x="163283" y="451175"/>
                    <a:pt x="225615" y="451175"/>
                  </a:cubicBezTo>
                  <a:lnTo>
                    <a:pt x="225615" y="451241"/>
                  </a:lnTo>
                  <a:lnTo>
                    <a:pt x="225619" y="451241"/>
                  </a:lnTo>
                  <a:lnTo>
                    <a:pt x="225622" y="451241"/>
                  </a:lnTo>
                  <a:lnTo>
                    <a:pt x="225622" y="451175"/>
                  </a:lnTo>
                  <a:cubicBezTo>
                    <a:pt x="287954" y="451175"/>
                    <a:pt x="344362" y="425940"/>
                    <a:pt x="385153" y="385149"/>
                  </a:cubicBezTo>
                  <a:cubicBezTo>
                    <a:pt x="425943" y="344359"/>
                    <a:pt x="451179" y="287958"/>
                    <a:pt x="451179" y="225626"/>
                  </a:cubicBezTo>
                  <a:lnTo>
                    <a:pt x="451245" y="225626"/>
                  </a:lnTo>
                  <a:lnTo>
                    <a:pt x="451245" y="225622"/>
                  </a:lnTo>
                  <a:lnTo>
                    <a:pt x="451245" y="225619"/>
                  </a:lnTo>
                  <a:lnTo>
                    <a:pt x="451179" y="225619"/>
                  </a:lnTo>
                  <a:cubicBezTo>
                    <a:pt x="451179" y="163283"/>
                    <a:pt x="425940" y="106882"/>
                    <a:pt x="385153" y="66088"/>
                  </a:cubicBezTo>
                  <a:cubicBezTo>
                    <a:pt x="344359" y="25301"/>
                    <a:pt x="287965" y="66"/>
                    <a:pt x="225630" y="66"/>
                  </a:cubicBezTo>
                  <a:lnTo>
                    <a:pt x="225630" y="0"/>
                  </a:lnTo>
                  <a:lnTo>
                    <a:pt x="225622" y="0"/>
                  </a:lnTo>
                  <a:lnTo>
                    <a:pt x="225622" y="0"/>
                  </a:lnTo>
                  <a:lnTo>
                    <a:pt x="225622" y="66"/>
                  </a:lnTo>
                  <a:cubicBezTo>
                    <a:pt x="163287" y="66"/>
                    <a:pt x="106882" y="25301"/>
                    <a:pt x="66092" y="66092"/>
                  </a:cubicBezTo>
                  <a:cubicBezTo>
                    <a:pt x="25301" y="106882"/>
                    <a:pt x="66" y="163283"/>
                    <a:pt x="66" y="225615"/>
                  </a:cubicBezTo>
                  <a:lnTo>
                    <a:pt x="0" y="225615"/>
                  </a:lnTo>
                  <a:lnTo>
                    <a:pt x="0" y="225622"/>
                  </a:lnTo>
                  <a:lnTo>
                    <a:pt x="0" y="225622"/>
                  </a:lnTo>
                  <a:close/>
                  <a:moveTo>
                    <a:pt x="155994" y="263295"/>
                  </a:moveTo>
                  <a:cubicBezTo>
                    <a:pt x="148789" y="270302"/>
                    <a:pt x="137262" y="270144"/>
                    <a:pt x="130256" y="262935"/>
                  </a:cubicBezTo>
                  <a:cubicBezTo>
                    <a:pt x="123246" y="255731"/>
                    <a:pt x="123407" y="244204"/>
                    <a:pt x="130612" y="237197"/>
                  </a:cubicBezTo>
                  <a:lnTo>
                    <a:pt x="213313" y="157000"/>
                  </a:lnTo>
                  <a:lnTo>
                    <a:pt x="226004" y="170048"/>
                  </a:lnTo>
                  <a:lnTo>
                    <a:pt x="213299" y="156942"/>
                  </a:lnTo>
                  <a:cubicBezTo>
                    <a:pt x="220536" y="149924"/>
                    <a:pt x="232089" y="150104"/>
                    <a:pt x="239110" y="157338"/>
                  </a:cubicBezTo>
                  <a:cubicBezTo>
                    <a:pt x="239312" y="157551"/>
                    <a:pt x="239511" y="157760"/>
                    <a:pt x="239698" y="157981"/>
                  </a:cubicBezTo>
                  <a:lnTo>
                    <a:pt x="320691" y="237201"/>
                  </a:lnTo>
                  <a:cubicBezTo>
                    <a:pt x="327900" y="244207"/>
                    <a:pt x="328058" y="255734"/>
                    <a:pt x="321051" y="262939"/>
                  </a:cubicBezTo>
                  <a:cubicBezTo>
                    <a:pt x="314045" y="270148"/>
                    <a:pt x="302518" y="270305"/>
                    <a:pt x="295309" y="263299"/>
                  </a:cubicBezTo>
                  <a:lnTo>
                    <a:pt x="225949" y="195459"/>
                  </a:lnTo>
                  <a:lnTo>
                    <a:pt x="155994" y="263295"/>
                  </a:lnTo>
                  <a:lnTo>
                    <a:pt x="155994" y="263295"/>
                  </a:lnTo>
                  <a:close/>
                </a:path>
              </a:pathLst>
            </a:custGeom>
            <a:solidFill>
              <a:schemeClr val="accent1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DBFFF5-BC13-F44E-840D-1C386FD9AD3E}"/>
                </a:ext>
              </a:extLst>
            </p:cNvPr>
            <p:cNvSpPr txBox="1"/>
            <p:nvPr/>
          </p:nvSpPr>
          <p:spPr>
            <a:xfrm>
              <a:off x="6644641" y="3020948"/>
              <a:ext cx="18272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defRPr>
              </a:lvl1pPr>
            </a:lstStyle>
            <a:p>
              <a:r>
                <a:rPr lang="en-US" sz="2800" dirty="0"/>
                <a:t>Phase</a:t>
              </a:r>
              <a:endParaRPr lang="en-ID" sz="28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CDDAC37-4587-250B-707D-9629B907DD71}"/>
              </a:ext>
            </a:extLst>
          </p:cNvPr>
          <p:cNvGrpSpPr/>
          <p:nvPr/>
        </p:nvGrpSpPr>
        <p:grpSpPr>
          <a:xfrm>
            <a:off x="6509650" y="5006343"/>
            <a:ext cx="2575216" cy="1204916"/>
            <a:chOff x="6509650" y="5043651"/>
            <a:chExt cx="2575216" cy="120491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3A23DE-A581-5018-1AF0-A4C25243B31A}"/>
                </a:ext>
              </a:extLst>
            </p:cNvPr>
            <p:cNvSpPr txBox="1"/>
            <p:nvPr/>
          </p:nvSpPr>
          <p:spPr>
            <a:xfrm>
              <a:off x="6509650" y="5043651"/>
              <a:ext cx="25752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bg1"/>
                  </a:solidFill>
                  <a:latin typeface="+mj-lt"/>
                </a:defRPr>
              </a:lvl1pPr>
            </a:lstStyle>
            <a:p>
              <a:r>
                <a:rPr lang="en-US" dirty="0"/>
                <a:t>This Year</a:t>
              </a:r>
              <a:endParaRPr lang="en-ID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D6AF17-2DE9-03E4-8E4F-C364B826284B}"/>
                </a:ext>
              </a:extLst>
            </p:cNvPr>
            <p:cNvSpPr txBox="1"/>
            <p:nvPr/>
          </p:nvSpPr>
          <p:spPr>
            <a:xfrm>
              <a:off x="6524873" y="5630897"/>
              <a:ext cx="2066824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sz="1200" dirty="0">
                  <a:solidFill>
                    <a:schemeClr val="bg1"/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bg1"/>
                  </a:solidFill>
                </a:rPr>
                <a:t>amet</a:t>
              </a:r>
              <a:r>
                <a:rPr lang="en-US" sz="1200" dirty="0">
                  <a:solidFill>
                    <a:schemeClr val="bg1"/>
                  </a:solidFill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</a:rPr>
                <a:t>consectetuer</a:t>
              </a:r>
              <a:endParaRPr lang="id-ID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8496B5C-8899-B679-3AE3-8CCA814F40FC}"/>
              </a:ext>
            </a:extLst>
          </p:cNvPr>
          <p:cNvGrpSpPr/>
          <p:nvPr/>
        </p:nvGrpSpPr>
        <p:grpSpPr>
          <a:xfrm>
            <a:off x="9181676" y="5003059"/>
            <a:ext cx="2789344" cy="1211484"/>
            <a:chOff x="9181676" y="5263606"/>
            <a:chExt cx="2789344" cy="121148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F4DF131-2DC5-9F9E-1A7B-1949391CFBA7}"/>
                </a:ext>
              </a:extLst>
            </p:cNvPr>
            <p:cNvGrpSpPr/>
            <p:nvPr/>
          </p:nvGrpSpPr>
          <p:grpSpPr>
            <a:xfrm>
              <a:off x="9181676" y="5263606"/>
              <a:ext cx="2681724" cy="307777"/>
              <a:chOff x="9181676" y="5263606"/>
              <a:chExt cx="2681724" cy="30777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67A8D2-619F-DF20-6BF3-24F02252873E}"/>
                  </a:ext>
                </a:extLst>
              </p:cNvPr>
              <p:cNvSpPr txBox="1"/>
              <p:nvPr/>
            </p:nvSpPr>
            <p:spPr>
              <a:xfrm>
                <a:off x="9601942" y="5263606"/>
                <a:ext cx="2261458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+mj-lt"/>
                  </a:defRPr>
                </a:lvl1pPr>
              </a:lstStyle>
              <a:p>
                <a:r>
                  <a:rPr lang="en-US" sz="1400" dirty="0"/>
                  <a:t>Discovery Phase</a:t>
                </a:r>
              </a:p>
            </p:txBody>
          </p:sp>
          <p:sp>
            <p:nvSpPr>
              <p:cNvPr id="22" name="Graphic 23">
                <a:extLst>
                  <a:ext uri="{FF2B5EF4-FFF2-40B4-BE49-F238E27FC236}">
                    <a16:creationId xmlns:a16="http://schemas.microsoft.com/office/drawing/2014/main" id="{C3E7679E-6CE5-D8BA-C653-00A675699D78}"/>
                  </a:ext>
                </a:extLst>
              </p:cNvPr>
              <p:cNvSpPr/>
              <p:nvPr/>
            </p:nvSpPr>
            <p:spPr>
              <a:xfrm rot="5400000">
                <a:off x="9181675" y="5301599"/>
                <a:ext cx="231792" cy="231790"/>
              </a:xfrm>
              <a:custGeom>
                <a:avLst/>
                <a:gdLst>
                  <a:gd name="connsiteX0" fmla="*/ 0 w 451244"/>
                  <a:gd name="connsiteY0" fmla="*/ 225622 h 451240"/>
                  <a:gd name="connsiteX1" fmla="*/ 0 w 451244"/>
                  <a:gd name="connsiteY1" fmla="*/ 225622 h 451240"/>
                  <a:gd name="connsiteX2" fmla="*/ 66 w 451244"/>
                  <a:gd name="connsiteY2" fmla="*/ 225622 h 451240"/>
                  <a:gd name="connsiteX3" fmla="*/ 66092 w 451244"/>
                  <a:gd name="connsiteY3" fmla="*/ 385153 h 451240"/>
                  <a:gd name="connsiteX4" fmla="*/ 225615 w 451244"/>
                  <a:gd name="connsiteY4" fmla="*/ 451175 h 451240"/>
                  <a:gd name="connsiteX5" fmla="*/ 225615 w 451244"/>
                  <a:gd name="connsiteY5" fmla="*/ 451241 h 451240"/>
                  <a:gd name="connsiteX6" fmla="*/ 225619 w 451244"/>
                  <a:gd name="connsiteY6" fmla="*/ 451241 h 451240"/>
                  <a:gd name="connsiteX7" fmla="*/ 225622 w 451244"/>
                  <a:gd name="connsiteY7" fmla="*/ 451241 h 451240"/>
                  <a:gd name="connsiteX8" fmla="*/ 225622 w 451244"/>
                  <a:gd name="connsiteY8" fmla="*/ 451175 h 451240"/>
                  <a:gd name="connsiteX9" fmla="*/ 385153 w 451244"/>
                  <a:gd name="connsiteY9" fmla="*/ 385149 h 451240"/>
                  <a:gd name="connsiteX10" fmla="*/ 451179 w 451244"/>
                  <a:gd name="connsiteY10" fmla="*/ 225626 h 451240"/>
                  <a:gd name="connsiteX11" fmla="*/ 451245 w 451244"/>
                  <a:gd name="connsiteY11" fmla="*/ 225626 h 451240"/>
                  <a:gd name="connsiteX12" fmla="*/ 451245 w 451244"/>
                  <a:gd name="connsiteY12" fmla="*/ 225622 h 451240"/>
                  <a:gd name="connsiteX13" fmla="*/ 451245 w 451244"/>
                  <a:gd name="connsiteY13" fmla="*/ 225619 h 451240"/>
                  <a:gd name="connsiteX14" fmla="*/ 451179 w 451244"/>
                  <a:gd name="connsiteY14" fmla="*/ 225619 h 451240"/>
                  <a:gd name="connsiteX15" fmla="*/ 385153 w 451244"/>
                  <a:gd name="connsiteY15" fmla="*/ 66088 h 451240"/>
                  <a:gd name="connsiteX16" fmla="*/ 225630 w 451244"/>
                  <a:gd name="connsiteY16" fmla="*/ 66 h 451240"/>
                  <a:gd name="connsiteX17" fmla="*/ 225630 w 451244"/>
                  <a:gd name="connsiteY17" fmla="*/ 0 h 451240"/>
                  <a:gd name="connsiteX18" fmla="*/ 225622 w 451244"/>
                  <a:gd name="connsiteY18" fmla="*/ 0 h 451240"/>
                  <a:gd name="connsiteX19" fmla="*/ 225622 w 451244"/>
                  <a:gd name="connsiteY19" fmla="*/ 0 h 451240"/>
                  <a:gd name="connsiteX20" fmla="*/ 225622 w 451244"/>
                  <a:gd name="connsiteY20" fmla="*/ 66 h 451240"/>
                  <a:gd name="connsiteX21" fmla="*/ 66092 w 451244"/>
                  <a:gd name="connsiteY21" fmla="*/ 66092 h 451240"/>
                  <a:gd name="connsiteX22" fmla="*/ 66 w 451244"/>
                  <a:gd name="connsiteY22" fmla="*/ 225615 h 451240"/>
                  <a:gd name="connsiteX23" fmla="*/ 0 w 451244"/>
                  <a:gd name="connsiteY23" fmla="*/ 225615 h 451240"/>
                  <a:gd name="connsiteX24" fmla="*/ 0 w 451244"/>
                  <a:gd name="connsiteY24" fmla="*/ 225622 h 451240"/>
                  <a:gd name="connsiteX25" fmla="*/ 0 w 451244"/>
                  <a:gd name="connsiteY25" fmla="*/ 225622 h 451240"/>
                  <a:gd name="connsiteX26" fmla="*/ 155994 w 451244"/>
                  <a:gd name="connsiteY26" fmla="*/ 263295 h 451240"/>
                  <a:gd name="connsiteX27" fmla="*/ 130256 w 451244"/>
                  <a:gd name="connsiteY27" fmla="*/ 262935 h 451240"/>
                  <a:gd name="connsiteX28" fmla="*/ 130612 w 451244"/>
                  <a:gd name="connsiteY28" fmla="*/ 237197 h 451240"/>
                  <a:gd name="connsiteX29" fmla="*/ 213313 w 451244"/>
                  <a:gd name="connsiteY29" fmla="*/ 157000 h 451240"/>
                  <a:gd name="connsiteX30" fmla="*/ 226004 w 451244"/>
                  <a:gd name="connsiteY30" fmla="*/ 170048 h 451240"/>
                  <a:gd name="connsiteX31" fmla="*/ 213299 w 451244"/>
                  <a:gd name="connsiteY31" fmla="*/ 156942 h 451240"/>
                  <a:gd name="connsiteX32" fmla="*/ 239110 w 451244"/>
                  <a:gd name="connsiteY32" fmla="*/ 157338 h 451240"/>
                  <a:gd name="connsiteX33" fmla="*/ 239698 w 451244"/>
                  <a:gd name="connsiteY33" fmla="*/ 157981 h 451240"/>
                  <a:gd name="connsiteX34" fmla="*/ 320691 w 451244"/>
                  <a:gd name="connsiteY34" fmla="*/ 237201 h 451240"/>
                  <a:gd name="connsiteX35" fmla="*/ 321051 w 451244"/>
                  <a:gd name="connsiteY35" fmla="*/ 262939 h 451240"/>
                  <a:gd name="connsiteX36" fmla="*/ 295309 w 451244"/>
                  <a:gd name="connsiteY36" fmla="*/ 263299 h 451240"/>
                  <a:gd name="connsiteX37" fmla="*/ 225949 w 451244"/>
                  <a:gd name="connsiteY37" fmla="*/ 195459 h 451240"/>
                  <a:gd name="connsiteX38" fmla="*/ 155994 w 451244"/>
                  <a:gd name="connsiteY38" fmla="*/ 263295 h 451240"/>
                  <a:gd name="connsiteX39" fmla="*/ 155994 w 451244"/>
                  <a:gd name="connsiteY39" fmla="*/ 263295 h 45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51244" h="451240">
                    <a:moveTo>
                      <a:pt x="0" y="225622"/>
                    </a:moveTo>
                    <a:lnTo>
                      <a:pt x="0" y="225622"/>
                    </a:lnTo>
                    <a:lnTo>
                      <a:pt x="66" y="225622"/>
                    </a:lnTo>
                    <a:cubicBezTo>
                      <a:pt x="66" y="287961"/>
                      <a:pt x="25301" y="344362"/>
                      <a:pt x="66092" y="385153"/>
                    </a:cubicBezTo>
                    <a:cubicBezTo>
                      <a:pt x="106882" y="425940"/>
                      <a:pt x="163283" y="451175"/>
                      <a:pt x="225615" y="451175"/>
                    </a:cubicBezTo>
                    <a:lnTo>
                      <a:pt x="225615" y="451241"/>
                    </a:lnTo>
                    <a:lnTo>
                      <a:pt x="225619" y="451241"/>
                    </a:lnTo>
                    <a:lnTo>
                      <a:pt x="225622" y="451241"/>
                    </a:lnTo>
                    <a:lnTo>
                      <a:pt x="225622" y="451175"/>
                    </a:lnTo>
                    <a:cubicBezTo>
                      <a:pt x="287954" y="451175"/>
                      <a:pt x="344362" y="425940"/>
                      <a:pt x="385153" y="385149"/>
                    </a:cubicBezTo>
                    <a:cubicBezTo>
                      <a:pt x="425943" y="344359"/>
                      <a:pt x="451179" y="287958"/>
                      <a:pt x="451179" y="225626"/>
                    </a:cubicBezTo>
                    <a:lnTo>
                      <a:pt x="451245" y="225626"/>
                    </a:lnTo>
                    <a:lnTo>
                      <a:pt x="451245" y="225622"/>
                    </a:lnTo>
                    <a:lnTo>
                      <a:pt x="451245" y="225619"/>
                    </a:lnTo>
                    <a:lnTo>
                      <a:pt x="451179" y="225619"/>
                    </a:lnTo>
                    <a:cubicBezTo>
                      <a:pt x="451179" y="163283"/>
                      <a:pt x="425940" y="106882"/>
                      <a:pt x="385153" y="66088"/>
                    </a:cubicBezTo>
                    <a:cubicBezTo>
                      <a:pt x="344359" y="25301"/>
                      <a:pt x="287965" y="66"/>
                      <a:pt x="225630" y="66"/>
                    </a:cubicBezTo>
                    <a:lnTo>
                      <a:pt x="225630" y="0"/>
                    </a:lnTo>
                    <a:lnTo>
                      <a:pt x="225622" y="0"/>
                    </a:lnTo>
                    <a:lnTo>
                      <a:pt x="225622" y="0"/>
                    </a:lnTo>
                    <a:lnTo>
                      <a:pt x="225622" y="66"/>
                    </a:lnTo>
                    <a:cubicBezTo>
                      <a:pt x="163287" y="66"/>
                      <a:pt x="106882" y="25301"/>
                      <a:pt x="66092" y="66092"/>
                    </a:cubicBezTo>
                    <a:cubicBezTo>
                      <a:pt x="25301" y="106882"/>
                      <a:pt x="66" y="163283"/>
                      <a:pt x="66" y="225615"/>
                    </a:cubicBezTo>
                    <a:lnTo>
                      <a:pt x="0" y="225615"/>
                    </a:lnTo>
                    <a:lnTo>
                      <a:pt x="0" y="225622"/>
                    </a:lnTo>
                    <a:lnTo>
                      <a:pt x="0" y="225622"/>
                    </a:lnTo>
                    <a:close/>
                    <a:moveTo>
                      <a:pt x="155994" y="263295"/>
                    </a:moveTo>
                    <a:cubicBezTo>
                      <a:pt x="148789" y="270302"/>
                      <a:pt x="137262" y="270144"/>
                      <a:pt x="130256" y="262935"/>
                    </a:cubicBezTo>
                    <a:cubicBezTo>
                      <a:pt x="123246" y="255731"/>
                      <a:pt x="123407" y="244204"/>
                      <a:pt x="130612" y="237197"/>
                    </a:cubicBezTo>
                    <a:lnTo>
                      <a:pt x="213313" y="157000"/>
                    </a:lnTo>
                    <a:lnTo>
                      <a:pt x="226004" y="170048"/>
                    </a:lnTo>
                    <a:lnTo>
                      <a:pt x="213299" y="156942"/>
                    </a:lnTo>
                    <a:cubicBezTo>
                      <a:pt x="220536" y="149924"/>
                      <a:pt x="232089" y="150104"/>
                      <a:pt x="239110" y="157338"/>
                    </a:cubicBezTo>
                    <a:cubicBezTo>
                      <a:pt x="239312" y="157551"/>
                      <a:pt x="239511" y="157760"/>
                      <a:pt x="239698" y="157981"/>
                    </a:cubicBezTo>
                    <a:lnTo>
                      <a:pt x="320691" y="237201"/>
                    </a:lnTo>
                    <a:cubicBezTo>
                      <a:pt x="327900" y="244207"/>
                      <a:pt x="328058" y="255734"/>
                      <a:pt x="321051" y="262939"/>
                    </a:cubicBezTo>
                    <a:cubicBezTo>
                      <a:pt x="314045" y="270148"/>
                      <a:pt x="302518" y="270305"/>
                      <a:pt x="295309" y="263299"/>
                    </a:cubicBezTo>
                    <a:lnTo>
                      <a:pt x="225949" y="195459"/>
                    </a:lnTo>
                    <a:lnTo>
                      <a:pt x="155994" y="263295"/>
                    </a:lnTo>
                    <a:lnTo>
                      <a:pt x="155994" y="263295"/>
                    </a:lnTo>
                    <a:close/>
                  </a:path>
                </a:pathLst>
              </a:custGeom>
              <a:solidFill>
                <a:schemeClr val="bg1"/>
              </a:solidFill>
              <a:ln w="3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E6E9028-9029-C697-B4D4-A308F4351F34}"/>
                </a:ext>
              </a:extLst>
            </p:cNvPr>
            <p:cNvGrpSpPr/>
            <p:nvPr/>
          </p:nvGrpSpPr>
          <p:grpSpPr>
            <a:xfrm>
              <a:off x="9181676" y="5715459"/>
              <a:ext cx="2789344" cy="307777"/>
              <a:chOff x="9181676" y="5732740"/>
              <a:chExt cx="2789344" cy="307777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26495D-CB6E-8931-7994-13CD13428F75}"/>
                  </a:ext>
                </a:extLst>
              </p:cNvPr>
              <p:cNvSpPr txBox="1"/>
              <p:nvPr/>
            </p:nvSpPr>
            <p:spPr>
              <a:xfrm>
                <a:off x="9601942" y="5732740"/>
                <a:ext cx="2369078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+mj-lt"/>
                  </a:defRPr>
                </a:lvl1pPr>
              </a:lstStyle>
              <a:p>
                <a:r>
                  <a:rPr lang="en-US" sz="1400" dirty="0"/>
                  <a:t>Consideration Phase</a:t>
                </a:r>
              </a:p>
            </p:txBody>
          </p:sp>
          <p:sp>
            <p:nvSpPr>
              <p:cNvPr id="27" name="Graphic 23">
                <a:extLst>
                  <a:ext uri="{FF2B5EF4-FFF2-40B4-BE49-F238E27FC236}">
                    <a16:creationId xmlns:a16="http://schemas.microsoft.com/office/drawing/2014/main" id="{CF934B3A-B200-70B3-EB9B-09DCC0507E0A}"/>
                  </a:ext>
                </a:extLst>
              </p:cNvPr>
              <p:cNvSpPr/>
              <p:nvPr/>
            </p:nvSpPr>
            <p:spPr>
              <a:xfrm rot="5400000">
                <a:off x="9181675" y="5770733"/>
                <a:ext cx="231792" cy="231790"/>
              </a:xfrm>
              <a:custGeom>
                <a:avLst/>
                <a:gdLst>
                  <a:gd name="connsiteX0" fmla="*/ 0 w 451244"/>
                  <a:gd name="connsiteY0" fmla="*/ 225622 h 451240"/>
                  <a:gd name="connsiteX1" fmla="*/ 0 w 451244"/>
                  <a:gd name="connsiteY1" fmla="*/ 225622 h 451240"/>
                  <a:gd name="connsiteX2" fmla="*/ 66 w 451244"/>
                  <a:gd name="connsiteY2" fmla="*/ 225622 h 451240"/>
                  <a:gd name="connsiteX3" fmla="*/ 66092 w 451244"/>
                  <a:gd name="connsiteY3" fmla="*/ 385153 h 451240"/>
                  <a:gd name="connsiteX4" fmla="*/ 225615 w 451244"/>
                  <a:gd name="connsiteY4" fmla="*/ 451175 h 451240"/>
                  <a:gd name="connsiteX5" fmla="*/ 225615 w 451244"/>
                  <a:gd name="connsiteY5" fmla="*/ 451241 h 451240"/>
                  <a:gd name="connsiteX6" fmla="*/ 225619 w 451244"/>
                  <a:gd name="connsiteY6" fmla="*/ 451241 h 451240"/>
                  <a:gd name="connsiteX7" fmla="*/ 225622 w 451244"/>
                  <a:gd name="connsiteY7" fmla="*/ 451241 h 451240"/>
                  <a:gd name="connsiteX8" fmla="*/ 225622 w 451244"/>
                  <a:gd name="connsiteY8" fmla="*/ 451175 h 451240"/>
                  <a:gd name="connsiteX9" fmla="*/ 385153 w 451244"/>
                  <a:gd name="connsiteY9" fmla="*/ 385149 h 451240"/>
                  <a:gd name="connsiteX10" fmla="*/ 451179 w 451244"/>
                  <a:gd name="connsiteY10" fmla="*/ 225626 h 451240"/>
                  <a:gd name="connsiteX11" fmla="*/ 451245 w 451244"/>
                  <a:gd name="connsiteY11" fmla="*/ 225626 h 451240"/>
                  <a:gd name="connsiteX12" fmla="*/ 451245 w 451244"/>
                  <a:gd name="connsiteY12" fmla="*/ 225622 h 451240"/>
                  <a:gd name="connsiteX13" fmla="*/ 451245 w 451244"/>
                  <a:gd name="connsiteY13" fmla="*/ 225619 h 451240"/>
                  <a:gd name="connsiteX14" fmla="*/ 451179 w 451244"/>
                  <a:gd name="connsiteY14" fmla="*/ 225619 h 451240"/>
                  <a:gd name="connsiteX15" fmla="*/ 385153 w 451244"/>
                  <a:gd name="connsiteY15" fmla="*/ 66088 h 451240"/>
                  <a:gd name="connsiteX16" fmla="*/ 225630 w 451244"/>
                  <a:gd name="connsiteY16" fmla="*/ 66 h 451240"/>
                  <a:gd name="connsiteX17" fmla="*/ 225630 w 451244"/>
                  <a:gd name="connsiteY17" fmla="*/ 0 h 451240"/>
                  <a:gd name="connsiteX18" fmla="*/ 225622 w 451244"/>
                  <a:gd name="connsiteY18" fmla="*/ 0 h 451240"/>
                  <a:gd name="connsiteX19" fmla="*/ 225622 w 451244"/>
                  <a:gd name="connsiteY19" fmla="*/ 0 h 451240"/>
                  <a:gd name="connsiteX20" fmla="*/ 225622 w 451244"/>
                  <a:gd name="connsiteY20" fmla="*/ 66 h 451240"/>
                  <a:gd name="connsiteX21" fmla="*/ 66092 w 451244"/>
                  <a:gd name="connsiteY21" fmla="*/ 66092 h 451240"/>
                  <a:gd name="connsiteX22" fmla="*/ 66 w 451244"/>
                  <a:gd name="connsiteY22" fmla="*/ 225615 h 451240"/>
                  <a:gd name="connsiteX23" fmla="*/ 0 w 451244"/>
                  <a:gd name="connsiteY23" fmla="*/ 225615 h 451240"/>
                  <a:gd name="connsiteX24" fmla="*/ 0 w 451244"/>
                  <a:gd name="connsiteY24" fmla="*/ 225622 h 451240"/>
                  <a:gd name="connsiteX25" fmla="*/ 0 w 451244"/>
                  <a:gd name="connsiteY25" fmla="*/ 225622 h 451240"/>
                  <a:gd name="connsiteX26" fmla="*/ 155994 w 451244"/>
                  <a:gd name="connsiteY26" fmla="*/ 263295 h 451240"/>
                  <a:gd name="connsiteX27" fmla="*/ 130256 w 451244"/>
                  <a:gd name="connsiteY27" fmla="*/ 262935 h 451240"/>
                  <a:gd name="connsiteX28" fmla="*/ 130612 w 451244"/>
                  <a:gd name="connsiteY28" fmla="*/ 237197 h 451240"/>
                  <a:gd name="connsiteX29" fmla="*/ 213313 w 451244"/>
                  <a:gd name="connsiteY29" fmla="*/ 157000 h 451240"/>
                  <a:gd name="connsiteX30" fmla="*/ 226004 w 451244"/>
                  <a:gd name="connsiteY30" fmla="*/ 170048 h 451240"/>
                  <a:gd name="connsiteX31" fmla="*/ 213299 w 451244"/>
                  <a:gd name="connsiteY31" fmla="*/ 156942 h 451240"/>
                  <a:gd name="connsiteX32" fmla="*/ 239110 w 451244"/>
                  <a:gd name="connsiteY32" fmla="*/ 157338 h 451240"/>
                  <a:gd name="connsiteX33" fmla="*/ 239698 w 451244"/>
                  <a:gd name="connsiteY33" fmla="*/ 157981 h 451240"/>
                  <a:gd name="connsiteX34" fmla="*/ 320691 w 451244"/>
                  <a:gd name="connsiteY34" fmla="*/ 237201 h 451240"/>
                  <a:gd name="connsiteX35" fmla="*/ 321051 w 451244"/>
                  <a:gd name="connsiteY35" fmla="*/ 262939 h 451240"/>
                  <a:gd name="connsiteX36" fmla="*/ 295309 w 451244"/>
                  <a:gd name="connsiteY36" fmla="*/ 263299 h 451240"/>
                  <a:gd name="connsiteX37" fmla="*/ 225949 w 451244"/>
                  <a:gd name="connsiteY37" fmla="*/ 195459 h 451240"/>
                  <a:gd name="connsiteX38" fmla="*/ 155994 w 451244"/>
                  <a:gd name="connsiteY38" fmla="*/ 263295 h 451240"/>
                  <a:gd name="connsiteX39" fmla="*/ 155994 w 451244"/>
                  <a:gd name="connsiteY39" fmla="*/ 263295 h 45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51244" h="451240">
                    <a:moveTo>
                      <a:pt x="0" y="225622"/>
                    </a:moveTo>
                    <a:lnTo>
                      <a:pt x="0" y="225622"/>
                    </a:lnTo>
                    <a:lnTo>
                      <a:pt x="66" y="225622"/>
                    </a:lnTo>
                    <a:cubicBezTo>
                      <a:pt x="66" y="287961"/>
                      <a:pt x="25301" y="344362"/>
                      <a:pt x="66092" y="385153"/>
                    </a:cubicBezTo>
                    <a:cubicBezTo>
                      <a:pt x="106882" y="425940"/>
                      <a:pt x="163283" y="451175"/>
                      <a:pt x="225615" y="451175"/>
                    </a:cubicBezTo>
                    <a:lnTo>
                      <a:pt x="225615" y="451241"/>
                    </a:lnTo>
                    <a:lnTo>
                      <a:pt x="225619" y="451241"/>
                    </a:lnTo>
                    <a:lnTo>
                      <a:pt x="225622" y="451241"/>
                    </a:lnTo>
                    <a:lnTo>
                      <a:pt x="225622" y="451175"/>
                    </a:lnTo>
                    <a:cubicBezTo>
                      <a:pt x="287954" y="451175"/>
                      <a:pt x="344362" y="425940"/>
                      <a:pt x="385153" y="385149"/>
                    </a:cubicBezTo>
                    <a:cubicBezTo>
                      <a:pt x="425943" y="344359"/>
                      <a:pt x="451179" y="287958"/>
                      <a:pt x="451179" y="225626"/>
                    </a:cubicBezTo>
                    <a:lnTo>
                      <a:pt x="451245" y="225626"/>
                    </a:lnTo>
                    <a:lnTo>
                      <a:pt x="451245" y="225622"/>
                    </a:lnTo>
                    <a:lnTo>
                      <a:pt x="451245" y="225619"/>
                    </a:lnTo>
                    <a:lnTo>
                      <a:pt x="451179" y="225619"/>
                    </a:lnTo>
                    <a:cubicBezTo>
                      <a:pt x="451179" y="163283"/>
                      <a:pt x="425940" y="106882"/>
                      <a:pt x="385153" y="66088"/>
                    </a:cubicBezTo>
                    <a:cubicBezTo>
                      <a:pt x="344359" y="25301"/>
                      <a:pt x="287965" y="66"/>
                      <a:pt x="225630" y="66"/>
                    </a:cubicBezTo>
                    <a:lnTo>
                      <a:pt x="225630" y="0"/>
                    </a:lnTo>
                    <a:lnTo>
                      <a:pt x="225622" y="0"/>
                    </a:lnTo>
                    <a:lnTo>
                      <a:pt x="225622" y="0"/>
                    </a:lnTo>
                    <a:lnTo>
                      <a:pt x="225622" y="66"/>
                    </a:lnTo>
                    <a:cubicBezTo>
                      <a:pt x="163287" y="66"/>
                      <a:pt x="106882" y="25301"/>
                      <a:pt x="66092" y="66092"/>
                    </a:cubicBezTo>
                    <a:cubicBezTo>
                      <a:pt x="25301" y="106882"/>
                      <a:pt x="66" y="163283"/>
                      <a:pt x="66" y="225615"/>
                    </a:cubicBezTo>
                    <a:lnTo>
                      <a:pt x="0" y="225615"/>
                    </a:lnTo>
                    <a:lnTo>
                      <a:pt x="0" y="225622"/>
                    </a:lnTo>
                    <a:lnTo>
                      <a:pt x="0" y="225622"/>
                    </a:lnTo>
                    <a:close/>
                    <a:moveTo>
                      <a:pt x="155994" y="263295"/>
                    </a:moveTo>
                    <a:cubicBezTo>
                      <a:pt x="148789" y="270302"/>
                      <a:pt x="137262" y="270144"/>
                      <a:pt x="130256" y="262935"/>
                    </a:cubicBezTo>
                    <a:cubicBezTo>
                      <a:pt x="123246" y="255731"/>
                      <a:pt x="123407" y="244204"/>
                      <a:pt x="130612" y="237197"/>
                    </a:cubicBezTo>
                    <a:lnTo>
                      <a:pt x="213313" y="157000"/>
                    </a:lnTo>
                    <a:lnTo>
                      <a:pt x="226004" y="170048"/>
                    </a:lnTo>
                    <a:lnTo>
                      <a:pt x="213299" y="156942"/>
                    </a:lnTo>
                    <a:cubicBezTo>
                      <a:pt x="220536" y="149924"/>
                      <a:pt x="232089" y="150104"/>
                      <a:pt x="239110" y="157338"/>
                    </a:cubicBezTo>
                    <a:cubicBezTo>
                      <a:pt x="239312" y="157551"/>
                      <a:pt x="239511" y="157760"/>
                      <a:pt x="239698" y="157981"/>
                    </a:cubicBezTo>
                    <a:lnTo>
                      <a:pt x="320691" y="237201"/>
                    </a:lnTo>
                    <a:cubicBezTo>
                      <a:pt x="327900" y="244207"/>
                      <a:pt x="328058" y="255734"/>
                      <a:pt x="321051" y="262939"/>
                    </a:cubicBezTo>
                    <a:cubicBezTo>
                      <a:pt x="314045" y="270148"/>
                      <a:pt x="302518" y="270305"/>
                      <a:pt x="295309" y="263299"/>
                    </a:cubicBezTo>
                    <a:lnTo>
                      <a:pt x="225949" y="195459"/>
                    </a:lnTo>
                    <a:lnTo>
                      <a:pt x="155994" y="263295"/>
                    </a:lnTo>
                    <a:lnTo>
                      <a:pt x="155994" y="263295"/>
                    </a:lnTo>
                    <a:close/>
                  </a:path>
                </a:pathLst>
              </a:custGeom>
              <a:solidFill>
                <a:schemeClr val="bg1"/>
              </a:solidFill>
              <a:ln w="3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F1A2514-DB18-BCA9-2210-C96FF9E17851}"/>
                </a:ext>
              </a:extLst>
            </p:cNvPr>
            <p:cNvGrpSpPr/>
            <p:nvPr/>
          </p:nvGrpSpPr>
          <p:grpSpPr>
            <a:xfrm>
              <a:off x="9181676" y="6167313"/>
              <a:ext cx="2681724" cy="307777"/>
              <a:chOff x="9181676" y="6167313"/>
              <a:chExt cx="2681724" cy="30777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53AFC9-4F96-057C-7003-9C278E686B98}"/>
                  </a:ext>
                </a:extLst>
              </p:cNvPr>
              <p:cNvSpPr txBox="1"/>
              <p:nvPr/>
            </p:nvSpPr>
            <p:spPr>
              <a:xfrm>
                <a:off x="9601942" y="6167313"/>
                <a:ext cx="2261458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+mj-lt"/>
                  </a:defRPr>
                </a:lvl1pPr>
              </a:lstStyle>
              <a:p>
                <a:r>
                  <a:rPr lang="en-US" sz="1400" dirty="0"/>
                  <a:t>Purchase Phase</a:t>
                </a:r>
              </a:p>
            </p:txBody>
          </p:sp>
          <p:sp>
            <p:nvSpPr>
              <p:cNvPr id="30" name="Graphic 23">
                <a:extLst>
                  <a:ext uri="{FF2B5EF4-FFF2-40B4-BE49-F238E27FC236}">
                    <a16:creationId xmlns:a16="http://schemas.microsoft.com/office/drawing/2014/main" id="{5565F1E6-E34A-D017-2561-602A5383C59B}"/>
                  </a:ext>
                </a:extLst>
              </p:cNvPr>
              <p:cNvSpPr/>
              <p:nvPr/>
            </p:nvSpPr>
            <p:spPr>
              <a:xfrm rot="5400000">
                <a:off x="9181675" y="6205306"/>
                <a:ext cx="231792" cy="231790"/>
              </a:xfrm>
              <a:custGeom>
                <a:avLst/>
                <a:gdLst>
                  <a:gd name="connsiteX0" fmla="*/ 0 w 451244"/>
                  <a:gd name="connsiteY0" fmla="*/ 225622 h 451240"/>
                  <a:gd name="connsiteX1" fmla="*/ 0 w 451244"/>
                  <a:gd name="connsiteY1" fmla="*/ 225622 h 451240"/>
                  <a:gd name="connsiteX2" fmla="*/ 66 w 451244"/>
                  <a:gd name="connsiteY2" fmla="*/ 225622 h 451240"/>
                  <a:gd name="connsiteX3" fmla="*/ 66092 w 451244"/>
                  <a:gd name="connsiteY3" fmla="*/ 385153 h 451240"/>
                  <a:gd name="connsiteX4" fmla="*/ 225615 w 451244"/>
                  <a:gd name="connsiteY4" fmla="*/ 451175 h 451240"/>
                  <a:gd name="connsiteX5" fmla="*/ 225615 w 451244"/>
                  <a:gd name="connsiteY5" fmla="*/ 451241 h 451240"/>
                  <a:gd name="connsiteX6" fmla="*/ 225619 w 451244"/>
                  <a:gd name="connsiteY6" fmla="*/ 451241 h 451240"/>
                  <a:gd name="connsiteX7" fmla="*/ 225622 w 451244"/>
                  <a:gd name="connsiteY7" fmla="*/ 451241 h 451240"/>
                  <a:gd name="connsiteX8" fmla="*/ 225622 w 451244"/>
                  <a:gd name="connsiteY8" fmla="*/ 451175 h 451240"/>
                  <a:gd name="connsiteX9" fmla="*/ 385153 w 451244"/>
                  <a:gd name="connsiteY9" fmla="*/ 385149 h 451240"/>
                  <a:gd name="connsiteX10" fmla="*/ 451179 w 451244"/>
                  <a:gd name="connsiteY10" fmla="*/ 225626 h 451240"/>
                  <a:gd name="connsiteX11" fmla="*/ 451245 w 451244"/>
                  <a:gd name="connsiteY11" fmla="*/ 225626 h 451240"/>
                  <a:gd name="connsiteX12" fmla="*/ 451245 w 451244"/>
                  <a:gd name="connsiteY12" fmla="*/ 225622 h 451240"/>
                  <a:gd name="connsiteX13" fmla="*/ 451245 w 451244"/>
                  <a:gd name="connsiteY13" fmla="*/ 225619 h 451240"/>
                  <a:gd name="connsiteX14" fmla="*/ 451179 w 451244"/>
                  <a:gd name="connsiteY14" fmla="*/ 225619 h 451240"/>
                  <a:gd name="connsiteX15" fmla="*/ 385153 w 451244"/>
                  <a:gd name="connsiteY15" fmla="*/ 66088 h 451240"/>
                  <a:gd name="connsiteX16" fmla="*/ 225630 w 451244"/>
                  <a:gd name="connsiteY16" fmla="*/ 66 h 451240"/>
                  <a:gd name="connsiteX17" fmla="*/ 225630 w 451244"/>
                  <a:gd name="connsiteY17" fmla="*/ 0 h 451240"/>
                  <a:gd name="connsiteX18" fmla="*/ 225622 w 451244"/>
                  <a:gd name="connsiteY18" fmla="*/ 0 h 451240"/>
                  <a:gd name="connsiteX19" fmla="*/ 225622 w 451244"/>
                  <a:gd name="connsiteY19" fmla="*/ 0 h 451240"/>
                  <a:gd name="connsiteX20" fmla="*/ 225622 w 451244"/>
                  <a:gd name="connsiteY20" fmla="*/ 66 h 451240"/>
                  <a:gd name="connsiteX21" fmla="*/ 66092 w 451244"/>
                  <a:gd name="connsiteY21" fmla="*/ 66092 h 451240"/>
                  <a:gd name="connsiteX22" fmla="*/ 66 w 451244"/>
                  <a:gd name="connsiteY22" fmla="*/ 225615 h 451240"/>
                  <a:gd name="connsiteX23" fmla="*/ 0 w 451244"/>
                  <a:gd name="connsiteY23" fmla="*/ 225615 h 451240"/>
                  <a:gd name="connsiteX24" fmla="*/ 0 w 451244"/>
                  <a:gd name="connsiteY24" fmla="*/ 225622 h 451240"/>
                  <a:gd name="connsiteX25" fmla="*/ 0 w 451244"/>
                  <a:gd name="connsiteY25" fmla="*/ 225622 h 451240"/>
                  <a:gd name="connsiteX26" fmla="*/ 155994 w 451244"/>
                  <a:gd name="connsiteY26" fmla="*/ 263295 h 451240"/>
                  <a:gd name="connsiteX27" fmla="*/ 130256 w 451244"/>
                  <a:gd name="connsiteY27" fmla="*/ 262935 h 451240"/>
                  <a:gd name="connsiteX28" fmla="*/ 130612 w 451244"/>
                  <a:gd name="connsiteY28" fmla="*/ 237197 h 451240"/>
                  <a:gd name="connsiteX29" fmla="*/ 213313 w 451244"/>
                  <a:gd name="connsiteY29" fmla="*/ 157000 h 451240"/>
                  <a:gd name="connsiteX30" fmla="*/ 226004 w 451244"/>
                  <a:gd name="connsiteY30" fmla="*/ 170048 h 451240"/>
                  <a:gd name="connsiteX31" fmla="*/ 213299 w 451244"/>
                  <a:gd name="connsiteY31" fmla="*/ 156942 h 451240"/>
                  <a:gd name="connsiteX32" fmla="*/ 239110 w 451244"/>
                  <a:gd name="connsiteY32" fmla="*/ 157338 h 451240"/>
                  <a:gd name="connsiteX33" fmla="*/ 239698 w 451244"/>
                  <a:gd name="connsiteY33" fmla="*/ 157981 h 451240"/>
                  <a:gd name="connsiteX34" fmla="*/ 320691 w 451244"/>
                  <a:gd name="connsiteY34" fmla="*/ 237201 h 451240"/>
                  <a:gd name="connsiteX35" fmla="*/ 321051 w 451244"/>
                  <a:gd name="connsiteY35" fmla="*/ 262939 h 451240"/>
                  <a:gd name="connsiteX36" fmla="*/ 295309 w 451244"/>
                  <a:gd name="connsiteY36" fmla="*/ 263299 h 451240"/>
                  <a:gd name="connsiteX37" fmla="*/ 225949 w 451244"/>
                  <a:gd name="connsiteY37" fmla="*/ 195459 h 451240"/>
                  <a:gd name="connsiteX38" fmla="*/ 155994 w 451244"/>
                  <a:gd name="connsiteY38" fmla="*/ 263295 h 451240"/>
                  <a:gd name="connsiteX39" fmla="*/ 155994 w 451244"/>
                  <a:gd name="connsiteY39" fmla="*/ 263295 h 45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51244" h="451240">
                    <a:moveTo>
                      <a:pt x="0" y="225622"/>
                    </a:moveTo>
                    <a:lnTo>
                      <a:pt x="0" y="225622"/>
                    </a:lnTo>
                    <a:lnTo>
                      <a:pt x="66" y="225622"/>
                    </a:lnTo>
                    <a:cubicBezTo>
                      <a:pt x="66" y="287961"/>
                      <a:pt x="25301" y="344362"/>
                      <a:pt x="66092" y="385153"/>
                    </a:cubicBezTo>
                    <a:cubicBezTo>
                      <a:pt x="106882" y="425940"/>
                      <a:pt x="163283" y="451175"/>
                      <a:pt x="225615" y="451175"/>
                    </a:cubicBezTo>
                    <a:lnTo>
                      <a:pt x="225615" y="451241"/>
                    </a:lnTo>
                    <a:lnTo>
                      <a:pt x="225619" y="451241"/>
                    </a:lnTo>
                    <a:lnTo>
                      <a:pt x="225622" y="451241"/>
                    </a:lnTo>
                    <a:lnTo>
                      <a:pt x="225622" y="451175"/>
                    </a:lnTo>
                    <a:cubicBezTo>
                      <a:pt x="287954" y="451175"/>
                      <a:pt x="344362" y="425940"/>
                      <a:pt x="385153" y="385149"/>
                    </a:cubicBezTo>
                    <a:cubicBezTo>
                      <a:pt x="425943" y="344359"/>
                      <a:pt x="451179" y="287958"/>
                      <a:pt x="451179" y="225626"/>
                    </a:cubicBezTo>
                    <a:lnTo>
                      <a:pt x="451245" y="225626"/>
                    </a:lnTo>
                    <a:lnTo>
                      <a:pt x="451245" y="225622"/>
                    </a:lnTo>
                    <a:lnTo>
                      <a:pt x="451245" y="225619"/>
                    </a:lnTo>
                    <a:lnTo>
                      <a:pt x="451179" y="225619"/>
                    </a:lnTo>
                    <a:cubicBezTo>
                      <a:pt x="451179" y="163283"/>
                      <a:pt x="425940" y="106882"/>
                      <a:pt x="385153" y="66088"/>
                    </a:cubicBezTo>
                    <a:cubicBezTo>
                      <a:pt x="344359" y="25301"/>
                      <a:pt x="287965" y="66"/>
                      <a:pt x="225630" y="66"/>
                    </a:cubicBezTo>
                    <a:lnTo>
                      <a:pt x="225630" y="0"/>
                    </a:lnTo>
                    <a:lnTo>
                      <a:pt x="225622" y="0"/>
                    </a:lnTo>
                    <a:lnTo>
                      <a:pt x="225622" y="0"/>
                    </a:lnTo>
                    <a:lnTo>
                      <a:pt x="225622" y="66"/>
                    </a:lnTo>
                    <a:cubicBezTo>
                      <a:pt x="163287" y="66"/>
                      <a:pt x="106882" y="25301"/>
                      <a:pt x="66092" y="66092"/>
                    </a:cubicBezTo>
                    <a:cubicBezTo>
                      <a:pt x="25301" y="106882"/>
                      <a:pt x="66" y="163283"/>
                      <a:pt x="66" y="225615"/>
                    </a:cubicBezTo>
                    <a:lnTo>
                      <a:pt x="0" y="225615"/>
                    </a:lnTo>
                    <a:lnTo>
                      <a:pt x="0" y="225622"/>
                    </a:lnTo>
                    <a:lnTo>
                      <a:pt x="0" y="225622"/>
                    </a:lnTo>
                    <a:close/>
                    <a:moveTo>
                      <a:pt x="155994" y="263295"/>
                    </a:moveTo>
                    <a:cubicBezTo>
                      <a:pt x="148789" y="270302"/>
                      <a:pt x="137262" y="270144"/>
                      <a:pt x="130256" y="262935"/>
                    </a:cubicBezTo>
                    <a:cubicBezTo>
                      <a:pt x="123246" y="255731"/>
                      <a:pt x="123407" y="244204"/>
                      <a:pt x="130612" y="237197"/>
                    </a:cubicBezTo>
                    <a:lnTo>
                      <a:pt x="213313" y="157000"/>
                    </a:lnTo>
                    <a:lnTo>
                      <a:pt x="226004" y="170048"/>
                    </a:lnTo>
                    <a:lnTo>
                      <a:pt x="213299" y="156942"/>
                    </a:lnTo>
                    <a:cubicBezTo>
                      <a:pt x="220536" y="149924"/>
                      <a:pt x="232089" y="150104"/>
                      <a:pt x="239110" y="157338"/>
                    </a:cubicBezTo>
                    <a:cubicBezTo>
                      <a:pt x="239312" y="157551"/>
                      <a:pt x="239511" y="157760"/>
                      <a:pt x="239698" y="157981"/>
                    </a:cubicBezTo>
                    <a:lnTo>
                      <a:pt x="320691" y="237201"/>
                    </a:lnTo>
                    <a:cubicBezTo>
                      <a:pt x="327900" y="244207"/>
                      <a:pt x="328058" y="255734"/>
                      <a:pt x="321051" y="262939"/>
                    </a:cubicBezTo>
                    <a:cubicBezTo>
                      <a:pt x="314045" y="270148"/>
                      <a:pt x="302518" y="270305"/>
                      <a:pt x="295309" y="263299"/>
                    </a:cubicBezTo>
                    <a:lnTo>
                      <a:pt x="225949" y="195459"/>
                    </a:lnTo>
                    <a:lnTo>
                      <a:pt x="155994" y="263295"/>
                    </a:lnTo>
                    <a:lnTo>
                      <a:pt x="155994" y="263295"/>
                    </a:lnTo>
                    <a:close/>
                  </a:path>
                </a:pathLst>
              </a:custGeom>
              <a:solidFill>
                <a:schemeClr val="bg1"/>
              </a:solidFill>
              <a:ln w="3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12627-2010-98DE-3822-687B22CEDA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67642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8E0063-E9C8-1D28-5B4A-9BE89CA03E44}"/>
              </a:ext>
            </a:extLst>
          </p:cNvPr>
          <p:cNvSpPr/>
          <p:nvPr/>
        </p:nvSpPr>
        <p:spPr>
          <a:xfrm>
            <a:off x="6641266" y="1428709"/>
            <a:ext cx="4864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Don’t Be Afraid To Give Up </a:t>
            </a:r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</a:t>
            </a:r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255DC5-A67E-3FE7-7179-93AAF24C44C0}"/>
              </a:ext>
            </a:extLst>
          </p:cNvPr>
          <p:cNvSpPr/>
          <p:nvPr/>
        </p:nvSpPr>
        <p:spPr>
          <a:xfrm>
            <a:off x="6641266" y="4257625"/>
            <a:ext cx="4864933" cy="117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spcBef>
                <a:spcPts val="80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consectetuer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ligula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eget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dolor.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Cum sociis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natoque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penatibus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 parturient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montes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nascetur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ridiculus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mus. Donec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quam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felis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ultricies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nec,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pellentesque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eu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pretium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AC3EFD-0A34-E0C2-D708-6C0483DC129B}"/>
              </a:ext>
            </a:extLst>
          </p:cNvPr>
          <p:cNvSpPr/>
          <p:nvPr/>
        </p:nvSpPr>
        <p:spPr>
          <a:xfrm>
            <a:off x="9343653" y="3864279"/>
            <a:ext cx="216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Insert T</a:t>
            </a:r>
            <a:r>
              <a:rPr lang="id-ID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e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xt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C9092-ACEB-0CBD-4AA8-02A2343DCE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A4987F0-B54F-3A83-79DE-5CE0C3F8BD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07024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8365E-DC01-D24E-BA03-95C805F79FEF}"/>
              </a:ext>
            </a:extLst>
          </p:cNvPr>
          <p:cNvSpPr txBox="1"/>
          <p:nvPr/>
        </p:nvSpPr>
        <p:spPr>
          <a:xfrm>
            <a:off x="1079331" y="5121562"/>
            <a:ext cx="238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800"/>
              <a:t>Clickstream Analysis</a:t>
            </a:r>
            <a:endParaRPr lang="id-ID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23762-8D71-D427-E0AF-B7DF5D76CDE5}"/>
              </a:ext>
            </a:extLst>
          </p:cNvPr>
          <p:cNvSpPr txBox="1"/>
          <p:nvPr/>
        </p:nvSpPr>
        <p:spPr>
          <a:xfrm>
            <a:off x="698500" y="5558171"/>
            <a:ext cx="2747611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d-ID" dirty="0">
                <a:solidFill>
                  <a:schemeClr val="bg1"/>
                </a:solidFill>
              </a:rPr>
              <a:t>Lorem ipsum dolor sit amet, consectetur adipiscing elit. Aliquam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20B51DCD-634F-8136-AF62-7FA033E50447}"/>
              </a:ext>
            </a:extLst>
          </p:cNvPr>
          <p:cNvSpPr/>
          <p:nvPr/>
        </p:nvSpPr>
        <p:spPr>
          <a:xfrm rot="5400000">
            <a:off x="698499" y="5190333"/>
            <a:ext cx="231792" cy="231790"/>
          </a:xfrm>
          <a:custGeom>
            <a:avLst/>
            <a:gdLst>
              <a:gd name="connsiteX0" fmla="*/ 0 w 451244"/>
              <a:gd name="connsiteY0" fmla="*/ 225622 h 451240"/>
              <a:gd name="connsiteX1" fmla="*/ 0 w 451244"/>
              <a:gd name="connsiteY1" fmla="*/ 225622 h 451240"/>
              <a:gd name="connsiteX2" fmla="*/ 66 w 451244"/>
              <a:gd name="connsiteY2" fmla="*/ 225622 h 451240"/>
              <a:gd name="connsiteX3" fmla="*/ 66092 w 451244"/>
              <a:gd name="connsiteY3" fmla="*/ 385153 h 451240"/>
              <a:gd name="connsiteX4" fmla="*/ 225615 w 451244"/>
              <a:gd name="connsiteY4" fmla="*/ 451175 h 451240"/>
              <a:gd name="connsiteX5" fmla="*/ 225615 w 451244"/>
              <a:gd name="connsiteY5" fmla="*/ 451241 h 451240"/>
              <a:gd name="connsiteX6" fmla="*/ 225619 w 451244"/>
              <a:gd name="connsiteY6" fmla="*/ 451241 h 451240"/>
              <a:gd name="connsiteX7" fmla="*/ 225622 w 451244"/>
              <a:gd name="connsiteY7" fmla="*/ 451241 h 451240"/>
              <a:gd name="connsiteX8" fmla="*/ 225622 w 451244"/>
              <a:gd name="connsiteY8" fmla="*/ 451175 h 451240"/>
              <a:gd name="connsiteX9" fmla="*/ 385153 w 451244"/>
              <a:gd name="connsiteY9" fmla="*/ 385149 h 451240"/>
              <a:gd name="connsiteX10" fmla="*/ 451179 w 451244"/>
              <a:gd name="connsiteY10" fmla="*/ 225626 h 451240"/>
              <a:gd name="connsiteX11" fmla="*/ 451245 w 451244"/>
              <a:gd name="connsiteY11" fmla="*/ 225626 h 451240"/>
              <a:gd name="connsiteX12" fmla="*/ 451245 w 451244"/>
              <a:gd name="connsiteY12" fmla="*/ 225622 h 451240"/>
              <a:gd name="connsiteX13" fmla="*/ 451245 w 451244"/>
              <a:gd name="connsiteY13" fmla="*/ 225619 h 451240"/>
              <a:gd name="connsiteX14" fmla="*/ 451179 w 451244"/>
              <a:gd name="connsiteY14" fmla="*/ 225619 h 451240"/>
              <a:gd name="connsiteX15" fmla="*/ 385153 w 451244"/>
              <a:gd name="connsiteY15" fmla="*/ 66088 h 451240"/>
              <a:gd name="connsiteX16" fmla="*/ 225630 w 451244"/>
              <a:gd name="connsiteY16" fmla="*/ 66 h 451240"/>
              <a:gd name="connsiteX17" fmla="*/ 225630 w 451244"/>
              <a:gd name="connsiteY17" fmla="*/ 0 h 451240"/>
              <a:gd name="connsiteX18" fmla="*/ 225622 w 451244"/>
              <a:gd name="connsiteY18" fmla="*/ 0 h 451240"/>
              <a:gd name="connsiteX19" fmla="*/ 225622 w 451244"/>
              <a:gd name="connsiteY19" fmla="*/ 0 h 451240"/>
              <a:gd name="connsiteX20" fmla="*/ 225622 w 451244"/>
              <a:gd name="connsiteY20" fmla="*/ 66 h 451240"/>
              <a:gd name="connsiteX21" fmla="*/ 66092 w 451244"/>
              <a:gd name="connsiteY21" fmla="*/ 66092 h 451240"/>
              <a:gd name="connsiteX22" fmla="*/ 66 w 451244"/>
              <a:gd name="connsiteY22" fmla="*/ 225615 h 451240"/>
              <a:gd name="connsiteX23" fmla="*/ 0 w 451244"/>
              <a:gd name="connsiteY23" fmla="*/ 225615 h 451240"/>
              <a:gd name="connsiteX24" fmla="*/ 0 w 451244"/>
              <a:gd name="connsiteY24" fmla="*/ 225622 h 451240"/>
              <a:gd name="connsiteX25" fmla="*/ 0 w 451244"/>
              <a:gd name="connsiteY25" fmla="*/ 225622 h 451240"/>
              <a:gd name="connsiteX26" fmla="*/ 155994 w 451244"/>
              <a:gd name="connsiteY26" fmla="*/ 263295 h 451240"/>
              <a:gd name="connsiteX27" fmla="*/ 130256 w 451244"/>
              <a:gd name="connsiteY27" fmla="*/ 262935 h 451240"/>
              <a:gd name="connsiteX28" fmla="*/ 130612 w 451244"/>
              <a:gd name="connsiteY28" fmla="*/ 237197 h 451240"/>
              <a:gd name="connsiteX29" fmla="*/ 213313 w 451244"/>
              <a:gd name="connsiteY29" fmla="*/ 157000 h 451240"/>
              <a:gd name="connsiteX30" fmla="*/ 226004 w 451244"/>
              <a:gd name="connsiteY30" fmla="*/ 170048 h 451240"/>
              <a:gd name="connsiteX31" fmla="*/ 213299 w 451244"/>
              <a:gd name="connsiteY31" fmla="*/ 156942 h 451240"/>
              <a:gd name="connsiteX32" fmla="*/ 239110 w 451244"/>
              <a:gd name="connsiteY32" fmla="*/ 157338 h 451240"/>
              <a:gd name="connsiteX33" fmla="*/ 239698 w 451244"/>
              <a:gd name="connsiteY33" fmla="*/ 157981 h 451240"/>
              <a:gd name="connsiteX34" fmla="*/ 320691 w 451244"/>
              <a:gd name="connsiteY34" fmla="*/ 237201 h 451240"/>
              <a:gd name="connsiteX35" fmla="*/ 321051 w 451244"/>
              <a:gd name="connsiteY35" fmla="*/ 262939 h 451240"/>
              <a:gd name="connsiteX36" fmla="*/ 295309 w 451244"/>
              <a:gd name="connsiteY36" fmla="*/ 263299 h 451240"/>
              <a:gd name="connsiteX37" fmla="*/ 225949 w 451244"/>
              <a:gd name="connsiteY37" fmla="*/ 195459 h 451240"/>
              <a:gd name="connsiteX38" fmla="*/ 155994 w 451244"/>
              <a:gd name="connsiteY38" fmla="*/ 263295 h 451240"/>
              <a:gd name="connsiteX39" fmla="*/ 155994 w 451244"/>
              <a:gd name="connsiteY39" fmla="*/ 263295 h 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51244" h="451240">
                <a:moveTo>
                  <a:pt x="0" y="225622"/>
                </a:moveTo>
                <a:lnTo>
                  <a:pt x="0" y="225622"/>
                </a:lnTo>
                <a:lnTo>
                  <a:pt x="66" y="225622"/>
                </a:lnTo>
                <a:cubicBezTo>
                  <a:pt x="66" y="287961"/>
                  <a:pt x="25301" y="344362"/>
                  <a:pt x="66092" y="385153"/>
                </a:cubicBezTo>
                <a:cubicBezTo>
                  <a:pt x="106882" y="425940"/>
                  <a:pt x="163283" y="451175"/>
                  <a:pt x="225615" y="451175"/>
                </a:cubicBezTo>
                <a:lnTo>
                  <a:pt x="225615" y="451241"/>
                </a:lnTo>
                <a:lnTo>
                  <a:pt x="225619" y="451241"/>
                </a:lnTo>
                <a:lnTo>
                  <a:pt x="225622" y="451241"/>
                </a:lnTo>
                <a:lnTo>
                  <a:pt x="225622" y="451175"/>
                </a:lnTo>
                <a:cubicBezTo>
                  <a:pt x="287954" y="451175"/>
                  <a:pt x="344362" y="425940"/>
                  <a:pt x="385153" y="385149"/>
                </a:cubicBezTo>
                <a:cubicBezTo>
                  <a:pt x="425943" y="344359"/>
                  <a:pt x="451179" y="287958"/>
                  <a:pt x="451179" y="225626"/>
                </a:cubicBezTo>
                <a:lnTo>
                  <a:pt x="451245" y="225626"/>
                </a:lnTo>
                <a:lnTo>
                  <a:pt x="451245" y="225622"/>
                </a:lnTo>
                <a:lnTo>
                  <a:pt x="451245" y="225619"/>
                </a:lnTo>
                <a:lnTo>
                  <a:pt x="451179" y="225619"/>
                </a:lnTo>
                <a:cubicBezTo>
                  <a:pt x="451179" y="163283"/>
                  <a:pt x="425940" y="106882"/>
                  <a:pt x="385153" y="66088"/>
                </a:cubicBezTo>
                <a:cubicBezTo>
                  <a:pt x="344359" y="25301"/>
                  <a:pt x="287965" y="66"/>
                  <a:pt x="225630" y="66"/>
                </a:cubicBezTo>
                <a:lnTo>
                  <a:pt x="225630" y="0"/>
                </a:lnTo>
                <a:lnTo>
                  <a:pt x="225622" y="0"/>
                </a:lnTo>
                <a:lnTo>
                  <a:pt x="225622" y="0"/>
                </a:lnTo>
                <a:lnTo>
                  <a:pt x="225622" y="66"/>
                </a:lnTo>
                <a:cubicBezTo>
                  <a:pt x="163287" y="66"/>
                  <a:pt x="106882" y="25301"/>
                  <a:pt x="66092" y="66092"/>
                </a:cubicBezTo>
                <a:cubicBezTo>
                  <a:pt x="25301" y="106882"/>
                  <a:pt x="66" y="163283"/>
                  <a:pt x="66" y="225615"/>
                </a:cubicBezTo>
                <a:lnTo>
                  <a:pt x="0" y="225615"/>
                </a:lnTo>
                <a:lnTo>
                  <a:pt x="0" y="225622"/>
                </a:lnTo>
                <a:lnTo>
                  <a:pt x="0" y="225622"/>
                </a:lnTo>
                <a:close/>
                <a:moveTo>
                  <a:pt x="155994" y="263295"/>
                </a:moveTo>
                <a:cubicBezTo>
                  <a:pt x="148789" y="270302"/>
                  <a:pt x="137262" y="270144"/>
                  <a:pt x="130256" y="262935"/>
                </a:cubicBezTo>
                <a:cubicBezTo>
                  <a:pt x="123246" y="255731"/>
                  <a:pt x="123407" y="244204"/>
                  <a:pt x="130612" y="237197"/>
                </a:cubicBezTo>
                <a:lnTo>
                  <a:pt x="213313" y="157000"/>
                </a:lnTo>
                <a:lnTo>
                  <a:pt x="226004" y="170048"/>
                </a:lnTo>
                <a:lnTo>
                  <a:pt x="213299" y="156942"/>
                </a:lnTo>
                <a:cubicBezTo>
                  <a:pt x="220536" y="149924"/>
                  <a:pt x="232089" y="150104"/>
                  <a:pt x="239110" y="157338"/>
                </a:cubicBezTo>
                <a:cubicBezTo>
                  <a:pt x="239312" y="157551"/>
                  <a:pt x="239511" y="157760"/>
                  <a:pt x="239698" y="157981"/>
                </a:cubicBezTo>
                <a:lnTo>
                  <a:pt x="320691" y="237201"/>
                </a:lnTo>
                <a:cubicBezTo>
                  <a:pt x="327900" y="244207"/>
                  <a:pt x="328058" y="255734"/>
                  <a:pt x="321051" y="262939"/>
                </a:cubicBezTo>
                <a:cubicBezTo>
                  <a:pt x="314045" y="270148"/>
                  <a:pt x="302518" y="270305"/>
                  <a:pt x="295309" y="263299"/>
                </a:cubicBezTo>
                <a:lnTo>
                  <a:pt x="225949" y="195459"/>
                </a:lnTo>
                <a:lnTo>
                  <a:pt x="155994" y="263295"/>
                </a:lnTo>
                <a:lnTo>
                  <a:pt x="155994" y="263295"/>
                </a:lnTo>
                <a:close/>
              </a:path>
            </a:pathLst>
          </a:custGeom>
          <a:solidFill>
            <a:schemeClr val="bg1"/>
          </a:solidFill>
          <a:ln w="3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A5E02-DDA7-59E7-71C8-0501C445FF3E}"/>
              </a:ext>
            </a:extLst>
          </p:cNvPr>
          <p:cNvSpPr txBox="1"/>
          <p:nvPr/>
        </p:nvSpPr>
        <p:spPr>
          <a:xfrm>
            <a:off x="9639439" y="5560960"/>
            <a:ext cx="2361258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d-ID" dirty="0">
                <a:solidFill>
                  <a:schemeClr val="bg1"/>
                </a:solidFill>
              </a:rPr>
              <a:t>Lorem ipsum dolor sit amet, consectetur adipiscing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68443-64B3-38B8-1CFD-E07F6CE3815E}"/>
              </a:ext>
            </a:extLst>
          </p:cNvPr>
          <p:cNvSpPr txBox="1"/>
          <p:nvPr/>
        </p:nvSpPr>
        <p:spPr>
          <a:xfrm>
            <a:off x="9639438" y="5121562"/>
            <a:ext cx="137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800" dirty="0"/>
              <a:t>Efficiency</a:t>
            </a:r>
            <a:endParaRPr lang="id-ID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168CE-3E61-004A-9452-A3D9F6F281DD}"/>
              </a:ext>
            </a:extLst>
          </p:cNvPr>
          <p:cNvSpPr txBox="1"/>
          <p:nvPr/>
        </p:nvSpPr>
        <p:spPr>
          <a:xfrm>
            <a:off x="4122256" y="5121562"/>
            <a:ext cx="194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800"/>
              <a:t>Funnel Drop-off</a:t>
            </a:r>
            <a:endParaRPr lang="id-ID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98264B-4CCA-9F65-D308-87F98D67E536}"/>
              </a:ext>
            </a:extLst>
          </p:cNvPr>
          <p:cNvSpPr txBox="1"/>
          <p:nvPr/>
        </p:nvSpPr>
        <p:spPr>
          <a:xfrm>
            <a:off x="3741424" y="5558171"/>
            <a:ext cx="2747611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d-ID" dirty="0">
                <a:solidFill>
                  <a:schemeClr val="bg1"/>
                </a:solidFill>
              </a:rPr>
              <a:t>Lorem ipsum dolor sit amet, consectetur adipiscing elit. Aliquam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16" name="Graphic 23">
            <a:extLst>
              <a:ext uri="{FF2B5EF4-FFF2-40B4-BE49-F238E27FC236}">
                <a16:creationId xmlns:a16="http://schemas.microsoft.com/office/drawing/2014/main" id="{4B1624FB-18FD-E488-BC62-582A602B6BBC}"/>
              </a:ext>
            </a:extLst>
          </p:cNvPr>
          <p:cNvSpPr/>
          <p:nvPr/>
        </p:nvSpPr>
        <p:spPr>
          <a:xfrm rot="5400000">
            <a:off x="3741423" y="5190333"/>
            <a:ext cx="231792" cy="231790"/>
          </a:xfrm>
          <a:custGeom>
            <a:avLst/>
            <a:gdLst>
              <a:gd name="connsiteX0" fmla="*/ 0 w 451244"/>
              <a:gd name="connsiteY0" fmla="*/ 225622 h 451240"/>
              <a:gd name="connsiteX1" fmla="*/ 0 w 451244"/>
              <a:gd name="connsiteY1" fmla="*/ 225622 h 451240"/>
              <a:gd name="connsiteX2" fmla="*/ 66 w 451244"/>
              <a:gd name="connsiteY2" fmla="*/ 225622 h 451240"/>
              <a:gd name="connsiteX3" fmla="*/ 66092 w 451244"/>
              <a:gd name="connsiteY3" fmla="*/ 385153 h 451240"/>
              <a:gd name="connsiteX4" fmla="*/ 225615 w 451244"/>
              <a:gd name="connsiteY4" fmla="*/ 451175 h 451240"/>
              <a:gd name="connsiteX5" fmla="*/ 225615 w 451244"/>
              <a:gd name="connsiteY5" fmla="*/ 451241 h 451240"/>
              <a:gd name="connsiteX6" fmla="*/ 225619 w 451244"/>
              <a:gd name="connsiteY6" fmla="*/ 451241 h 451240"/>
              <a:gd name="connsiteX7" fmla="*/ 225622 w 451244"/>
              <a:gd name="connsiteY7" fmla="*/ 451241 h 451240"/>
              <a:gd name="connsiteX8" fmla="*/ 225622 w 451244"/>
              <a:gd name="connsiteY8" fmla="*/ 451175 h 451240"/>
              <a:gd name="connsiteX9" fmla="*/ 385153 w 451244"/>
              <a:gd name="connsiteY9" fmla="*/ 385149 h 451240"/>
              <a:gd name="connsiteX10" fmla="*/ 451179 w 451244"/>
              <a:gd name="connsiteY10" fmla="*/ 225626 h 451240"/>
              <a:gd name="connsiteX11" fmla="*/ 451245 w 451244"/>
              <a:gd name="connsiteY11" fmla="*/ 225626 h 451240"/>
              <a:gd name="connsiteX12" fmla="*/ 451245 w 451244"/>
              <a:gd name="connsiteY12" fmla="*/ 225622 h 451240"/>
              <a:gd name="connsiteX13" fmla="*/ 451245 w 451244"/>
              <a:gd name="connsiteY13" fmla="*/ 225619 h 451240"/>
              <a:gd name="connsiteX14" fmla="*/ 451179 w 451244"/>
              <a:gd name="connsiteY14" fmla="*/ 225619 h 451240"/>
              <a:gd name="connsiteX15" fmla="*/ 385153 w 451244"/>
              <a:gd name="connsiteY15" fmla="*/ 66088 h 451240"/>
              <a:gd name="connsiteX16" fmla="*/ 225630 w 451244"/>
              <a:gd name="connsiteY16" fmla="*/ 66 h 451240"/>
              <a:gd name="connsiteX17" fmla="*/ 225630 w 451244"/>
              <a:gd name="connsiteY17" fmla="*/ 0 h 451240"/>
              <a:gd name="connsiteX18" fmla="*/ 225622 w 451244"/>
              <a:gd name="connsiteY18" fmla="*/ 0 h 451240"/>
              <a:gd name="connsiteX19" fmla="*/ 225622 w 451244"/>
              <a:gd name="connsiteY19" fmla="*/ 0 h 451240"/>
              <a:gd name="connsiteX20" fmla="*/ 225622 w 451244"/>
              <a:gd name="connsiteY20" fmla="*/ 66 h 451240"/>
              <a:gd name="connsiteX21" fmla="*/ 66092 w 451244"/>
              <a:gd name="connsiteY21" fmla="*/ 66092 h 451240"/>
              <a:gd name="connsiteX22" fmla="*/ 66 w 451244"/>
              <a:gd name="connsiteY22" fmla="*/ 225615 h 451240"/>
              <a:gd name="connsiteX23" fmla="*/ 0 w 451244"/>
              <a:gd name="connsiteY23" fmla="*/ 225615 h 451240"/>
              <a:gd name="connsiteX24" fmla="*/ 0 w 451244"/>
              <a:gd name="connsiteY24" fmla="*/ 225622 h 451240"/>
              <a:gd name="connsiteX25" fmla="*/ 0 w 451244"/>
              <a:gd name="connsiteY25" fmla="*/ 225622 h 451240"/>
              <a:gd name="connsiteX26" fmla="*/ 155994 w 451244"/>
              <a:gd name="connsiteY26" fmla="*/ 263295 h 451240"/>
              <a:gd name="connsiteX27" fmla="*/ 130256 w 451244"/>
              <a:gd name="connsiteY27" fmla="*/ 262935 h 451240"/>
              <a:gd name="connsiteX28" fmla="*/ 130612 w 451244"/>
              <a:gd name="connsiteY28" fmla="*/ 237197 h 451240"/>
              <a:gd name="connsiteX29" fmla="*/ 213313 w 451244"/>
              <a:gd name="connsiteY29" fmla="*/ 157000 h 451240"/>
              <a:gd name="connsiteX30" fmla="*/ 226004 w 451244"/>
              <a:gd name="connsiteY30" fmla="*/ 170048 h 451240"/>
              <a:gd name="connsiteX31" fmla="*/ 213299 w 451244"/>
              <a:gd name="connsiteY31" fmla="*/ 156942 h 451240"/>
              <a:gd name="connsiteX32" fmla="*/ 239110 w 451244"/>
              <a:gd name="connsiteY32" fmla="*/ 157338 h 451240"/>
              <a:gd name="connsiteX33" fmla="*/ 239698 w 451244"/>
              <a:gd name="connsiteY33" fmla="*/ 157981 h 451240"/>
              <a:gd name="connsiteX34" fmla="*/ 320691 w 451244"/>
              <a:gd name="connsiteY34" fmla="*/ 237201 h 451240"/>
              <a:gd name="connsiteX35" fmla="*/ 321051 w 451244"/>
              <a:gd name="connsiteY35" fmla="*/ 262939 h 451240"/>
              <a:gd name="connsiteX36" fmla="*/ 295309 w 451244"/>
              <a:gd name="connsiteY36" fmla="*/ 263299 h 451240"/>
              <a:gd name="connsiteX37" fmla="*/ 225949 w 451244"/>
              <a:gd name="connsiteY37" fmla="*/ 195459 h 451240"/>
              <a:gd name="connsiteX38" fmla="*/ 155994 w 451244"/>
              <a:gd name="connsiteY38" fmla="*/ 263295 h 451240"/>
              <a:gd name="connsiteX39" fmla="*/ 155994 w 451244"/>
              <a:gd name="connsiteY39" fmla="*/ 263295 h 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51244" h="451240">
                <a:moveTo>
                  <a:pt x="0" y="225622"/>
                </a:moveTo>
                <a:lnTo>
                  <a:pt x="0" y="225622"/>
                </a:lnTo>
                <a:lnTo>
                  <a:pt x="66" y="225622"/>
                </a:lnTo>
                <a:cubicBezTo>
                  <a:pt x="66" y="287961"/>
                  <a:pt x="25301" y="344362"/>
                  <a:pt x="66092" y="385153"/>
                </a:cubicBezTo>
                <a:cubicBezTo>
                  <a:pt x="106882" y="425940"/>
                  <a:pt x="163283" y="451175"/>
                  <a:pt x="225615" y="451175"/>
                </a:cubicBezTo>
                <a:lnTo>
                  <a:pt x="225615" y="451241"/>
                </a:lnTo>
                <a:lnTo>
                  <a:pt x="225619" y="451241"/>
                </a:lnTo>
                <a:lnTo>
                  <a:pt x="225622" y="451241"/>
                </a:lnTo>
                <a:lnTo>
                  <a:pt x="225622" y="451175"/>
                </a:lnTo>
                <a:cubicBezTo>
                  <a:pt x="287954" y="451175"/>
                  <a:pt x="344362" y="425940"/>
                  <a:pt x="385153" y="385149"/>
                </a:cubicBezTo>
                <a:cubicBezTo>
                  <a:pt x="425943" y="344359"/>
                  <a:pt x="451179" y="287958"/>
                  <a:pt x="451179" y="225626"/>
                </a:cubicBezTo>
                <a:lnTo>
                  <a:pt x="451245" y="225626"/>
                </a:lnTo>
                <a:lnTo>
                  <a:pt x="451245" y="225622"/>
                </a:lnTo>
                <a:lnTo>
                  <a:pt x="451245" y="225619"/>
                </a:lnTo>
                <a:lnTo>
                  <a:pt x="451179" y="225619"/>
                </a:lnTo>
                <a:cubicBezTo>
                  <a:pt x="451179" y="163283"/>
                  <a:pt x="425940" y="106882"/>
                  <a:pt x="385153" y="66088"/>
                </a:cubicBezTo>
                <a:cubicBezTo>
                  <a:pt x="344359" y="25301"/>
                  <a:pt x="287965" y="66"/>
                  <a:pt x="225630" y="66"/>
                </a:cubicBezTo>
                <a:lnTo>
                  <a:pt x="225630" y="0"/>
                </a:lnTo>
                <a:lnTo>
                  <a:pt x="225622" y="0"/>
                </a:lnTo>
                <a:lnTo>
                  <a:pt x="225622" y="0"/>
                </a:lnTo>
                <a:lnTo>
                  <a:pt x="225622" y="66"/>
                </a:lnTo>
                <a:cubicBezTo>
                  <a:pt x="163287" y="66"/>
                  <a:pt x="106882" y="25301"/>
                  <a:pt x="66092" y="66092"/>
                </a:cubicBezTo>
                <a:cubicBezTo>
                  <a:pt x="25301" y="106882"/>
                  <a:pt x="66" y="163283"/>
                  <a:pt x="66" y="225615"/>
                </a:cubicBezTo>
                <a:lnTo>
                  <a:pt x="0" y="225615"/>
                </a:lnTo>
                <a:lnTo>
                  <a:pt x="0" y="225622"/>
                </a:lnTo>
                <a:lnTo>
                  <a:pt x="0" y="225622"/>
                </a:lnTo>
                <a:close/>
                <a:moveTo>
                  <a:pt x="155994" y="263295"/>
                </a:moveTo>
                <a:cubicBezTo>
                  <a:pt x="148789" y="270302"/>
                  <a:pt x="137262" y="270144"/>
                  <a:pt x="130256" y="262935"/>
                </a:cubicBezTo>
                <a:cubicBezTo>
                  <a:pt x="123246" y="255731"/>
                  <a:pt x="123407" y="244204"/>
                  <a:pt x="130612" y="237197"/>
                </a:cubicBezTo>
                <a:lnTo>
                  <a:pt x="213313" y="157000"/>
                </a:lnTo>
                <a:lnTo>
                  <a:pt x="226004" y="170048"/>
                </a:lnTo>
                <a:lnTo>
                  <a:pt x="213299" y="156942"/>
                </a:lnTo>
                <a:cubicBezTo>
                  <a:pt x="220536" y="149924"/>
                  <a:pt x="232089" y="150104"/>
                  <a:pt x="239110" y="157338"/>
                </a:cubicBezTo>
                <a:cubicBezTo>
                  <a:pt x="239312" y="157551"/>
                  <a:pt x="239511" y="157760"/>
                  <a:pt x="239698" y="157981"/>
                </a:cubicBezTo>
                <a:lnTo>
                  <a:pt x="320691" y="237201"/>
                </a:lnTo>
                <a:cubicBezTo>
                  <a:pt x="327900" y="244207"/>
                  <a:pt x="328058" y="255734"/>
                  <a:pt x="321051" y="262939"/>
                </a:cubicBezTo>
                <a:cubicBezTo>
                  <a:pt x="314045" y="270148"/>
                  <a:pt x="302518" y="270305"/>
                  <a:pt x="295309" y="263299"/>
                </a:cubicBezTo>
                <a:lnTo>
                  <a:pt x="225949" y="195459"/>
                </a:lnTo>
                <a:lnTo>
                  <a:pt x="155994" y="263295"/>
                </a:lnTo>
                <a:lnTo>
                  <a:pt x="155994" y="263295"/>
                </a:lnTo>
                <a:close/>
              </a:path>
            </a:pathLst>
          </a:custGeom>
          <a:solidFill>
            <a:schemeClr val="bg1"/>
          </a:solidFill>
          <a:ln w="364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3C2576-BBFB-6E54-D0B3-6405C572098F}"/>
              </a:ext>
            </a:extLst>
          </p:cNvPr>
          <p:cNvGrpSpPr/>
          <p:nvPr/>
        </p:nvGrpSpPr>
        <p:grpSpPr>
          <a:xfrm>
            <a:off x="6782755" y="4349630"/>
            <a:ext cx="2562963" cy="1817946"/>
            <a:chOff x="6871261" y="4490779"/>
            <a:chExt cx="2562963" cy="181794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7501203-2582-2AF1-35A3-4B17157E039F}"/>
                </a:ext>
              </a:extLst>
            </p:cNvPr>
            <p:cNvSpPr/>
            <p:nvPr/>
          </p:nvSpPr>
          <p:spPr>
            <a:xfrm>
              <a:off x="6871261" y="4490779"/>
              <a:ext cx="2562963" cy="1817946"/>
            </a:xfrm>
            <a:prstGeom prst="roundRect">
              <a:avLst>
                <a:gd name="adj" fmla="val 1373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91CB13C-4223-6EDB-EA2A-C66428EB783C}"/>
                </a:ext>
              </a:extLst>
            </p:cNvPr>
            <p:cNvGrpSpPr/>
            <p:nvPr/>
          </p:nvGrpSpPr>
          <p:grpSpPr>
            <a:xfrm>
              <a:off x="7213622" y="4873680"/>
              <a:ext cx="1878240" cy="1052144"/>
              <a:chOff x="7209333" y="4715731"/>
              <a:chExt cx="1878240" cy="105214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900D02-1C6D-30E6-F409-9663BDB3CA25}"/>
                  </a:ext>
                </a:extLst>
              </p:cNvPr>
              <p:cNvSpPr txBox="1"/>
              <p:nvPr/>
            </p:nvSpPr>
            <p:spPr>
              <a:xfrm>
                <a:off x="7755744" y="4715731"/>
                <a:ext cx="1269094" cy="646331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150000"/>
                  </a:lnSpc>
                  <a:defRPr sz="2800" b="1">
                    <a:solidFill>
                      <a:schemeClr val="accent3"/>
                    </a:solidFill>
                  </a:defRPr>
                </a:lvl1pPr>
              </a:lstStyle>
              <a:p>
                <a:pPr algn="r">
                  <a:lnSpc>
                    <a:spcPct val="100000"/>
                  </a:lnSpc>
                </a:pPr>
                <a:r>
                  <a:rPr lang="en-US" sz="3600" b="0" dirty="0">
                    <a:solidFill>
                      <a:schemeClr val="accent1"/>
                    </a:solidFill>
                    <a:latin typeface="+mj-lt"/>
                  </a:rPr>
                  <a:t>10%</a:t>
                </a:r>
                <a:endParaRPr lang="en-ID" sz="3600" b="0" dirty="0">
                  <a:solidFill>
                    <a:schemeClr val="accent1"/>
                  </a:solidFill>
                  <a:latin typeface="+mj-lt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352711-FBA2-8549-1ACC-2B88CB140377}"/>
                  </a:ext>
                </a:extLst>
              </p:cNvPr>
              <p:cNvSpPr txBox="1"/>
              <p:nvPr/>
            </p:nvSpPr>
            <p:spPr>
              <a:xfrm>
                <a:off x="7209333" y="5003531"/>
                <a:ext cx="7818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rPr>
                  <a:t>Up to</a:t>
                </a:r>
                <a:endParaRPr lang="id-ID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4DAC74-DA1D-16DF-4871-5822E411B9A0}"/>
                  </a:ext>
                </a:extLst>
              </p:cNvPr>
              <p:cNvSpPr txBox="1"/>
              <p:nvPr/>
            </p:nvSpPr>
            <p:spPr>
              <a:xfrm>
                <a:off x="7233711" y="5427204"/>
                <a:ext cx="18538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spcBef>
                    <a:spcPts val="800"/>
                  </a:spcBef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lvl1pPr>
              </a:lstStyle>
              <a:p>
                <a:r>
                  <a:rPr lang="id-ID" dirty="0"/>
                  <a:t>Lorem ipsum dolor sit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4C7465-73AA-20E1-90AA-BC594D9C6FB4}"/>
              </a:ext>
            </a:extLst>
          </p:cNvPr>
          <p:cNvGrpSpPr/>
          <p:nvPr/>
        </p:nvGrpSpPr>
        <p:grpSpPr>
          <a:xfrm>
            <a:off x="685800" y="963301"/>
            <a:ext cx="5803235" cy="2696096"/>
            <a:chOff x="685800" y="1302928"/>
            <a:chExt cx="5803235" cy="269609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47CC63-67AE-FA36-A96C-D2CF1274ED50}"/>
                </a:ext>
              </a:extLst>
            </p:cNvPr>
            <p:cNvSpPr txBox="1"/>
            <p:nvPr/>
          </p:nvSpPr>
          <p:spPr>
            <a:xfrm>
              <a:off x="3626545" y="3104355"/>
              <a:ext cx="2862490" cy="894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50000"/>
                </a:lnSpc>
                <a:spcBef>
                  <a:spcPts val="800"/>
                </a:spcBef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amet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consectetuer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adipiscing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elit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 Aenean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commodo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ligula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dolor. Aenean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F79410-6677-20AD-4C73-E12439A2DAE5}"/>
                </a:ext>
              </a:extLst>
            </p:cNvPr>
            <p:cNvSpPr txBox="1"/>
            <p:nvPr/>
          </p:nvSpPr>
          <p:spPr>
            <a:xfrm>
              <a:off x="685800" y="1302928"/>
              <a:ext cx="57358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defRPr>
              </a:lvl1pPr>
            </a:lstStyle>
            <a:p>
              <a:r>
                <a:rPr lang="en-US" dirty="0"/>
                <a:t>Understanding Online Interaction</a:t>
              </a:r>
              <a:endParaRPr lang="id-ID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03CFE0-77E4-B4AF-750C-FAEBB1847C76}"/>
                </a:ext>
              </a:extLst>
            </p:cNvPr>
            <p:cNvGrpSpPr/>
            <p:nvPr/>
          </p:nvGrpSpPr>
          <p:grpSpPr>
            <a:xfrm>
              <a:off x="685800" y="3104355"/>
              <a:ext cx="2777594" cy="707886"/>
              <a:chOff x="702385" y="3104355"/>
              <a:chExt cx="2777594" cy="707886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486AB-92A6-157C-F2E8-5187D691B281}"/>
                  </a:ext>
                </a:extLst>
              </p:cNvPr>
              <p:cNvSpPr txBox="1"/>
              <p:nvPr/>
            </p:nvSpPr>
            <p:spPr>
              <a:xfrm>
                <a:off x="702385" y="3104355"/>
                <a:ext cx="141552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150000"/>
                  </a:lnSpc>
                  <a:defRPr sz="2800" b="1">
                    <a:solidFill>
                      <a:schemeClr val="accent3"/>
                    </a:solidFill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-US" sz="4000" b="0" dirty="0">
                    <a:solidFill>
                      <a:schemeClr val="accent1"/>
                    </a:solidFill>
                    <a:latin typeface="+mj-lt"/>
                  </a:rPr>
                  <a:t>85%</a:t>
                </a:r>
                <a:endParaRPr lang="en-ID" sz="4000" b="0" dirty="0">
                  <a:solidFill>
                    <a:schemeClr val="accent1"/>
                  </a:solidFill>
                  <a:latin typeface="+mj-lt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A2EF58C-CBE5-B506-1E3C-288DFA96BF96}"/>
                  </a:ext>
                </a:extLst>
              </p:cNvPr>
              <p:cNvSpPr txBox="1"/>
              <p:nvPr/>
            </p:nvSpPr>
            <p:spPr>
              <a:xfrm>
                <a:off x="2216860" y="3104355"/>
                <a:ext cx="126311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150000"/>
                  </a:lnSpc>
                  <a:defRPr sz="2800" b="1">
                    <a:solidFill>
                      <a:schemeClr val="accent3"/>
                    </a:solidFill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-US" sz="4000" b="0" dirty="0">
                    <a:solidFill>
                      <a:schemeClr val="accent1"/>
                    </a:solidFill>
                    <a:latin typeface="+mj-lt"/>
                  </a:rPr>
                  <a:t>16M</a:t>
                </a:r>
                <a:endParaRPr lang="en-ID" sz="4000" b="0" dirty="0">
                  <a:solidFill>
                    <a:schemeClr val="accent1"/>
                  </a:solidFill>
                  <a:latin typeface="+mj-lt"/>
                </a:endParaRPr>
              </a:p>
            </p:txBody>
          </p:sp>
        </p:grp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323DAB4-01A2-6C2C-1493-A7E84E3A8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1648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CC4947CD-B39D-AE57-A3CC-B5E674FE47DD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3788648" cy="6858000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319EFF-5D38-FA53-CBCC-80186279D9F0}"/>
              </a:ext>
            </a:extLst>
          </p:cNvPr>
          <p:cNvGrpSpPr/>
          <p:nvPr/>
        </p:nvGrpSpPr>
        <p:grpSpPr>
          <a:xfrm>
            <a:off x="6876667" y="1006410"/>
            <a:ext cx="4629533" cy="4845181"/>
            <a:chOff x="6876667" y="793571"/>
            <a:chExt cx="4629533" cy="48451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2ABA60-FD75-F133-37AC-6DC34FFF4F1A}"/>
                </a:ext>
              </a:extLst>
            </p:cNvPr>
            <p:cNvSpPr/>
            <p:nvPr/>
          </p:nvSpPr>
          <p:spPr>
            <a:xfrm>
              <a:off x="6876667" y="2479333"/>
              <a:ext cx="4629533" cy="894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800"/>
                </a:spcBef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amet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consectetuer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adipiscing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elit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 Aenean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commodo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ligula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dolor. Aenean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massa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 Cum sociis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natoque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penatibus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et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magnis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dis parturient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montes</a:t>
              </a:r>
              <a:r>
                <a:rPr lang="id-ID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pretium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CA9E35-ADCF-6F8B-F17F-EF1E0D485582}"/>
                </a:ext>
              </a:extLst>
            </p:cNvPr>
            <p:cNvGrpSpPr/>
            <p:nvPr/>
          </p:nvGrpSpPr>
          <p:grpSpPr>
            <a:xfrm>
              <a:off x="6876667" y="3737458"/>
              <a:ext cx="4409338" cy="1901294"/>
              <a:chOff x="6921931" y="4122524"/>
              <a:chExt cx="4409338" cy="1901294"/>
            </a:xfrm>
          </p:grpSpPr>
          <p:sp>
            <p:nvSpPr>
              <p:cNvPr id="13" name="Rounded Rectangle 38">
                <a:extLst>
                  <a:ext uri="{FF2B5EF4-FFF2-40B4-BE49-F238E27FC236}">
                    <a16:creationId xmlns:a16="http://schemas.microsoft.com/office/drawing/2014/main" id="{E3A9165E-451F-84B0-1187-60B2E7510AD7}"/>
                  </a:ext>
                </a:extLst>
              </p:cNvPr>
              <p:cNvSpPr/>
              <p:nvPr/>
            </p:nvSpPr>
            <p:spPr>
              <a:xfrm>
                <a:off x="6921931" y="4122524"/>
                <a:ext cx="4409338" cy="1901294"/>
              </a:xfrm>
              <a:prstGeom prst="roundRect">
                <a:avLst>
                  <a:gd name="adj" fmla="val 14199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3DF14E1-58CB-20C8-1589-C7D6F11A07A4}"/>
                  </a:ext>
                </a:extLst>
              </p:cNvPr>
              <p:cNvGrpSpPr/>
              <p:nvPr/>
            </p:nvGrpSpPr>
            <p:grpSpPr>
              <a:xfrm>
                <a:off x="7248643" y="4762487"/>
                <a:ext cx="3755915" cy="824314"/>
                <a:chOff x="6428471" y="4956589"/>
                <a:chExt cx="4692455" cy="824314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F726363-8F09-B3D9-382C-C191D395A6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8471" y="4956589"/>
                  <a:ext cx="4692455" cy="0"/>
                </a:xfrm>
                <a:prstGeom prst="line">
                  <a:avLst/>
                </a:prstGeom>
                <a:ln w="101600" cap="rnd">
                  <a:solidFill>
                    <a:schemeClr val="bg1">
                      <a:lumMod val="85000"/>
                      <a:alpha val="4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CB95F51-66E3-A7E2-0251-369BDEB4DA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8471" y="4956589"/>
                  <a:ext cx="4232583" cy="0"/>
                </a:xfrm>
                <a:prstGeom prst="line">
                  <a:avLst/>
                </a:prstGeom>
                <a:ln w="101600" cap="rnd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EA1A803-C52B-BC6B-D9EC-5A8ADECC33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8471" y="5780903"/>
                  <a:ext cx="4692455" cy="0"/>
                </a:xfrm>
                <a:prstGeom prst="line">
                  <a:avLst/>
                </a:prstGeom>
                <a:ln w="101600" cap="rnd">
                  <a:solidFill>
                    <a:schemeClr val="bg1">
                      <a:lumMod val="85000"/>
                      <a:alpha val="4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98A6D13B-BF62-9FA8-AD9B-BC80D8DEB5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8471" y="5780903"/>
                  <a:ext cx="3641682" cy="0"/>
                </a:xfrm>
                <a:prstGeom prst="line">
                  <a:avLst/>
                </a:prstGeom>
                <a:ln w="101600" cap="rnd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7FCC304-1102-8A40-FE26-FF8BBCC46271}"/>
                  </a:ext>
                </a:extLst>
              </p:cNvPr>
              <p:cNvGrpSpPr/>
              <p:nvPr/>
            </p:nvGrpSpPr>
            <p:grpSpPr>
              <a:xfrm>
                <a:off x="7140858" y="4307982"/>
                <a:ext cx="3895311" cy="1132091"/>
                <a:chOff x="7140979" y="4436610"/>
                <a:chExt cx="3895311" cy="1132091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355A85C-45B0-A506-4777-09A7B8E24A30}"/>
                    </a:ext>
                  </a:extLst>
                </p:cNvPr>
                <p:cNvSpPr txBox="1"/>
                <p:nvPr/>
              </p:nvSpPr>
              <p:spPr>
                <a:xfrm>
                  <a:off x="7140979" y="4436610"/>
                  <a:ext cx="13039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  <a:ea typeface="Open Sans" panose="020B0606030504020204" pitchFamily="34" charset="0"/>
                      <a:cs typeface="Poppins Medium" pitchFamily="2" charset="77"/>
                    </a:rPr>
                    <a:t>Skill Type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ED095EC-8982-47C6-865A-7E09D8219E11}"/>
                    </a:ext>
                  </a:extLst>
                </p:cNvPr>
                <p:cNvSpPr txBox="1"/>
                <p:nvPr/>
              </p:nvSpPr>
              <p:spPr>
                <a:xfrm>
                  <a:off x="9483397" y="4436610"/>
                  <a:ext cx="15528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>
                      <a:solidFill>
                        <a:schemeClr val="accent1"/>
                      </a:solidFill>
                      <a:latin typeface="+mj-lt"/>
                      <a:ea typeface="Open Sans" panose="020B0606030504020204" pitchFamily="34" charset="0"/>
                      <a:cs typeface="Poppins Medium" pitchFamily="2" charset="77"/>
                    </a:rPr>
                    <a:t>89%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F43AE5B-89D0-81F4-FE0A-5FD8DDC7634B}"/>
                    </a:ext>
                  </a:extLst>
                </p:cNvPr>
                <p:cNvSpPr txBox="1"/>
                <p:nvPr/>
              </p:nvSpPr>
              <p:spPr>
                <a:xfrm>
                  <a:off x="7140979" y="5260924"/>
                  <a:ext cx="13039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j-lt"/>
                      <a:ea typeface="Open Sans" panose="020B0606030504020204" pitchFamily="34" charset="0"/>
                      <a:cs typeface="Poppins Medium" pitchFamily="2" charset="77"/>
                    </a:rPr>
                    <a:t>Skill Type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381D4DD-0C8F-7ECE-0418-BE8F7AE29B2C}"/>
                    </a:ext>
                  </a:extLst>
                </p:cNvPr>
                <p:cNvSpPr txBox="1"/>
                <p:nvPr/>
              </p:nvSpPr>
              <p:spPr>
                <a:xfrm>
                  <a:off x="9483397" y="5260924"/>
                  <a:ext cx="15528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400" dirty="0">
                      <a:solidFill>
                        <a:schemeClr val="accent1"/>
                      </a:solidFill>
                      <a:latin typeface="+mj-lt"/>
                      <a:ea typeface="Open Sans" panose="020B0606030504020204" pitchFamily="34" charset="0"/>
                      <a:cs typeface="Poppins Medium" pitchFamily="2" charset="77"/>
                    </a:rPr>
                    <a:t>70%</a:t>
                  </a:r>
                </a:p>
              </p:txBody>
            </p:sp>
          </p:grp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8A113E-45BE-683A-71A3-9E576054C088}"/>
                </a:ext>
              </a:extLst>
            </p:cNvPr>
            <p:cNvSpPr/>
            <p:nvPr/>
          </p:nvSpPr>
          <p:spPr>
            <a:xfrm>
              <a:off x="6876667" y="793571"/>
              <a:ext cx="462953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Robert Johanson</a:t>
              </a:r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2F0B2-3992-DC9A-E500-8D601D3F8E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0249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9F0E538-3F76-3F04-A925-3BC60BB70E29}"/>
              </a:ext>
            </a:extLst>
          </p:cNvPr>
          <p:cNvSpPr/>
          <p:nvPr/>
        </p:nvSpPr>
        <p:spPr>
          <a:xfrm>
            <a:off x="639230" y="903238"/>
            <a:ext cx="4973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Strategic Initiatives and Key Projects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D1391D-D99D-088D-1FF9-218E378A6A66}"/>
              </a:ext>
            </a:extLst>
          </p:cNvPr>
          <p:cNvGrpSpPr/>
          <p:nvPr/>
        </p:nvGrpSpPr>
        <p:grpSpPr>
          <a:xfrm>
            <a:off x="7270003" y="3894459"/>
            <a:ext cx="4036931" cy="932310"/>
            <a:chOff x="7653318" y="4008541"/>
            <a:chExt cx="3852070" cy="93231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CAFDC6-73BD-E4C8-0525-31FE66772FA5}"/>
                </a:ext>
              </a:extLst>
            </p:cNvPr>
            <p:cNvSpPr/>
            <p:nvPr/>
          </p:nvSpPr>
          <p:spPr>
            <a:xfrm>
              <a:off x="7653319" y="4008541"/>
              <a:ext cx="38520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Insert Text Here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54291F3-E421-BCFE-F45A-D5F682845261}"/>
                </a:ext>
              </a:extLst>
            </p:cNvPr>
            <p:cNvSpPr/>
            <p:nvPr/>
          </p:nvSpPr>
          <p:spPr>
            <a:xfrm>
              <a:off x="7653318" y="4323181"/>
              <a:ext cx="3841995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800"/>
                </a:spcBef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amet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consectetuer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adipiscing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elit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 Aenean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commodo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ligula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dolor. Aenean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63DE6EC-F230-4E8C-EB9A-042349E8D9D9}"/>
              </a:ext>
            </a:extLst>
          </p:cNvPr>
          <p:cNvGrpSpPr/>
          <p:nvPr/>
        </p:nvGrpSpPr>
        <p:grpSpPr>
          <a:xfrm>
            <a:off x="7270817" y="5239890"/>
            <a:ext cx="4036930" cy="932310"/>
            <a:chOff x="7654131" y="5353972"/>
            <a:chExt cx="3852069" cy="93231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45C3BD7-6FB5-9A68-07EE-566A72A2CDA0}"/>
                </a:ext>
              </a:extLst>
            </p:cNvPr>
            <p:cNvSpPr/>
            <p:nvPr/>
          </p:nvSpPr>
          <p:spPr>
            <a:xfrm>
              <a:off x="7654131" y="5353972"/>
              <a:ext cx="38520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Insert Text Here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6E61EB-4F50-D3DE-4F8E-977CDF2BA3CF}"/>
                </a:ext>
              </a:extLst>
            </p:cNvPr>
            <p:cNvSpPr/>
            <p:nvPr/>
          </p:nvSpPr>
          <p:spPr>
            <a:xfrm>
              <a:off x="7654131" y="5668612"/>
              <a:ext cx="3841182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800"/>
                </a:spcBef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amet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consectetuer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adipiscing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elit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 Aenean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commodo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ligula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eget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dolor. Aenean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622B24-D9CA-F222-A293-0488A320223F}"/>
              </a:ext>
            </a:extLst>
          </p:cNvPr>
          <p:cNvGrpSpPr/>
          <p:nvPr/>
        </p:nvGrpSpPr>
        <p:grpSpPr>
          <a:xfrm>
            <a:off x="6392680" y="3894460"/>
            <a:ext cx="639746" cy="639746"/>
            <a:chOff x="6591134" y="4008542"/>
            <a:chExt cx="639746" cy="63974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AB94362-2C3B-4BB7-BC54-19B0381F14BD}"/>
                </a:ext>
              </a:extLst>
            </p:cNvPr>
            <p:cNvSpPr/>
            <p:nvPr/>
          </p:nvSpPr>
          <p:spPr>
            <a:xfrm>
              <a:off x="6591134" y="4008542"/>
              <a:ext cx="639746" cy="6397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A1CF1C4D-F266-B38C-5FF6-FE91B891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28711" y="4246119"/>
              <a:ext cx="164592" cy="164592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B56238-DCF3-E078-4EC1-DCC1465A2C1A}"/>
              </a:ext>
            </a:extLst>
          </p:cNvPr>
          <p:cNvGrpSpPr/>
          <p:nvPr/>
        </p:nvGrpSpPr>
        <p:grpSpPr>
          <a:xfrm>
            <a:off x="6392680" y="5255928"/>
            <a:ext cx="639746" cy="639746"/>
            <a:chOff x="6591134" y="5370010"/>
            <a:chExt cx="639746" cy="63974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724A9F-9E76-9FD0-56E0-A9907959779A}"/>
                </a:ext>
              </a:extLst>
            </p:cNvPr>
            <p:cNvSpPr/>
            <p:nvPr/>
          </p:nvSpPr>
          <p:spPr>
            <a:xfrm>
              <a:off x="6591134" y="5370010"/>
              <a:ext cx="639746" cy="6397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463943C4-6E68-4E1A-AB22-93F861E3B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28711" y="5607587"/>
              <a:ext cx="164592" cy="16459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1881F9-1C51-81E9-4C8C-AD0D22F56230}"/>
              </a:ext>
            </a:extLst>
          </p:cNvPr>
          <p:cNvGrpSpPr/>
          <p:nvPr/>
        </p:nvGrpSpPr>
        <p:grpSpPr>
          <a:xfrm>
            <a:off x="685800" y="4263791"/>
            <a:ext cx="4572000" cy="1423936"/>
            <a:chOff x="685800" y="3057611"/>
            <a:chExt cx="4572000" cy="1423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CDF495-901B-8F6F-F500-FBE58670563E}"/>
                </a:ext>
              </a:extLst>
            </p:cNvPr>
            <p:cNvSpPr/>
            <p:nvPr/>
          </p:nvSpPr>
          <p:spPr>
            <a:xfrm>
              <a:off x="685800" y="3057611"/>
              <a:ext cx="3065312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chemeClr val="accent1"/>
                  </a:solidFill>
                  <a:latin typeface="+mj-lt"/>
                  <a:cs typeface="Poppins SemiBold" pitchFamily="2" charset="77"/>
                </a:rPr>
                <a:t>$558.800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5D6414-FA0C-EADB-A594-FF183B40F61C}"/>
                </a:ext>
              </a:extLst>
            </p:cNvPr>
            <p:cNvSpPr txBox="1"/>
            <p:nvPr/>
          </p:nvSpPr>
          <p:spPr>
            <a:xfrm>
              <a:off x="685800" y="3863877"/>
              <a:ext cx="4572000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consectetuer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Aenean </a:t>
              </a:r>
              <a:r>
                <a:rPr lang="en-US" dirty="0" err="1"/>
                <a:t>commodo</a:t>
              </a:r>
              <a:r>
                <a:rPr lang="en-US" dirty="0"/>
                <a:t> ligula </a:t>
              </a:r>
              <a:r>
                <a:rPr lang="en-US" dirty="0" err="1"/>
                <a:t>eget</a:t>
              </a:r>
              <a:r>
                <a:rPr lang="en-US" dirty="0"/>
                <a:t> dolor. Aenean </a:t>
              </a:r>
              <a:r>
                <a:rPr lang="en-US" dirty="0" err="1"/>
                <a:t>massa</a:t>
              </a:r>
              <a:r>
                <a:rPr lang="en-US" dirty="0"/>
                <a:t>. </a:t>
              </a:r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E24D9-D68F-53B0-8F27-D415DB27E7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0558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A0228-4E81-5C59-BCAB-8EF19E3B5356}"/>
              </a:ext>
            </a:extLst>
          </p:cNvPr>
          <p:cNvSpPr txBox="1"/>
          <p:nvPr/>
        </p:nvSpPr>
        <p:spPr>
          <a:xfrm>
            <a:off x="685800" y="809927"/>
            <a:ext cx="6661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Executive Summary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78C30-B02C-A250-DF9F-1968CCB9677C}"/>
              </a:ext>
            </a:extLst>
          </p:cNvPr>
          <p:cNvSpPr txBox="1"/>
          <p:nvPr/>
        </p:nvSpPr>
        <p:spPr>
          <a:xfrm>
            <a:off x="685800" y="2566525"/>
            <a:ext cx="5729844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1A2F7-C309-9305-FCFE-7E57F81F6D0E}"/>
              </a:ext>
            </a:extLst>
          </p:cNvPr>
          <p:cNvSpPr txBox="1"/>
          <p:nvPr/>
        </p:nvSpPr>
        <p:spPr>
          <a:xfrm>
            <a:off x="685800" y="2076474"/>
            <a:ext cx="445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Key Objectives and </a:t>
            </a:r>
            <a:r>
              <a:rPr lang="en-US"/>
              <a:t>Desired Outcome</a:t>
            </a:r>
            <a:endParaRPr lang="en-ID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B63F73-58E3-E527-ACAA-45C6E52405C2}"/>
              </a:ext>
            </a:extLst>
          </p:cNvPr>
          <p:cNvGrpSpPr/>
          <p:nvPr/>
        </p:nvGrpSpPr>
        <p:grpSpPr>
          <a:xfrm>
            <a:off x="3434449" y="4425083"/>
            <a:ext cx="3249612" cy="1391114"/>
            <a:chOff x="3791716" y="4225808"/>
            <a:chExt cx="3249612" cy="13911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A4B868-7A43-F90B-D333-3BE78A1DB9E3}"/>
                </a:ext>
              </a:extLst>
            </p:cNvPr>
            <p:cNvSpPr txBox="1"/>
            <p:nvPr/>
          </p:nvSpPr>
          <p:spPr>
            <a:xfrm>
              <a:off x="3791716" y="4225808"/>
              <a:ext cx="324961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6000" dirty="0">
                  <a:solidFill>
                    <a:schemeClr val="accent1"/>
                  </a:solidFill>
                  <a:latin typeface="+mj-lt"/>
                </a:rPr>
                <a:t>4</a:t>
              </a:r>
              <a:r>
                <a:rPr lang="en-US" sz="6000" dirty="0">
                  <a:solidFill>
                    <a:schemeClr val="accent1"/>
                  </a:solidFill>
                  <a:latin typeface="+mj-lt"/>
                </a:rPr>
                <a:t>56+</a:t>
              </a:r>
              <a:endParaRPr lang="en-ID" sz="60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A1753E-DAC9-1ED7-7317-4F3E4D94CBF1}"/>
                </a:ext>
              </a:extLst>
            </p:cNvPr>
            <p:cNvSpPr txBox="1"/>
            <p:nvPr/>
          </p:nvSpPr>
          <p:spPr>
            <a:xfrm>
              <a:off x="3792112" y="5247590"/>
              <a:ext cx="2623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defRPr>
              </a:lvl1pPr>
            </a:lstStyle>
            <a:p>
              <a:r>
                <a:rPr lang="en-US" dirty="0"/>
                <a:t>Your Subtitle Here</a:t>
              </a:r>
              <a:endParaRPr lang="en-ID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86630C-535F-7359-4F3E-0247D11BA3AF}"/>
              </a:ext>
            </a:extLst>
          </p:cNvPr>
          <p:cNvGrpSpPr/>
          <p:nvPr/>
        </p:nvGrpSpPr>
        <p:grpSpPr>
          <a:xfrm>
            <a:off x="2533592" y="4854227"/>
            <a:ext cx="532826" cy="532826"/>
            <a:chOff x="2533592" y="4824711"/>
            <a:chExt cx="532826" cy="53282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A5A1FF9-90E4-2265-5036-9D2480E5EB8C}"/>
                </a:ext>
              </a:extLst>
            </p:cNvPr>
            <p:cNvSpPr/>
            <p:nvPr/>
          </p:nvSpPr>
          <p:spPr>
            <a:xfrm>
              <a:off x="2533592" y="4824711"/>
              <a:ext cx="532826" cy="532826"/>
            </a:xfrm>
            <a:prstGeom prst="roundRect">
              <a:avLst>
                <a:gd name="adj" fmla="val 241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Graphic 23">
              <a:extLst>
                <a:ext uri="{FF2B5EF4-FFF2-40B4-BE49-F238E27FC236}">
                  <a16:creationId xmlns:a16="http://schemas.microsoft.com/office/drawing/2014/main" id="{96A4E518-B478-892C-AB05-32E516195F61}"/>
                </a:ext>
              </a:extLst>
            </p:cNvPr>
            <p:cNvSpPr/>
            <p:nvPr/>
          </p:nvSpPr>
          <p:spPr>
            <a:xfrm rot="5400000">
              <a:off x="2684109" y="4975229"/>
              <a:ext cx="231792" cy="231790"/>
            </a:xfrm>
            <a:custGeom>
              <a:avLst/>
              <a:gdLst>
                <a:gd name="connsiteX0" fmla="*/ 0 w 451244"/>
                <a:gd name="connsiteY0" fmla="*/ 225622 h 451240"/>
                <a:gd name="connsiteX1" fmla="*/ 0 w 451244"/>
                <a:gd name="connsiteY1" fmla="*/ 225622 h 451240"/>
                <a:gd name="connsiteX2" fmla="*/ 66 w 451244"/>
                <a:gd name="connsiteY2" fmla="*/ 225622 h 451240"/>
                <a:gd name="connsiteX3" fmla="*/ 66092 w 451244"/>
                <a:gd name="connsiteY3" fmla="*/ 385153 h 451240"/>
                <a:gd name="connsiteX4" fmla="*/ 225615 w 451244"/>
                <a:gd name="connsiteY4" fmla="*/ 451175 h 451240"/>
                <a:gd name="connsiteX5" fmla="*/ 225615 w 451244"/>
                <a:gd name="connsiteY5" fmla="*/ 451241 h 451240"/>
                <a:gd name="connsiteX6" fmla="*/ 225619 w 451244"/>
                <a:gd name="connsiteY6" fmla="*/ 451241 h 451240"/>
                <a:gd name="connsiteX7" fmla="*/ 225622 w 451244"/>
                <a:gd name="connsiteY7" fmla="*/ 451241 h 451240"/>
                <a:gd name="connsiteX8" fmla="*/ 225622 w 451244"/>
                <a:gd name="connsiteY8" fmla="*/ 451175 h 451240"/>
                <a:gd name="connsiteX9" fmla="*/ 385153 w 451244"/>
                <a:gd name="connsiteY9" fmla="*/ 385149 h 451240"/>
                <a:gd name="connsiteX10" fmla="*/ 451179 w 451244"/>
                <a:gd name="connsiteY10" fmla="*/ 225626 h 451240"/>
                <a:gd name="connsiteX11" fmla="*/ 451245 w 451244"/>
                <a:gd name="connsiteY11" fmla="*/ 225626 h 451240"/>
                <a:gd name="connsiteX12" fmla="*/ 451245 w 451244"/>
                <a:gd name="connsiteY12" fmla="*/ 225622 h 451240"/>
                <a:gd name="connsiteX13" fmla="*/ 451245 w 451244"/>
                <a:gd name="connsiteY13" fmla="*/ 225619 h 451240"/>
                <a:gd name="connsiteX14" fmla="*/ 451179 w 451244"/>
                <a:gd name="connsiteY14" fmla="*/ 225619 h 451240"/>
                <a:gd name="connsiteX15" fmla="*/ 385153 w 451244"/>
                <a:gd name="connsiteY15" fmla="*/ 66088 h 451240"/>
                <a:gd name="connsiteX16" fmla="*/ 225630 w 451244"/>
                <a:gd name="connsiteY16" fmla="*/ 66 h 451240"/>
                <a:gd name="connsiteX17" fmla="*/ 225630 w 451244"/>
                <a:gd name="connsiteY17" fmla="*/ 0 h 451240"/>
                <a:gd name="connsiteX18" fmla="*/ 225622 w 451244"/>
                <a:gd name="connsiteY18" fmla="*/ 0 h 451240"/>
                <a:gd name="connsiteX19" fmla="*/ 225622 w 451244"/>
                <a:gd name="connsiteY19" fmla="*/ 0 h 451240"/>
                <a:gd name="connsiteX20" fmla="*/ 225622 w 451244"/>
                <a:gd name="connsiteY20" fmla="*/ 66 h 451240"/>
                <a:gd name="connsiteX21" fmla="*/ 66092 w 451244"/>
                <a:gd name="connsiteY21" fmla="*/ 66092 h 451240"/>
                <a:gd name="connsiteX22" fmla="*/ 66 w 451244"/>
                <a:gd name="connsiteY22" fmla="*/ 225615 h 451240"/>
                <a:gd name="connsiteX23" fmla="*/ 0 w 451244"/>
                <a:gd name="connsiteY23" fmla="*/ 225615 h 451240"/>
                <a:gd name="connsiteX24" fmla="*/ 0 w 451244"/>
                <a:gd name="connsiteY24" fmla="*/ 225622 h 451240"/>
                <a:gd name="connsiteX25" fmla="*/ 0 w 451244"/>
                <a:gd name="connsiteY25" fmla="*/ 225622 h 451240"/>
                <a:gd name="connsiteX26" fmla="*/ 155994 w 451244"/>
                <a:gd name="connsiteY26" fmla="*/ 263295 h 451240"/>
                <a:gd name="connsiteX27" fmla="*/ 130256 w 451244"/>
                <a:gd name="connsiteY27" fmla="*/ 262935 h 451240"/>
                <a:gd name="connsiteX28" fmla="*/ 130612 w 451244"/>
                <a:gd name="connsiteY28" fmla="*/ 237197 h 451240"/>
                <a:gd name="connsiteX29" fmla="*/ 213313 w 451244"/>
                <a:gd name="connsiteY29" fmla="*/ 157000 h 451240"/>
                <a:gd name="connsiteX30" fmla="*/ 226004 w 451244"/>
                <a:gd name="connsiteY30" fmla="*/ 170048 h 451240"/>
                <a:gd name="connsiteX31" fmla="*/ 213299 w 451244"/>
                <a:gd name="connsiteY31" fmla="*/ 156942 h 451240"/>
                <a:gd name="connsiteX32" fmla="*/ 239110 w 451244"/>
                <a:gd name="connsiteY32" fmla="*/ 157338 h 451240"/>
                <a:gd name="connsiteX33" fmla="*/ 239698 w 451244"/>
                <a:gd name="connsiteY33" fmla="*/ 157981 h 451240"/>
                <a:gd name="connsiteX34" fmla="*/ 320691 w 451244"/>
                <a:gd name="connsiteY34" fmla="*/ 237201 h 451240"/>
                <a:gd name="connsiteX35" fmla="*/ 321051 w 451244"/>
                <a:gd name="connsiteY35" fmla="*/ 262939 h 451240"/>
                <a:gd name="connsiteX36" fmla="*/ 295309 w 451244"/>
                <a:gd name="connsiteY36" fmla="*/ 263299 h 451240"/>
                <a:gd name="connsiteX37" fmla="*/ 225949 w 451244"/>
                <a:gd name="connsiteY37" fmla="*/ 195459 h 451240"/>
                <a:gd name="connsiteX38" fmla="*/ 155994 w 451244"/>
                <a:gd name="connsiteY38" fmla="*/ 263295 h 451240"/>
                <a:gd name="connsiteX39" fmla="*/ 155994 w 451244"/>
                <a:gd name="connsiteY39" fmla="*/ 263295 h 45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51244" h="451240">
                  <a:moveTo>
                    <a:pt x="0" y="225622"/>
                  </a:moveTo>
                  <a:lnTo>
                    <a:pt x="0" y="225622"/>
                  </a:lnTo>
                  <a:lnTo>
                    <a:pt x="66" y="225622"/>
                  </a:lnTo>
                  <a:cubicBezTo>
                    <a:pt x="66" y="287961"/>
                    <a:pt x="25301" y="344362"/>
                    <a:pt x="66092" y="385153"/>
                  </a:cubicBezTo>
                  <a:cubicBezTo>
                    <a:pt x="106882" y="425940"/>
                    <a:pt x="163283" y="451175"/>
                    <a:pt x="225615" y="451175"/>
                  </a:cubicBezTo>
                  <a:lnTo>
                    <a:pt x="225615" y="451241"/>
                  </a:lnTo>
                  <a:lnTo>
                    <a:pt x="225619" y="451241"/>
                  </a:lnTo>
                  <a:lnTo>
                    <a:pt x="225622" y="451241"/>
                  </a:lnTo>
                  <a:lnTo>
                    <a:pt x="225622" y="451175"/>
                  </a:lnTo>
                  <a:cubicBezTo>
                    <a:pt x="287954" y="451175"/>
                    <a:pt x="344362" y="425940"/>
                    <a:pt x="385153" y="385149"/>
                  </a:cubicBezTo>
                  <a:cubicBezTo>
                    <a:pt x="425943" y="344359"/>
                    <a:pt x="451179" y="287958"/>
                    <a:pt x="451179" y="225626"/>
                  </a:cubicBezTo>
                  <a:lnTo>
                    <a:pt x="451245" y="225626"/>
                  </a:lnTo>
                  <a:lnTo>
                    <a:pt x="451245" y="225622"/>
                  </a:lnTo>
                  <a:lnTo>
                    <a:pt x="451245" y="225619"/>
                  </a:lnTo>
                  <a:lnTo>
                    <a:pt x="451179" y="225619"/>
                  </a:lnTo>
                  <a:cubicBezTo>
                    <a:pt x="451179" y="163283"/>
                    <a:pt x="425940" y="106882"/>
                    <a:pt x="385153" y="66088"/>
                  </a:cubicBezTo>
                  <a:cubicBezTo>
                    <a:pt x="344359" y="25301"/>
                    <a:pt x="287965" y="66"/>
                    <a:pt x="225630" y="66"/>
                  </a:cubicBezTo>
                  <a:lnTo>
                    <a:pt x="225630" y="0"/>
                  </a:lnTo>
                  <a:lnTo>
                    <a:pt x="225622" y="0"/>
                  </a:lnTo>
                  <a:lnTo>
                    <a:pt x="225622" y="0"/>
                  </a:lnTo>
                  <a:lnTo>
                    <a:pt x="225622" y="66"/>
                  </a:lnTo>
                  <a:cubicBezTo>
                    <a:pt x="163287" y="66"/>
                    <a:pt x="106882" y="25301"/>
                    <a:pt x="66092" y="66092"/>
                  </a:cubicBezTo>
                  <a:cubicBezTo>
                    <a:pt x="25301" y="106882"/>
                    <a:pt x="66" y="163283"/>
                    <a:pt x="66" y="225615"/>
                  </a:cubicBezTo>
                  <a:lnTo>
                    <a:pt x="0" y="225615"/>
                  </a:lnTo>
                  <a:lnTo>
                    <a:pt x="0" y="225622"/>
                  </a:lnTo>
                  <a:lnTo>
                    <a:pt x="0" y="225622"/>
                  </a:lnTo>
                  <a:close/>
                  <a:moveTo>
                    <a:pt x="155994" y="263295"/>
                  </a:moveTo>
                  <a:cubicBezTo>
                    <a:pt x="148789" y="270302"/>
                    <a:pt x="137262" y="270144"/>
                    <a:pt x="130256" y="262935"/>
                  </a:cubicBezTo>
                  <a:cubicBezTo>
                    <a:pt x="123246" y="255731"/>
                    <a:pt x="123407" y="244204"/>
                    <a:pt x="130612" y="237197"/>
                  </a:cubicBezTo>
                  <a:lnTo>
                    <a:pt x="213313" y="157000"/>
                  </a:lnTo>
                  <a:lnTo>
                    <a:pt x="226004" y="170048"/>
                  </a:lnTo>
                  <a:lnTo>
                    <a:pt x="213299" y="156942"/>
                  </a:lnTo>
                  <a:cubicBezTo>
                    <a:pt x="220536" y="149924"/>
                    <a:pt x="232089" y="150104"/>
                    <a:pt x="239110" y="157338"/>
                  </a:cubicBezTo>
                  <a:cubicBezTo>
                    <a:pt x="239312" y="157551"/>
                    <a:pt x="239511" y="157760"/>
                    <a:pt x="239698" y="157981"/>
                  </a:cubicBezTo>
                  <a:lnTo>
                    <a:pt x="320691" y="237201"/>
                  </a:lnTo>
                  <a:cubicBezTo>
                    <a:pt x="327900" y="244207"/>
                    <a:pt x="328058" y="255734"/>
                    <a:pt x="321051" y="262939"/>
                  </a:cubicBezTo>
                  <a:cubicBezTo>
                    <a:pt x="314045" y="270148"/>
                    <a:pt x="302518" y="270305"/>
                    <a:pt x="295309" y="263299"/>
                  </a:cubicBezTo>
                  <a:lnTo>
                    <a:pt x="225949" y="195459"/>
                  </a:lnTo>
                  <a:lnTo>
                    <a:pt x="155994" y="263295"/>
                  </a:lnTo>
                  <a:lnTo>
                    <a:pt x="155994" y="263295"/>
                  </a:lnTo>
                  <a:close/>
                </a:path>
              </a:pathLst>
            </a:custGeom>
            <a:solidFill>
              <a:schemeClr val="accent1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1719234-2160-F5E7-64D7-5663F29138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29EDDE1-30BD-8637-1C6B-7EA134513F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410623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C07F13-C640-9B36-FF9D-E65B818E7853}"/>
              </a:ext>
            </a:extLst>
          </p:cNvPr>
          <p:cNvSpPr txBox="1"/>
          <p:nvPr/>
        </p:nvSpPr>
        <p:spPr>
          <a:xfrm>
            <a:off x="685800" y="703797"/>
            <a:ext cx="6661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Solution Overview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CE7F-B1CE-B4D4-83AE-81DB5D21A3AC}"/>
              </a:ext>
            </a:extLst>
          </p:cNvPr>
          <p:cNvSpPr txBox="1"/>
          <p:nvPr/>
        </p:nvSpPr>
        <p:spPr>
          <a:xfrm>
            <a:off x="685800" y="4992514"/>
            <a:ext cx="3700259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3695B-5880-37CA-D9A2-6828209FB941}"/>
              </a:ext>
            </a:extLst>
          </p:cNvPr>
          <p:cNvSpPr txBox="1"/>
          <p:nvPr/>
        </p:nvSpPr>
        <p:spPr>
          <a:xfrm>
            <a:off x="685799" y="4645042"/>
            <a:ext cx="3700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r"/>
            <a:r>
              <a:rPr lang="id-ID" dirty="0"/>
              <a:t>Your Text Here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BFDDE-9A03-CC85-0DB0-395064541F22}"/>
              </a:ext>
            </a:extLst>
          </p:cNvPr>
          <p:cNvSpPr txBox="1"/>
          <p:nvPr/>
        </p:nvSpPr>
        <p:spPr>
          <a:xfrm>
            <a:off x="9185572" y="2456556"/>
            <a:ext cx="3249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456+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F57D2-242C-6029-966E-5D1E6165E1AF}"/>
              </a:ext>
            </a:extLst>
          </p:cNvPr>
          <p:cNvSpPr txBox="1"/>
          <p:nvPr/>
        </p:nvSpPr>
        <p:spPr>
          <a:xfrm>
            <a:off x="9185572" y="3370900"/>
            <a:ext cx="262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Your Subtitle Here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DF7289-86B9-FE5F-B8B0-B979613A0B91}"/>
              </a:ext>
            </a:extLst>
          </p:cNvPr>
          <p:cNvSpPr txBox="1"/>
          <p:nvPr/>
        </p:nvSpPr>
        <p:spPr>
          <a:xfrm>
            <a:off x="9185572" y="4386563"/>
            <a:ext cx="3249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675+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4C672-7161-1B58-189E-6C5EB2EAF21C}"/>
              </a:ext>
            </a:extLst>
          </p:cNvPr>
          <p:cNvSpPr txBox="1"/>
          <p:nvPr/>
        </p:nvSpPr>
        <p:spPr>
          <a:xfrm>
            <a:off x="9185572" y="5300907"/>
            <a:ext cx="262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Your </a:t>
            </a:r>
            <a:r>
              <a:rPr lang="en-US"/>
              <a:t>Subtitle Here</a:t>
            </a:r>
            <a:endParaRPr lang="en-ID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649C38-48A2-99EE-F27A-6A3E7D0E3589}"/>
              </a:ext>
            </a:extLst>
          </p:cNvPr>
          <p:cNvGrpSpPr/>
          <p:nvPr/>
        </p:nvGrpSpPr>
        <p:grpSpPr>
          <a:xfrm>
            <a:off x="8111225" y="2638335"/>
            <a:ext cx="652104" cy="652104"/>
            <a:chOff x="8111225" y="2910671"/>
            <a:chExt cx="652104" cy="65210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B7E5D97-F44B-2511-CD43-F85B3C5F2FF3}"/>
                </a:ext>
              </a:extLst>
            </p:cNvPr>
            <p:cNvSpPr/>
            <p:nvPr/>
          </p:nvSpPr>
          <p:spPr>
            <a:xfrm>
              <a:off x="8111225" y="2910671"/>
              <a:ext cx="652104" cy="652104"/>
            </a:xfrm>
            <a:prstGeom prst="roundRect">
              <a:avLst>
                <a:gd name="adj" fmla="val 241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358AEFA-E110-BB23-620C-745020B96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305265" y="3104711"/>
              <a:ext cx="264024" cy="26402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A7A3BD-DD54-C05C-4F2F-508A4B16EA69}"/>
              </a:ext>
            </a:extLst>
          </p:cNvPr>
          <p:cNvGrpSpPr/>
          <p:nvPr/>
        </p:nvGrpSpPr>
        <p:grpSpPr>
          <a:xfrm>
            <a:off x="8111225" y="4568342"/>
            <a:ext cx="652104" cy="652104"/>
            <a:chOff x="8111225" y="4503656"/>
            <a:chExt cx="652104" cy="65210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4E3167A-D279-72E5-5499-78C05FF91238}"/>
                </a:ext>
              </a:extLst>
            </p:cNvPr>
            <p:cNvSpPr/>
            <p:nvPr/>
          </p:nvSpPr>
          <p:spPr>
            <a:xfrm>
              <a:off x="8111225" y="4503656"/>
              <a:ext cx="652104" cy="652104"/>
            </a:xfrm>
            <a:prstGeom prst="roundRect">
              <a:avLst>
                <a:gd name="adj" fmla="val 241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90756A9-A246-CAD9-0284-A4580C34D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305265" y="4697696"/>
              <a:ext cx="264024" cy="264024"/>
            </a:xfrm>
            <a:prstGeom prst="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669EB3-99B4-BE5B-FE4B-635B4014C5A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3295379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D7EE66-D20A-ED79-1A8C-060BF7CC4F51}"/>
              </a:ext>
            </a:extLst>
          </p:cNvPr>
          <p:cNvSpPr txBox="1"/>
          <p:nvPr/>
        </p:nvSpPr>
        <p:spPr>
          <a:xfrm>
            <a:off x="685801" y="685800"/>
            <a:ext cx="41833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ID" dirty="0"/>
              <a:t>Project </a:t>
            </a:r>
            <a:r>
              <a:rPr lang="en-ID"/>
              <a:t>Plan </a:t>
            </a:r>
            <a:r>
              <a:rPr lang="en-ID" dirty="0"/>
              <a:t>Overview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A80F32-0BE6-3AE1-26D3-79A2FEA7712A}"/>
              </a:ext>
            </a:extLst>
          </p:cNvPr>
          <p:cNvGrpSpPr/>
          <p:nvPr/>
        </p:nvGrpSpPr>
        <p:grpSpPr>
          <a:xfrm>
            <a:off x="685801" y="3923134"/>
            <a:ext cx="5142020" cy="2241288"/>
            <a:chOff x="6762494" y="2092356"/>
            <a:chExt cx="5142020" cy="224128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1D9A95-3555-334E-F9C1-DFAA4921E5AC}"/>
                </a:ext>
              </a:extLst>
            </p:cNvPr>
            <p:cNvGrpSpPr/>
            <p:nvPr/>
          </p:nvGrpSpPr>
          <p:grpSpPr>
            <a:xfrm>
              <a:off x="6762494" y="3194229"/>
              <a:ext cx="5142020" cy="1139415"/>
              <a:chOff x="8272432" y="4291047"/>
              <a:chExt cx="5142020" cy="113941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F4940E-A098-7739-7C70-C2817E47EF42}"/>
                  </a:ext>
                </a:extLst>
              </p:cNvPr>
              <p:cNvSpPr txBox="1"/>
              <p:nvPr/>
            </p:nvSpPr>
            <p:spPr>
              <a:xfrm>
                <a:off x="8272432" y="4812792"/>
                <a:ext cx="5142020" cy="617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r">
                  <a:lnSpc>
                    <a:spcPct val="150000"/>
                  </a:lnSpc>
                  <a:spcBef>
                    <a:spcPts val="800"/>
                  </a:spcBef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lvl1pPr>
              </a:lstStyle>
              <a:p>
                <a:pPr algn="l"/>
                <a:r>
                  <a:rPr lang="en-US" dirty="0"/>
                  <a:t>Lorem ipsum dolor sit </a:t>
                </a:r>
                <a:r>
                  <a:rPr lang="en-US" dirty="0" err="1"/>
                  <a:t>amet</a:t>
                </a:r>
                <a:r>
                  <a:rPr lang="en-US" dirty="0"/>
                  <a:t>, </a:t>
                </a:r>
                <a:r>
                  <a:rPr lang="en-US" dirty="0" err="1"/>
                  <a:t>consectetuer</a:t>
                </a:r>
                <a:r>
                  <a:rPr lang="en-US" dirty="0"/>
                  <a:t> </a:t>
                </a:r>
                <a:r>
                  <a:rPr lang="en-US" dirty="0" err="1"/>
                  <a:t>adipiscing</a:t>
                </a:r>
                <a:r>
                  <a:rPr lang="en-US" dirty="0"/>
                  <a:t> </a:t>
                </a:r>
                <a:r>
                  <a:rPr lang="en-US" dirty="0" err="1"/>
                  <a:t>elit</a:t>
                </a:r>
                <a:r>
                  <a:rPr lang="en-US" dirty="0"/>
                  <a:t>. Aenean </a:t>
                </a:r>
                <a:r>
                  <a:rPr lang="en-US" dirty="0" err="1"/>
                  <a:t>commodo</a:t>
                </a:r>
                <a:r>
                  <a:rPr lang="en-US" dirty="0"/>
                  <a:t> ligula </a:t>
                </a:r>
                <a:r>
                  <a:rPr lang="en-US" dirty="0" err="1"/>
                  <a:t>eget</a:t>
                </a:r>
                <a:r>
                  <a:rPr lang="en-US" dirty="0"/>
                  <a:t> dolor. Aenean </a:t>
                </a:r>
                <a:r>
                  <a:rPr lang="en-US" dirty="0" err="1"/>
                  <a:t>massa</a:t>
                </a:r>
                <a:r>
                  <a:rPr lang="en-US" dirty="0"/>
                  <a:t>. Cum sociis </a:t>
                </a:r>
                <a:r>
                  <a:rPr lang="en-US" dirty="0" err="1"/>
                  <a:t>natoque</a:t>
                </a:r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82B889-FC45-E0AF-D0FB-F171DB59CE8B}"/>
                  </a:ext>
                </a:extLst>
              </p:cNvPr>
              <p:cNvSpPr txBox="1"/>
              <p:nvPr/>
            </p:nvSpPr>
            <p:spPr>
              <a:xfrm>
                <a:off x="8272432" y="4291047"/>
                <a:ext cx="4244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defRPr>
                </a:lvl1pPr>
              </a:lstStyle>
              <a:p>
                <a:r>
                  <a:rPr lang="en-US" dirty="0"/>
                  <a:t>High-level Timeline of Phases</a:t>
                </a:r>
                <a:endParaRPr lang="en-ID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DB66C0-3771-EDB3-78C1-AC9B73C288D4}"/>
                </a:ext>
              </a:extLst>
            </p:cNvPr>
            <p:cNvSpPr txBox="1"/>
            <p:nvPr/>
          </p:nvSpPr>
          <p:spPr>
            <a:xfrm>
              <a:off x="6762494" y="2092356"/>
              <a:ext cx="324961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6000">
                  <a:solidFill>
                    <a:schemeClr val="accent1"/>
                  </a:solidFill>
                  <a:latin typeface="+mj-lt"/>
                </a:defRPr>
              </a:lvl1pPr>
            </a:lstStyle>
            <a:p>
              <a:r>
                <a:rPr lang="en-US" dirty="0"/>
                <a:t>80%</a:t>
              </a:r>
              <a:endParaRPr lang="en-ID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8E0540-43D5-D2E4-292C-81F9706A03EA}"/>
              </a:ext>
            </a:extLst>
          </p:cNvPr>
          <p:cNvGrpSpPr/>
          <p:nvPr/>
        </p:nvGrpSpPr>
        <p:grpSpPr>
          <a:xfrm>
            <a:off x="4116063" y="2939267"/>
            <a:ext cx="2961593" cy="979466"/>
            <a:chOff x="3947402" y="5016987"/>
            <a:chExt cx="2961593" cy="9794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0AA5A20-EE8A-D0B5-550C-1CDF6D591B24}"/>
                </a:ext>
              </a:extLst>
            </p:cNvPr>
            <p:cNvSpPr/>
            <p:nvPr/>
          </p:nvSpPr>
          <p:spPr>
            <a:xfrm>
              <a:off x="3947402" y="5016987"/>
              <a:ext cx="2961593" cy="979466"/>
            </a:xfrm>
            <a:prstGeom prst="roundRect">
              <a:avLst>
                <a:gd name="adj" fmla="val 20494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EBBA95F-DF3B-788A-81E1-B729850D0183}"/>
                </a:ext>
              </a:extLst>
            </p:cNvPr>
            <p:cNvSpPr/>
            <p:nvPr/>
          </p:nvSpPr>
          <p:spPr>
            <a:xfrm>
              <a:off x="4203492" y="5224780"/>
              <a:ext cx="563880" cy="5638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16D8AF-E1C4-4432-C4B5-64F93502D7FE}"/>
                </a:ext>
              </a:extLst>
            </p:cNvPr>
            <p:cNvSpPr txBox="1"/>
            <p:nvPr/>
          </p:nvSpPr>
          <p:spPr>
            <a:xfrm>
              <a:off x="4966891" y="5201893"/>
              <a:ext cx="1656192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consectetuer</a:t>
              </a:r>
              <a:endParaRPr lang="en-US" dirty="0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68E7960-5803-F8AC-8A8B-24151A927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79387" y="5400675"/>
              <a:ext cx="212090" cy="212090"/>
            </a:xfrm>
            <a:prstGeom prst="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CDA0C10-201D-5EFD-2486-39B0618FD3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48651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EAE1F62-07B4-01C0-06AD-DD5D352BECCD}"/>
              </a:ext>
            </a:extLst>
          </p:cNvPr>
          <p:cNvSpPr txBox="1"/>
          <p:nvPr/>
        </p:nvSpPr>
        <p:spPr>
          <a:xfrm>
            <a:off x="1864674" y="5022777"/>
            <a:ext cx="223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Internal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B4FCA-1A58-9360-5D32-7A24A4455298}"/>
              </a:ext>
            </a:extLst>
          </p:cNvPr>
          <p:cNvSpPr txBox="1"/>
          <p:nvPr/>
        </p:nvSpPr>
        <p:spPr>
          <a:xfrm>
            <a:off x="1864674" y="5462826"/>
            <a:ext cx="2558475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DDCB9-CC17-9643-2B39-5CD339934063}"/>
              </a:ext>
            </a:extLst>
          </p:cNvPr>
          <p:cNvSpPr txBox="1"/>
          <p:nvPr/>
        </p:nvSpPr>
        <p:spPr>
          <a:xfrm>
            <a:off x="5406200" y="5022777"/>
            <a:ext cx="193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External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2E0FDD-5868-7404-B7C7-D15C09836ECD}"/>
              </a:ext>
            </a:extLst>
          </p:cNvPr>
          <p:cNvSpPr txBox="1"/>
          <p:nvPr/>
        </p:nvSpPr>
        <p:spPr>
          <a:xfrm>
            <a:off x="5406200" y="5462826"/>
            <a:ext cx="2558475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90048-2522-2E7E-6ACE-ADADF2A9AE44}"/>
              </a:ext>
            </a:extLst>
          </p:cNvPr>
          <p:cNvSpPr txBox="1"/>
          <p:nvPr/>
        </p:nvSpPr>
        <p:spPr>
          <a:xfrm>
            <a:off x="8947725" y="5022777"/>
            <a:ext cx="193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Responsibilities</a:t>
            </a:r>
            <a:endParaRPr lang="en-ID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5A646A-4D31-E73E-91E2-DB62031F5339}"/>
              </a:ext>
            </a:extLst>
          </p:cNvPr>
          <p:cNvSpPr txBox="1"/>
          <p:nvPr/>
        </p:nvSpPr>
        <p:spPr>
          <a:xfrm>
            <a:off x="8947725" y="5462826"/>
            <a:ext cx="2558475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59460E-1FE1-5465-1107-1AB135C25FA6}"/>
              </a:ext>
            </a:extLst>
          </p:cNvPr>
          <p:cNvSpPr/>
          <p:nvPr/>
        </p:nvSpPr>
        <p:spPr>
          <a:xfrm>
            <a:off x="685800" y="700093"/>
            <a:ext cx="6627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Chairperson’s Report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8B4A3C-DB0E-1326-9AD0-143F7378AA6B}"/>
              </a:ext>
            </a:extLst>
          </p:cNvPr>
          <p:cNvGrpSpPr/>
          <p:nvPr/>
        </p:nvGrpSpPr>
        <p:grpSpPr>
          <a:xfrm>
            <a:off x="7343082" y="1493548"/>
            <a:ext cx="2961593" cy="979466"/>
            <a:chOff x="3947402" y="5016987"/>
            <a:chExt cx="2961593" cy="97946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05480CD-B832-6D2B-9B2D-77476D7C011D}"/>
                </a:ext>
              </a:extLst>
            </p:cNvPr>
            <p:cNvSpPr/>
            <p:nvPr/>
          </p:nvSpPr>
          <p:spPr>
            <a:xfrm>
              <a:off x="3947402" y="5016987"/>
              <a:ext cx="2961593" cy="979466"/>
            </a:xfrm>
            <a:prstGeom prst="roundRect">
              <a:avLst>
                <a:gd name="adj" fmla="val 20494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36306BE-DFBE-6632-9484-62FE9DACDBD3}"/>
                </a:ext>
              </a:extLst>
            </p:cNvPr>
            <p:cNvSpPr/>
            <p:nvPr/>
          </p:nvSpPr>
          <p:spPr>
            <a:xfrm>
              <a:off x="4203492" y="5224780"/>
              <a:ext cx="563880" cy="5638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CA43D3E-D744-5756-B9E9-7A15115DA154}"/>
                </a:ext>
              </a:extLst>
            </p:cNvPr>
            <p:cNvSpPr txBox="1"/>
            <p:nvPr/>
          </p:nvSpPr>
          <p:spPr>
            <a:xfrm>
              <a:off x="4966891" y="5201893"/>
              <a:ext cx="1656192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consectetuer</a:t>
              </a:r>
              <a:endParaRPr lang="en-US" dirty="0"/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95F9CC62-4FBA-08B3-DF9F-41D7FFBA8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79387" y="5400675"/>
              <a:ext cx="212090" cy="21209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61F874-9087-3051-C01F-F36E8FE571B5}"/>
              </a:ext>
            </a:extLst>
          </p:cNvPr>
          <p:cNvGrpSpPr/>
          <p:nvPr/>
        </p:nvGrpSpPr>
        <p:grpSpPr>
          <a:xfrm>
            <a:off x="8130148" y="4881391"/>
            <a:ext cx="652104" cy="652104"/>
            <a:chOff x="8111225" y="2910671"/>
            <a:chExt cx="652104" cy="65210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C9ECE80-9C30-E6B8-1F58-29D1748CE2C2}"/>
                </a:ext>
              </a:extLst>
            </p:cNvPr>
            <p:cNvSpPr/>
            <p:nvPr/>
          </p:nvSpPr>
          <p:spPr>
            <a:xfrm>
              <a:off x="8111225" y="2910671"/>
              <a:ext cx="652104" cy="652104"/>
            </a:xfrm>
            <a:prstGeom prst="roundRect">
              <a:avLst>
                <a:gd name="adj" fmla="val 241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E324631-D711-6DB6-451A-3E4EE0715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305265" y="3104711"/>
              <a:ext cx="264024" cy="26402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17819B3-A8E9-09A4-A320-722955CE8C44}"/>
              </a:ext>
            </a:extLst>
          </p:cNvPr>
          <p:cNvGrpSpPr/>
          <p:nvPr/>
        </p:nvGrpSpPr>
        <p:grpSpPr>
          <a:xfrm>
            <a:off x="1119809" y="4881391"/>
            <a:ext cx="652104" cy="652104"/>
            <a:chOff x="8111225" y="4503656"/>
            <a:chExt cx="652104" cy="65210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D5A18BE-E73E-7932-9C69-9E89B9FB0623}"/>
                </a:ext>
              </a:extLst>
            </p:cNvPr>
            <p:cNvSpPr/>
            <p:nvPr/>
          </p:nvSpPr>
          <p:spPr>
            <a:xfrm>
              <a:off x="8111225" y="4503656"/>
              <a:ext cx="652104" cy="652104"/>
            </a:xfrm>
            <a:prstGeom prst="roundRect">
              <a:avLst>
                <a:gd name="adj" fmla="val 241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4E0F33E2-5CA6-5697-0C1F-0777FA637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305265" y="4697696"/>
              <a:ext cx="264024" cy="26402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CFCE17A-EBBF-C079-8AB0-34AFF7A275A1}"/>
              </a:ext>
            </a:extLst>
          </p:cNvPr>
          <p:cNvGrpSpPr/>
          <p:nvPr/>
        </p:nvGrpSpPr>
        <p:grpSpPr>
          <a:xfrm>
            <a:off x="4659481" y="4881391"/>
            <a:ext cx="652104" cy="652104"/>
            <a:chOff x="4705264" y="4723461"/>
            <a:chExt cx="652104" cy="652104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A415A37-9F7D-2BD1-DB38-4850ACEE596C}"/>
                </a:ext>
              </a:extLst>
            </p:cNvPr>
            <p:cNvSpPr/>
            <p:nvPr/>
          </p:nvSpPr>
          <p:spPr>
            <a:xfrm>
              <a:off x="4705264" y="4723461"/>
              <a:ext cx="652104" cy="652104"/>
            </a:xfrm>
            <a:prstGeom prst="roundRect">
              <a:avLst>
                <a:gd name="adj" fmla="val 2417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644C6E2-C60D-191A-927E-A46DCA576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 rot="10800000" flipV="1">
              <a:off x="4898729" y="4916925"/>
              <a:ext cx="265176" cy="265176"/>
            </a:xfrm>
            <a:prstGeom prst="rect">
              <a:avLst/>
            </a:prstGeom>
          </p:spPr>
        </p:pic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0B72B-4877-C39E-5B26-3B11FAC5B2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FB6CB0-4EB2-7176-0574-557403221F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908578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6797D6-3D19-988D-3661-69FAF72E2D10}"/>
              </a:ext>
            </a:extLst>
          </p:cNvPr>
          <p:cNvSpPr/>
          <p:nvPr/>
        </p:nvSpPr>
        <p:spPr>
          <a:xfrm>
            <a:off x="685800" y="685801"/>
            <a:ext cx="10820400" cy="5486400"/>
          </a:xfrm>
          <a:prstGeom prst="roundRect">
            <a:avLst>
              <a:gd name="adj" fmla="val 863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7B9D90-62BF-E173-BF83-E077E20E23B2}"/>
              </a:ext>
            </a:extLst>
          </p:cNvPr>
          <p:cNvSpPr/>
          <p:nvPr/>
        </p:nvSpPr>
        <p:spPr>
          <a:xfrm>
            <a:off x="1085849" y="3045467"/>
            <a:ext cx="3419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Proposals Investment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080F149-5911-FEEE-7951-81AB31A68D4E}"/>
              </a:ext>
            </a:extLst>
          </p:cNvPr>
          <p:cNvSpPr/>
          <p:nvPr/>
        </p:nvSpPr>
        <p:spPr>
          <a:xfrm>
            <a:off x="4572000" y="1260624"/>
            <a:ext cx="548640" cy="548640"/>
          </a:xfrm>
          <a:prstGeom prst="roundRect">
            <a:avLst>
              <a:gd name="adj" fmla="val 2417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b="1" dirty="0">
                <a:solidFill>
                  <a:schemeClr val="bg1"/>
                </a:solidFill>
                <a:latin typeface="+mj-lt"/>
              </a:rPr>
              <a:t>01</a:t>
            </a:r>
            <a:endParaRPr lang="en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F6A62A-37C5-5C6D-CD1A-FF423B9B6976}"/>
              </a:ext>
            </a:extLst>
          </p:cNvPr>
          <p:cNvSpPr/>
          <p:nvPr/>
        </p:nvSpPr>
        <p:spPr>
          <a:xfrm>
            <a:off x="7610958" y="1260624"/>
            <a:ext cx="548640" cy="548640"/>
          </a:xfrm>
          <a:prstGeom prst="roundRect">
            <a:avLst>
              <a:gd name="adj" fmla="val 2417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b="1" dirty="0">
                <a:solidFill>
                  <a:schemeClr val="bg1"/>
                </a:solidFill>
                <a:latin typeface="+mj-lt"/>
              </a:rPr>
              <a:t>02</a:t>
            </a:r>
            <a:endParaRPr lang="en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2F132-0816-08C0-A011-B7C4039B9340}"/>
              </a:ext>
            </a:extLst>
          </p:cNvPr>
          <p:cNvSpPr/>
          <p:nvPr/>
        </p:nvSpPr>
        <p:spPr>
          <a:xfrm>
            <a:off x="4572000" y="1946423"/>
            <a:ext cx="259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Best Innovation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B032A0-227D-58AA-3CF8-237F740E4D9B}"/>
              </a:ext>
            </a:extLst>
          </p:cNvPr>
          <p:cNvSpPr/>
          <p:nvPr/>
        </p:nvSpPr>
        <p:spPr>
          <a:xfrm>
            <a:off x="7610958" y="1946423"/>
            <a:ext cx="259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Full Support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9E8CF8-8E63-B412-5305-BAB86C2C96E3}"/>
              </a:ext>
            </a:extLst>
          </p:cNvPr>
          <p:cNvSpPr/>
          <p:nvPr/>
        </p:nvSpPr>
        <p:spPr>
          <a:xfrm>
            <a:off x="9923024" y="5436323"/>
            <a:ext cx="15831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pc="1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Try it now </a:t>
            </a:r>
            <a:r>
              <a:rPr lang="en-US" sz="1400" spc="1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  <a:sym typeface="Wingdings 3" panose="05040102010807070707" pitchFamily="18" charset="2"/>
              </a:rPr>
              <a:t></a:t>
            </a:r>
            <a:endParaRPr lang="en-US" sz="1400" spc="100" dirty="0">
              <a:solidFill>
                <a:schemeClr val="accent1"/>
              </a:solidFill>
              <a:latin typeface="+mj-lt"/>
              <a:cs typeface="Poppins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7C5932-834E-34A7-F57A-848A38B0D5C7}"/>
              </a:ext>
            </a:extLst>
          </p:cNvPr>
          <p:cNvSpPr txBox="1"/>
          <p:nvPr/>
        </p:nvSpPr>
        <p:spPr>
          <a:xfrm>
            <a:off x="5669280" y="6324555"/>
            <a:ext cx="85344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260E2A6B-A809-4840-BF14-8648BC0BDF87}" type="slidenum">
              <a:rPr lang="id-ID" sz="1100" i="0" smtClean="0">
                <a:solidFill>
                  <a:schemeClr val="bg1"/>
                </a:solidFill>
                <a:ea typeface="Noto Sans JP Light" panose="020B0300000000000000" pitchFamily="34" charset="-128"/>
                <a:cs typeface="Segoe UI" panose="020B0502040204020203" pitchFamily="34" charset="0"/>
              </a:rPr>
              <a:pPr algn="ctr"/>
              <a:t>11</a:t>
            </a:fld>
            <a:endParaRPr lang="id-ID" sz="1100" i="0" dirty="0">
              <a:solidFill>
                <a:schemeClr val="bg1"/>
              </a:solidFill>
              <a:ea typeface="Noto Sans JP Light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27807-1849-E76B-DF11-9DF86F2EB3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DFF2315-4DED-4471-C093-F621A7A194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061146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514833-5EE2-DAF7-090E-558D957B10A3}"/>
              </a:ext>
            </a:extLst>
          </p:cNvPr>
          <p:cNvSpPr/>
          <p:nvPr/>
        </p:nvSpPr>
        <p:spPr>
          <a:xfrm>
            <a:off x="9143999" y="0"/>
            <a:ext cx="3048001" cy="428625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60660-4C6A-4357-B547-F91EB41468DB}"/>
              </a:ext>
            </a:extLst>
          </p:cNvPr>
          <p:cNvSpPr/>
          <p:nvPr/>
        </p:nvSpPr>
        <p:spPr>
          <a:xfrm>
            <a:off x="9144000" y="4286250"/>
            <a:ext cx="3048000" cy="25717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DA5BD1-C6BD-FDEC-03C3-95FCE8696F4C}"/>
              </a:ext>
            </a:extLst>
          </p:cNvPr>
          <p:cNvGrpSpPr/>
          <p:nvPr/>
        </p:nvGrpSpPr>
        <p:grpSpPr>
          <a:xfrm>
            <a:off x="9479777" y="4819265"/>
            <a:ext cx="2376446" cy="1505718"/>
            <a:chOff x="3489041" y="3230627"/>
            <a:chExt cx="2376446" cy="15057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8DB8FF-34A9-53E8-40D0-773E694D6D59}"/>
                </a:ext>
              </a:extLst>
            </p:cNvPr>
            <p:cNvSpPr/>
            <p:nvPr/>
          </p:nvSpPr>
          <p:spPr>
            <a:xfrm>
              <a:off x="3489041" y="3230627"/>
              <a:ext cx="1596114" cy="787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  <a:latin typeface="+mj-lt"/>
                </a:rPr>
                <a:t>We are creative</a:t>
              </a:r>
              <a:endParaRPr 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B2A14-00A8-B278-2AA9-DE1C6C43B00F}"/>
                </a:ext>
              </a:extLst>
            </p:cNvPr>
            <p:cNvSpPr/>
            <p:nvPr/>
          </p:nvSpPr>
          <p:spPr>
            <a:xfrm>
              <a:off x="3489041" y="4118675"/>
              <a:ext cx="2376446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800"/>
                </a:spcBef>
              </a:pPr>
              <a:r>
                <a:rPr lang="en-US" sz="1200" dirty="0">
                  <a:solidFill>
                    <a:schemeClr val="bg1"/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bg1"/>
                  </a:solidFill>
                </a:rPr>
                <a:t>amet</a:t>
              </a:r>
              <a:r>
                <a:rPr lang="en-US" sz="1200" dirty="0">
                  <a:solidFill>
                    <a:schemeClr val="bg1"/>
                  </a:solidFill>
                </a:rPr>
                <a:t>, </a:t>
              </a:r>
              <a:r>
                <a:rPr lang="en-US" sz="1200" dirty="0" err="1">
                  <a:solidFill>
                    <a:schemeClr val="bg1"/>
                  </a:solidFill>
                </a:rPr>
                <a:t>consectetuer</a:t>
              </a:r>
              <a:r>
                <a:rPr lang="en-US" sz="1200" dirty="0">
                  <a:solidFill>
                    <a:schemeClr val="bg1"/>
                  </a:solidFill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</a:rPr>
                <a:t>adipiscing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FF092C-4DA9-DD35-2B6D-A0653D69BC16}"/>
              </a:ext>
            </a:extLst>
          </p:cNvPr>
          <p:cNvSpPr/>
          <p:nvPr/>
        </p:nvSpPr>
        <p:spPr>
          <a:xfrm>
            <a:off x="11452721" y="6099175"/>
            <a:ext cx="428582" cy="4285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444500" dist="177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+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CCE2F-2553-79B1-9E4F-A01570D28DA1}"/>
              </a:ext>
            </a:extLst>
          </p:cNvPr>
          <p:cNvSpPr/>
          <p:nvPr/>
        </p:nvSpPr>
        <p:spPr>
          <a:xfrm>
            <a:off x="685800" y="4157166"/>
            <a:ext cx="4536440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consectetuer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ligula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eget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dolor.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Cum sociis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natoque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penatibus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 parturient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montes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7ACFB-3D39-5573-320A-25409E94B49A}"/>
              </a:ext>
            </a:extLst>
          </p:cNvPr>
          <p:cNvSpPr/>
          <p:nvPr/>
        </p:nvSpPr>
        <p:spPr>
          <a:xfrm>
            <a:off x="685800" y="5461770"/>
            <a:ext cx="15831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pc="1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</a:rPr>
              <a:t>Try it now </a:t>
            </a:r>
            <a:r>
              <a:rPr lang="en-US" sz="1400" spc="100" dirty="0">
                <a:solidFill>
                  <a:schemeClr val="accent1"/>
                </a:solidFill>
                <a:latin typeface="+mj-lt"/>
                <a:cs typeface="Poppins" panose="00000500000000000000" pitchFamily="2" charset="0"/>
                <a:sym typeface="Wingdings 3" panose="05040102010807070707" pitchFamily="18" charset="2"/>
              </a:rPr>
              <a:t></a:t>
            </a:r>
            <a:endParaRPr lang="en-US" sz="1400" spc="100" dirty="0">
              <a:solidFill>
                <a:schemeClr val="accent1"/>
              </a:solidFill>
              <a:latin typeface="+mj-lt"/>
              <a:cs typeface="Poppi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EC90FC-96CB-B52E-26FF-10DEA3916BFA}"/>
              </a:ext>
            </a:extLst>
          </p:cNvPr>
          <p:cNvSpPr/>
          <p:nvPr/>
        </p:nvSpPr>
        <p:spPr>
          <a:xfrm>
            <a:off x="685800" y="1088454"/>
            <a:ext cx="4953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Strategic Initiatives and Key Projects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C7FCC6-02E2-4EAE-671B-7D5C2AC7FAE4}"/>
              </a:ext>
            </a:extLst>
          </p:cNvPr>
          <p:cNvSpPr/>
          <p:nvPr/>
        </p:nvSpPr>
        <p:spPr>
          <a:xfrm>
            <a:off x="6327292" y="330243"/>
            <a:ext cx="548640" cy="548640"/>
          </a:xfrm>
          <a:prstGeom prst="roundRect">
            <a:avLst>
              <a:gd name="adj" fmla="val 2417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b="1" dirty="0">
                <a:solidFill>
                  <a:schemeClr val="bg1"/>
                </a:solidFill>
                <a:latin typeface="+mj-lt"/>
              </a:rPr>
              <a:t>01</a:t>
            </a:r>
            <a:endParaRPr lang="en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8946A56-371E-1AB5-C3A5-F967218A56B4}"/>
              </a:ext>
            </a:extLst>
          </p:cNvPr>
          <p:cNvSpPr/>
          <p:nvPr/>
        </p:nvSpPr>
        <p:spPr>
          <a:xfrm>
            <a:off x="9366250" y="330243"/>
            <a:ext cx="548640" cy="548640"/>
          </a:xfrm>
          <a:prstGeom prst="roundRect">
            <a:avLst>
              <a:gd name="adj" fmla="val 24175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b="1" dirty="0">
                <a:solidFill>
                  <a:schemeClr val="accent1"/>
                </a:solidFill>
                <a:latin typeface="+mj-lt"/>
              </a:rPr>
              <a:t>02</a:t>
            </a:r>
            <a:endParaRPr lang="en-ID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74CC23-4DBD-B2D8-4E94-34E230FD7C83}"/>
              </a:ext>
            </a:extLst>
          </p:cNvPr>
          <p:cNvSpPr/>
          <p:nvPr/>
        </p:nvSpPr>
        <p:spPr>
          <a:xfrm>
            <a:off x="6327292" y="1016042"/>
            <a:ext cx="259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Best Innovation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993B22-85DC-1DF6-FA79-39F6BD22183D}"/>
              </a:ext>
            </a:extLst>
          </p:cNvPr>
          <p:cNvSpPr/>
          <p:nvPr/>
        </p:nvSpPr>
        <p:spPr>
          <a:xfrm>
            <a:off x="9366250" y="1016042"/>
            <a:ext cx="259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Full Support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B0A7E64-3D83-CD22-8FC0-628D3075B4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7AA0CD-A383-EA95-7B63-51F150FDDB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74756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0A1D2E1-0A46-4939-DF42-47DEB813E8C5}"/>
              </a:ext>
            </a:extLst>
          </p:cNvPr>
          <p:cNvCxnSpPr/>
          <p:nvPr/>
        </p:nvCxnSpPr>
        <p:spPr>
          <a:xfrm>
            <a:off x="1655067" y="1932827"/>
            <a:ext cx="0" cy="4232623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 6">
            <a:extLst>
              <a:ext uri="{FF2B5EF4-FFF2-40B4-BE49-F238E27FC236}">
                <a16:creationId xmlns:a16="http://schemas.microsoft.com/office/drawing/2014/main" id="{91396CEA-057F-8857-D76F-4453BF67B475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557457" y="2029574"/>
            <a:ext cx="792969" cy="932903"/>
          </a:xfrm>
          <a:custGeom>
            <a:avLst/>
            <a:gdLst>
              <a:gd name="T0" fmla="*/ 1340 w 1340"/>
              <a:gd name="T1" fmla="*/ 283 h 1574"/>
              <a:gd name="T2" fmla="*/ 1340 w 1340"/>
              <a:gd name="T3" fmla="*/ 1291 h 1574"/>
              <a:gd name="T4" fmla="*/ 812 w 1340"/>
              <a:gd name="T5" fmla="*/ 1574 h 1574"/>
              <a:gd name="T6" fmla="*/ 284 w 1340"/>
              <a:gd name="T7" fmla="*/ 1291 h 1574"/>
              <a:gd name="T8" fmla="*/ 284 w 1340"/>
              <a:gd name="T9" fmla="*/ 283 h 1574"/>
              <a:gd name="T10" fmla="*/ 0 w 1340"/>
              <a:gd name="T11" fmla="*/ 0 h 1574"/>
              <a:gd name="T12" fmla="*/ 1056 w 1340"/>
              <a:gd name="T13" fmla="*/ 0 h 1574"/>
              <a:gd name="T14" fmla="*/ 1340 w 1340"/>
              <a:gd name="T15" fmla="*/ 283 h 1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40" h="1574">
                <a:moveTo>
                  <a:pt x="1340" y="283"/>
                </a:moveTo>
                <a:cubicBezTo>
                  <a:pt x="1340" y="1291"/>
                  <a:pt x="1340" y="1291"/>
                  <a:pt x="1340" y="1291"/>
                </a:cubicBezTo>
                <a:cubicBezTo>
                  <a:pt x="812" y="1574"/>
                  <a:pt x="812" y="1574"/>
                  <a:pt x="812" y="1574"/>
                </a:cubicBezTo>
                <a:cubicBezTo>
                  <a:pt x="284" y="1291"/>
                  <a:pt x="284" y="1291"/>
                  <a:pt x="284" y="1291"/>
                </a:cubicBezTo>
                <a:cubicBezTo>
                  <a:pt x="284" y="283"/>
                  <a:pt x="284" y="283"/>
                  <a:pt x="284" y="283"/>
                </a:cubicBezTo>
                <a:cubicBezTo>
                  <a:pt x="284" y="126"/>
                  <a:pt x="157" y="0"/>
                  <a:pt x="0" y="0"/>
                </a:cubicBezTo>
                <a:cubicBezTo>
                  <a:pt x="1056" y="0"/>
                  <a:pt x="1056" y="0"/>
                  <a:pt x="1056" y="0"/>
                </a:cubicBezTo>
                <a:cubicBezTo>
                  <a:pt x="1213" y="0"/>
                  <a:pt x="1340" y="126"/>
                  <a:pt x="1340" y="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0C767D5A-830B-7A72-6FF6-D9E9E08A5EEB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403701" y="2016616"/>
            <a:ext cx="335155" cy="167577"/>
          </a:xfrm>
          <a:custGeom>
            <a:avLst/>
            <a:gdLst>
              <a:gd name="T0" fmla="*/ 567 w 567"/>
              <a:gd name="T1" fmla="*/ 283 h 283"/>
              <a:gd name="T2" fmla="*/ 284 w 567"/>
              <a:gd name="T3" fmla="*/ 0 h 283"/>
              <a:gd name="T4" fmla="*/ 0 w 567"/>
              <a:gd name="T5" fmla="*/ 283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7" h="283">
                <a:moveTo>
                  <a:pt x="567" y="283"/>
                </a:moveTo>
                <a:cubicBezTo>
                  <a:pt x="567" y="126"/>
                  <a:pt x="440" y="0"/>
                  <a:pt x="284" y="0"/>
                </a:cubicBezTo>
                <a:cubicBezTo>
                  <a:pt x="127" y="0"/>
                  <a:pt x="0" y="126"/>
                  <a:pt x="0" y="283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7221B7B5-FFA2-F40A-D381-75010BAC9608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557889" y="3120986"/>
            <a:ext cx="792105" cy="932903"/>
          </a:xfrm>
          <a:custGeom>
            <a:avLst/>
            <a:gdLst>
              <a:gd name="T0" fmla="*/ 1339 w 1339"/>
              <a:gd name="T1" fmla="*/ 283 h 1574"/>
              <a:gd name="T2" fmla="*/ 1339 w 1339"/>
              <a:gd name="T3" fmla="*/ 1291 h 1574"/>
              <a:gd name="T4" fmla="*/ 811 w 1339"/>
              <a:gd name="T5" fmla="*/ 1574 h 1574"/>
              <a:gd name="T6" fmla="*/ 283 w 1339"/>
              <a:gd name="T7" fmla="*/ 1291 h 1574"/>
              <a:gd name="T8" fmla="*/ 283 w 1339"/>
              <a:gd name="T9" fmla="*/ 283 h 1574"/>
              <a:gd name="T10" fmla="*/ 0 w 1339"/>
              <a:gd name="T11" fmla="*/ 0 h 1574"/>
              <a:gd name="T12" fmla="*/ 1056 w 1339"/>
              <a:gd name="T13" fmla="*/ 0 h 1574"/>
              <a:gd name="T14" fmla="*/ 1339 w 1339"/>
              <a:gd name="T15" fmla="*/ 283 h 1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39" h="1574">
                <a:moveTo>
                  <a:pt x="1339" y="283"/>
                </a:moveTo>
                <a:cubicBezTo>
                  <a:pt x="1339" y="1291"/>
                  <a:pt x="1339" y="1291"/>
                  <a:pt x="1339" y="1291"/>
                </a:cubicBezTo>
                <a:cubicBezTo>
                  <a:pt x="811" y="1574"/>
                  <a:pt x="811" y="1574"/>
                  <a:pt x="811" y="1574"/>
                </a:cubicBezTo>
                <a:cubicBezTo>
                  <a:pt x="283" y="1291"/>
                  <a:pt x="283" y="1291"/>
                  <a:pt x="283" y="1291"/>
                </a:cubicBezTo>
                <a:cubicBezTo>
                  <a:pt x="283" y="283"/>
                  <a:pt x="283" y="283"/>
                  <a:pt x="283" y="283"/>
                </a:cubicBezTo>
                <a:cubicBezTo>
                  <a:pt x="283" y="126"/>
                  <a:pt x="156" y="0"/>
                  <a:pt x="0" y="0"/>
                </a:cubicBezTo>
                <a:cubicBezTo>
                  <a:pt x="1056" y="0"/>
                  <a:pt x="1056" y="0"/>
                  <a:pt x="1056" y="0"/>
                </a:cubicBezTo>
                <a:cubicBezTo>
                  <a:pt x="1212" y="0"/>
                  <a:pt x="1339" y="126"/>
                  <a:pt x="1339" y="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6E6CCC0D-41CE-D499-A1C1-E23AF2498339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403701" y="3107596"/>
            <a:ext cx="335155" cy="167577"/>
          </a:xfrm>
          <a:custGeom>
            <a:avLst/>
            <a:gdLst>
              <a:gd name="T0" fmla="*/ 567 w 567"/>
              <a:gd name="T1" fmla="*/ 283 h 283"/>
              <a:gd name="T2" fmla="*/ 284 w 567"/>
              <a:gd name="T3" fmla="*/ 0 h 283"/>
              <a:gd name="T4" fmla="*/ 0 w 567"/>
              <a:gd name="T5" fmla="*/ 283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7" h="283">
                <a:moveTo>
                  <a:pt x="567" y="283"/>
                </a:moveTo>
                <a:cubicBezTo>
                  <a:pt x="567" y="126"/>
                  <a:pt x="440" y="0"/>
                  <a:pt x="284" y="0"/>
                </a:cubicBezTo>
                <a:cubicBezTo>
                  <a:pt x="127" y="0"/>
                  <a:pt x="0" y="126"/>
                  <a:pt x="0" y="283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ACC2913-13FD-708E-A5AB-BD5762B4B404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557889" y="4211966"/>
            <a:ext cx="792105" cy="932903"/>
          </a:xfrm>
          <a:custGeom>
            <a:avLst/>
            <a:gdLst>
              <a:gd name="T0" fmla="*/ 1339 w 1339"/>
              <a:gd name="T1" fmla="*/ 283 h 1574"/>
              <a:gd name="T2" fmla="*/ 1339 w 1339"/>
              <a:gd name="T3" fmla="*/ 1291 h 1574"/>
              <a:gd name="T4" fmla="*/ 811 w 1339"/>
              <a:gd name="T5" fmla="*/ 1574 h 1574"/>
              <a:gd name="T6" fmla="*/ 284 w 1339"/>
              <a:gd name="T7" fmla="*/ 1291 h 1574"/>
              <a:gd name="T8" fmla="*/ 284 w 1339"/>
              <a:gd name="T9" fmla="*/ 283 h 1574"/>
              <a:gd name="T10" fmla="*/ 0 w 1339"/>
              <a:gd name="T11" fmla="*/ 0 h 1574"/>
              <a:gd name="T12" fmla="*/ 1056 w 1339"/>
              <a:gd name="T13" fmla="*/ 0 h 1574"/>
              <a:gd name="T14" fmla="*/ 1339 w 1339"/>
              <a:gd name="T15" fmla="*/ 283 h 1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39" h="1574">
                <a:moveTo>
                  <a:pt x="1339" y="283"/>
                </a:moveTo>
                <a:cubicBezTo>
                  <a:pt x="1339" y="1291"/>
                  <a:pt x="1339" y="1291"/>
                  <a:pt x="1339" y="1291"/>
                </a:cubicBezTo>
                <a:cubicBezTo>
                  <a:pt x="811" y="1574"/>
                  <a:pt x="811" y="1574"/>
                  <a:pt x="811" y="1574"/>
                </a:cubicBezTo>
                <a:cubicBezTo>
                  <a:pt x="284" y="1291"/>
                  <a:pt x="284" y="1291"/>
                  <a:pt x="284" y="1291"/>
                </a:cubicBezTo>
                <a:cubicBezTo>
                  <a:pt x="284" y="283"/>
                  <a:pt x="284" y="283"/>
                  <a:pt x="284" y="283"/>
                </a:cubicBezTo>
                <a:cubicBezTo>
                  <a:pt x="283" y="126"/>
                  <a:pt x="156" y="0"/>
                  <a:pt x="0" y="0"/>
                </a:cubicBezTo>
                <a:cubicBezTo>
                  <a:pt x="1056" y="0"/>
                  <a:pt x="1056" y="0"/>
                  <a:pt x="1056" y="0"/>
                </a:cubicBezTo>
                <a:cubicBezTo>
                  <a:pt x="1212" y="0"/>
                  <a:pt x="1339" y="126"/>
                  <a:pt x="1339" y="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9FC9717F-03AA-E387-898F-9C0F1F8095F8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403701" y="4198576"/>
            <a:ext cx="335155" cy="167577"/>
          </a:xfrm>
          <a:custGeom>
            <a:avLst/>
            <a:gdLst>
              <a:gd name="T0" fmla="*/ 567 w 567"/>
              <a:gd name="T1" fmla="*/ 283 h 283"/>
              <a:gd name="T2" fmla="*/ 283 w 567"/>
              <a:gd name="T3" fmla="*/ 0 h 283"/>
              <a:gd name="T4" fmla="*/ 0 w 567"/>
              <a:gd name="T5" fmla="*/ 283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7" h="283">
                <a:moveTo>
                  <a:pt x="567" y="283"/>
                </a:moveTo>
                <a:cubicBezTo>
                  <a:pt x="567" y="126"/>
                  <a:pt x="440" y="0"/>
                  <a:pt x="283" y="0"/>
                </a:cubicBezTo>
                <a:cubicBezTo>
                  <a:pt x="126" y="0"/>
                  <a:pt x="0" y="126"/>
                  <a:pt x="0" y="283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8141715C-69C1-48E2-256A-5CEE8BD9370F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557889" y="5302946"/>
            <a:ext cx="792105" cy="932903"/>
          </a:xfrm>
          <a:custGeom>
            <a:avLst/>
            <a:gdLst>
              <a:gd name="T0" fmla="*/ 1339 w 1339"/>
              <a:gd name="T1" fmla="*/ 283 h 1574"/>
              <a:gd name="T2" fmla="*/ 1339 w 1339"/>
              <a:gd name="T3" fmla="*/ 1291 h 1574"/>
              <a:gd name="T4" fmla="*/ 812 w 1339"/>
              <a:gd name="T5" fmla="*/ 1574 h 1574"/>
              <a:gd name="T6" fmla="*/ 284 w 1339"/>
              <a:gd name="T7" fmla="*/ 1291 h 1574"/>
              <a:gd name="T8" fmla="*/ 284 w 1339"/>
              <a:gd name="T9" fmla="*/ 283 h 1574"/>
              <a:gd name="T10" fmla="*/ 0 w 1339"/>
              <a:gd name="T11" fmla="*/ 0 h 1574"/>
              <a:gd name="T12" fmla="*/ 1056 w 1339"/>
              <a:gd name="T13" fmla="*/ 0 h 1574"/>
              <a:gd name="T14" fmla="*/ 1339 w 1339"/>
              <a:gd name="T15" fmla="*/ 283 h 1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39" h="1574">
                <a:moveTo>
                  <a:pt x="1339" y="283"/>
                </a:moveTo>
                <a:cubicBezTo>
                  <a:pt x="1339" y="1291"/>
                  <a:pt x="1339" y="1291"/>
                  <a:pt x="1339" y="1291"/>
                </a:cubicBezTo>
                <a:cubicBezTo>
                  <a:pt x="812" y="1574"/>
                  <a:pt x="812" y="1574"/>
                  <a:pt x="812" y="1574"/>
                </a:cubicBezTo>
                <a:cubicBezTo>
                  <a:pt x="284" y="1291"/>
                  <a:pt x="284" y="1291"/>
                  <a:pt x="284" y="1291"/>
                </a:cubicBezTo>
                <a:cubicBezTo>
                  <a:pt x="284" y="283"/>
                  <a:pt x="284" y="283"/>
                  <a:pt x="284" y="283"/>
                </a:cubicBezTo>
                <a:cubicBezTo>
                  <a:pt x="283" y="126"/>
                  <a:pt x="157" y="0"/>
                  <a:pt x="0" y="0"/>
                </a:cubicBezTo>
                <a:cubicBezTo>
                  <a:pt x="1056" y="0"/>
                  <a:pt x="1056" y="0"/>
                  <a:pt x="1056" y="0"/>
                </a:cubicBezTo>
                <a:cubicBezTo>
                  <a:pt x="1213" y="0"/>
                  <a:pt x="1339" y="126"/>
                  <a:pt x="1339" y="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3700BDD9-47B2-14D3-D220-83AAB19F4AB5}"/>
              </a:ext>
            </a:extLst>
          </p:cNvPr>
          <p:cNvSpPr>
            <a:spLocks/>
          </p:cNvSpPr>
          <p:nvPr/>
        </p:nvSpPr>
        <p:spPr bwMode="auto">
          <a:xfrm rot="5400000" flipV="1">
            <a:off x="1403701" y="5289556"/>
            <a:ext cx="335155" cy="167577"/>
          </a:xfrm>
          <a:custGeom>
            <a:avLst/>
            <a:gdLst>
              <a:gd name="T0" fmla="*/ 567 w 567"/>
              <a:gd name="T1" fmla="*/ 283 h 283"/>
              <a:gd name="T2" fmla="*/ 283 w 567"/>
              <a:gd name="T3" fmla="*/ 0 h 283"/>
              <a:gd name="T4" fmla="*/ 0 w 567"/>
              <a:gd name="T5" fmla="*/ 283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7" h="283">
                <a:moveTo>
                  <a:pt x="567" y="283"/>
                </a:moveTo>
                <a:cubicBezTo>
                  <a:pt x="567" y="126"/>
                  <a:pt x="440" y="0"/>
                  <a:pt x="283" y="0"/>
                </a:cubicBezTo>
                <a:cubicBezTo>
                  <a:pt x="127" y="0"/>
                  <a:pt x="0" y="126"/>
                  <a:pt x="0" y="283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B78BF-D99E-8CD1-4F8B-76D7E71F0BCD}"/>
              </a:ext>
            </a:extLst>
          </p:cNvPr>
          <p:cNvSpPr txBox="1"/>
          <p:nvPr/>
        </p:nvSpPr>
        <p:spPr>
          <a:xfrm>
            <a:off x="1567171" y="2360866"/>
            <a:ext cx="74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4BBDA8-AED5-709E-E2EC-3557DB7BDC55}"/>
              </a:ext>
            </a:extLst>
          </p:cNvPr>
          <p:cNvSpPr txBox="1"/>
          <p:nvPr/>
        </p:nvSpPr>
        <p:spPr>
          <a:xfrm>
            <a:off x="1567171" y="3450793"/>
            <a:ext cx="74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285BE8-3F8C-DD63-9D61-F9F7CF7BC0EB}"/>
              </a:ext>
            </a:extLst>
          </p:cNvPr>
          <p:cNvSpPr txBox="1"/>
          <p:nvPr/>
        </p:nvSpPr>
        <p:spPr>
          <a:xfrm>
            <a:off x="1567171" y="4540547"/>
            <a:ext cx="74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4A9944-1120-7875-BEA9-5904179ABD71}"/>
              </a:ext>
            </a:extLst>
          </p:cNvPr>
          <p:cNvSpPr txBox="1"/>
          <p:nvPr/>
        </p:nvSpPr>
        <p:spPr>
          <a:xfrm>
            <a:off x="1567171" y="5623907"/>
            <a:ext cx="74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06852D-D2D4-FD0F-73FC-DFE4E0142226}"/>
              </a:ext>
            </a:extLst>
          </p:cNvPr>
          <p:cNvSpPr txBox="1"/>
          <p:nvPr/>
        </p:nvSpPr>
        <p:spPr>
          <a:xfrm>
            <a:off x="2587970" y="2267982"/>
            <a:ext cx="6565862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consectetuer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ligula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eget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dolor.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Cum sociis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natoque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penatibus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 parturient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montes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D8A5B-1F3E-C679-7D51-A0193188E39B}"/>
              </a:ext>
            </a:extLst>
          </p:cNvPr>
          <p:cNvSpPr txBox="1"/>
          <p:nvPr/>
        </p:nvSpPr>
        <p:spPr>
          <a:xfrm>
            <a:off x="2587970" y="3358962"/>
            <a:ext cx="6565862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consectetuer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ligula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eget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dolor.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Cum sociis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natoque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penatibus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 parturient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montes</a:t>
            </a:r>
            <a:endParaRPr lang="en-ID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59F1F1-0E08-A5D4-B2A4-7908017E7D23}"/>
              </a:ext>
            </a:extLst>
          </p:cNvPr>
          <p:cNvSpPr txBox="1"/>
          <p:nvPr/>
        </p:nvSpPr>
        <p:spPr>
          <a:xfrm>
            <a:off x="2587970" y="4449942"/>
            <a:ext cx="6565862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consectetuer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ligula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eget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dolor.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Cum sociis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natoque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penatibus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 parturient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montes</a:t>
            </a:r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2EB16F-3AEB-B16D-E956-A8DB537E6A45}"/>
              </a:ext>
            </a:extLst>
          </p:cNvPr>
          <p:cNvSpPr txBox="1"/>
          <p:nvPr/>
        </p:nvSpPr>
        <p:spPr>
          <a:xfrm>
            <a:off x="2587970" y="5540922"/>
            <a:ext cx="6565862" cy="62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consectetuer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adipiscing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elit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commodo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ligula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eget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dolor. Aenean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massa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Cum sociis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natoque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penatibus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magnis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 parturient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montes</a:t>
            </a:r>
            <a:endParaRPr lang="en-ID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B08028-EA09-3853-6F04-2C960030F6DB}"/>
              </a:ext>
            </a:extLst>
          </p:cNvPr>
          <p:cNvSpPr/>
          <p:nvPr/>
        </p:nvSpPr>
        <p:spPr>
          <a:xfrm>
            <a:off x="685800" y="697375"/>
            <a:ext cx="8670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Partnership or Collaboration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1B38310-E4CA-69B3-8BF9-973ADF2BE3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417371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701AF3-31C3-0D17-C673-6CEA8293EFC1}"/>
              </a:ext>
            </a:extLst>
          </p:cNvPr>
          <p:cNvSpPr/>
          <p:nvPr/>
        </p:nvSpPr>
        <p:spPr>
          <a:xfrm>
            <a:off x="8129905" y="1663668"/>
            <a:ext cx="3386455" cy="4242918"/>
          </a:xfrm>
          <a:prstGeom prst="roundRect">
            <a:avLst>
              <a:gd name="adj" fmla="val 8757"/>
            </a:avLst>
          </a:prstGeom>
          <a:solidFill>
            <a:schemeClr val="accent1"/>
          </a:solidFill>
          <a:ln>
            <a:noFill/>
          </a:ln>
          <a:effectLst>
            <a:outerShdw blurRad="863600" dist="698500" dir="2700000" sx="91000" sy="9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BDD103-3F1E-934B-F22F-46F6F4BE2917}"/>
              </a:ext>
            </a:extLst>
          </p:cNvPr>
          <p:cNvGrpSpPr/>
          <p:nvPr/>
        </p:nvGrpSpPr>
        <p:grpSpPr>
          <a:xfrm>
            <a:off x="8445880" y="2010921"/>
            <a:ext cx="2754505" cy="3581525"/>
            <a:chOff x="3910288" y="1909321"/>
            <a:chExt cx="2754505" cy="35815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448E449-D1CD-6855-1724-C834B68C0F4B}"/>
                </a:ext>
              </a:extLst>
            </p:cNvPr>
            <p:cNvGrpSpPr/>
            <p:nvPr/>
          </p:nvGrpSpPr>
          <p:grpSpPr>
            <a:xfrm>
              <a:off x="4091136" y="1909321"/>
              <a:ext cx="2573657" cy="3581525"/>
              <a:chOff x="1116698" y="3221058"/>
              <a:chExt cx="2573657" cy="358152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9CF6B2-6B7B-36A4-6ACA-365C0F36CBF4}"/>
                  </a:ext>
                </a:extLst>
              </p:cNvPr>
              <p:cNvSpPr txBox="1"/>
              <p:nvPr/>
            </p:nvSpPr>
            <p:spPr>
              <a:xfrm>
                <a:off x="1116698" y="3221058"/>
                <a:ext cx="2573657" cy="423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dirty="0">
                    <a:solidFill>
                      <a:schemeClr val="bg1"/>
                    </a:solidFill>
                    <a:latin typeface="+mj-lt"/>
                  </a:rPr>
                  <a:t>How you solve it</a:t>
                </a:r>
                <a:endParaRPr lang="en-ID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4FB723-F845-3B2B-4884-254E69BF980A}"/>
                  </a:ext>
                </a:extLst>
              </p:cNvPr>
              <p:cNvSpPr txBox="1"/>
              <p:nvPr/>
            </p:nvSpPr>
            <p:spPr>
              <a:xfrm>
                <a:off x="1116698" y="3631522"/>
                <a:ext cx="2573657" cy="317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2000" indent="-252000">
                  <a:lnSpc>
                    <a:spcPct val="130000"/>
                  </a:lnSpc>
                  <a:spcBef>
                    <a:spcPts val="1200"/>
                  </a:spcBef>
                  <a:buAutoNum type="arabicPeriod"/>
                </a:pPr>
                <a:r>
                  <a:rPr lang="en-US" sz="1400" dirty="0">
                    <a:solidFill>
                      <a:schemeClr val="bg1"/>
                    </a:solidFill>
                  </a:rPr>
                  <a:t>Lorem ipsum dolor sit amet, consectetuer adipiscing elit.</a:t>
                </a:r>
              </a:p>
              <a:p>
                <a:pPr marL="252000" indent="-252000">
                  <a:lnSpc>
                    <a:spcPct val="130000"/>
                  </a:lnSpc>
                  <a:spcBef>
                    <a:spcPts val="1200"/>
                  </a:spcBef>
                  <a:buFontTx/>
                  <a:buAutoNum type="arabicPeriod"/>
                </a:pPr>
                <a:r>
                  <a:rPr lang="en-US" sz="1400" dirty="0">
                    <a:solidFill>
                      <a:schemeClr val="bg1"/>
                    </a:solidFill>
                  </a:rPr>
                  <a:t>Lorem ipsum dolor sit amet, consectetuer adipiscing elit.</a:t>
                </a:r>
              </a:p>
              <a:p>
                <a:pPr marL="252000" indent="-252000">
                  <a:lnSpc>
                    <a:spcPct val="130000"/>
                  </a:lnSpc>
                  <a:spcBef>
                    <a:spcPts val="1200"/>
                  </a:spcBef>
                  <a:buFontTx/>
                  <a:buAutoNum type="arabicPeriod"/>
                </a:pPr>
                <a:r>
                  <a:rPr lang="en-US" sz="1400" dirty="0">
                    <a:solidFill>
                      <a:schemeClr val="bg1"/>
                    </a:solidFill>
                  </a:rPr>
                  <a:t>Lorem ipsum dolor sit amet, consectetuer adipiscing elit. Aenean commodo.</a:t>
                </a: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0CADD8-9290-F680-C551-D619F5B797B4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88" y="2140969"/>
              <a:ext cx="113792" cy="0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B84ECE-6031-5B88-11C7-6216184C8AB1}"/>
              </a:ext>
            </a:extLst>
          </p:cNvPr>
          <p:cNvSpPr/>
          <p:nvPr/>
        </p:nvSpPr>
        <p:spPr>
          <a:xfrm>
            <a:off x="4743450" y="1663668"/>
            <a:ext cx="3386455" cy="4242918"/>
          </a:xfrm>
          <a:prstGeom prst="roundRect">
            <a:avLst>
              <a:gd name="adj" fmla="val 905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A9FE77-EE90-6CDB-368D-1180ECFBF2D7}"/>
              </a:ext>
            </a:extLst>
          </p:cNvPr>
          <p:cNvGrpSpPr/>
          <p:nvPr/>
        </p:nvGrpSpPr>
        <p:grpSpPr>
          <a:xfrm>
            <a:off x="5240273" y="2010921"/>
            <a:ext cx="2573657" cy="3449309"/>
            <a:chOff x="1116698" y="3221058"/>
            <a:chExt cx="2573657" cy="344930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D71FD0-7265-5E25-4EC8-6CC5720880CB}"/>
                </a:ext>
              </a:extLst>
            </p:cNvPr>
            <p:cNvSpPr txBox="1"/>
            <p:nvPr/>
          </p:nvSpPr>
          <p:spPr>
            <a:xfrm>
              <a:off x="1116698" y="3221058"/>
              <a:ext cx="2573657" cy="423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</a:rPr>
                <a:t>Your case study</a:t>
              </a:r>
              <a:endPara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C0CF2F-463D-AE6A-2B0F-9C4CBC3FFB17}"/>
                </a:ext>
              </a:extLst>
            </p:cNvPr>
            <p:cNvSpPr txBox="1"/>
            <p:nvPr/>
          </p:nvSpPr>
          <p:spPr>
            <a:xfrm>
              <a:off x="1116698" y="3631522"/>
              <a:ext cx="2573657" cy="3038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Lorem ipsum dolor sit amet, consectetuer adipiscing elit. Aenean commodo ligula eget dolor. Aenean massa. Cum sociis natoque penatibus et magnis dis parturient montes, nascetur ridiculus mus.</a:t>
              </a:r>
            </a:p>
            <a:p>
              <a:endParaRPr lang="en-US" dirty="0"/>
            </a:p>
            <a:p>
              <a:r>
                <a:rPr lang="en-US" dirty="0"/>
                <a:t>Donec quam felis, ultricies nec, pellentesque eu, pretium quis, 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C5A604-47FE-0040-A912-3DF1159FD895}"/>
              </a:ext>
            </a:extLst>
          </p:cNvPr>
          <p:cNvCxnSpPr>
            <a:cxnSpLocks/>
          </p:cNvCxnSpPr>
          <p:nvPr/>
        </p:nvCxnSpPr>
        <p:spPr>
          <a:xfrm>
            <a:off x="5059425" y="2242569"/>
            <a:ext cx="113792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757EC-F6BC-3DC9-26C2-E5676EC3CED9}"/>
              </a:ext>
            </a:extLst>
          </p:cNvPr>
          <p:cNvSpPr/>
          <p:nvPr/>
        </p:nvSpPr>
        <p:spPr>
          <a:xfrm>
            <a:off x="685800" y="4111135"/>
            <a:ext cx="382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Case Study Solution 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29D7C-BD8C-89AA-2973-1DBA4AB1E9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95464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>
            <a:extLst>
              <a:ext uri="{FF2B5EF4-FFF2-40B4-BE49-F238E27FC236}">
                <a16:creationId xmlns:a16="http://schemas.microsoft.com/office/drawing/2014/main" id="{EA05B8F3-6A15-FF91-7180-172B8AC1F456}"/>
              </a:ext>
            </a:extLst>
          </p:cNvPr>
          <p:cNvSpPr>
            <a:spLocks/>
          </p:cNvSpPr>
          <p:nvPr/>
        </p:nvSpPr>
        <p:spPr bwMode="auto">
          <a:xfrm rot="10800000">
            <a:off x="3972908" y="2525562"/>
            <a:ext cx="1747955" cy="1037757"/>
          </a:xfrm>
          <a:custGeom>
            <a:avLst/>
            <a:gdLst>
              <a:gd name="T0" fmla="*/ 206 w 254"/>
              <a:gd name="T1" fmla="*/ 0 h 150"/>
              <a:gd name="T2" fmla="*/ 0 w 254"/>
              <a:gd name="T3" fmla="*/ 150 h 150"/>
              <a:gd name="T4" fmla="*/ 254 w 254"/>
              <a:gd name="T5" fmla="*/ 150 h 150"/>
              <a:gd name="T6" fmla="*/ 206 w 254"/>
              <a:gd name="T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150">
                <a:moveTo>
                  <a:pt x="206" y="0"/>
                </a:moveTo>
                <a:cubicBezTo>
                  <a:pt x="0" y="150"/>
                  <a:pt x="0" y="150"/>
                  <a:pt x="0" y="150"/>
                </a:cubicBezTo>
                <a:cubicBezTo>
                  <a:pt x="254" y="150"/>
                  <a:pt x="254" y="150"/>
                  <a:pt x="254" y="150"/>
                </a:cubicBezTo>
                <a:cubicBezTo>
                  <a:pt x="254" y="97"/>
                  <a:pt x="238" y="44"/>
                  <a:pt x="2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EA552243-4BE3-ECFE-3AE4-406C378A5447}"/>
              </a:ext>
            </a:extLst>
          </p:cNvPr>
          <p:cNvSpPr>
            <a:spLocks/>
          </p:cNvSpPr>
          <p:nvPr/>
        </p:nvSpPr>
        <p:spPr bwMode="auto">
          <a:xfrm rot="10800000">
            <a:off x="5063886" y="2514269"/>
            <a:ext cx="1301545" cy="2110298"/>
          </a:xfrm>
          <a:custGeom>
            <a:avLst/>
            <a:gdLst>
              <a:gd name="T0" fmla="*/ 95 w 189"/>
              <a:gd name="T1" fmla="*/ 0 h 305"/>
              <a:gd name="T2" fmla="*/ 0 w 189"/>
              <a:gd name="T3" fmla="*/ 15 h 305"/>
              <a:gd name="T4" fmla="*/ 95 w 189"/>
              <a:gd name="T5" fmla="*/ 305 h 305"/>
              <a:gd name="T6" fmla="*/ 189 w 189"/>
              <a:gd name="T7" fmla="*/ 15 h 305"/>
              <a:gd name="T8" fmla="*/ 95 w 189"/>
              <a:gd name="T9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305">
                <a:moveTo>
                  <a:pt x="95" y="0"/>
                </a:moveTo>
                <a:cubicBezTo>
                  <a:pt x="62" y="0"/>
                  <a:pt x="30" y="5"/>
                  <a:pt x="0" y="15"/>
                </a:cubicBezTo>
                <a:cubicBezTo>
                  <a:pt x="95" y="305"/>
                  <a:pt x="95" y="305"/>
                  <a:pt x="95" y="305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59" y="5"/>
                  <a:pt x="128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77D9E8A-2FE0-4B3C-3670-4EFE2B38CBBC}"/>
              </a:ext>
            </a:extLst>
          </p:cNvPr>
          <p:cNvSpPr>
            <a:spLocks/>
          </p:cNvSpPr>
          <p:nvPr/>
        </p:nvSpPr>
        <p:spPr bwMode="auto">
          <a:xfrm rot="10800000">
            <a:off x="5710310" y="2525562"/>
            <a:ext cx="2449456" cy="1446482"/>
          </a:xfrm>
          <a:custGeom>
            <a:avLst/>
            <a:gdLst>
              <a:gd name="T0" fmla="*/ 0 w 356"/>
              <a:gd name="T1" fmla="*/ 209 h 209"/>
              <a:gd name="T2" fmla="*/ 356 w 356"/>
              <a:gd name="T3" fmla="*/ 209 h 209"/>
              <a:gd name="T4" fmla="*/ 68 w 356"/>
              <a:gd name="T5" fmla="*/ 0 h 209"/>
              <a:gd name="T6" fmla="*/ 0 w 356"/>
              <a:gd name="T7" fmla="*/ 209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6" h="209">
                <a:moveTo>
                  <a:pt x="0" y="209"/>
                </a:moveTo>
                <a:cubicBezTo>
                  <a:pt x="356" y="209"/>
                  <a:pt x="356" y="209"/>
                  <a:pt x="356" y="209"/>
                </a:cubicBezTo>
                <a:cubicBezTo>
                  <a:pt x="68" y="0"/>
                  <a:pt x="68" y="0"/>
                  <a:pt x="68" y="0"/>
                </a:cubicBezTo>
                <a:cubicBezTo>
                  <a:pt x="25" y="58"/>
                  <a:pt x="0" y="131"/>
                  <a:pt x="0" y="2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A757087-6E04-3F15-4254-5905C80F5715}"/>
              </a:ext>
            </a:extLst>
          </p:cNvPr>
          <p:cNvSpPr>
            <a:spLocks/>
          </p:cNvSpPr>
          <p:nvPr/>
        </p:nvSpPr>
        <p:spPr bwMode="auto">
          <a:xfrm rot="10800000">
            <a:off x="4158428" y="2514268"/>
            <a:ext cx="1562435" cy="1840715"/>
          </a:xfrm>
          <a:custGeom>
            <a:avLst/>
            <a:gdLst>
              <a:gd name="T0" fmla="*/ 87 w 227"/>
              <a:gd name="T1" fmla="*/ 0 h 266"/>
              <a:gd name="T2" fmla="*/ 0 w 227"/>
              <a:gd name="T3" fmla="*/ 266 h 266"/>
              <a:gd name="T4" fmla="*/ 227 w 227"/>
              <a:gd name="T5" fmla="*/ 102 h 266"/>
              <a:gd name="T6" fmla="*/ 87 w 227"/>
              <a:gd name="T7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" h="266">
                <a:moveTo>
                  <a:pt x="87" y="0"/>
                </a:moveTo>
                <a:cubicBezTo>
                  <a:pt x="0" y="266"/>
                  <a:pt x="0" y="266"/>
                  <a:pt x="0" y="266"/>
                </a:cubicBezTo>
                <a:cubicBezTo>
                  <a:pt x="227" y="102"/>
                  <a:pt x="227" y="102"/>
                  <a:pt x="227" y="102"/>
                </a:cubicBezTo>
                <a:cubicBezTo>
                  <a:pt x="192" y="53"/>
                  <a:pt x="142" y="18"/>
                  <a:pt x="8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BFDD8FA1-4C50-CD33-D091-950A8AE96C4D}"/>
              </a:ext>
            </a:extLst>
          </p:cNvPr>
          <p:cNvSpPr>
            <a:spLocks/>
          </p:cNvSpPr>
          <p:nvPr/>
        </p:nvSpPr>
        <p:spPr bwMode="auto">
          <a:xfrm rot="10800000">
            <a:off x="5710310" y="2525562"/>
            <a:ext cx="1846513" cy="2179869"/>
          </a:xfrm>
          <a:custGeom>
            <a:avLst/>
            <a:gdLst>
              <a:gd name="T0" fmla="*/ 0 w 268"/>
              <a:gd name="T1" fmla="*/ 121 h 315"/>
              <a:gd name="T2" fmla="*/ 268 w 268"/>
              <a:gd name="T3" fmla="*/ 315 h 315"/>
              <a:gd name="T4" fmla="*/ 165 w 268"/>
              <a:gd name="T5" fmla="*/ 0 h 315"/>
              <a:gd name="T6" fmla="*/ 0 w 268"/>
              <a:gd name="T7" fmla="*/ 121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8" h="315">
                <a:moveTo>
                  <a:pt x="0" y="121"/>
                </a:moveTo>
                <a:cubicBezTo>
                  <a:pt x="268" y="315"/>
                  <a:pt x="268" y="315"/>
                  <a:pt x="268" y="315"/>
                </a:cubicBezTo>
                <a:cubicBezTo>
                  <a:pt x="165" y="0"/>
                  <a:pt x="165" y="0"/>
                  <a:pt x="165" y="0"/>
                </a:cubicBezTo>
                <a:cubicBezTo>
                  <a:pt x="96" y="23"/>
                  <a:pt x="39" y="66"/>
                  <a:pt x="0" y="12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2FCAE1-6E71-900B-F8D8-360108409F58}"/>
              </a:ext>
            </a:extLst>
          </p:cNvPr>
          <p:cNvCxnSpPr/>
          <p:nvPr/>
        </p:nvCxnSpPr>
        <p:spPr>
          <a:xfrm flipV="1">
            <a:off x="8094165" y="3126387"/>
            <a:ext cx="472935" cy="1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>
            <a:extLst>
              <a:ext uri="{FF2B5EF4-FFF2-40B4-BE49-F238E27FC236}">
                <a16:creationId xmlns:a16="http://schemas.microsoft.com/office/drawing/2014/main" id="{9BFF2A5A-2F34-7A4D-6BF1-AFC3B004F173}"/>
              </a:ext>
            </a:extLst>
          </p:cNvPr>
          <p:cNvSpPr/>
          <p:nvPr/>
        </p:nvSpPr>
        <p:spPr>
          <a:xfrm rot="10800000" flipH="1" flipV="1">
            <a:off x="7192784" y="4251905"/>
            <a:ext cx="728102" cy="227950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Questrial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F359D8E-6113-FA63-AEFC-02D89D58D36E}"/>
              </a:ext>
            </a:extLst>
          </p:cNvPr>
          <p:cNvSpPr/>
          <p:nvPr/>
        </p:nvSpPr>
        <p:spPr>
          <a:xfrm rot="10800000" flipH="1" flipV="1">
            <a:off x="5751150" y="4613626"/>
            <a:ext cx="728102" cy="685473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Questrial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CBD7825-0E33-1C3F-36EE-C9F3E5BC6037}"/>
              </a:ext>
            </a:extLst>
          </p:cNvPr>
          <p:cNvSpPr/>
          <p:nvPr/>
        </p:nvSpPr>
        <p:spPr>
          <a:xfrm rot="10800000" flipV="1">
            <a:off x="3903669" y="4098862"/>
            <a:ext cx="728102" cy="380993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Questrial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11C6E0-9B70-F5E4-B47C-2070E41812E6}"/>
              </a:ext>
            </a:extLst>
          </p:cNvPr>
          <p:cNvCxnSpPr/>
          <p:nvPr/>
        </p:nvCxnSpPr>
        <p:spPr>
          <a:xfrm rot="10800000">
            <a:off x="3611930" y="3126387"/>
            <a:ext cx="484646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34F622-4D8A-0CE7-47ED-647E64D88A06}"/>
              </a:ext>
            </a:extLst>
          </p:cNvPr>
          <p:cNvSpPr txBox="1"/>
          <p:nvPr/>
        </p:nvSpPr>
        <p:spPr>
          <a:xfrm flipH="1">
            <a:off x="8756691" y="2864305"/>
            <a:ext cx="2589830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D48410-4DD5-244F-6C91-C7862319BAB0}"/>
              </a:ext>
            </a:extLst>
          </p:cNvPr>
          <p:cNvSpPr txBox="1"/>
          <p:nvPr/>
        </p:nvSpPr>
        <p:spPr>
          <a:xfrm flipH="1">
            <a:off x="8743722" y="2550349"/>
            <a:ext cx="223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Fashion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A254E-1E61-DAD8-9E8F-2C735A4A3C2F}"/>
              </a:ext>
            </a:extLst>
          </p:cNvPr>
          <p:cNvSpPr txBox="1"/>
          <p:nvPr/>
        </p:nvSpPr>
        <p:spPr>
          <a:xfrm flipH="1">
            <a:off x="8160022" y="4157468"/>
            <a:ext cx="2589830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4EC71E-6C94-9164-DD13-B32A7A4C071F}"/>
              </a:ext>
            </a:extLst>
          </p:cNvPr>
          <p:cNvSpPr txBox="1"/>
          <p:nvPr/>
        </p:nvSpPr>
        <p:spPr>
          <a:xfrm flipH="1">
            <a:off x="8160022" y="3833289"/>
            <a:ext cx="223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Visual 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D5A4A-F0E9-AEB5-62C9-2A9FF152C7A4}"/>
              </a:ext>
            </a:extLst>
          </p:cNvPr>
          <p:cNvSpPr txBox="1"/>
          <p:nvPr/>
        </p:nvSpPr>
        <p:spPr>
          <a:xfrm flipH="1">
            <a:off x="6740617" y="5310686"/>
            <a:ext cx="2589830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0AA15-E8F1-8ACD-56B9-31A77BE515BE}"/>
              </a:ext>
            </a:extLst>
          </p:cNvPr>
          <p:cNvSpPr txBox="1"/>
          <p:nvPr/>
        </p:nvSpPr>
        <p:spPr>
          <a:xfrm flipH="1">
            <a:off x="6727648" y="4986507"/>
            <a:ext cx="223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Wall Painting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40F714-8273-9B48-886F-B8A09FC0E3A8}"/>
              </a:ext>
            </a:extLst>
          </p:cNvPr>
          <p:cNvSpPr txBox="1"/>
          <p:nvPr/>
        </p:nvSpPr>
        <p:spPr>
          <a:xfrm flipH="1">
            <a:off x="1062245" y="4320236"/>
            <a:ext cx="2576861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5D0244-FCF2-94D5-A81D-D09806CDDECF}"/>
              </a:ext>
            </a:extLst>
          </p:cNvPr>
          <p:cNvSpPr txBox="1"/>
          <p:nvPr/>
        </p:nvSpPr>
        <p:spPr>
          <a:xfrm flipH="1">
            <a:off x="1429177" y="3996057"/>
            <a:ext cx="223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r"/>
            <a:r>
              <a:rPr lang="en-US" dirty="0"/>
              <a:t>Illustration Art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BAFB6B-3ECD-09A4-D847-36CC09D02AD1}"/>
              </a:ext>
            </a:extLst>
          </p:cNvPr>
          <p:cNvSpPr txBox="1"/>
          <p:nvPr/>
        </p:nvSpPr>
        <p:spPr>
          <a:xfrm flipH="1">
            <a:off x="845479" y="2873753"/>
            <a:ext cx="2576861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0B3F78-FE6C-C913-EFCA-44087063DC98}"/>
              </a:ext>
            </a:extLst>
          </p:cNvPr>
          <p:cNvSpPr txBox="1"/>
          <p:nvPr/>
        </p:nvSpPr>
        <p:spPr>
          <a:xfrm flipH="1">
            <a:off x="1212894" y="2514052"/>
            <a:ext cx="223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r"/>
            <a:r>
              <a:rPr lang="en-US" dirty="0"/>
              <a:t>Web Development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2A66475-0B20-CA0E-A65C-F03E0BE1E7E7}"/>
              </a:ext>
            </a:extLst>
          </p:cNvPr>
          <p:cNvSpPr/>
          <p:nvPr/>
        </p:nvSpPr>
        <p:spPr>
          <a:xfrm rot="10800000">
            <a:off x="5269426" y="2131330"/>
            <a:ext cx="794807" cy="79480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6829D84-8D35-E0D5-C12A-BB20402BF21E}"/>
              </a:ext>
            </a:extLst>
          </p:cNvPr>
          <p:cNvSpPr/>
          <p:nvPr/>
        </p:nvSpPr>
        <p:spPr>
          <a:xfrm rot="167334">
            <a:off x="5488837" y="2345071"/>
            <a:ext cx="355985" cy="354778"/>
          </a:xfrm>
          <a:custGeom>
            <a:avLst/>
            <a:gdLst>
              <a:gd name="connsiteX0" fmla="*/ 224950 w 355985"/>
              <a:gd name="connsiteY0" fmla="*/ 243673 h 354778"/>
              <a:gd name="connsiteX1" fmla="*/ 232023 w 355985"/>
              <a:gd name="connsiteY1" fmla="*/ 261795 h 354778"/>
              <a:gd name="connsiteX2" fmla="*/ 228486 w 355985"/>
              <a:gd name="connsiteY2" fmla="*/ 279475 h 354778"/>
              <a:gd name="connsiteX3" fmla="*/ 158207 w 355985"/>
              <a:gd name="connsiteY3" fmla="*/ 349753 h 354778"/>
              <a:gd name="connsiteX4" fmla="*/ 130361 w 355985"/>
              <a:gd name="connsiteY4" fmla="*/ 334725 h 354778"/>
              <a:gd name="connsiteX5" fmla="*/ 144063 w 355985"/>
              <a:gd name="connsiteY5" fmla="*/ 271961 h 354778"/>
              <a:gd name="connsiteX6" fmla="*/ 224950 w 355985"/>
              <a:gd name="connsiteY6" fmla="*/ 243673 h 354778"/>
              <a:gd name="connsiteX7" fmla="*/ 81306 w 355985"/>
              <a:gd name="connsiteY7" fmla="*/ 246938 h 354778"/>
              <a:gd name="connsiteX8" fmla="*/ 93676 w 355985"/>
              <a:gd name="connsiteY8" fmla="*/ 257816 h 354778"/>
              <a:gd name="connsiteX9" fmla="*/ 98096 w 355985"/>
              <a:gd name="connsiteY9" fmla="*/ 278590 h 354778"/>
              <a:gd name="connsiteX10" fmla="*/ 43287 w 355985"/>
              <a:gd name="connsiteY10" fmla="*/ 308205 h 354778"/>
              <a:gd name="connsiteX11" fmla="*/ 72901 w 355985"/>
              <a:gd name="connsiteY11" fmla="*/ 253396 h 354778"/>
              <a:gd name="connsiteX12" fmla="*/ 81306 w 355985"/>
              <a:gd name="connsiteY12" fmla="*/ 246938 h 354778"/>
              <a:gd name="connsiteX13" fmla="*/ 92791 w 355985"/>
              <a:gd name="connsiteY13" fmla="*/ 122565 h 354778"/>
              <a:gd name="connsiteX14" fmla="*/ 107819 w 355985"/>
              <a:gd name="connsiteY14" fmla="*/ 128310 h 354778"/>
              <a:gd name="connsiteX15" fmla="*/ 78647 w 355985"/>
              <a:gd name="connsiteY15" fmla="*/ 210966 h 354778"/>
              <a:gd name="connsiteX16" fmla="*/ 19860 w 355985"/>
              <a:gd name="connsiteY16" fmla="*/ 224226 h 354778"/>
              <a:gd name="connsiteX17" fmla="*/ 4832 w 355985"/>
              <a:gd name="connsiteY17" fmla="*/ 196379 h 354778"/>
              <a:gd name="connsiteX18" fmla="*/ 75110 w 355985"/>
              <a:gd name="connsiteY18" fmla="*/ 126100 h 354778"/>
              <a:gd name="connsiteX19" fmla="*/ 92791 w 355985"/>
              <a:gd name="connsiteY19" fmla="*/ 122565 h 354778"/>
              <a:gd name="connsiteX20" fmla="*/ 254620 w 355985"/>
              <a:gd name="connsiteY20" fmla="*/ 70296 h 354778"/>
              <a:gd name="connsiteX21" fmla="*/ 236000 w 355985"/>
              <a:gd name="connsiteY21" fmla="*/ 77921 h 354778"/>
              <a:gd name="connsiteX22" fmla="*/ 236000 w 355985"/>
              <a:gd name="connsiteY22" fmla="*/ 115491 h 354778"/>
              <a:gd name="connsiteX23" fmla="*/ 273570 w 355985"/>
              <a:gd name="connsiteY23" fmla="*/ 115491 h 354778"/>
              <a:gd name="connsiteX24" fmla="*/ 273570 w 355985"/>
              <a:gd name="connsiteY24" fmla="*/ 77921 h 354778"/>
              <a:gd name="connsiteX25" fmla="*/ 254620 w 355985"/>
              <a:gd name="connsiteY25" fmla="*/ 70296 h 354778"/>
              <a:gd name="connsiteX26" fmla="*/ 251028 w 355985"/>
              <a:gd name="connsiteY26" fmla="*/ 20019 h 354778"/>
              <a:gd name="connsiteX27" fmla="*/ 298323 w 355985"/>
              <a:gd name="connsiteY27" fmla="*/ 52727 h 354778"/>
              <a:gd name="connsiteX28" fmla="*/ 331915 w 355985"/>
              <a:gd name="connsiteY28" fmla="*/ 101347 h 354778"/>
              <a:gd name="connsiteX29" fmla="*/ 274455 w 355985"/>
              <a:gd name="connsiteY29" fmla="*/ 185327 h 354778"/>
              <a:gd name="connsiteX30" fmla="*/ 121521 w 355985"/>
              <a:gd name="connsiteY30" fmla="*/ 257373 h 354778"/>
              <a:gd name="connsiteX31" fmla="*/ 94117 w 355985"/>
              <a:gd name="connsiteY31" fmla="*/ 229969 h 354778"/>
              <a:gd name="connsiteX32" fmla="*/ 166605 w 355985"/>
              <a:gd name="connsiteY32" fmla="*/ 77479 h 354778"/>
              <a:gd name="connsiteX33" fmla="*/ 251028 w 355985"/>
              <a:gd name="connsiteY33" fmla="*/ 20019 h 354778"/>
              <a:gd name="connsiteX34" fmla="*/ 343703 w 355985"/>
              <a:gd name="connsiteY34" fmla="*/ 5 h 354778"/>
              <a:gd name="connsiteX35" fmla="*/ 354014 w 355985"/>
              <a:gd name="connsiteY35" fmla="*/ 2339 h 354778"/>
              <a:gd name="connsiteX36" fmla="*/ 340312 w 355985"/>
              <a:gd name="connsiteY36" fmla="*/ 77922 h 354778"/>
              <a:gd name="connsiteX37" fmla="*/ 311140 w 355985"/>
              <a:gd name="connsiteY37" fmla="*/ 40794 h 354778"/>
              <a:gd name="connsiteX38" fmla="*/ 274895 w 355985"/>
              <a:gd name="connsiteY38" fmla="*/ 12063 h 354778"/>
              <a:gd name="connsiteX39" fmla="*/ 343703 w 355985"/>
              <a:gd name="connsiteY39" fmla="*/ 5 h 35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55985" h="354778">
                <a:moveTo>
                  <a:pt x="224950" y="243673"/>
                </a:moveTo>
                <a:lnTo>
                  <a:pt x="232023" y="261795"/>
                </a:lnTo>
                <a:cubicBezTo>
                  <a:pt x="234675" y="267983"/>
                  <a:pt x="232907" y="275055"/>
                  <a:pt x="228486" y="279475"/>
                </a:cubicBezTo>
                <a:lnTo>
                  <a:pt x="158207" y="349753"/>
                </a:lnTo>
                <a:cubicBezTo>
                  <a:pt x="146273" y="361686"/>
                  <a:pt x="126825" y="350637"/>
                  <a:pt x="130361" y="334725"/>
                </a:cubicBezTo>
                <a:lnTo>
                  <a:pt x="144063" y="271961"/>
                </a:lnTo>
                <a:cubicBezTo>
                  <a:pt x="167047" y="267541"/>
                  <a:pt x="195336" y="259143"/>
                  <a:pt x="224950" y="243673"/>
                </a:cubicBezTo>
                <a:close/>
                <a:moveTo>
                  <a:pt x="81306" y="246938"/>
                </a:moveTo>
                <a:cubicBezTo>
                  <a:pt x="87543" y="244473"/>
                  <a:pt x="88372" y="252512"/>
                  <a:pt x="93676" y="257816"/>
                </a:cubicBezTo>
                <a:cubicBezTo>
                  <a:pt x="100748" y="264446"/>
                  <a:pt x="112682" y="263562"/>
                  <a:pt x="98096" y="278590"/>
                </a:cubicBezTo>
                <a:cubicBezTo>
                  <a:pt x="83510" y="293176"/>
                  <a:pt x="50359" y="315277"/>
                  <a:pt x="43287" y="308205"/>
                </a:cubicBezTo>
                <a:cubicBezTo>
                  <a:pt x="36657" y="301133"/>
                  <a:pt x="58315" y="267982"/>
                  <a:pt x="72901" y="253396"/>
                </a:cubicBezTo>
                <a:cubicBezTo>
                  <a:pt x="76548" y="249749"/>
                  <a:pt x="79228" y="247760"/>
                  <a:pt x="81306" y="246938"/>
                </a:cubicBezTo>
                <a:close/>
                <a:moveTo>
                  <a:pt x="92791" y="122565"/>
                </a:moveTo>
                <a:lnTo>
                  <a:pt x="107819" y="128310"/>
                </a:lnTo>
                <a:cubicBezTo>
                  <a:pt x="91465" y="159251"/>
                  <a:pt x="83509" y="188865"/>
                  <a:pt x="78647" y="210966"/>
                </a:cubicBezTo>
                <a:lnTo>
                  <a:pt x="19860" y="224226"/>
                </a:lnTo>
                <a:cubicBezTo>
                  <a:pt x="3948" y="227762"/>
                  <a:pt x="-6660" y="207872"/>
                  <a:pt x="4832" y="196379"/>
                </a:cubicBezTo>
                <a:lnTo>
                  <a:pt x="75110" y="126100"/>
                </a:lnTo>
                <a:cubicBezTo>
                  <a:pt x="79973" y="121680"/>
                  <a:pt x="86603" y="120355"/>
                  <a:pt x="92791" y="122565"/>
                </a:cubicBezTo>
                <a:close/>
                <a:moveTo>
                  <a:pt x="254620" y="70296"/>
                </a:moveTo>
                <a:cubicBezTo>
                  <a:pt x="247824" y="70297"/>
                  <a:pt x="241083" y="72838"/>
                  <a:pt x="236000" y="77921"/>
                </a:cubicBezTo>
                <a:cubicBezTo>
                  <a:pt x="225834" y="88529"/>
                  <a:pt x="225834" y="105325"/>
                  <a:pt x="236000" y="115491"/>
                </a:cubicBezTo>
                <a:cubicBezTo>
                  <a:pt x="246608" y="125657"/>
                  <a:pt x="263404" y="125657"/>
                  <a:pt x="273570" y="115491"/>
                </a:cubicBezTo>
                <a:cubicBezTo>
                  <a:pt x="283736" y="105325"/>
                  <a:pt x="283736" y="88529"/>
                  <a:pt x="273570" y="77921"/>
                </a:cubicBezTo>
                <a:cubicBezTo>
                  <a:pt x="268266" y="72838"/>
                  <a:pt x="261415" y="70296"/>
                  <a:pt x="254620" y="70296"/>
                </a:cubicBezTo>
                <a:close/>
                <a:moveTo>
                  <a:pt x="251028" y="20019"/>
                </a:moveTo>
                <a:cubicBezTo>
                  <a:pt x="265614" y="25765"/>
                  <a:pt x="282410" y="37257"/>
                  <a:pt x="298323" y="52727"/>
                </a:cubicBezTo>
                <a:cubicBezTo>
                  <a:pt x="314677" y="69523"/>
                  <a:pt x="326169" y="86761"/>
                  <a:pt x="331915" y="101347"/>
                </a:cubicBezTo>
                <a:cubicBezTo>
                  <a:pt x="321307" y="127425"/>
                  <a:pt x="303185" y="156597"/>
                  <a:pt x="274455" y="185327"/>
                </a:cubicBezTo>
                <a:cubicBezTo>
                  <a:pt x="221856" y="237925"/>
                  <a:pt x="157765" y="252953"/>
                  <a:pt x="121521" y="257373"/>
                </a:cubicBezTo>
                <a:lnTo>
                  <a:pt x="94117" y="229969"/>
                </a:lnTo>
                <a:cubicBezTo>
                  <a:pt x="98536" y="193725"/>
                  <a:pt x="114007" y="130077"/>
                  <a:pt x="166605" y="77479"/>
                </a:cubicBezTo>
                <a:cubicBezTo>
                  <a:pt x="195336" y="48749"/>
                  <a:pt x="224950" y="30628"/>
                  <a:pt x="251028" y="20019"/>
                </a:cubicBezTo>
                <a:close/>
                <a:moveTo>
                  <a:pt x="343703" y="5"/>
                </a:moveTo>
                <a:cubicBezTo>
                  <a:pt x="348821" y="74"/>
                  <a:pt x="352467" y="793"/>
                  <a:pt x="354014" y="2339"/>
                </a:cubicBezTo>
                <a:cubicBezTo>
                  <a:pt x="360644" y="8528"/>
                  <a:pt x="349152" y="43888"/>
                  <a:pt x="340312" y="77922"/>
                </a:cubicBezTo>
                <a:cubicBezTo>
                  <a:pt x="333240" y="65546"/>
                  <a:pt x="323516" y="53170"/>
                  <a:pt x="311140" y="40794"/>
                </a:cubicBezTo>
                <a:cubicBezTo>
                  <a:pt x="299205" y="28859"/>
                  <a:pt x="286829" y="19136"/>
                  <a:pt x="274895" y="12063"/>
                </a:cubicBezTo>
                <a:cubicBezTo>
                  <a:pt x="299758" y="5434"/>
                  <a:pt x="328350" y="-202"/>
                  <a:pt x="343703" y="5"/>
                </a:cubicBezTo>
                <a:close/>
              </a:path>
            </a:pathLst>
          </a:custGeom>
          <a:solidFill>
            <a:schemeClr val="accent1"/>
          </a:solidFill>
          <a:ln w="773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AF710-95DF-B039-F6BD-52B6C8D6597B}"/>
              </a:ext>
            </a:extLst>
          </p:cNvPr>
          <p:cNvSpPr/>
          <p:nvPr/>
        </p:nvSpPr>
        <p:spPr>
          <a:xfrm>
            <a:off x="685800" y="697375"/>
            <a:ext cx="108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Five Point Infographic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0301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8F63F3-B15F-20C3-CC49-9A4294CBDE22}"/>
              </a:ext>
            </a:extLst>
          </p:cNvPr>
          <p:cNvSpPr/>
          <p:nvPr/>
        </p:nvSpPr>
        <p:spPr>
          <a:xfrm>
            <a:off x="999950" y="2072639"/>
            <a:ext cx="10354815" cy="3865173"/>
          </a:xfrm>
          <a:prstGeom prst="roundRect">
            <a:avLst>
              <a:gd name="adj" fmla="val 845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7E186FB-8DE3-4C03-8AC5-1E2D99619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58688"/>
              </p:ext>
            </p:extLst>
          </p:nvPr>
        </p:nvGraphicFramePr>
        <p:xfrm>
          <a:off x="1419704" y="2368923"/>
          <a:ext cx="2816352" cy="2102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7E0B07-DF79-A6CC-ED1C-1E9924C758D6}"/>
              </a:ext>
            </a:extLst>
          </p:cNvPr>
          <p:cNvSpPr txBox="1"/>
          <p:nvPr/>
        </p:nvSpPr>
        <p:spPr>
          <a:xfrm>
            <a:off x="1859439" y="4662541"/>
            <a:ext cx="193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/>
              <a:t>Goal 01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49FA74-511D-23A8-F7F7-098D87362744}"/>
              </a:ext>
            </a:extLst>
          </p:cNvPr>
          <p:cNvSpPr txBox="1"/>
          <p:nvPr/>
        </p:nvSpPr>
        <p:spPr>
          <a:xfrm>
            <a:off x="1457375" y="5031873"/>
            <a:ext cx="2741010" cy="609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27B243E-6271-73D0-1268-909D2C0123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8173963"/>
              </p:ext>
            </p:extLst>
          </p:nvPr>
        </p:nvGraphicFramePr>
        <p:xfrm>
          <a:off x="4769182" y="2368923"/>
          <a:ext cx="2816352" cy="2102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20E7974-4031-FDC2-26D8-808D1040192D}"/>
              </a:ext>
            </a:extLst>
          </p:cNvPr>
          <p:cNvSpPr txBox="1"/>
          <p:nvPr/>
        </p:nvSpPr>
        <p:spPr>
          <a:xfrm>
            <a:off x="5208917" y="4662541"/>
            <a:ext cx="193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Goal 02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B1685-4BB8-00F4-2FBC-99E36C7211B7}"/>
              </a:ext>
            </a:extLst>
          </p:cNvPr>
          <p:cNvSpPr txBox="1"/>
          <p:nvPr/>
        </p:nvSpPr>
        <p:spPr>
          <a:xfrm>
            <a:off x="4806853" y="5031873"/>
            <a:ext cx="2741010" cy="617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23B884F-E391-B796-5373-3FC22970EE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904973"/>
              </p:ext>
            </p:extLst>
          </p:nvPr>
        </p:nvGraphicFramePr>
        <p:xfrm>
          <a:off x="8118659" y="2368923"/>
          <a:ext cx="2816352" cy="2102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53FDFD0-9CBB-2181-CB53-997BE5F1CC97}"/>
              </a:ext>
            </a:extLst>
          </p:cNvPr>
          <p:cNvSpPr txBox="1"/>
          <p:nvPr/>
        </p:nvSpPr>
        <p:spPr>
          <a:xfrm>
            <a:off x="8558394" y="4662541"/>
            <a:ext cx="193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Goal 03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D84CC-3240-88CF-09C0-2E124028C02F}"/>
              </a:ext>
            </a:extLst>
          </p:cNvPr>
          <p:cNvSpPr txBox="1"/>
          <p:nvPr/>
        </p:nvSpPr>
        <p:spPr>
          <a:xfrm>
            <a:off x="8156330" y="5031873"/>
            <a:ext cx="2741010" cy="609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95B1AC-8991-5E31-27FA-48A68AC38190}"/>
              </a:ext>
            </a:extLst>
          </p:cNvPr>
          <p:cNvSpPr/>
          <p:nvPr/>
        </p:nvSpPr>
        <p:spPr>
          <a:xfrm>
            <a:off x="685800" y="697375"/>
            <a:ext cx="108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Goals and Objective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2897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F48C21-80BC-5E41-1437-2E93DD6F8592}"/>
              </a:ext>
            </a:extLst>
          </p:cNvPr>
          <p:cNvSpPr/>
          <p:nvPr/>
        </p:nvSpPr>
        <p:spPr>
          <a:xfrm>
            <a:off x="1039677" y="2034442"/>
            <a:ext cx="5266598" cy="3218278"/>
          </a:xfrm>
          <a:prstGeom prst="roundRect">
            <a:avLst>
              <a:gd name="adj" fmla="val 904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A1841B2-D534-35F2-6237-858912972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2269801"/>
              </p:ext>
            </p:extLst>
          </p:nvPr>
        </p:nvGraphicFramePr>
        <p:xfrm>
          <a:off x="1404560" y="2242264"/>
          <a:ext cx="4474995" cy="2807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843510-D127-837A-D26A-3FE4C471C5BA}"/>
              </a:ext>
            </a:extLst>
          </p:cNvPr>
          <p:cNvSpPr txBox="1"/>
          <p:nvPr/>
        </p:nvSpPr>
        <p:spPr>
          <a:xfrm>
            <a:off x="2169160" y="2497590"/>
            <a:ext cx="1048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  <a:latin typeface="+mj-lt"/>
              </a:rPr>
              <a:t>1</a:t>
            </a:r>
            <a:r>
              <a:rPr lang="id-ID" sz="900" dirty="0">
                <a:solidFill>
                  <a:schemeClr val="accent1"/>
                </a:solidFill>
                <a:latin typeface="+mj-lt"/>
              </a:rPr>
              <a:t>0</a:t>
            </a:r>
            <a:r>
              <a:rPr lang="en-US" sz="900" dirty="0">
                <a:solidFill>
                  <a:schemeClr val="accent1"/>
                </a:solidFill>
                <a:latin typeface="+mj-lt"/>
              </a:rPr>
              <a:t>%</a:t>
            </a:r>
            <a:endParaRPr lang="en-ID" sz="9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50898-D71C-3BF7-7577-E5B0DACFBF0C}"/>
              </a:ext>
            </a:extLst>
          </p:cNvPr>
          <p:cNvSpPr txBox="1"/>
          <p:nvPr/>
        </p:nvSpPr>
        <p:spPr>
          <a:xfrm>
            <a:off x="5115560" y="2983561"/>
            <a:ext cx="6364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  <a:latin typeface="+mj-lt"/>
              </a:rPr>
              <a:t>80%</a:t>
            </a:r>
            <a:endParaRPr lang="en-ID" sz="9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FF6679-5640-B4BC-8D41-2359BE4D3DEF}"/>
              </a:ext>
            </a:extLst>
          </p:cNvPr>
          <p:cNvSpPr txBox="1"/>
          <p:nvPr/>
        </p:nvSpPr>
        <p:spPr>
          <a:xfrm>
            <a:off x="4521200" y="3459033"/>
            <a:ext cx="725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  <a:latin typeface="+mj-lt"/>
              </a:rPr>
              <a:t>75%</a:t>
            </a:r>
            <a:endParaRPr lang="en-ID" sz="9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48DA7-64D3-13C4-95C7-966C1C62419C}"/>
              </a:ext>
            </a:extLst>
          </p:cNvPr>
          <p:cNvSpPr txBox="1"/>
          <p:nvPr/>
        </p:nvSpPr>
        <p:spPr>
          <a:xfrm>
            <a:off x="3051944" y="3926624"/>
            <a:ext cx="9847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  <a:latin typeface="+mj-lt"/>
              </a:rPr>
              <a:t>40%</a:t>
            </a:r>
            <a:endParaRPr lang="en-ID" sz="9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3D311D-EC85-CC48-8B5F-853B8B1C9745}"/>
              </a:ext>
            </a:extLst>
          </p:cNvPr>
          <p:cNvSpPr txBox="1"/>
          <p:nvPr/>
        </p:nvSpPr>
        <p:spPr>
          <a:xfrm>
            <a:off x="4117951" y="4403737"/>
            <a:ext cx="7941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  <a:latin typeface="+mj-lt"/>
              </a:rPr>
              <a:t>50%</a:t>
            </a:r>
            <a:endParaRPr lang="en-ID" sz="9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1A6663-F8D5-359E-855C-B58EDEAF16F4}"/>
              </a:ext>
            </a:extLst>
          </p:cNvPr>
          <p:cNvGrpSpPr/>
          <p:nvPr/>
        </p:nvGrpSpPr>
        <p:grpSpPr>
          <a:xfrm>
            <a:off x="4231409" y="2431981"/>
            <a:ext cx="892374" cy="316634"/>
            <a:chOff x="3526557" y="2277641"/>
            <a:chExt cx="892374" cy="316634"/>
          </a:xfrm>
        </p:grpSpPr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51ECADF7-1700-A678-198F-E7F0F1AA7642}"/>
                </a:ext>
              </a:extLst>
            </p:cNvPr>
            <p:cNvSpPr/>
            <p:nvPr/>
          </p:nvSpPr>
          <p:spPr>
            <a:xfrm>
              <a:off x="3526557" y="2277641"/>
              <a:ext cx="841605" cy="316634"/>
            </a:xfrm>
            <a:prstGeom prst="wedgeRoundRectCallout">
              <a:avLst>
                <a:gd name="adj1" fmla="val -21074"/>
                <a:gd name="adj2" fmla="val 65693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00920A-5793-D551-CBE1-C618E88FBA6C}"/>
                </a:ext>
              </a:extLst>
            </p:cNvPr>
            <p:cNvSpPr txBox="1"/>
            <p:nvPr/>
          </p:nvSpPr>
          <p:spPr>
            <a:xfrm>
              <a:off x="3526558" y="2298084"/>
              <a:ext cx="79411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+mj-lt"/>
                </a:rPr>
                <a:t>230K</a:t>
              </a:r>
              <a:endParaRPr lang="en-ID" sz="1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554B7D-ACCD-38AA-F177-41013460990A}"/>
                </a:ext>
              </a:extLst>
            </p:cNvPr>
            <p:cNvSpPr txBox="1"/>
            <p:nvPr/>
          </p:nvSpPr>
          <p:spPr>
            <a:xfrm>
              <a:off x="3939390" y="2328236"/>
              <a:ext cx="479541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  <a:latin typeface="+mj-lt"/>
                </a:rPr>
                <a:t>Total</a:t>
              </a:r>
              <a:endParaRPr lang="en-ID" sz="8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165E16-6A7D-A246-B2C4-4423F28861C0}"/>
              </a:ext>
            </a:extLst>
          </p:cNvPr>
          <p:cNvGrpSpPr/>
          <p:nvPr/>
        </p:nvGrpSpPr>
        <p:grpSpPr>
          <a:xfrm>
            <a:off x="1049837" y="5533764"/>
            <a:ext cx="989237" cy="394482"/>
            <a:chOff x="981803" y="5230870"/>
            <a:chExt cx="989237" cy="39448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DD3DDBF-7D64-E419-84BB-E9E12DDDD9E2}"/>
                </a:ext>
              </a:extLst>
            </p:cNvPr>
            <p:cNvSpPr/>
            <p:nvPr/>
          </p:nvSpPr>
          <p:spPr>
            <a:xfrm>
              <a:off x="981803" y="5230870"/>
              <a:ext cx="989237" cy="394482"/>
            </a:xfrm>
            <a:prstGeom prst="roundRect">
              <a:avLst>
                <a:gd name="adj" fmla="val 2707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8E40DC-C09C-198F-0FA2-76430F5134E9}"/>
                </a:ext>
              </a:extLst>
            </p:cNvPr>
            <p:cNvSpPr txBox="1"/>
            <p:nvPr/>
          </p:nvSpPr>
          <p:spPr>
            <a:xfrm>
              <a:off x="1093111" y="5274224"/>
              <a:ext cx="766621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  <a:latin typeface="+mj-lt"/>
                </a:rPr>
                <a:t>202</a:t>
              </a:r>
              <a:r>
                <a:rPr lang="id-ID" sz="1400" dirty="0">
                  <a:solidFill>
                    <a:schemeClr val="bg2"/>
                  </a:solidFill>
                  <a:latin typeface="+mj-lt"/>
                </a:rPr>
                <a:t>6</a:t>
              </a:r>
              <a:endParaRPr lang="en-ID" sz="1400" dirty="0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8D8166-6739-446A-7030-9625DE52C948}"/>
              </a:ext>
            </a:extLst>
          </p:cNvPr>
          <p:cNvGrpSpPr/>
          <p:nvPr/>
        </p:nvGrpSpPr>
        <p:grpSpPr>
          <a:xfrm>
            <a:off x="7036022" y="2303006"/>
            <a:ext cx="4447704" cy="2795285"/>
            <a:chOff x="6762494" y="2092356"/>
            <a:chExt cx="4447704" cy="279528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9256A03-830D-E2DD-24F9-95C0ED3971FB}"/>
                </a:ext>
              </a:extLst>
            </p:cNvPr>
            <p:cNvGrpSpPr/>
            <p:nvPr/>
          </p:nvGrpSpPr>
          <p:grpSpPr>
            <a:xfrm>
              <a:off x="6762494" y="3248383"/>
              <a:ext cx="4447704" cy="1639258"/>
              <a:chOff x="8272432" y="4345201"/>
              <a:chExt cx="4447704" cy="1639258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A31879-F6C2-39C7-E35B-BF5582568078}"/>
                  </a:ext>
                </a:extLst>
              </p:cNvPr>
              <p:cNvSpPr txBox="1"/>
              <p:nvPr/>
            </p:nvSpPr>
            <p:spPr>
              <a:xfrm>
                <a:off x="8272432" y="4812792"/>
                <a:ext cx="4447704" cy="1171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150000"/>
                  </a:lnSpc>
                  <a:spcBef>
                    <a:spcPts val="800"/>
                  </a:spcBef>
                  <a:defRPr sz="1200"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lvl1pPr>
              </a:lstStyle>
              <a:p>
                <a:pPr algn="l"/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Lorem ipsum dolor sit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amet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consectetuer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adipiscing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elit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Aenean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commodo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ligula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eget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dolor. Aenean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massa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Cum sociis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natoque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penatibus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et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magnis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dis parturient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montes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nascetur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ridiculus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mus. Donec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quam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felis</a:t>
                </a:r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10738E-8F8F-8FC5-3D31-0F8558B1CC79}"/>
                  </a:ext>
                </a:extLst>
              </p:cNvPr>
              <p:cNvSpPr txBox="1"/>
              <p:nvPr/>
            </p:nvSpPr>
            <p:spPr>
              <a:xfrm>
                <a:off x="8272432" y="4345201"/>
                <a:ext cx="4244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00000"/>
                  </a:lnSpc>
                  <a:defRPr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</a:defRPr>
                </a:lvl1pPr>
              </a:lstStyle>
              <a:p>
                <a:r>
                  <a:rPr lang="en-US" dirty="0"/>
                  <a:t>Current Market Trends </a:t>
                </a:r>
                <a:r>
                  <a:rPr lang="en-US"/>
                  <a:t>and Data</a:t>
                </a:r>
                <a:endParaRPr lang="en-ID" dirty="0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224F9CF-72AA-12A1-2DFE-B01359F25DE5}"/>
                </a:ext>
              </a:extLst>
            </p:cNvPr>
            <p:cNvSpPr txBox="1"/>
            <p:nvPr/>
          </p:nvSpPr>
          <p:spPr>
            <a:xfrm>
              <a:off x="6762494" y="2092356"/>
              <a:ext cx="324961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6000">
                  <a:solidFill>
                    <a:schemeClr val="accent1"/>
                  </a:solidFill>
                  <a:latin typeface="+mj-lt"/>
                </a:defRPr>
              </a:lvl1pPr>
            </a:lstStyle>
            <a:p>
              <a:r>
                <a:rPr lang="en-US"/>
                <a:t>456+</a:t>
              </a:r>
              <a:endParaRPr lang="en-ID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E6CB473-F6BA-595C-7DA6-F424CF5833FA}"/>
              </a:ext>
            </a:extLst>
          </p:cNvPr>
          <p:cNvSpPr txBox="1"/>
          <p:nvPr/>
        </p:nvSpPr>
        <p:spPr>
          <a:xfrm>
            <a:off x="2243225" y="5585626"/>
            <a:ext cx="392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Proposal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Market Research</a:t>
            </a:r>
            <a:endParaRPr lang="en-ID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277A7B-96AD-96CC-DC41-CA09077B4DF2}"/>
              </a:ext>
            </a:extLst>
          </p:cNvPr>
          <p:cNvSpPr/>
          <p:nvPr/>
        </p:nvSpPr>
        <p:spPr>
          <a:xfrm>
            <a:off x="685800" y="697375"/>
            <a:ext cx="108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Market Research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3337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96712E9-0AF0-F628-7BA9-0AB32FAACA6A}"/>
              </a:ext>
            </a:extLst>
          </p:cNvPr>
          <p:cNvSpPr/>
          <p:nvPr/>
        </p:nvSpPr>
        <p:spPr>
          <a:xfrm>
            <a:off x="5718330" y="6122153"/>
            <a:ext cx="758213" cy="63184"/>
          </a:xfrm>
          <a:custGeom>
            <a:avLst/>
            <a:gdLst>
              <a:gd name="connsiteX0" fmla="*/ 1213028 w 1213027"/>
              <a:gd name="connsiteY0" fmla="*/ 61912 h 123825"/>
              <a:gd name="connsiteX1" fmla="*/ 606514 w 1213027"/>
              <a:gd name="connsiteY1" fmla="*/ 123825 h 123825"/>
              <a:gd name="connsiteX2" fmla="*/ 0 w 1213027"/>
              <a:gd name="connsiteY2" fmla="*/ 61912 h 123825"/>
              <a:gd name="connsiteX3" fmla="*/ 606514 w 1213027"/>
              <a:gd name="connsiteY3" fmla="*/ 0 h 123825"/>
              <a:gd name="connsiteX4" fmla="*/ 1213028 w 1213027"/>
              <a:gd name="connsiteY4" fmla="*/ 61912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3027" h="123825">
                <a:moveTo>
                  <a:pt x="1213028" y="61912"/>
                </a:moveTo>
                <a:cubicBezTo>
                  <a:pt x="1213028" y="96106"/>
                  <a:pt x="941482" y="123825"/>
                  <a:pt x="606514" y="123825"/>
                </a:cubicBezTo>
                <a:cubicBezTo>
                  <a:pt x="271546" y="123825"/>
                  <a:pt x="0" y="96106"/>
                  <a:pt x="0" y="61912"/>
                </a:cubicBezTo>
                <a:cubicBezTo>
                  <a:pt x="0" y="27719"/>
                  <a:pt x="271546" y="0"/>
                  <a:pt x="606514" y="0"/>
                </a:cubicBezTo>
                <a:cubicBezTo>
                  <a:pt x="941482" y="0"/>
                  <a:pt x="1213028" y="27719"/>
                  <a:pt x="1213028" y="61912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1798C00-1546-7535-03AF-B6D6EC5C2F2F}"/>
              </a:ext>
            </a:extLst>
          </p:cNvPr>
          <p:cNvSpPr/>
          <p:nvPr/>
        </p:nvSpPr>
        <p:spPr>
          <a:xfrm>
            <a:off x="4862285" y="2418663"/>
            <a:ext cx="2470314" cy="2714888"/>
          </a:xfrm>
          <a:custGeom>
            <a:avLst/>
            <a:gdLst>
              <a:gd name="connsiteX0" fmla="*/ 893740 w 1787509"/>
              <a:gd name="connsiteY0" fmla="*/ 0 h 1964483"/>
              <a:gd name="connsiteX1" fmla="*/ 0 w 1787509"/>
              <a:gd name="connsiteY1" fmla="*/ 893759 h 1964483"/>
              <a:gd name="connsiteX2" fmla="*/ 290274 w 1787509"/>
              <a:gd name="connsiteY2" fmla="*/ 1552775 h 1964483"/>
              <a:gd name="connsiteX3" fmla="*/ 290274 w 1787509"/>
              <a:gd name="connsiteY3" fmla="*/ 1818008 h 1964483"/>
              <a:gd name="connsiteX4" fmla="*/ 436788 w 1787509"/>
              <a:gd name="connsiteY4" fmla="*/ 1964484 h 1964483"/>
              <a:gd name="connsiteX5" fmla="*/ 1350731 w 1787509"/>
              <a:gd name="connsiteY5" fmla="*/ 1964484 h 1964483"/>
              <a:gd name="connsiteX6" fmla="*/ 1497235 w 1787509"/>
              <a:gd name="connsiteY6" fmla="*/ 1818008 h 1964483"/>
              <a:gd name="connsiteX7" fmla="*/ 1497235 w 1787509"/>
              <a:gd name="connsiteY7" fmla="*/ 1552766 h 1964483"/>
              <a:gd name="connsiteX8" fmla="*/ 1787509 w 1787509"/>
              <a:gd name="connsiteY8" fmla="*/ 893750 h 1964483"/>
              <a:gd name="connsiteX9" fmla="*/ 893740 w 1787509"/>
              <a:gd name="connsiteY9" fmla="*/ 0 h 1964483"/>
              <a:gd name="connsiteX10" fmla="*/ 893740 w 1787509"/>
              <a:gd name="connsiteY10" fmla="*/ 0 h 196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7509" h="1964483">
                <a:moveTo>
                  <a:pt x="893740" y="0"/>
                </a:moveTo>
                <a:cubicBezTo>
                  <a:pt x="400936" y="0"/>
                  <a:pt x="0" y="400936"/>
                  <a:pt x="0" y="893759"/>
                </a:cubicBezTo>
                <a:cubicBezTo>
                  <a:pt x="0" y="1145277"/>
                  <a:pt x="105346" y="1383440"/>
                  <a:pt x="290274" y="1552775"/>
                </a:cubicBezTo>
                <a:lnTo>
                  <a:pt x="290274" y="1818008"/>
                </a:lnTo>
                <a:cubicBezTo>
                  <a:pt x="290274" y="1898780"/>
                  <a:pt x="355997" y="1964484"/>
                  <a:pt x="436788" y="1964484"/>
                </a:cubicBezTo>
                <a:lnTo>
                  <a:pt x="1350731" y="1964484"/>
                </a:lnTo>
                <a:cubicBezTo>
                  <a:pt x="1431503" y="1964484"/>
                  <a:pt x="1497235" y="1898780"/>
                  <a:pt x="1497235" y="1818008"/>
                </a:cubicBezTo>
                <a:lnTo>
                  <a:pt x="1497235" y="1552766"/>
                </a:lnTo>
                <a:cubicBezTo>
                  <a:pt x="1682153" y="1383440"/>
                  <a:pt x="1787509" y="1145277"/>
                  <a:pt x="1787509" y="893750"/>
                </a:cubicBezTo>
                <a:cubicBezTo>
                  <a:pt x="1787500" y="400936"/>
                  <a:pt x="1386554" y="0"/>
                  <a:pt x="893740" y="0"/>
                </a:cubicBezTo>
                <a:lnTo>
                  <a:pt x="893740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C8613EF9-67C0-A8E8-92EA-48D542FF8F82}"/>
              </a:ext>
            </a:extLst>
          </p:cNvPr>
          <p:cNvGrpSpPr/>
          <p:nvPr/>
        </p:nvGrpSpPr>
        <p:grpSpPr>
          <a:xfrm>
            <a:off x="5521918" y="5133553"/>
            <a:ext cx="1167662" cy="817474"/>
            <a:chOff x="5679557" y="5173946"/>
            <a:chExt cx="844915" cy="591521"/>
          </a:xfrm>
        </p:grpSpPr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277FE985-6FA3-FE5A-CC60-FA0C1A799E50}"/>
                </a:ext>
              </a:extLst>
            </p:cNvPr>
            <p:cNvGrpSpPr/>
            <p:nvPr/>
          </p:nvGrpSpPr>
          <p:grpSpPr>
            <a:xfrm>
              <a:off x="5724534" y="5197625"/>
              <a:ext cx="754665" cy="567842"/>
              <a:chOff x="5724534" y="5197625"/>
              <a:chExt cx="754665" cy="567842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D73B0B9-8872-D5FF-B653-3A5A6CF9C0CA}"/>
                  </a:ext>
                </a:extLst>
              </p:cNvPr>
              <p:cNvSpPr/>
              <p:nvPr/>
            </p:nvSpPr>
            <p:spPr>
              <a:xfrm>
                <a:off x="5724534" y="5197625"/>
                <a:ext cx="754665" cy="427367"/>
              </a:xfrm>
              <a:custGeom>
                <a:avLst/>
                <a:gdLst>
                  <a:gd name="connsiteX0" fmla="*/ 0 w 754665"/>
                  <a:gd name="connsiteY0" fmla="*/ 0 h 427367"/>
                  <a:gd name="connsiteX1" fmla="*/ 0 w 754665"/>
                  <a:gd name="connsiteY1" fmla="*/ 377057 h 427367"/>
                  <a:gd name="connsiteX2" fmla="*/ 50320 w 754665"/>
                  <a:gd name="connsiteY2" fmla="*/ 427368 h 427367"/>
                  <a:gd name="connsiteX3" fmla="*/ 704383 w 754665"/>
                  <a:gd name="connsiteY3" fmla="*/ 427368 h 427367"/>
                  <a:gd name="connsiteX4" fmla="*/ 754666 w 754665"/>
                  <a:gd name="connsiteY4" fmla="*/ 377057 h 427367"/>
                  <a:gd name="connsiteX5" fmla="*/ 754666 w 754665"/>
                  <a:gd name="connsiteY5" fmla="*/ 0 h 427367"/>
                  <a:gd name="connsiteX6" fmla="*/ 0 w 754665"/>
                  <a:gd name="connsiteY6" fmla="*/ 0 h 427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4665" h="427367">
                    <a:moveTo>
                      <a:pt x="0" y="0"/>
                    </a:moveTo>
                    <a:lnTo>
                      <a:pt x="0" y="377057"/>
                    </a:lnTo>
                    <a:cubicBezTo>
                      <a:pt x="0" y="404851"/>
                      <a:pt x="22517" y="427368"/>
                      <a:pt x="50320" y="427368"/>
                    </a:cubicBezTo>
                    <a:lnTo>
                      <a:pt x="704383" y="427368"/>
                    </a:lnTo>
                    <a:cubicBezTo>
                      <a:pt x="732139" y="427368"/>
                      <a:pt x="754666" y="404851"/>
                      <a:pt x="754666" y="377057"/>
                    </a:cubicBezTo>
                    <a:lnTo>
                      <a:pt x="75466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CC0741B-F545-5E42-0B30-DF1E5C6D840E}"/>
                  </a:ext>
                </a:extLst>
              </p:cNvPr>
              <p:cNvSpPr/>
              <p:nvPr/>
            </p:nvSpPr>
            <p:spPr>
              <a:xfrm>
                <a:off x="5865933" y="5293247"/>
                <a:ext cx="472192" cy="472220"/>
              </a:xfrm>
              <a:custGeom>
                <a:avLst/>
                <a:gdLst>
                  <a:gd name="connsiteX0" fmla="*/ 472193 w 472192"/>
                  <a:gd name="connsiteY0" fmla="*/ 236096 h 472220"/>
                  <a:gd name="connsiteX1" fmla="*/ 236096 w 472192"/>
                  <a:gd name="connsiteY1" fmla="*/ 472221 h 472220"/>
                  <a:gd name="connsiteX2" fmla="*/ 0 w 472192"/>
                  <a:gd name="connsiteY2" fmla="*/ 236096 h 472220"/>
                  <a:gd name="connsiteX3" fmla="*/ 236096 w 472192"/>
                  <a:gd name="connsiteY3" fmla="*/ 0 h 472220"/>
                  <a:gd name="connsiteX4" fmla="*/ 472193 w 472192"/>
                  <a:gd name="connsiteY4" fmla="*/ 236096 h 472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192" h="472220">
                    <a:moveTo>
                      <a:pt x="472193" y="236096"/>
                    </a:moveTo>
                    <a:cubicBezTo>
                      <a:pt x="472193" y="366493"/>
                      <a:pt x="366465" y="472221"/>
                      <a:pt x="236096" y="472221"/>
                    </a:cubicBezTo>
                    <a:cubicBezTo>
                      <a:pt x="105689" y="472221"/>
                      <a:pt x="0" y="366493"/>
                      <a:pt x="0" y="236096"/>
                    </a:cubicBezTo>
                    <a:cubicBezTo>
                      <a:pt x="0" y="105699"/>
                      <a:pt x="105689" y="0"/>
                      <a:pt x="236096" y="0"/>
                    </a:cubicBezTo>
                    <a:cubicBezTo>
                      <a:pt x="366465" y="0"/>
                      <a:pt x="472193" y="105708"/>
                      <a:pt x="472193" y="236096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3BA9C8E-33C5-3924-F6F3-AB73C4B805A6}"/>
                  </a:ext>
                </a:extLst>
              </p:cNvPr>
              <p:cNvSpPr/>
              <p:nvPr/>
            </p:nvSpPr>
            <p:spPr>
              <a:xfrm>
                <a:off x="6038760" y="5578700"/>
                <a:ext cx="221627" cy="144249"/>
              </a:xfrm>
              <a:custGeom>
                <a:avLst/>
                <a:gdLst>
                  <a:gd name="connsiteX0" fmla="*/ 219336 w 221627"/>
                  <a:gd name="connsiteY0" fmla="*/ 31396 h 144249"/>
                  <a:gd name="connsiteX1" fmla="*/ 133183 w 221627"/>
                  <a:gd name="connsiteY1" fmla="*/ 131627 h 144249"/>
                  <a:gd name="connsiteX2" fmla="*/ 2300 w 221627"/>
                  <a:gd name="connsiteY2" fmla="*/ 112853 h 144249"/>
                  <a:gd name="connsiteX3" fmla="*/ 88472 w 221627"/>
                  <a:gd name="connsiteY3" fmla="*/ 12612 h 144249"/>
                  <a:gd name="connsiteX4" fmla="*/ 219336 w 221627"/>
                  <a:gd name="connsiteY4" fmla="*/ 31396 h 144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627" h="144249">
                    <a:moveTo>
                      <a:pt x="219336" y="31396"/>
                    </a:moveTo>
                    <a:cubicBezTo>
                      <a:pt x="231652" y="64219"/>
                      <a:pt x="193085" y="109129"/>
                      <a:pt x="133183" y="131627"/>
                    </a:cubicBezTo>
                    <a:cubicBezTo>
                      <a:pt x="73223" y="154125"/>
                      <a:pt x="14634" y="145753"/>
                      <a:pt x="2300" y="112853"/>
                    </a:cubicBezTo>
                    <a:cubicBezTo>
                      <a:pt x="-10045" y="80030"/>
                      <a:pt x="28541" y="35110"/>
                      <a:pt x="88472" y="12612"/>
                    </a:cubicBezTo>
                    <a:cubicBezTo>
                      <a:pt x="148394" y="-9886"/>
                      <a:pt x="206983" y="-1475"/>
                      <a:pt x="219336" y="31396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grpSp>
          <p:nvGrpSpPr>
            <p:cNvPr id="12" name="Graphic 4">
              <a:extLst>
                <a:ext uri="{FF2B5EF4-FFF2-40B4-BE49-F238E27FC236}">
                  <a16:creationId xmlns:a16="http://schemas.microsoft.com/office/drawing/2014/main" id="{E5E705CE-17E3-7261-F52C-60C80151D399}"/>
                </a:ext>
              </a:extLst>
            </p:cNvPr>
            <p:cNvGrpSpPr/>
            <p:nvPr/>
          </p:nvGrpSpPr>
          <p:grpSpPr>
            <a:xfrm>
              <a:off x="5679557" y="5173946"/>
              <a:ext cx="844915" cy="304380"/>
              <a:chOff x="5679557" y="5173946"/>
              <a:chExt cx="844915" cy="304380"/>
            </a:xfrm>
            <a:solidFill>
              <a:srgbClr val="1D3F56"/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2E5BBC2-EF9A-7153-DD7B-C789339A7E4D}"/>
                  </a:ext>
                </a:extLst>
              </p:cNvPr>
              <p:cNvSpPr/>
              <p:nvPr/>
            </p:nvSpPr>
            <p:spPr>
              <a:xfrm>
                <a:off x="5679557" y="5173946"/>
                <a:ext cx="844915" cy="65760"/>
              </a:xfrm>
              <a:custGeom>
                <a:avLst/>
                <a:gdLst>
                  <a:gd name="connsiteX0" fmla="*/ 844915 w 844915"/>
                  <a:gd name="connsiteY0" fmla="*/ 32890 h 65760"/>
                  <a:gd name="connsiteX1" fmla="*/ 812044 w 844915"/>
                  <a:gd name="connsiteY1" fmla="*/ 65761 h 65760"/>
                  <a:gd name="connsiteX2" fmla="*/ 32880 w 844915"/>
                  <a:gd name="connsiteY2" fmla="*/ 65761 h 65760"/>
                  <a:gd name="connsiteX3" fmla="*/ 0 w 844915"/>
                  <a:gd name="connsiteY3" fmla="*/ 32890 h 65760"/>
                  <a:gd name="connsiteX4" fmla="*/ 0 w 844915"/>
                  <a:gd name="connsiteY4" fmla="*/ 32890 h 65760"/>
                  <a:gd name="connsiteX5" fmla="*/ 32880 w 844915"/>
                  <a:gd name="connsiteY5" fmla="*/ 0 h 65760"/>
                  <a:gd name="connsiteX6" fmla="*/ 812044 w 844915"/>
                  <a:gd name="connsiteY6" fmla="*/ 0 h 65760"/>
                  <a:gd name="connsiteX7" fmla="*/ 844915 w 844915"/>
                  <a:gd name="connsiteY7" fmla="*/ 32890 h 65760"/>
                  <a:gd name="connsiteX8" fmla="*/ 844915 w 844915"/>
                  <a:gd name="connsiteY8" fmla="*/ 32890 h 65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44915" h="65760">
                    <a:moveTo>
                      <a:pt x="844915" y="32890"/>
                    </a:moveTo>
                    <a:cubicBezTo>
                      <a:pt x="844915" y="51035"/>
                      <a:pt x="830218" y="65761"/>
                      <a:pt x="812044" y="65761"/>
                    </a:cubicBezTo>
                    <a:lnTo>
                      <a:pt x="32880" y="65761"/>
                    </a:lnTo>
                    <a:cubicBezTo>
                      <a:pt x="14726" y="65761"/>
                      <a:pt x="0" y="51035"/>
                      <a:pt x="0" y="32890"/>
                    </a:cubicBezTo>
                    <a:lnTo>
                      <a:pt x="0" y="32890"/>
                    </a:lnTo>
                    <a:cubicBezTo>
                      <a:pt x="0" y="14726"/>
                      <a:pt x="14726" y="0"/>
                      <a:pt x="32880" y="0"/>
                    </a:cubicBezTo>
                    <a:lnTo>
                      <a:pt x="812044" y="0"/>
                    </a:lnTo>
                    <a:cubicBezTo>
                      <a:pt x="830218" y="0"/>
                      <a:pt x="844915" y="14726"/>
                      <a:pt x="844915" y="32890"/>
                    </a:cubicBezTo>
                    <a:lnTo>
                      <a:pt x="844915" y="3289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DB5BE77-2C8A-A5C7-1EE4-B1E7DA337D11}"/>
                  </a:ext>
                </a:extLst>
              </p:cNvPr>
              <p:cNvSpPr/>
              <p:nvPr/>
            </p:nvSpPr>
            <p:spPr>
              <a:xfrm>
                <a:off x="5679557" y="5293247"/>
                <a:ext cx="844915" cy="65798"/>
              </a:xfrm>
              <a:custGeom>
                <a:avLst/>
                <a:gdLst>
                  <a:gd name="connsiteX0" fmla="*/ 844915 w 844915"/>
                  <a:gd name="connsiteY0" fmla="*/ 32909 h 65798"/>
                  <a:gd name="connsiteX1" fmla="*/ 812044 w 844915"/>
                  <a:gd name="connsiteY1" fmla="*/ 65799 h 65798"/>
                  <a:gd name="connsiteX2" fmla="*/ 32880 w 844915"/>
                  <a:gd name="connsiteY2" fmla="*/ 65799 h 65798"/>
                  <a:gd name="connsiteX3" fmla="*/ 0 w 844915"/>
                  <a:gd name="connsiteY3" fmla="*/ 32909 h 65798"/>
                  <a:gd name="connsiteX4" fmla="*/ 0 w 844915"/>
                  <a:gd name="connsiteY4" fmla="*/ 32909 h 65798"/>
                  <a:gd name="connsiteX5" fmla="*/ 32880 w 844915"/>
                  <a:gd name="connsiteY5" fmla="*/ 0 h 65798"/>
                  <a:gd name="connsiteX6" fmla="*/ 812044 w 844915"/>
                  <a:gd name="connsiteY6" fmla="*/ 0 h 65798"/>
                  <a:gd name="connsiteX7" fmla="*/ 844915 w 844915"/>
                  <a:gd name="connsiteY7" fmla="*/ 32909 h 65798"/>
                  <a:gd name="connsiteX8" fmla="*/ 844915 w 844915"/>
                  <a:gd name="connsiteY8" fmla="*/ 32909 h 65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44915" h="65798">
                    <a:moveTo>
                      <a:pt x="844915" y="32909"/>
                    </a:moveTo>
                    <a:cubicBezTo>
                      <a:pt x="844915" y="51054"/>
                      <a:pt x="830218" y="65799"/>
                      <a:pt x="812044" y="65799"/>
                    </a:cubicBezTo>
                    <a:lnTo>
                      <a:pt x="32880" y="65799"/>
                    </a:lnTo>
                    <a:cubicBezTo>
                      <a:pt x="14726" y="65799"/>
                      <a:pt x="0" y="51054"/>
                      <a:pt x="0" y="32909"/>
                    </a:cubicBezTo>
                    <a:lnTo>
                      <a:pt x="0" y="32909"/>
                    </a:lnTo>
                    <a:cubicBezTo>
                      <a:pt x="0" y="14745"/>
                      <a:pt x="14726" y="0"/>
                      <a:pt x="32880" y="0"/>
                    </a:cubicBezTo>
                    <a:lnTo>
                      <a:pt x="812044" y="0"/>
                    </a:lnTo>
                    <a:cubicBezTo>
                      <a:pt x="830218" y="0"/>
                      <a:pt x="844915" y="14745"/>
                      <a:pt x="844915" y="32909"/>
                    </a:cubicBezTo>
                    <a:lnTo>
                      <a:pt x="844915" y="32909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F2BD841-7B1F-E5DB-0E97-510B16302FC8}"/>
                  </a:ext>
                </a:extLst>
              </p:cNvPr>
              <p:cNvSpPr/>
              <p:nvPr/>
            </p:nvSpPr>
            <p:spPr>
              <a:xfrm>
                <a:off x="5679557" y="5412585"/>
                <a:ext cx="844915" cy="65741"/>
              </a:xfrm>
              <a:custGeom>
                <a:avLst/>
                <a:gdLst>
                  <a:gd name="connsiteX0" fmla="*/ 844915 w 844915"/>
                  <a:gd name="connsiteY0" fmla="*/ 32880 h 65741"/>
                  <a:gd name="connsiteX1" fmla="*/ 812044 w 844915"/>
                  <a:gd name="connsiteY1" fmla="*/ 65742 h 65741"/>
                  <a:gd name="connsiteX2" fmla="*/ 32880 w 844915"/>
                  <a:gd name="connsiteY2" fmla="*/ 65742 h 65741"/>
                  <a:gd name="connsiteX3" fmla="*/ 0 w 844915"/>
                  <a:gd name="connsiteY3" fmla="*/ 32880 h 65741"/>
                  <a:gd name="connsiteX4" fmla="*/ 0 w 844915"/>
                  <a:gd name="connsiteY4" fmla="*/ 32880 h 65741"/>
                  <a:gd name="connsiteX5" fmla="*/ 32880 w 844915"/>
                  <a:gd name="connsiteY5" fmla="*/ 0 h 65741"/>
                  <a:gd name="connsiteX6" fmla="*/ 812044 w 844915"/>
                  <a:gd name="connsiteY6" fmla="*/ 0 h 65741"/>
                  <a:gd name="connsiteX7" fmla="*/ 844915 w 844915"/>
                  <a:gd name="connsiteY7" fmla="*/ 32880 h 65741"/>
                  <a:gd name="connsiteX8" fmla="*/ 844915 w 844915"/>
                  <a:gd name="connsiteY8" fmla="*/ 32880 h 65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44915" h="65741">
                    <a:moveTo>
                      <a:pt x="844915" y="32880"/>
                    </a:moveTo>
                    <a:cubicBezTo>
                      <a:pt x="844915" y="51045"/>
                      <a:pt x="830218" y="65742"/>
                      <a:pt x="812044" y="65742"/>
                    </a:cubicBezTo>
                    <a:lnTo>
                      <a:pt x="32880" y="65742"/>
                    </a:lnTo>
                    <a:cubicBezTo>
                      <a:pt x="14726" y="65742"/>
                      <a:pt x="0" y="51045"/>
                      <a:pt x="0" y="32880"/>
                    </a:cubicBezTo>
                    <a:lnTo>
                      <a:pt x="0" y="32880"/>
                    </a:lnTo>
                    <a:cubicBezTo>
                      <a:pt x="0" y="14707"/>
                      <a:pt x="14726" y="0"/>
                      <a:pt x="32880" y="0"/>
                    </a:cubicBezTo>
                    <a:lnTo>
                      <a:pt x="812044" y="0"/>
                    </a:lnTo>
                    <a:cubicBezTo>
                      <a:pt x="830218" y="0"/>
                      <a:pt x="844915" y="14707"/>
                      <a:pt x="844915" y="32880"/>
                    </a:cubicBezTo>
                    <a:lnTo>
                      <a:pt x="844915" y="3288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17229B7-AE30-7E18-F4CF-DC554DBBC0DD}"/>
              </a:ext>
            </a:extLst>
          </p:cNvPr>
          <p:cNvSpPr/>
          <p:nvPr/>
        </p:nvSpPr>
        <p:spPr>
          <a:xfrm>
            <a:off x="6165675" y="3838602"/>
            <a:ext cx="1051429" cy="1189642"/>
          </a:xfrm>
          <a:custGeom>
            <a:avLst/>
            <a:gdLst>
              <a:gd name="connsiteX0" fmla="*/ 0 w 760809"/>
              <a:gd name="connsiteY0" fmla="*/ 0 h 860821"/>
              <a:gd name="connsiteX1" fmla="*/ 0 w 760809"/>
              <a:gd name="connsiteY1" fmla="*/ 860822 h 860821"/>
              <a:gd name="connsiteX2" fmla="*/ 419452 w 760809"/>
              <a:gd name="connsiteY2" fmla="*/ 860822 h 860821"/>
              <a:gd name="connsiteX3" fmla="*/ 487632 w 760809"/>
              <a:gd name="connsiteY3" fmla="*/ 792642 h 860821"/>
              <a:gd name="connsiteX4" fmla="*/ 487632 w 760809"/>
              <a:gd name="connsiteY4" fmla="*/ 490433 h 860821"/>
              <a:gd name="connsiteX5" fmla="*/ 760809 w 760809"/>
              <a:gd name="connsiteY5" fmla="*/ 10 h 860821"/>
              <a:gd name="connsiteX6" fmla="*/ 0 w 760809"/>
              <a:gd name="connsiteY6" fmla="*/ 10 h 860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0809" h="860821">
                <a:moveTo>
                  <a:pt x="0" y="0"/>
                </a:moveTo>
                <a:lnTo>
                  <a:pt x="0" y="860822"/>
                </a:lnTo>
                <a:lnTo>
                  <a:pt x="419452" y="860822"/>
                </a:lnTo>
                <a:cubicBezTo>
                  <a:pt x="457105" y="860822"/>
                  <a:pt x="487632" y="830304"/>
                  <a:pt x="487632" y="792642"/>
                </a:cubicBezTo>
                <a:lnTo>
                  <a:pt x="487632" y="490433"/>
                </a:lnTo>
                <a:cubicBezTo>
                  <a:pt x="631993" y="368437"/>
                  <a:pt x="732215" y="195853"/>
                  <a:pt x="760809" y="10"/>
                </a:cubicBezTo>
                <a:lnTo>
                  <a:pt x="0" y="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AFAB448-554D-321A-EADB-5A0F780546E6}"/>
              </a:ext>
            </a:extLst>
          </p:cNvPr>
          <p:cNvSpPr/>
          <p:nvPr/>
        </p:nvSpPr>
        <p:spPr>
          <a:xfrm>
            <a:off x="4995776" y="3838602"/>
            <a:ext cx="1051429" cy="1189630"/>
          </a:xfrm>
          <a:custGeom>
            <a:avLst/>
            <a:gdLst>
              <a:gd name="connsiteX0" fmla="*/ 760809 w 760809"/>
              <a:gd name="connsiteY0" fmla="*/ 0 h 860812"/>
              <a:gd name="connsiteX1" fmla="*/ 0 w 760809"/>
              <a:gd name="connsiteY1" fmla="*/ 0 h 860812"/>
              <a:gd name="connsiteX2" fmla="*/ 273196 w 760809"/>
              <a:gd name="connsiteY2" fmla="*/ 490423 h 860812"/>
              <a:gd name="connsiteX3" fmla="*/ 273196 w 760809"/>
              <a:gd name="connsiteY3" fmla="*/ 792632 h 860812"/>
              <a:gd name="connsiteX4" fmla="*/ 341376 w 760809"/>
              <a:gd name="connsiteY4" fmla="*/ 860812 h 860812"/>
              <a:gd name="connsiteX5" fmla="*/ 760809 w 760809"/>
              <a:gd name="connsiteY5" fmla="*/ 860812 h 860812"/>
              <a:gd name="connsiteX6" fmla="*/ 760809 w 760809"/>
              <a:gd name="connsiteY6" fmla="*/ 0 h 8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0809" h="860812">
                <a:moveTo>
                  <a:pt x="760809" y="0"/>
                </a:moveTo>
                <a:lnTo>
                  <a:pt x="0" y="0"/>
                </a:lnTo>
                <a:cubicBezTo>
                  <a:pt x="28594" y="195844"/>
                  <a:pt x="128816" y="368437"/>
                  <a:pt x="273196" y="490423"/>
                </a:cubicBezTo>
                <a:lnTo>
                  <a:pt x="273196" y="792632"/>
                </a:lnTo>
                <a:cubicBezTo>
                  <a:pt x="273196" y="830294"/>
                  <a:pt x="303724" y="860812"/>
                  <a:pt x="341376" y="860812"/>
                </a:cubicBezTo>
                <a:lnTo>
                  <a:pt x="760809" y="860812"/>
                </a:lnTo>
                <a:lnTo>
                  <a:pt x="76080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6427143-0898-77A6-578F-4295B615B6A4}"/>
              </a:ext>
            </a:extLst>
          </p:cNvPr>
          <p:cNvSpPr/>
          <p:nvPr/>
        </p:nvSpPr>
        <p:spPr>
          <a:xfrm>
            <a:off x="6165675" y="2531344"/>
            <a:ext cx="1063025" cy="1188787"/>
          </a:xfrm>
          <a:custGeom>
            <a:avLst/>
            <a:gdLst>
              <a:gd name="connsiteX0" fmla="*/ 0 w 769200"/>
              <a:gd name="connsiteY0" fmla="*/ 860203 h 860202"/>
              <a:gd name="connsiteX1" fmla="*/ 766334 w 769200"/>
              <a:gd name="connsiteY1" fmla="*/ 860203 h 860202"/>
              <a:gd name="connsiteX2" fmla="*/ 769201 w 769200"/>
              <a:gd name="connsiteY2" fmla="*/ 792423 h 860202"/>
              <a:gd name="connsiteX3" fmla="*/ 0 w 769200"/>
              <a:gd name="connsiteY3" fmla="*/ 0 h 860202"/>
              <a:gd name="connsiteX4" fmla="*/ 0 w 769200"/>
              <a:gd name="connsiteY4" fmla="*/ 860203 h 86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200" h="860202">
                <a:moveTo>
                  <a:pt x="0" y="860203"/>
                </a:moveTo>
                <a:lnTo>
                  <a:pt x="766334" y="860203"/>
                </a:lnTo>
                <a:cubicBezTo>
                  <a:pt x="768229" y="837857"/>
                  <a:pt x="769201" y="815254"/>
                  <a:pt x="769201" y="792423"/>
                </a:cubicBezTo>
                <a:cubicBezTo>
                  <a:pt x="769201" y="362417"/>
                  <a:pt x="426930" y="12621"/>
                  <a:pt x="0" y="0"/>
                </a:cubicBezTo>
                <a:lnTo>
                  <a:pt x="0" y="86020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  <a:effectLst>
            <a:outerShdw blurRad="304800" dist="152400" dir="5400000" sx="98000" sy="98000" algn="t" rotWithShape="0">
              <a:prstClr val="black">
                <a:alpha val="19000"/>
              </a:prstClr>
            </a:outerShdw>
          </a:effectLst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3A3C77A-EADC-A3CD-1EAC-CF87D4463C5B}"/>
              </a:ext>
            </a:extLst>
          </p:cNvPr>
          <p:cNvSpPr/>
          <p:nvPr/>
        </p:nvSpPr>
        <p:spPr>
          <a:xfrm>
            <a:off x="4984178" y="2531330"/>
            <a:ext cx="1063026" cy="1188801"/>
          </a:xfrm>
          <a:custGeom>
            <a:avLst/>
            <a:gdLst>
              <a:gd name="connsiteX0" fmla="*/ 769201 w 769201"/>
              <a:gd name="connsiteY0" fmla="*/ 860212 h 860212"/>
              <a:gd name="connsiteX1" fmla="*/ 769201 w 769201"/>
              <a:gd name="connsiteY1" fmla="*/ 0 h 860212"/>
              <a:gd name="connsiteX2" fmla="*/ 0 w 769201"/>
              <a:gd name="connsiteY2" fmla="*/ 792423 h 860212"/>
              <a:gd name="connsiteX3" fmla="*/ 2867 w 769201"/>
              <a:gd name="connsiteY3" fmla="*/ 860203 h 860212"/>
              <a:gd name="connsiteX4" fmla="*/ 769201 w 769201"/>
              <a:gd name="connsiteY4" fmla="*/ 860203 h 860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201" h="860212">
                <a:moveTo>
                  <a:pt x="769201" y="860212"/>
                </a:moveTo>
                <a:lnTo>
                  <a:pt x="769201" y="0"/>
                </a:lnTo>
                <a:cubicBezTo>
                  <a:pt x="342281" y="12621"/>
                  <a:pt x="0" y="362426"/>
                  <a:pt x="0" y="792423"/>
                </a:cubicBezTo>
                <a:cubicBezTo>
                  <a:pt x="0" y="815254"/>
                  <a:pt x="972" y="837857"/>
                  <a:pt x="2867" y="860203"/>
                </a:cubicBezTo>
                <a:lnTo>
                  <a:pt x="769201" y="86020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B871689-FBC5-0699-AF7A-1C145D7C1ABB}"/>
              </a:ext>
            </a:extLst>
          </p:cNvPr>
          <p:cNvSpPr/>
          <p:nvPr/>
        </p:nvSpPr>
        <p:spPr>
          <a:xfrm>
            <a:off x="7156021" y="2200645"/>
            <a:ext cx="587746" cy="587746"/>
          </a:xfrm>
          <a:custGeom>
            <a:avLst/>
            <a:gdLst>
              <a:gd name="connsiteX0" fmla="*/ 425291 w 425291"/>
              <a:gd name="connsiteY0" fmla="*/ 212646 h 425291"/>
              <a:gd name="connsiteX1" fmla="*/ 212646 w 425291"/>
              <a:gd name="connsiteY1" fmla="*/ 425291 h 425291"/>
              <a:gd name="connsiteX2" fmla="*/ 0 w 425291"/>
              <a:gd name="connsiteY2" fmla="*/ 212646 h 425291"/>
              <a:gd name="connsiteX3" fmla="*/ 212646 w 425291"/>
              <a:gd name="connsiteY3" fmla="*/ 0 h 425291"/>
              <a:gd name="connsiteX4" fmla="*/ 425291 w 425291"/>
              <a:gd name="connsiteY4" fmla="*/ 212646 h 42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291" h="425291">
                <a:moveTo>
                  <a:pt x="425291" y="212646"/>
                </a:moveTo>
                <a:cubicBezTo>
                  <a:pt x="425291" y="330089"/>
                  <a:pt x="330079" y="425291"/>
                  <a:pt x="212646" y="425291"/>
                </a:cubicBezTo>
                <a:cubicBezTo>
                  <a:pt x="95202" y="425291"/>
                  <a:pt x="0" y="330089"/>
                  <a:pt x="0" y="212646"/>
                </a:cubicBezTo>
                <a:cubicBezTo>
                  <a:pt x="0" y="95202"/>
                  <a:pt x="95202" y="0"/>
                  <a:pt x="212646" y="0"/>
                </a:cubicBezTo>
                <a:cubicBezTo>
                  <a:pt x="330079" y="0"/>
                  <a:pt x="425291" y="95202"/>
                  <a:pt x="425291" y="2126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dist="1270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2E930C0-872D-3BD1-218A-22F4983F9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62279" y="2404250"/>
            <a:ext cx="180536" cy="18053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470CB7-E24E-2B7B-9C9E-1EB53749B6E6}"/>
              </a:ext>
            </a:extLst>
          </p:cNvPr>
          <p:cNvCxnSpPr>
            <a:cxnSpLocks/>
          </p:cNvCxnSpPr>
          <p:nvPr/>
        </p:nvCxnSpPr>
        <p:spPr>
          <a:xfrm flipV="1">
            <a:off x="7801688" y="2200645"/>
            <a:ext cx="869872" cy="305214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D1083E6-8C5A-CB35-4243-50DC7390CD8A}"/>
              </a:ext>
            </a:extLst>
          </p:cNvPr>
          <p:cNvSpPr txBox="1"/>
          <p:nvPr/>
        </p:nvSpPr>
        <p:spPr>
          <a:xfrm>
            <a:off x="8939441" y="2007971"/>
            <a:ext cx="16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Weakness</a:t>
            </a:r>
            <a:endParaRPr lang="en-ID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B404E9-2BB1-2F5D-72C9-8E219E51E540}"/>
              </a:ext>
            </a:extLst>
          </p:cNvPr>
          <p:cNvSpPr txBox="1"/>
          <p:nvPr/>
        </p:nvSpPr>
        <p:spPr>
          <a:xfrm>
            <a:off x="8939441" y="2375078"/>
            <a:ext cx="2381545" cy="609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sit amet, </a:t>
            </a:r>
            <a:r>
              <a:rPr lang="en-US" err="1"/>
              <a:t>consectetuer</a:t>
            </a:r>
            <a:r>
              <a:rPr lang="en-US"/>
              <a:t> adipiscing</a:t>
            </a:r>
            <a:endParaRPr lang="en-ID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EFCEA0E-D930-D21E-C6C4-9E56CAC6D72E}"/>
              </a:ext>
            </a:extLst>
          </p:cNvPr>
          <p:cNvSpPr/>
          <p:nvPr/>
        </p:nvSpPr>
        <p:spPr>
          <a:xfrm rot="20230564">
            <a:off x="7387601" y="4061841"/>
            <a:ext cx="587745" cy="587744"/>
          </a:xfrm>
          <a:custGeom>
            <a:avLst/>
            <a:gdLst>
              <a:gd name="connsiteX0" fmla="*/ 425291 w 425290"/>
              <a:gd name="connsiteY0" fmla="*/ 212645 h 425290"/>
              <a:gd name="connsiteX1" fmla="*/ 212645 w 425290"/>
              <a:gd name="connsiteY1" fmla="*/ 425291 h 425290"/>
              <a:gd name="connsiteX2" fmla="*/ 0 w 425290"/>
              <a:gd name="connsiteY2" fmla="*/ 212645 h 425290"/>
              <a:gd name="connsiteX3" fmla="*/ 212645 w 425290"/>
              <a:gd name="connsiteY3" fmla="*/ 0 h 425290"/>
              <a:gd name="connsiteX4" fmla="*/ 425291 w 425290"/>
              <a:gd name="connsiteY4" fmla="*/ 212645 h 42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290" h="425290">
                <a:moveTo>
                  <a:pt x="425291" y="212645"/>
                </a:moveTo>
                <a:cubicBezTo>
                  <a:pt x="425291" y="330086"/>
                  <a:pt x="330086" y="425291"/>
                  <a:pt x="212645" y="425291"/>
                </a:cubicBezTo>
                <a:cubicBezTo>
                  <a:pt x="95205" y="425291"/>
                  <a:pt x="0" y="330086"/>
                  <a:pt x="0" y="212645"/>
                </a:cubicBezTo>
                <a:cubicBezTo>
                  <a:pt x="0" y="95205"/>
                  <a:pt x="95204" y="0"/>
                  <a:pt x="212645" y="0"/>
                </a:cubicBezTo>
                <a:cubicBezTo>
                  <a:pt x="330086" y="0"/>
                  <a:pt x="425291" y="95204"/>
                  <a:pt x="425291" y="2126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dist="1270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lt1"/>
              </a:solidFill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385CD6B1-50EB-12DC-A3A4-FA76AE408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91205" y="4265020"/>
            <a:ext cx="180536" cy="18053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0C3EF9B-54B0-463E-30AC-9C9414E4649A}"/>
              </a:ext>
            </a:extLst>
          </p:cNvPr>
          <p:cNvSpPr txBox="1"/>
          <p:nvPr/>
        </p:nvSpPr>
        <p:spPr>
          <a:xfrm>
            <a:off x="8609832" y="5056314"/>
            <a:ext cx="16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Threats</a:t>
            </a:r>
            <a:endParaRPr lang="en-ID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3517C5-B610-BEBC-94F6-CD6C990D4426}"/>
              </a:ext>
            </a:extLst>
          </p:cNvPr>
          <p:cNvSpPr txBox="1"/>
          <p:nvPr/>
        </p:nvSpPr>
        <p:spPr>
          <a:xfrm>
            <a:off x="8609831" y="5438775"/>
            <a:ext cx="2292069" cy="609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Lorem ipsum dolor sit amet, </a:t>
            </a:r>
            <a:r>
              <a:rPr lang="en-US" err="1"/>
              <a:t>consectetuer</a:t>
            </a:r>
            <a:r>
              <a:rPr lang="en-US"/>
              <a:t> adipiscing</a:t>
            </a:r>
            <a:endParaRPr lang="en-ID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2B10C9-D554-BAD2-4EAF-09ABF0001AE4}"/>
              </a:ext>
            </a:extLst>
          </p:cNvPr>
          <p:cNvCxnSpPr>
            <a:cxnSpLocks/>
          </p:cNvCxnSpPr>
          <p:nvPr/>
        </p:nvCxnSpPr>
        <p:spPr>
          <a:xfrm>
            <a:off x="7928712" y="4578988"/>
            <a:ext cx="520560" cy="554563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10A39C0-CF10-2C0A-9287-107AD75E628A}"/>
              </a:ext>
            </a:extLst>
          </p:cNvPr>
          <p:cNvSpPr/>
          <p:nvPr/>
        </p:nvSpPr>
        <p:spPr>
          <a:xfrm>
            <a:off x="4448234" y="2200645"/>
            <a:ext cx="587746" cy="587746"/>
          </a:xfrm>
          <a:custGeom>
            <a:avLst/>
            <a:gdLst>
              <a:gd name="connsiteX0" fmla="*/ 425291 w 425291"/>
              <a:gd name="connsiteY0" fmla="*/ 212646 h 425291"/>
              <a:gd name="connsiteX1" fmla="*/ 212646 w 425291"/>
              <a:gd name="connsiteY1" fmla="*/ 425291 h 425291"/>
              <a:gd name="connsiteX2" fmla="*/ 0 w 425291"/>
              <a:gd name="connsiteY2" fmla="*/ 212646 h 425291"/>
              <a:gd name="connsiteX3" fmla="*/ 212646 w 425291"/>
              <a:gd name="connsiteY3" fmla="*/ 0 h 425291"/>
              <a:gd name="connsiteX4" fmla="*/ 425291 w 425291"/>
              <a:gd name="connsiteY4" fmla="*/ 212646 h 42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291" h="425291">
                <a:moveTo>
                  <a:pt x="425291" y="212646"/>
                </a:moveTo>
                <a:cubicBezTo>
                  <a:pt x="425291" y="330089"/>
                  <a:pt x="330079" y="425291"/>
                  <a:pt x="212646" y="425291"/>
                </a:cubicBezTo>
                <a:cubicBezTo>
                  <a:pt x="95202" y="425291"/>
                  <a:pt x="0" y="330089"/>
                  <a:pt x="0" y="212646"/>
                </a:cubicBezTo>
                <a:cubicBezTo>
                  <a:pt x="0" y="95202"/>
                  <a:pt x="95202" y="0"/>
                  <a:pt x="212646" y="0"/>
                </a:cubicBezTo>
                <a:cubicBezTo>
                  <a:pt x="330079" y="0"/>
                  <a:pt x="425291" y="95202"/>
                  <a:pt x="425291" y="2126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dist="1270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lt1"/>
              </a:solidFill>
            </a:endParaRP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BE65548A-FDFF-7610-AF62-4B3E49741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5504" y="2404250"/>
            <a:ext cx="180536" cy="18053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29E4247-FEE2-3AE3-3726-68CCBF16AEF6}"/>
              </a:ext>
            </a:extLst>
          </p:cNvPr>
          <p:cNvSpPr txBox="1"/>
          <p:nvPr/>
        </p:nvSpPr>
        <p:spPr>
          <a:xfrm flipH="1">
            <a:off x="1601045" y="2007971"/>
            <a:ext cx="16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r"/>
            <a:r>
              <a:rPr lang="en-US"/>
              <a:t>Strength</a:t>
            </a:r>
            <a:endParaRPr lang="en-ID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D0EB20-87EF-4065-170E-ED74008AD063}"/>
              </a:ext>
            </a:extLst>
          </p:cNvPr>
          <p:cNvSpPr txBox="1"/>
          <p:nvPr/>
        </p:nvSpPr>
        <p:spPr>
          <a:xfrm flipH="1">
            <a:off x="828412" y="2375078"/>
            <a:ext cx="2424148" cy="609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amet, </a:t>
            </a:r>
            <a:r>
              <a:rPr lang="en-US" err="1"/>
              <a:t>consectetuer</a:t>
            </a:r>
            <a:r>
              <a:rPr lang="en-US"/>
              <a:t> adipiscing</a:t>
            </a:r>
            <a:endParaRPr lang="en-ID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9EC779-6BF3-6776-432B-FE3E51DED9D2}"/>
              </a:ext>
            </a:extLst>
          </p:cNvPr>
          <p:cNvCxnSpPr>
            <a:cxnSpLocks/>
          </p:cNvCxnSpPr>
          <p:nvPr/>
        </p:nvCxnSpPr>
        <p:spPr>
          <a:xfrm>
            <a:off x="3409950" y="2200645"/>
            <a:ext cx="977390" cy="305214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9D101D4-78DF-138D-7376-D2979C696E08}"/>
              </a:ext>
            </a:extLst>
          </p:cNvPr>
          <p:cNvSpPr/>
          <p:nvPr/>
        </p:nvSpPr>
        <p:spPr>
          <a:xfrm rot="20302577">
            <a:off x="4207807" y="4061423"/>
            <a:ext cx="587732" cy="587731"/>
          </a:xfrm>
          <a:custGeom>
            <a:avLst/>
            <a:gdLst>
              <a:gd name="connsiteX0" fmla="*/ 425280 w 425280"/>
              <a:gd name="connsiteY0" fmla="*/ 212640 h 425280"/>
              <a:gd name="connsiteX1" fmla="*/ 212640 w 425280"/>
              <a:gd name="connsiteY1" fmla="*/ 425280 h 425280"/>
              <a:gd name="connsiteX2" fmla="*/ 0 w 425280"/>
              <a:gd name="connsiteY2" fmla="*/ 212640 h 425280"/>
              <a:gd name="connsiteX3" fmla="*/ 212640 w 425280"/>
              <a:gd name="connsiteY3" fmla="*/ 0 h 425280"/>
              <a:gd name="connsiteX4" fmla="*/ 425280 w 425280"/>
              <a:gd name="connsiteY4" fmla="*/ 212640 h 425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280" h="425280">
                <a:moveTo>
                  <a:pt x="425280" y="212640"/>
                </a:moveTo>
                <a:cubicBezTo>
                  <a:pt x="425280" y="330078"/>
                  <a:pt x="330078" y="425280"/>
                  <a:pt x="212640" y="425280"/>
                </a:cubicBezTo>
                <a:cubicBezTo>
                  <a:pt x="95202" y="425280"/>
                  <a:pt x="0" y="330078"/>
                  <a:pt x="0" y="212640"/>
                </a:cubicBezTo>
                <a:cubicBezTo>
                  <a:pt x="0" y="95202"/>
                  <a:pt x="95202" y="0"/>
                  <a:pt x="212640" y="0"/>
                </a:cubicBezTo>
                <a:cubicBezTo>
                  <a:pt x="330078" y="0"/>
                  <a:pt x="425280" y="95202"/>
                  <a:pt x="425280" y="2126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dist="127000" dir="2700000" sx="98000" sy="98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lt1"/>
              </a:solidFill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85602436-BDCE-ABF5-665A-EE3F8C07EA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411404" y="4265020"/>
            <a:ext cx="180536" cy="18053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EBF2DB2-0B48-E8E8-C025-19C6AF61FCAE}"/>
              </a:ext>
            </a:extLst>
          </p:cNvPr>
          <p:cNvSpPr txBox="1"/>
          <p:nvPr/>
        </p:nvSpPr>
        <p:spPr>
          <a:xfrm flipH="1">
            <a:off x="1909916" y="5056314"/>
            <a:ext cx="165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algn="r"/>
            <a:r>
              <a:rPr lang="en-US"/>
              <a:t>Opportunity</a:t>
            </a:r>
            <a:endParaRPr lang="en-ID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1891D1-AC25-D01F-55D2-58BE1EB7F226}"/>
              </a:ext>
            </a:extLst>
          </p:cNvPr>
          <p:cNvSpPr txBox="1"/>
          <p:nvPr/>
        </p:nvSpPr>
        <p:spPr>
          <a:xfrm flipH="1">
            <a:off x="1137282" y="5438775"/>
            <a:ext cx="2424149" cy="609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amet, </a:t>
            </a:r>
            <a:r>
              <a:rPr lang="en-US" err="1"/>
              <a:t>consectetuer</a:t>
            </a:r>
            <a:r>
              <a:rPr lang="en-US"/>
              <a:t> adipiscing</a:t>
            </a:r>
            <a:endParaRPr lang="en-ID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50F456-73FD-8AA2-CFE5-D148BF07EB8E}"/>
              </a:ext>
            </a:extLst>
          </p:cNvPr>
          <p:cNvCxnSpPr>
            <a:cxnSpLocks/>
          </p:cNvCxnSpPr>
          <p:nvPr/>
        </p:nvCxnSpPr>
        <p:spPr>
          <a:xfrm flipH="1">
            <a:off x="3733800" y="4578988"/>
            <a:ext cx="518493" cy="645444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E613E67-6E83-BD14-CE6A-DBF314025E0F}"/>
              </a:ext>
            </a:extLst>
          </p:cNvPr>
          <p:cNvSpPr txBox="1"/>
          <p:nvPr/>
        </p:nvSpPr>
        <p:spPr>
          <a:xfrm flipH="1">
            <a:off x="4887970" y="2915534"/>
            <a:ext cx="143664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+mj-lt"/>
              </a:rPr>
              <a:t>S</a:t>
            </a:r>
            <a:endParaRPr lang="en-ID" sz="36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583902-6247-8AC7-223F-5FB9B2B52F3F}"/>
              </a:ext>
            </a:extLst>
          </p:cNvPr>
          <p:cNvSpPr txBox="1"/>
          <p:nvPr/>
        </p:nvSpPr>
        <p:spPr>
          <a:xfrm flipH="1">
            <a:off x="5883289" y="2915534"/>
            <a:ext cx="143664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W</a:t>
            </a:r>
            <a:endParaRPr lang="en-ID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8B5E7E-45B5-0161-0D6B-B7794249CB3F}"/>
              </a:ext>
            </a:extLst>
          </p:cNvPr>
          <p:cNvSpPr txBox="1"/>
          <p:nvPr/>
        </p:nvSpPr>
        <p:spPr>
          <a:xfrm flipH="1">
            <a:off x="4887970" y="3938149"/>
            <a:ext cx="143664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+mj-lt"/>
              </a:rPr>
              <a:t>O</a:t>
            </a:r>
            <a:endParaRPr lang="en-ID" sz="36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CE0581-532B-D428-8080-19CF2494F703}"/>
              </a:ext>
            </a:extLst>
          </p:cNvPr>
          <p:cNvSpPr txBox="1"/>
          <p:nvPr/>
        </p:nvSpPr>
        <p:spPr>
          <a:xfrm flipH="1">
            <a:off x="5883289" y="3938149"/>
            <a:ext cx="143664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+mj-lt"/>
              </a:rPr>
              <a:t>T</a:t>
            </a:r>
            <a:endParaRPr lang="en-ID" sz="36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36D6387-D850-8151-B735-8DAB5EBD0CB0}"/>
              </a:ext>
            </a:extLst>
          </p:cNvPr>
          <p:cNvSpPr/>
          <p:nvPr/>
        </p:nvSpPr>
        <p:spPr>
          <a:xfrm>
            <a:off x="685800" y="697375"/>
            <a:ext cx="108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SWOT Analysis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2040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9">
            <a:extLst>
              <a:ext uri="{FF2B5EF4-FFF2-40B4-BE49-F238E27FC236}">
                <a16:creationId xmlns:a16="http://schemas.microsoft.com/office/drawing/2014/main" id="{32E33808-5C84-7794-9899-136747ED9E2E}"/>
              </a:ext>
            </a:extLst>
          </p:cNvPr>
          <p:cNvGrpSpPr/>
          <p:nvPr/>
        </p:nvGrpSpPr>
        <p:grpSpPr>
          <a:xfrm>
            <a:off x="5064985" y="4557818"/>
            <a:ext cx="2808790" cy="1699601"/>
            <a:chOff x="4836948" y="4470984"/>
            <a:chExt cx="2518666" cy="152404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87FD725-9C7D-8693-7137-54459704574F}"/>
                </a:ext>
              </a:extLst>
            </p:cNvPr>
            <p:cNvSpPr/>
            <p:nvPr/>
          </p:nvSpPr>
          <p:spPr>
            <a:xfrm>
              <a:off x="4836948" y="4536125"/>
              <a:ext cx="2518666" cy="1458906"/>
            </a:xfrm>
            <a:custGeom>
              <a:avLst/>
              <a:gdLst>
                <a:gd name="connsiteX0" fmla="*/ 562010 w 2518666"/>
                <a:gd name="connsiteY0" fmla="*/ 1134716 h 1458906"/>
                <a:gd name="connsiteX1" fmla="*/ 557445 w 2518666"/>
                <a:gd name="connsiteY1" fmla="*/ 324236 h 1458906"/>
                <a:gd name="connsiteX2" fmla="*/ 1956718 w 2518666"/>
                <a:gd name="connsiteY2" fmla="*/ 324194 h 1458906"/>
                <a:gd name="connsiteX3" fmla="*/ 1961220 w 2518666"/>
                <a:gd name="connsiteY3" fmla="*/ 1134695 h 1458906"/>
                <a:gd name="connsiteX4" fmla="*/ 562010 w 2518666"/>
                <a:gd name="connsiteY4" fmla="*/ 1134695 h 1458906"/>
                <a:gd name="connsiteX5" fmla="*/ 562010 w 2518666"/>
                <a:gd name="connsiteY5" fmla="*/ 1134695 h 1458906"/>
                <a:gd name="connsiteX6" fmla="*/ 2146950 w 2518666"/>
                <a:gd name="connsiteY6" fmla="*/ 213652 h 1458906"/>
                <a:gd name="connsiteX7" fmla="*/ 365920 w 2518666"/>
                <a:gd name="connsiteY7" fmla="*/ 213652 h 1458906"/>
                <a:gd name="connsiteX8" fmla="*/ 371777 w 2518666"/>
                <a:gd name="connsiteY8" fmla="*/ 1245258 h 1458906"/>
                <a:gd name="connsiteX9" fmla="*/ 1924074 w 2518666"/>
                <a:gd name="connsiteY9" fmla="*/ 1350443 h 1458906"/>
                <a:gd name="connsiteX10" fmla="*/ 2152683 w 2518666"/>
                <a:gd name="connsiteY10" fmla="*/ 1245237 h 1458906"/>
                <a:gd name="connsiteX11" fmla="*/ 2277962 w 2518666"/>
                <a:gd name="connsiteY11" fmla="*/ 1160376 h 1458906"/>
                <a:gd name="connsiteX12" fmla="*/ 2146929 w 2518666"/>
                <a:gd name="connsiteY12" fmla="*/ 213632 h 1458906"/>
                <a:gd name="connsiteX13" fmla="*/ 2146929 w 2518666"/>
                <a:gd name="connsiteY13" fmla="*/ 213632 h 145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8666" h="1458906">
                  <a:moveTo>
                    <a:pt x="562010" y="1134716"/>
                  </a:moveTo>
                  <a:cubicBezTo>
                    <a:pt x="174353" y="910902"/>
                    <a:pt x="172373" y="548029"/>
                    <a:pt x="557445" y="324236"/>
                  </a:cubicBezTo>
                  <a:cubicBezTo>
                    <a:pt x="942580" y="100421"/>
                    <a:pt x="1569060" y="100380"/>
                    <a:pt x="1956718" y="324194"/>
                  </a:cubicBezTo>
                  <a:cubicBezTo>
                    <a:pt x="2344375" y="548008"/>
                    <a:pt x="2346355" y="910881"/>
                    <a:pt x="1961220" y="1134695"/>
                  </a:cubicBezTo>
                  <a:cubicBezTo>
                    <a:pt x="1576148" y="1358489"/>
                    <a:pt x="949667" y="1358510"/>
                    <a:pt x="562010" y="1134695"/>
                  </a:cubicBezTo>
                  <a:lnTo>
                    <a:pt x="562010" y="1134695"/>
                  </a:lnTo>
                  <a:close/>
                  <a:moveTo>
                    <a:pt x="2146950" y="213652"/>
                  </a:moveTo>
                  <a:cubicBezTo>
                    <a:pt x="1653525" y="-71217"/>
                    <a:pt x="856135" y="-71217"/>
                    <a:pt x="365920" y="213652"/>
                  </a:cubicBezTo>
                  <a:cubicBezTo>
                    <a:pt x="-124233" y="498501"/>
                    <a:pt x="-121648" y="960367"/>
                    <a:pt x="371777" y="1245258"/>
                  </a:cubicBezTo>
                  <a:cubicBezTo>
                    <a:pt x="794267" y="1489188"/>
                    <a:pt x="1439591" y="1524229"/>
                    <a:pt x="1924074" y="1350443"/>
                  </a:cubicBezTo>
                  <a:cubicBezTo>
                    <a:pt x="2005433" y="1321280"/>
                    <a:pt x="2082205" y="1286198"/>
                    <a:pt x="2152683" y="1245237"/>
                  </a:cubicBezTo>
                  <a:cubicBezTo>
                    <a:pt x="2198813" y="1218430"/>
                    <a:pt x="2240566" y="1190081"/>
                    <a:pt x="2277962" y="1160376"/>
                  </a:cubicBezTo>
                  <a:cubicBezTo>
                    <a:pt x="2638062" y="875006"/>
                    <a:pt x="2593912" y="471694"/>
                    <a:pt x="2146929" y="213632"/>
                  </a:cubicBezTo>
                  <a:lnTo>
                    <a:pt x="2146929" y="21363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71E534F-16D2-C263-5D10-D7EDA6940D55}"/>
                </a:ext>
              </a:extLst>
            </p:cNvPr>
            <p:cNvSpPr/>
            <p:nvPr/>
          </p:nvSpPr>
          <p:spPr>
            <a:xfrm>
              <a:off x="4836948" y="4470984"/>
              <a:ext cx="2518666" cy="1458906"/>
            </a:xfrm>
            <a:custGeom>
              <a:avLst/>
              <a:gdLst>
                <a:gd name="connsiteX0" fmla="*/ 562010 w 2518666"/>
                <a:gd name="connsiteY0" fmla="*/ 1134716 h 1458906"/>
                <a:gd name="connsiteX1" fmla="*/ 557445 w 2518666"/>
                <a:gd name="connsiteY1" fmla="*/ 324236 h 1458906"/>
                <a:gd name="connsiteX2" fmla="*/ 1956718 w 2518666"/>
                <a:gd name="connsiteY2" fmla="*/ 324194 h 1458906"/>
                <a:gd name="connsiteX3" fmla="*/ 1961220 w 2518666"/>
                <a:gd name="connsiteY3" fmla="*/ 1134695 h 1458906"/>
                <a:gd name="connsiteX4" fmla="*/ 562010 w 2518666"/>
                <a:gd name="connsiteY4" fmla="*/ 1134695 h 1458906"/>
                <a:gd name="connsiteX5" fmla="*/ 562010 w 2518666"/>
                <a:gd name="connsiteY5" fmla="*/ 1134695 h 1458906"/>
                <a:gd name="connsiteX6" fmla="*/ 2146950 w 2518666"/>
                <a:gd name="connsiteY6" fmla="*/ 213652 h 1458906"/>
                <a:gd name="connsiteX7" fmla="*/ 365920 w 2518666"/>
                <a:gd name="connsiteY7" fmla="*/ 213652 h 1458906"/>
                <a:gd name="connsiteX8" fmla="*/ 371777 w 2518666"/>
                <a:gd name="connsiteY8" fmla="*/ 1245258 h 1458906"/>
                <a:gd name="connsiteX9" fmla="*/ 1924074 w 2518666"/>
                <a:gd name="connsiteY9" fmla="*/ 1350443 h 1458906"/>
                <a:gd name="connsiteX10" fmla="*/ 2152683 w 2518666"/>
                <a:gd name="connsiteY10" fmla="*/ 1245237 h 1458906"/>
                <a:gd name="connsiteX11" fmla="*/ 2277962 w 2518666"/>
                <a:gd name="connsiteY11" fmla="*/ 1160376 h 1458906"/>
                <a:gd name="connsiteX12" fmla="*/ 2146929 w 2518666"/>
                <a:gd name="connsiteY12" fmla="*/ 213632 h 1458906"/>
                <a:gd name="connsiteX13" fmla="*/ 2146929 w 2518666"/>
                <a:gd name="connsiteY13" fmla="*/ 213632 h 145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8666" h="1458906">
                  <a:moveTo>
                    <a:pt x="562010" y="1134716"/>
                  </a:moveTo>
                  <a:cubicBezTo>
                    <a:pt x="174353" y="910902"/>
                    <a:pt x="172373" y="548029"/>
                    <a:pt x="557445" y="324236"/>
                  </a:cubicBezTo>
                  <a:cubicBezTo>
                    <a:pt x="942580" y="100421"/>
                    <a:pt x="1569060" y="100380"/>
                    <a:pt x="1956718" y="324194"/>
                  </a:cubicBezTo>
                  <a:cubicBezTo>
                    <a:pt x="2344375" y="548008"/>
                    <a:pt x="2346355" y="910881"/>
                    <a:pt x="1961220" y="1134695"/>
                  </a:cubicBezTo>
                  <a:cubicBezTo>
                    <a:pt x="1576148" y="1358489"/>
                    <a:pt x="949667" y="1358510"/>
                    <a:pt x="562010" y="1134695"/>
                  </a:cubicBezTo>
                  <a:lnTo>
                    <a:pt x="562010" y="1134695"/>
                  </a:lnTo>
                  <a:close/>
                  <a:moveTo>
                    <a:pt x="2146950" y="213652"/>
                  </a:moveTo>
                  <a:cubicBezTo>
                    <a:pt x="1653525" y="-71217"/>
                    <a:pt x="856135" y="-71217"/>
                    <a:pt x="365920" y="213652"/>
                  </a:cubicBezTo>
                  <a:cubicBezTo>
                    <a:pt x="-124233" y="498501"/>
                    <a:pt x="-121648" y="960367"/>
                    <a:pt x="371777" y="1245258"/>
                  </a:cubicBezTo>
                  <a:cubicBezTo>
                    <a:pt x="794267" y="1489188"/>
                    <a:pt x="1439591" y="1524229"/>
                    <a:pt x="1924074" y="1350443"/>
                  </a:cubicBezTo>
                  <a:cubicBezTo>
                    <a:pt x="2005433" y="1321280"/>
                    <a:pt x="2082205" y="1286198"/>
                    <a:pt x="2152683" y="1245237"/>
                  </a:cubicBezTo>
                  <a:cubicBezTo>
                    <a:pt x="2198813" y="1218430"/>
                    <a:pt x="2240566" y="1190081"/>
                    <a:pt x="2277962" y="1160376"/>
                  </a:cubicBezTo>
                  <a:cubicBezTo>
                    <a:pt x="2638062" y="875006"/>
                    <a:pt x="2593912" y="471694"/>
                    <a:pt x="2146929" y="213632"/>
                  </a:cubicBezTo>
                  <a:lnTo>
                    <a:pt x="2146929" y="213632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C984426-665A-BF94-E581-002CB3E371E3}"/>
                </a:ext>
              </a:extLst>
            </p:cNvPr>
            <p:cNvSpPr/>
            <p:nvPr/>
          </p:nvSpPr>
          <p:spPr>
            <a:xfrm>
              <a:off x="5106897" y="4627359"/>
              <a:ext cx="1978822" cy="1146207"/>
            </a:xfrm>
            <a:custGeom>
              <a:avLst/>
              <a:gdLst>
                <a:gd name="connsiteX0" fmla="*/ 481502 w 1978822"/>
                <a:gd name="connsiteY0" fmla="*/ 868258 h 1146207"/>
                <a:gd name="connsiteX1" fmla="*/ 478188 w 1978822"/>
                <a:gd name="connsiteY1" fmla="*/ 277965 h 1146207"/>
                <a:gd name="connsiteX2" fmla="*/ 1497286 w 1978822"/>
                <a:gd name="connsiteY2" fmla="*/ 277965 h 1146207"/>
                <a:gd name="connsiteX3" fmla="*/ 1500601 w 1978822"/>
                <a:gd name="connsiteY3" fmla="*/ 868258 h 1146207"/>
                <a:gd name="connsiteX4" fmla="*/ 481502 w 1978822"/>
                <a:gd name="connsiteY4" fmla="*/ 868258 h 1146207"/>
                <a:gd name="connsiteX5" fmla="*/ 481502 w 1978822"/>
                <a:gd name="connsiteY5" fmla="*/ 868258 h 1146207"/>
                <a:gd name="connsiteX6" fmla="*/ 1686769 w 1978822"/>
                <a:gd name="connsiteY6" fmla="*/ 167840 h 1146207"/>
                <a:gd name="connsiteX7" fmla="*/ 287496 w 1978822"/>
                <a:gd name="connsiteY7" fmla="*/ 167882 h 1146207"/>
                <a:gd name="connsiteX8" fmla="*/ 292061 w 1978822"/>
                <a:gd name="connsiteY8" fmla="*/ 978362 h 1146207"/>
                <a:gd name="connsiteX9" fmla="*/ 1691271 w 1978822"/>
                <a:gd name="connsiteY9" fmla="*/ 978362 h 1146207"/>
                <a:gd name="connsiteX10" fmla="*/ 1686769 w 1978822"/>
                <a:gd name="connsiteY10" fmla="*/ 167861 h 1146207"/>
                <a:gd name="connsiteX11" fmla="*/ 1686769 w 1978822"/>
                <a:gd name="connsiteY11" fmla="*/ 167861 h 114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78822" h="1146207">
                  <a:moveTo>
                    <a:pt x="481502" y="868258"/>
                  </a:moveTo>
                  <a:cubicBezTo>
                    <a:pt x="199155" y="705249"/>
                    <a:pt x="197716" y="440932"/>
                    <a:pt x="478188" y="277965"/>
                  </a:cubicBezTo>
                  <a:cubicBezTo>
                    <a:pt x="758701" y="114956"/>
                    <a:pt x="1214939" y="114956"/>
                    <a:pt x="1497286" y="277965"/>
                  </a:cubicBezTo>
                  <a:cubicBezTo>
                    <a:pt x="1779634" y="440974"/>
                    <a:pt x="1781114" y="705249"/>
                    <a:pt x="1500601" y="868258"/>
                  </a:cubicBezTo>
                  <a:cubicBezTo>
                    <a:pt x="1220150" y="1031246"/>
                    <a:pt x="763850" y="1031267"/>
                    <a:pt x="481502" y="868258"/>
                  </a:cubicBezTo>
                  <a:lnTo>
                    <a:pt x="481502" y="868258"/>
                  </a:lnTo>
                  <a:close/>
                  <a:moveTo>
                    <a:pt x="1686769" y="167840"/>
                  </a:moveTo>
                  <a:cubicBezTo>
                    <a:pt x="1299111" y="-55974"/>
                    <a:pt x="672631" y="-55933"/>
                    <a:pt x="287496" y="167882"/>
                  </a:cubicBezTo>
                  <a:cubicBezTo>
                    <a:pt x="-97576" y="391675"/>
                    <a:pt x="-95596" y="754548"/>
                    <a:pt x="292061" y="978362"/>
                  </a:cubicBezTo>
                  <a:cubicBezTo>
                    <a:pt x="679719" y="1202176"/>
                    <a:pt x="1306199" y="1202135"/>
                    <a:pt x="1691271" y="978362"/>
                  </a:cubicBezTo>
                  <a:cubicBezTo>
                    <a:pt x="2076406" y="754548"/>
                    <a:pt x="2074426" y="391675"/>
                    <a:pt x="1686769" y="167861"/>
                  </a:cubicBezTo>
                  <a:lnTo>
                    <a:pt x="1686769" y="16786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96D9292-7A70-8E35-4831-645269B7E64C}"/>
                </a:ext>
              </a:extLst>
            </p:cNvPr>
            <p:cNvSpPr/>
            <p:nvPr/>
          </p:nvSpPr>
          <p:spPr>
            <a:xfrm>
              <a:off x="5375668" y="4783046"/>
              <a:ext cx="1441228" cy="834798"/>
            </a:xfrm>
            <a:custGeom>
              <a:avLst/>
              <a:gdLst>
                <a:gd name="connsiteX0" fmla="*/ 430104 w 1441228"/>
                <a:gd name="connsiteY0" fmla="*/ 586228 h 834798"/>
                <a:gd name="connsiteX1" fmla="*/ 428145 w 1441228"/>
                <a:gd name="connsiteY1" fmla="*/ 248558 h 834798"/>
                <a:gd name="connsiteX2" fmla="*/ 1011163 w 1441228"/>
                <a:gd name="connsiteY2" fmla="*/ 248558 h 834798"/>
                <a:gd name="connsiteX3" fmla="*/ 1012997 w 1441228"/>
                <a:gd name="connsiteY3" fmla="*/ 586228 h 834798"/>
                <a:gd name="connsiteX4" fmla="*/ 430083 w 1441228"/>
                <a:gd name="connsiteY4" fmla="*/ 586228 h 834798"/>
                <a:gd name="connsiteX5" fmla="*/ 430083 w 1441228"/>
                <a:gd name="connsiteY5" fmla="*/ 586228 h 834798"/>
                <a:gd name="connsiteX6" fmla="*/ 1228494 w 1441228"/>
                <a:gd name="connsiteY6" fmla="*/ 122257 h 834798"/>
                <a:gd name="connsiteX7" fmla="*/ 209396 w 1441228"/>
                <a:gd name="connsiteY7" fmla="*/ 122257 h 834798"/>
                <a:gd name="connsiteX8" fmla="*/ 212710 w 1441228"/>
                <a:gd name="connsiteY8" fmla="*/ 712550 h 834798"/>
                <a:gd name="connsiteX9" fmla="*/ 1231809 w 1441228"/>
                <a:gd name="connsiteY9" fmla="*/ 712550 h 834798"/>
                <a:gd name="connsiteX10" fmla="*/ 1228494 w 1441228"/>
                <a:gd name="connsiteY10" fmla="*/ 122257 h 834798"/>
                <a:gd name="connsiteX11" fmla="*/ 1228494 w 1441228"/>
                <a:gd name="connsiteY11" fmla="*/ 122257 h 834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41228" h="834798">
                  <a:moveTo>
                    <a:pt x="430104" y="586228"/>
                  </a:moveTo>
                  <a:cubicBezTo>
                    <a:pt x="268575" y="492967"/>
                    <a:pt x="267741" y="341777"/>
                    <a:pt x="428145" y="248558"/>
                  </a:cubicBezTo>
                  <a:cubicBezTo>
                    <a:pt x="588611" y="155296"/>
                    <a:pt x="849655" y="155296"/>
                    <a:pt x="1011163" y="248558"/>
                  </a:cubicBezTo>
                  <a:cubicBezTo>
                    <a:pt x="1172629" y="341777"/>
                    <a:pt x="1173484" y="492988"/>
                    <a:pt x="1012997" y="586228"/>
                  </a:cubicBezTo>
                  <a:cubicBezTo>
                    <a:pt x="852594" y="679448"/>
                    <a:pt x="591550" y="679448"/>
                    <a:pt x="430083" y="586228"/>
                  </a:cubicBezTo>
                  <a:lnTo>
                    <a:pt x="430083" y="586228"/>
                  </a:lnTo>
                  <a:close/>
                  <a:moveTo>
                    <a:pt x="1228494" y="122257"/>
                  </a:moveTo>
                  <a:cubicBezTo>
                    <a:pt x="946147" y="-40752"/>
                    <a:pt x="489909" y="-40752"/>
                    <a:pt x="209396" y="122257"/>
                  </a:cubicBezTo>
                  <a:cubicBezTo>
                    <a:pt x="-71055" y="285245"/>
                    <a:pt x="-69637" y="549541"/>
                    <a:pt x="212710" y="712550"/>
                  </a:cubicBezTo>
                  <a:cubicBezTo>
                    <a:pt x="495058" y="875559"/>
                    <a:pt x="951358" y="875538"/>
                    <a:pt x="1231809" y="712550"/>
                  </a:cubicBezTo>
                  <a:cubicBezTo>
                    <a:pt x="1512322" y="549541"/>
                    <a:pt x="1510842" y="285266"/>
                    <a:pt x="1228494" y="122257"/>
                  </a:cubicBezTo>
                  <a:lnTo>
                    <a:pt x="1228494" y="1222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ECF03C-2F63-05F0-A1A4-86E969EBA74C}"/>
                </a:ext>
              </a:extLst>
            </p:cNvPr>
            <p:cNvSpPr/>
            <p:nvPr/>
          </p:nvSpPr>
          <p:spPr>
            <a:xfrm>
              <a:off x="5684066" y="4961637"/>
              <a:ext cx="824422" cy="477530"/>
            </a:xfrm>
            <a:custGeom>
              <a:avLst/>
              <a:gdLst>
                <a:gd name="connsiteX0" fmla="*/ 289573 w 824422"/>
                <a:gd name="connsiteY0" fmla="*/ 310082 h 477530"/>
                <a:gd name="connsiteX1" fmla="*/ 288718 w 824422"/>
                <a:gd name="connsiteY1" fmla="*/ 167501 h 477530"/>
                <a:gd name="connsiteX2" fmla="*/ 534920 w 824422"/>
                <a:gd name="connsiteY2" fmla="*/ 167501 h 477530"/>
                <a:gd name="connsiteX3" fmla="*/ 535670 w 824422"/>
                <a:gd name="connsiteY3" fmla="*/ 310082 h 477530"/>
                <a:gd name="connsiteX4" fmla="*/ 289594 w 824422"/>
                <a:gd name="connsiteY4" fmla="*/ 310082 h 477530"/>
                <a:gd name="connsiteX5" fmla="*/ 289594 w 824422"/>
                <a:gd name="connsiteY5" fmla="*/ 310082 h 477530"/>
                <a:gd name="connsiteX6" fmla="*/ 702765 w 824422"/>
                <a:gd name="connsiteY6" fmla="*/ 69946 h 477530"/>
                <a:gd name="connsiteX7" fmla="*/ 119747 w 824422"/>
                <a:gd name="connsiteY7" fmla="*/ 69946 h 477530"/>
                <a:gd name="connsiteX8" fmla="*/ 121707 w 824422"/>
                <a:gd name="connsiteY8" fmla="*/ 407616 h 477530"/>
                <a:gd name="connsiteX9" fmla="*/ 704620 w 824422"/>
                <a:gd name="connsiteY9" fmla="*/ 407616 h 477530"/>
                <a:gd name="connsiteX10" fmla="*/ 702786 w 824422"/>
                <a:gd name="connsiteY10" fmla="*/ 69946 h 477530"/>
                <a:gd name="connsiteX11" fmla="*/ 702786 w 824422"/>
                <a:gd name="connsiteY11" fmla="*/ 69946 h 47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4422" h="477530">
                  <a:moveTo>
                    <a:pt x="289573" y="310082"/>
                  </a:moveTo>
                  <a:cubicBezTo>
                    <a:pt x="221367" y="270706"/>
                    <a:pt x="221013" y="206857"/>
                    <a:pt x="288718" y="167501"/>
                  </a:cubicBezTo>
                  <a:cubicBezTo>
                    <a:pt x="356465" y="128125"/>
                    <a:pt x="466715" y="128125"/>
                    <a:pt x="534920" y="167501"/>
                  </a:cubicBezTo>
                  <a:cubicBezTo>
                    <a:pt x="603125" y="206878"/>
                    <a:pt x="603417" y="270706"/>
                    <a:pt x="535670" y="310082"/>
                  </a:cubicBezTo>
                  <a:cubicBezTo>
                    <a:pt x="467965" y="349417"/>
                    <a:pt x="357799" y="349458"/>
                    <a:pt x="289594" y="310082"/>
                  </a:cubicBezTo>
                  <a:lnTo>
                    <a:pt x="289594" y="310082"/>
                  </a:lnTo>
                  <a:close/>
                  <a:moveTo>
                    <a:pt x="702765" y="69946"/>
                  </a:moveTo>
                  <a:cubicBezTo>
                    <a:pt x="541236" y="-23315"/>
                    <a:pt x="280213" y="-23315"/>
                    <a:pt x="119747" y="69946"/>
                  </a:cubicBezTo>
                  <a:cubicBezTo>
                    <a:pt x="-40656" y="163165"/>
                    <a:pt x="-39822" y="314376"/>
                    <a:pt x="121707" y="407616"/>
                  </a:cubicBezTo>
                  <a:cubicBezTo>
                    <a:pt x="283173" y="500836"/>
                    <a:pt x="544196" y="500836"/>
                    <a:pt x="704620" y="407616"/>
                  </a:cubicBezTo>
                  <a:cubicBezTo>
                    <a:pt x="865086" y="314355"/>
                    <a:pt x="864232" y="163165"/>
                    <a:pt x="702786" y="69946"/>
                  </a:cubicBezTo>
                  <a:lnTo>
                    <a:pt x="702786" y="69946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64ECE4-8094-98CB-7AAE-2CB476C2E572}"/>
                </a:ext>
              </a:extLst>
            </p:cNvPr>
            <p:cNvSpPr/>
            <p:nvPr/>
          </p:nvSpPr>
          <p:spPr>
            <a:xfrm>
              <a:off x="5922244" y="5099627"/>
              <a:ext cx="348079" cy="201629"/>
            </a:xfrm>
            <a:custGeom>
              <a:avLst/>
              <a:gdLst>
                <a:gd name="connsiteX0" fmla="*/ 296742 w 348079"/>
                <a:gd name="connsiteY0" fmla="*/ 29532 h 201629"/>
                <a:gd name="connsiteX1" fmla="*/ 50540 w 348079"/>
                <a:gd name="connsiteY1" fmla="*/ 29532 h 201629"/>
                <a:gd name="connsiteX2" fmla="*/ 51395 w 348079"/>
                <a:gd name="connsiteY2" fmla="*/ 172113 h 201629"/>
                <a:gd name="connsiteX3" fmla="*/ 297472 w 348079"/>
                <a:gd name="connsiteY3" fmla="*/ 172113 h 201629"/>
                <a:gd name="connsiteX4" fmla="*/ 296721 w 348079"/>
                <a:gd name="connsiteY4" fmla="*/ 29532 h 201629"/>
                <a:gd name="connsiteX5" fmla="*/ 296721 w 348079"/>
                <a:gd name="connsiteY5" fmla="*/ 29532 h 20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079" h="201629">
                  <a:moveTo>
                    <a:pt x="296742" y="29532"/>
                  </a:moveTo>
                  <a:cubicBezTo>
                    <a:pt x="228537" y="-9844"/>
                    <a:pt x="118308" y="-9844"/>
                    <a:pt x="50540" y="29532"/>
                  </a:cubicBezTo>
                  <a:cubicBezTo>
                    <a:pt x="-17165" y="68867"/>
                    <a:pt x="-16811" y="132737"/>
                    <a:pt x="51395" y="172113"/>
                  </a:cubicBezTo>
                  <a:cubicBezTo>
                    <a:pt x="119600" y="211490"/>
                    <a:pt x="229767" y="211448"/>
                    <a:pt x="297472" y="172113"/>
                  </a:cubicBezTo>
                  <a:cubicBezTo>
                    <a:pt x="365218" y="132737"/>
                    <a:pt x="364927" y="68909"/>
                    <a:pt x="296721" y="29532"/>
                  </a:cubicBezTo>
                  <a:lnTo>
                    <a:pt x="296721" y="2953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AAFD722-3D79-5837-72CC-BD447C3943EB}"/>
              </a:ext>
            </a:extLst>
          </p:cNvPr>
          <p:cNvSpPr/>
          <p:nvPr/>
        </p:nvSpPr>
        <p:spPr>
          <a:xfrm>
            <a:off x="6158752" y="1318837"/>
            <a:ext cx="310663" cy="1122238"/>
          </a:xfrm>
          <a:custGeom>
            <a:avLst/>
            <a:gdLst>
              <a:gd name="connsiteX0" fmla="*/ 0 w 278574"/>
              <a:gd name="connsiteY0" fmla="*/ 0 h 1006320"/>
              <a:gd name="connsiteX1" fmla="*/ 178935 w 278574"/>
              <a:gd name="connsiteY1" fmla="*/ 122840 h 1006320"/>
              <a:gd name="connsiteX2" fmla="*/ 278575 w 278574"/>
              <a:gd name="connsiteY2" fmla="*/ 191233 h 1006320"/>
              <a:gd name="connsiteX3" fmla="*/ 278575 w 278574"/>
              <a:gd name="connsiteY3" fmla="*/ 1006320 h 1006320"/>
              <a:gd name="connsiteX4" fmla="*/ 178935 w 278574"/>
              <a:gd name="connsiteY4" fmla="*/ 937907 h 1006320"/>
              <a:gd name="connsiteX5" fmla="*/ 0 w 278574"/>
              <a:gd name="connsiteY5" fmla="*/ 815066 h 1006320"/>
              <a:gd name="connsiteX6" fmla="*/ 0 w 278574"/>
              <a:gd name="connsiteY6" fmla="*/ 0 h 100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574" h="1006320">
                <a:moveTo>
                  <a:pt x="0" y="0"/>
                </a:moveTo>
                <a:lnTo>
                  <a:pt x="178935" y="122840"/>
                </a:lnTo>
                <a:lnTo>
                  <a:pt x="278575" y="191233"/>
                </a:lnTo>
                <a:lnTo>
                  <a:pt x="278575" y="1006320"/>
                </a:lnTo>
                <a:lnTo>
                  <a:pt x="178935" y="937907"/>
                </a:lnTo>
                <a:lnTo>
                  <a:pt x="0" y="81506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144BF6C-D06C-E4EA-EA66-E952A42F9DD1}"/>
              </a:ext>
            </a:extLst>
          </p:cNvPr>
          <p:cNvSpPr/>
          <p:nvPr/>
        </p:nvSpPr>
        <p:spPr>
          <a:xfrm>
            <a:off x="6469415" y="1318837"/>
            <a:ext cx="310663" cy="1122238"/>
          </a:xfrm>
          <a:custGeom>
            <a:avLst/>
            <a:gdLst>
              <a:gd name="connsiteX0" fmla="*/ 278574 w 278574"/>
              <a:gd name="connsiteY0" fmla="*/ 0 h 1006320"/>
              <a:gd name="connsiteX1" fmla="*/ 278574 w 278574"/>
              <a:gd name="connsiteY1" fmla="*/ 815066 h 1006320"/>
              <a:gd name="connsiteX2" fmla="*/ 98994 w 278574"/>
              <a:gd name="connsiteY2" fmla="*/ 938365 h 1006320"/>
              <a:gd name="connsiteX3" fmla="*/ 0 w 278574"/>
              <a:gd name="connsiteY3" fmla="*/ 1006320 h 1006320"/>
              <a:gd name="connsiteX4" fmla="*/ 0 w 278574"/>
              <a:gd name="connsiteY4" fmla="*/ 191233 h 1006320"/>
              <a:gd name="connsiteX5" fmla="*/ 98994 w 278574"/>
              <a:gd name="connsiteY5" fmla="*/ 123278 h 1006320"/>
              <a:gd name="connsiteX6" fmla="*/ 278574 w 278574"/>
              <a:gd name="connsiteY6" fmla="*/ 0 h 100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574" h="1006320">
                <a:moveTo>
                  <a:pt x="278574" y="0"/>
                </a:moveTo>
                <a:lnTo>
                  <a:pt x="278574" y="815066"/>
                </a:lnTo>
                <a:lnTo>
                  <a:pt x="98994" y="938365"/>
                </a:lnTo>
                <a:lnTo>
                  <a:pt x="0" y="1006320"/>
                </a:lnTo>
                <a:lnTo>
                  <a:pt x="0" y="191233"/>
                </a:lnTo>
                <a:lnTo>
                  <a:pt x="98994" y="123278"/>
                </a:lnTo>
                <a:lnTo>
                  <a:pt x="278574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0867DBF-6AE6-CE88-BC77-C0A34EB9F848}"/>
              </a:ext>
            </a:extLst>
          </p:cNvPr>
          <p:cNvSpPr/>
          <p:nvPr/>
        </p:nvSpPr>
        <p:spPr>
          <a:xfrm>
            <a:off x="6358297" y="1455827"/>
            <a:ext cx="221514" cy="985247"/>
          </a:xfrm>
          <a:custGeom>
            <a:avLst/>
            <a:gdLst>
              <a:gd name="connsiteX0" fmla="*/ 99640 w 198633"/>
              <a:gd name="connsiteY0" fmla="*/ 68393 h 883479"/>
              <a:gd name="connsiteX1" fmla="*/ 198634 w 198633"/>
              <a:gd name="connsiteY1" fmla="*/ 438 h 883479"/>
              <a:gd name="connsiteX2" fmla="*/ 198634 w 198633"/>
              <a:gd name="connsiteY2" fmla="*/ 815525 h 883479"/>
              <a:gd name="connsiteX3" fmla="*/ 99640 w 198633"/>
              <a:gd name="connsiteY3" fmla="*/ 883480 h 883479"/>
              <a:gd name="connsiteX4" fmla="*/ 0 w 198633"/>
              <a:gd name="connsiteY4" fmla="*/ 815066 h 883479"/>
              <a:gd name="connsiteX5" fmla="*/ 0 w 198633"/>
              <a:gd name="connsiteY5" fmla="*/ 0 h 883479"/>
              <a:gd name="connsiteX6" fmla="*/ 99640 w 198633"/>
              <a:gd name="connsiteY6" fmla="*/ 68393 h 883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633" h="883479">
                <a:moveTo>
                  <a:pt x="99640" y="68393"/>
                </a:moveTo>
                <a:lnTo>
                  <a:pt x="198634" y="438"/>
                </a:lnTo>
                <a:lnTo>
                  <a:pt x="198634" y="815525"/>
                </a:lnTo>
                <a:lnTo>
                  <a:pt x="99640" y="883480"/>
                </a:lnTo>
                <a:lnTo>
                  <a:pt x="0" y="815066"/>
                </a:lnTo>
                <a:lnTo>
                  <a:pt x="0" y="0"/>
                </a:lnTo>
                <a:lnTo>
                  <a:pt x="99640" y="68393"/>
                </a:lnTo>
                <a:close/>
              </a:path>
            </a:pathLst>
          </a:custGeom>
          <a:solidFill>
            <a:srgbClr val="000000">
              <a:alpha val="1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371BD4-35FD-205E-53DA-A38EF5BA1275}"/>
              </a:ext>
            </a:extLst>
          </p:cNvPr>
          <p:cNvSpPr/>
          <p:nvPr/>
        </p:nvSpPr>
        <p:spPr>
          <a:xfrm>
            <a:off x="6422829" y="1473261"/>
            <a:ext cx="93705" cy="3896931"/>
          </a:xfrm>
          <a:custGeom>
            <a:avLst/>
            <a:gdLst>
              <a:gd name="connsiteX0" fmla="*/ 83506 w 84026"/>
              <a:gd name="connsiteY0" fmla="*/ 41753 h 3026987"/>
              <a:gd name="connsiteX1" fmla="*/ 84027 w 84026"/>
              <a:gd name="connsiteY1" fmla="*/ 3012645 h 3026987"/>
              <a:gd name="connsiteX2" fmla="*/ 41857 w 84026"/>
              <a:gd name="connsiteY2" fmla="*/ 3026987 h 3026987"/>
              <a:gd name="connsiteX3" fmla="*/ 521 w 84026"/>
              <a:gd name="connsiteY3" fmla="*/ 3012645 h 3026987"/>
              <a:gd name="connsiteX4" fmla="*/ 0 w 84026"/>
              <a:gd name="connsiteY4" fmla="*/ 41753 h 3026987"/>
              <a:gd name="connsiteX5" fmla="*/ 41753 w 84026"/>
              <a:gd name="connsiteY5" fmla="*/ 0 h 3026987"/>
              <a:gd name="connsiteX6" fmla="*/ 41753 w 84026"/>
              <a:gd name="connsiteY6" fmla="*/ 0 h 3026987"/>
              <a:gd name="connsiteX7" fmla="*/ 83506 w 84026"/>
              <a:gd name="connsiteY7" fmla="*/ 41753 h 3026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26" h="3026987">
                <a:moveTo>
                  <a:pt x="83506" y="41753"/>
                </a:moveTo>
                <a:lnTo>
                  <a:pt x="84027" y="3012645"/>
                </a:lnTo>
                <a:cubicBezTo>
                  <a:pt x="79587" y="3016105"/>
                  <a:pt x="64286" y="3027132"/>
                  <a:pt x="41857" y="3026987"/>
                </a:cubicBezTo>
                <a:cubicBezTo>
                  <a:pt x="19949" y="3026861"/>
                  <a:pt x="5024" y="3016147"/>
                  <a:pt x="521" y="3012645"/>
                </a:cubicBezTo>
                <a:cubicBezTo>
                  <a:pt x="354" y="2426188"/>
                  <a:pt x="167" y="628210"/>
                  <a:pt x="0" y="41753"/>
                </a:cubicBezTo>
                <a:cubicBezTo>
                  <a:pt x="0" y="18698"/>
                  <a:pt x="18698" y="0"/>
                  <a:pt x="41753" y="0"/>
                </a:cubicBezTo>
                <a:lnTo>
                  <a:pt x="41753" y="0"/>
                </a:lnTo>
                <a:cubicBezTo>
                  <a:pt x="64808" y="0"/>
                  <a:pt x="83506" y="18698"/>
                  <a:pt x="83506" y="4175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BF49BF-FB0F-4A06-4F21-C2E3284822B8}"/>
              </a:ext>
            </a:extLst>
          </p:cNvPr>
          <p:cNvGrpSpPr/>
          <p:nvPr/>
        </p:nvGrpSpPr>
        <p:grpSpPr>
          <a:xfrm>
            <a:off x="7526215" y="2205554"/>
            <a:ext cx="2961593" cy="979466"/>
            <a:chOff x="3947402" y="5016987"/>
            <a:chExt cx="2961593" cy="97946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F4BEA11-B330-AB1C-B009-8F93A6A34017}"/>
                </a:ext>
              </a:extLst>
            </p:cNvPr>
            <p:cNvSpPr/>
            <p:nvPr/>
          </p:nvSpPr>
          <p:spPr>
            <a:xfrm>
              <a:off x="3947402" y="5016987"/>
              <a:ext cx="2961593" cy="979466"/>
            </a:xfrm>
            <a:prstGeom prst="roundRect">
              <a:avLst>
                <a:gd name="adj" fmla="val 12714"/>
              </a:avLst>
            </a:prstGeom>
            <a:solidFill>
              <a:schemeClr val="bg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0918ED1-86D9-0FFF-CB50-6B2211FD26CB}"/>
                </a:ext>
              </a:extLst>
            </p:cNvPr>
            <p:cNvSpPr/>
            <p:nvPr/>
          </p:nvSpPr>
          <p:spPr>
            <a:xfrm>
              <a:off x="4203492" y="5224780"/>
              <a:ext cx="563880" cy="5638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C78F805-D02B-7A9A-1B15-13CC7FBE5DB0}"/>
                </a:ext>
              </a:extLst>
            </p:cNvPr>
            <p:cNvSpPr txBox="1"/>
            <p:nvPr/>
          </p:nvSpPr>
          <p:spPr>
            <a:xfrm>
              <a:off x="4966890" y="5201893"/>
              <a:ext cx="1942105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consectetuer</a:t>
              </a:r>
              <a:endParaRPr lang="en-US" dirty="0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FA83E04-9720-CA94-1705-8E99D6C3F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379387" y="5400675"/>
              <a:ext cx="212090" cy="212090"/>
            </a:xfrm>
            <a:prstGeom prst="rect">
              <a:avLst/>
            </a:prstGeom>
          </p:spPr>
        </p:pic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14C184-EE26-48D1-B84F-19EA074EAE0C}"/>
              </a:ext>
            </a:extLst>
          </p:cNvPr>
          <p:cNvCxnSpPr>
            <a:cxnSpLocks/>
          </p:cNvCxnSpPr>
          <p:nvPr/>
        </p:nvCxnSpPr>
        <p:spPr>
          <a:xfrm flipH="1">
            <a:off x="6624746" y="2695287"/>
            <a:ext cx="75587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62000F-7394-7E89-9E05-EB1819940D68}"/>
              </a:ext>
            </a:extLst>
          </p:cNvPr>
          <p:cNvGrpSpPr/>
          <p:nvPr/>
        </p:nvGrpSpPr>
        <p:grpSpPr>
          <a:xfrm>
            <a:off x="8420295" y="3811133"/>
            <a:ext cx="2961593" cy="979466"/>
            <a:chOff x="3947402" y="5016987"/>
            <a:chExt cx="2961593" cy="979466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86B2492-D898-5115-CC38-F82E94D19500}"/>
                </a:ext>
              </a:extLst>
            </p:cNvPr>
            <p:cNvSpPr/>
            <p:nvPr/>
          </p:nvSpPr>
          <p:spPr>
            <a:xfrm>
              <a:off x="3947402" y="5016987"/>
              <a:ext cx="2961593" cy="979466"/>
            </a:xfrm>
            <a:prstGeom prst="roundRect">
              <a:avLst>
                <a:gd name="adj" fmla="val 12714"/>
              </a:avLst>
            </a:prstGeom>
            <a:solidFill>
              <a:schemeClr val="bg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094BD03-24C1-E4DD-66C7-D23F8AFE11A1}"/>
                </a:ext>
              </a:extLst>
            </p:cNvPr>
            <p:cNvSpPr/>
            <p:nvPr/>
          </p:nvSpPr>
          <p:spPr>
            <a:xfrm>
              <a:off x="4203492" y="5224780"/>
              <a:ext cx="563880" cy="5638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AD9EFE-FF36-C196-06E9-DDF6A130BBF6}"/>
                </a:ext>
              </a:extLst>
            </p:cNvPr>
            <p:cNvSpPr txBox="1"/>
            <p:nvPr/>
          </p:nvSpPr>
          <p:spPr>
            <a:xfrm>
              <a:off x="4966890" y="5201893"/>
              <a:ext cx="1942105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amet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</a:t>
              </a: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consectetuer</a:t>
              </a:r>
              <a:endParaRPr lang="en-US" dirty="0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1354A6EE-72DA-4C20-2E38-49DD16A60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379387" y="5400675"/>
              <a:ext cx="212090" cy="212090"/>
            </a:xfrm>
            <a:prstGeom prst="rect">
              <a:avLst/>
            </a:prstGeom>
          </p:spPr>
        </p:pic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E099FA-9335-D70D-49C0-1B4F61524BF8}"/>
              </a:ext>
            </a:extLst>
          </p:cNvPr>
          <p:cNvCxnSpPr>
            <a:cxnSpLocks/>
          </p:cNvCxnSpPr>
          <p:nvPr/>
        </p:nvCxnSpPr>
        <p:spPr>
          <a:xfrm>
            <a:off x="6624746" y="4300866"/>
            <a:ext cx="16499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A2571E-CA9F-BA19-1D7C-6F50F4CEDB4E}"/>
              </a:ext>
            </a:extLst>
          </p:cNvPr>
          <p:cNvGrpSpPr/>
          <p:nvPr/>
        </p:nvGrpSpPr>
        <p:grpSpPr>
          <a:xfrm flipH="1">
            <a:off x="2412234" y="3057836"/>
            <a:ext cx="2961593" cy="979466"/>
            <a:chOff x="3947402" y="5016987"/>
            <a:chExt cx="2961593" cy="979466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F02A1D6-3AF0-0052-BD5C-89AF0CF2B705}"/>
                </a:ext>
              </a:extLst>
            </p:cNvPr>
            <p:cNvSpPr/>
            <p:nvPr/>
          </p:nvSpPr>
          <p:spPr>
            <a:xfrm>
              <a:off x="3947402" y="5016987"/>
              <a:ext cx="2961593" cy="979466"/>
            </a:xfrm>
            <a:prstGeom prst="roundRect">
              <a:avLst>
                <a:gd name="adj" fmla="val 12714"/>
              </a:avLst>
            </a:prstGeom>
            <a:solidFill>
              <a:schemeClr val="bg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CDF80D6-8536-9A14-B113-F9AF52C294B4}"/>
                </a:ext>
              </a:extLst>
            </p:cNvPr>
            <p:cNvSpPr/>
            <p:nvPr/>
          </p:nvSpPr>
          <p:spPr>
            <a:xfrm>
              <a:off x="4203492" y="5224780"/>
              <a:ext cx="563880" cy="5638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EB9D29-DCDF-1FF8-A3FB-6494584067B7}"/>
                </a:ext>
              </a:extLst>
            </p:cNvPr>
            <p:cNvSpPr txBox="1"/>
            <p:nvPr/>
          </p:nvSpPr>
          <p:spPr>
            <a:xfrm>
              <a:off x="4966890" y="5201893"/>
              <a:ext cx="1942105" cy="609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spcBef>
                  <a:spcPts val="8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r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consectetuer</a:t>
              </a:r>
              <a:endParaRPr lang="en-US" dirty="0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6A167896-5B04-F675-4CEB-A51CBF34D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79387" y="5400675"/>
              <a:ext cx="212090" cy="212090"/>
            </a:xfrm>
            <a:prstGeom prst="rect">
              <a:avLst/>
            </a:prstGeom>
          </p:spPr>
        </p:pic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783B51-ED84-862E-DA80-051CF368798C}"/>
              </a:ext>
            </a:extLst>
          </p:cNvPr>
          <p:cNvCxnSpPr>
            <a:cxnSpLocks/>
          </p:cNvCxnSpPr>
          <p:nvPr/>
        </p:nvCxnSpPr>
        <p:spPr>
          <a:xfrm>
            <a:off x="5519426" y="3547569"/>
            <a:ext cx="75587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80995B-4D0D-BF31-63D3-4EAC97E9A44F}"/>
              </a:ext>
            </a:extLst>
          </p:cNvPr>
          <p:cNvGrpSpPr/>
          <p:nvPr/>
        </p:nvGrpSpPr>
        <p:grpSpPr>
          <a:xfrm>
            <a:off x="2796007" y="4770184"/>
            <a:ext cx="1556296" cy="1200016"/>
            <a:chOff x="9772105" y="2036217"/>
            <a:chExt cx="1556296" cy="120001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6CAE4F4-57F4-FB70-D16B-145A0E5679B1}"/>
                </a:ext>
              </a:extLst>
            </p:cNvPr>
            <p:cNvGrpSpPr/>
            <p:nvPr/>
          </p:nvGrpSpPr>
          <p:grpSpPr>
            <a:xfrm>
              <a:off x="9772105" y="2036217"/>
              <a:ext cx="1556296" cy="344261"/>
              <a:chOff x="9772105" y="2036217"/>
              <a:chExt cx="1556296" cy="344261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68392D1-6431-55CA-1E3B-60D7ECFA4989}"/>
                  </a:ext>
                </a:extLst>
              </p:cNvPr>
              <p:cNvSpPr/>
              <p:nvPr/>
            </p:nvSpPr>
            <p:spPr>
              <a:xfrm>
                <a:off x="9772105" y="2155882"/>
                <a:ext cx="160598" cy="16059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79CE72B-1FCD-E13C-F710-E76C96B5854B}"/>
                  </a:ext>
                </a:extLst>
              </p:cNvPr>
              <p:cNvSpPr txBox="1"/>
              <p:nvPr/>
            </p:nvSpPr>
            <p:spPr>
              <a:xfrm>
                <a:off x="9993771" y="2036217"/>
                <a:ext cx="1334630" cy="34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Your Tittle</a:t>
                </a:r>
                <a:endParaRPr lang="en-ID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060F1F1-B0ED-E9F3-27D4-FE9B74538B61}"/>
                </a:ext>
              </a:extLst>
            </p:cNvPr>
            <p:cNvGrpSpPr/>
            <p:nvPr/>
          </p:nvGrpSpPr>
          <p:grpSpPr>
            <a:xfrm>
              <a:off x="9772105" y="2464095"/>
              <a:ext cx="1556296" cy="344261"/>
              <a:chOff x="9772105" y="2453405"/>
              <a:chExt cx="1556296" cy="344261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10D8433-8ED9-9E65-C842-D57ABCF647C3}"/>
                  </a:ext>
                </a:extLst>
              </p:cNvPr>
              <p:cNvSpPr/>
              <p:nvPr/>
            </p:nvSpPr>
            <p:spPr>
              <a:xfrm>
                <a:off x="9772105" y="2573070"/>
                <a:ext cx="160598" cy="16059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D15B635-52A5-978D-71AC-7FC67FA51545}"/>
                  </a:ext>
                </a:extLst>
              </p:cNvPr>
              <p:cNvSpPr txBox="1"/>
              <p:nvPr/>
            </p:nvSpPr>
            <p:spPr>
              <a:xfrm>
                <a:off x="9993771" y="2453405"/>
                <a:ext cx="1334630" cy="34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Your Tittle</a:t>
                </a:r>
                <a:endParaRPr lang="en-ID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088EC4-EF65-E5D6-9E00-0371FB2074FF}"/>
                </a:ext>
              </a:extLst>
            </p:cNvPr>
            <p:cNvGrpSpPr/>
            <p:nvPr/>
          </p:nvGrpSpPr>
          <p:grpSpPr>
            <a:xfrm>
              <a:off x="9772105" y="2891972"/>
              <a:ext cx="1556296" cy="344261"/>
              <a:chOff x="9772105" y="2891972"/>
              <a:chExt cx="1556296" cy="344261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D8242EB-B189-0203-795B-AD40F39B82F7}"/>
                  </a:ext>
                </a:extLst>
              </p:cNvPr>
              <p:cNvSpPr/>
              <p:nvPr/>
            </p:nvSpPr>
            <p:spPr>
              <a:xfrm>
                <a:off x="9772105" y="3011637"/>
                <a:ext cx="160598" cy="160598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CB9F091-094B-B394-FC60-492CC6FE0642}"/>
                  </a:ext>
                </a:extLst>
              </p:cNvPr>
              <p:cNvSpPr txBox="1"/>
              <p:nvPr/>
            </p:nvSpPr>
            <p:spPr>
              <a:xfrm>
                <a:off x="9993771" y="2891972"/>
                <a:ext cx="1334630" cy="34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Your Tittle</a:t>
                </a:r>
                <a:endParaRPr lang="en-ID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27A04EE-23E4-F29F-BEC7-38FC37EA1DC1}"/>
              </a:ext>
            </a:extLst>
          </p:cNvPr>
          <p:cNvSpPr txBox="1"/>
          <p:nvPr/>
        </p:nvSpPr>
        <p:spPr>
          <a:xfrm>
            <a:off x="831719" y="4954694"/>
            <a:ext cx="194210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accent1"/>
                </a:solidFill>
                <a:latin typeface="+mj-lt"/>
              </a:rPr>
              <a:t>80%</a:t>
            </a:r>
            <a:endParaRPr lang="en-ID" sz="4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7CACE85-421C-54A2-0914-266BE4B11147}"/>
              </a:ext>
            </a:extLst>
          </p:cNvPr>
          <p:cNvSpPr/>
          <p:nvPr/>
        </p:nvSpPr>
        <p:spPr>
          <a:xfrm>
            <a:off x="685800" y="697375"/>
            <a:ext cx="108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Project Target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6778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C0B296D-9768-1035-6CC6-791F75EA1481}"/>
              </a:ext>
            </a:extLst>
          </p:cNvPr>
          <p:cNvSpPr/>
          <p:nvPr/>
        </p:nvSpPr>
        <p:spPr>
          <a:xfrm flipH="1">
            <a:off x="1" y="0"/>
            <a:ext cx="9768839" cy="6858000"/>
          </a:xfrm>
          <a:prstGeom prst="rect">
            <a:avLst/>
          </a:prstGeom>
          <a:gradFill flip="none" rotWithShape="1">
            <a:gsLst>
              <a:gs pos="64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FA2E26-33EC-E6A1-ED4F-3D0BEF4B9426}"/>
              </a:ext>
            </a:extLst>
          </p:cNvPr>
          <p:cNvSpPr txBox="1"/>
          <p:nvPr/>
        </p:nvSpPr>
        <p:spPr>
          <a:xfrm>
            <a:off x="685801" y="1471541"/>
            <a:ext cx="6763080" cy="391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id-ID" sz="13800" dirty="0">
                <a:solidFill>
                  <a:schemeClr val="bg1"/>
                </a:solidFill>
                <a:latin typeface="+mj-lt"/>
              </a:rPr>
              <a:t>Thank You</a:t>
            </a:r>
            <a:endParaRPr lang="en-ID" sz="13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F75EB3-3E80-DE78-E8F7-E4D0D0D126AC}"/>
              </a:ext>
            </a:extLst>
          </p:cNvPr>
          <p:cNvSpPr txBox="1"/>
          <p:nvPr/>
        </p:nvSpPr>
        <p:spPr>
          <a:xfrm>
            <a:off x="7448880" y="933135"/>
            <a:ext cx="1913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</a:rPr>
              <a:t>Great projects start with bold ideas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F70020-D846-DC9C-4BA2-957CE01B2253}"/>
              </a:ext>
            </a:extLst>
          </p:cNvPr>
          <p:cNvSpPr txBox="1"/>
          <p:nvPr/>
        </p:nvSpPr>
        <p:spPr>
          <a:xfrm rot="16200000">
            <a:off x="6911069" y="3013499"/>
            <a:ext cx="801624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d-ID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For Your Attention</a:t>
            </a:r>
            <a:endParaRPr lang="en-ID" sz="4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21FF75-EDC9-2A64-11E9-F777D625B6C1}"/>
              </a:ext>
            </a:extLst>
          </p:cNvPr>
          <p:cNvSpPr txBox="1"/>
          <p:nvPr/>
        </p:nvSpPr>
        <p:spPr>
          <a:xfrm>
            <a:off x="6106649" y="4495459"/>
            <a:ext cx="3255661" cy="886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ts val="8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</p:spTree>
    <p:extLst>
      <p:ext uri="{BB962C8B-B14F-4D97-AF65-F5344CB8AC3E}">
        <p14:creationId xmlns:p14="http://schemas.microsoft.com/office/powerpoint/2010/main" val="414718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#in-sight 05 Lavender-aqua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8773D1"/>
      </a:accent1>
      <a:accent2>
        <a:srgbClr val="F585EC"/>
      </a:accent2>
      <a:accent3>
        <a:srgbClr val="3FB2BF"/>
      </a:accent3>
      <a:accent4>
        <a:srgbClr val="719AFF"/>
      </a:accent4>
      <a:accent5>
        <a:srgbClr val="9167EF"/>
      </a:accent5>
      <a:accent6>
        <a:srgbClr val="8B56BF"/>
      </a:accent6>
      <a:hlink>
        <a:srgbClr val="0563C1"/>
      </a:hlink>
      <a:folHlink>
        <a:srgbClr val="954F72"/>
      </a:folHlink>
    </a:clrScheme>
    <a:fontScheme name="Custom 590">
      <a:majorFont>
        <a:latin typeface="Manrope"/>
        <a:ea typeface=""/>
        <a:cs typeface=""/>
      </a:majorFont>
      <a:minorFont>
        <a:latin typeface="Manrop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1010</Words>
  <Application>Microsoft Office PowerPoint</Application>
  <PresentationFormat>Widescreen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Noto Sans JP Light</vt:lpstr>
      <vt:lpstr>Arial</vt:lpstr>
      <vt:lpstr>Manrope Light</vt:lpstr>
      <vt:lpstr>Questrial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Adella Wima</dc:creator>
  <cp:lastModifiedBy>Adella Wima</cp:lastModifiedBy>
  <cp:revision>11</cp:revision>
  <dcterms:created xsi:type="dcterms:W3CDTF">2024-06-13T17:20:23Z</dcterms:created>
  <dcterms:modified xsi:type="dcterms:W3CDTF">2025-11-12T05:13:45Z</dcterms:modified>
</cp:coreProperties>
</file>